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1faa6100fc4c1e" /><Relationship Type="http://schemas.openxmlformats.org/officeDocument/2006/relationships/extended-properties" Target="/docProps/app.xml" Id="Rba6a72db2cad4292" /><Relationship Type="http://schemas.openxmlformats.org/officeDocument/2006/relationships/officeDocument" Target="/ppt/presentation.xml" Id="R0d28388dc625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2a17ab86444de"/>
  </p:sldMasterIdLst>
  <p:notesMasterIdLst>
    <p:notesMasterId xmlns:r="http://schemas.openxmlformats.org/officeDocument/2006/relationships" r:id="Re1ea7591d5ab4b1b"/>
  </p:notesMasterIdLst>
  <p:sldIdLst>
    <p:sldId xmlns:r="http://schemas.openxmlformats.org/officeDocument/2006/relationships" id="256" r:id="Re0da13e22f344227"/>
    <p:sldId xmlns:r="http://schemas.openxmlformats.org/officeDocument/2006/relationships" id="257" r:id="Rb8bc61c0effd49a6"/>
    <p:sldId xmlns:r="http://schemas.openxmlformats.org/officeDocument/2006/relationships" id="258" r:id="R685e48e83d614e41"/>
    <p:sldId xmlns:r="http://schemas.openxmlformats.org/officeDocument/2006/relationships" id="259" r:id="Rc2aff3bd60e34b32"/>
    <p:sldId xmlns:r="http://schemas.openxmlformats.org/officeDocument/2006/relationships" id="260" r:id="R2fdc1130637046cd"/>
    <p:sldId xmlns:r="http://schemas.openxmlformats.org/officeDocument/2006/relationships" id="261" r:id="R52f000d12c2b46fe"/>
    <p:sldId xmlns:r="http://schemas.openxmlformats.org/officeDocument/2006/relationships" id="262" r:id="Rcf24c13dbd334efa"/>
    <p:sldId xmlns:r="http://schemas.openxmlformats.org/officeDocument/2006/relationships" id="263" r:id="R7f491272fed045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6a5b596db4a61" /><Relationship Type="http://schemas.openxmlformats.org/officeDocument/2006/relationships/slideMaster" Target="/ppt/slideMasters/slideMaster1.xml" Id="R3112a17ab86444de" /><Relationship Type="http://schemas.openxmlformats.org/officeDocument/2006/relationships/notesMaster" Target="/ppt/notesMasters/notesMaster1.xml" Id="Re1ea7591d5ab4b1b" /><Relationship Type="http://schemas.openxmlformats.org/officeDocument/2006/relationships/presProps" Target="/ppt/presProps.xml" Id="R40de768ece7b47e2" /><Relationship Type="http://schemas.openxmlformats.org/officeDocument/2006/relationships/tableStyles" Target="/ppt/tableStyles.xml" Id="Re069c01366ae4a4c" /><Relationship Type="http://schemas.openxmlformats.org/officeDocument/2006/relationships/slide" Target="/ppt/slides/slide1.xml" Id="Re0da13e22f344227" /><Relationship Type="http://schemas.openxmlformats.org/officeDocument/2006/relationships/slide" Target="/ppt/slides/slide2.xml" Id="Rb8bc61c0effd49a6" /><Relationship Type="http://schemas.openxmlformats.org/officeDocument/2006/relationships/slide" Target="/ppt/slides/slide3.xml" Id="R685e48e83d614e41" /><Relationship Type="http://schemas.openxmlformats.org/officeDocument/2006/relationships/slide" Target="/ppt/slides/slide4.xml" Id="Rc2aff3bd60e34b32" /><Relationship Type="http://schemas.openxmlformats.org/officeDocument/2006/relationships/slide" Target="/ppt/slides/slide5.xml" Id="R2fdc1130637046cd" /><Relationship Type="http://schemas.openxmlformats.org/officeDocument/2006/relationships/slide" Target="/ppt/slides/slide6.xml" Id="R52f000d12c2b46fe" /><Relationship Type="http://schemas.openxmlformats.org/officeDocument/2006/relationships/slide" Target="/ppt/slides/slide7.xml" Id="Rcf24c13dbd334efa" /><Relationship Type="http://schemas.openxmlformats.org/officeDocument/2006/relationships/slide" Target="/ppt/slides/slide8.xml" Id="R7f491272fed045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8ad74468ea4f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ac9216c0e452b" /><Relationship Type="http://schemas.openxmlformats.org/officeDocument/2006/relationships/notesMaster" Target="/ppt/notesMasters/notesMaster1.xml" Id="R8a541ecce397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c7c27fd9254e0e" /><Relationship Type="http://schemas.openxmlformats.org/officeDocument/2006/relationships/notesMaster" Target="/ppt/notesMasters/notesMaster1.xml" Id="R313a7417f050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cf5fe8365541e6" /><Relationship Type="http://schemas.openxmlformats.org/officeDocument/2006/relationships/notesMaster" Target="/ppt/notesMasters/notesMaster1.xml" Id="Re37d8a8b00884b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73874f18a34e6c" /><Relationship Type="http://schemas.openxmlformats.org/officeDocument/2006/relationships/notesMaster" Target="/ppt/notesMasters/notesMaster1.xml" Id="Rf66b91a2a49242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1cbb09c6664af1" /><Relationship Type="http://schemas.openxmlformats.org/officeDocument/2006/relationships/notesMaster" Target="/ppt/notesMasters/notesMaster1.xml" Id="R98b9d08346114d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8d64cef9fa44fb" /><Relationship Type="http://schemas.openxmlformats.org/officeDocument/2006/relationships/notesMaster" Target="/ppt/notesMasters/notesMaster1.xml" Id="Rcd5c49a7d21c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4ef2ede4b84a85" /><Relationship Type="http://schemas.openxmlformats.org/officeDocument/2006/relationships/notesMaster" Target="/ppt/notesMasters/notesMaster1.xml" Id="R1a5812ca426247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14f10bfb8f4acf" /><Relationship Type="http://schemas.openxmlformats.org/officeDocument/2006/relationships/notesMaster" Target="/ppt/notesMasters/notesMaster1.xml" Id="R30d8c4dea0114d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frozen state, candidate, manager, checker and runner implementations. Safety denotes modeled constraints, not formal certification.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E1.{A,B,C}.summary. Each site-policy mean contains 240 runs. Charts show descriptive means; exact paired inference appears in the manuscript.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E1.{A,B,C}.ablation. B4b minus B4a, 60 matched runs per site. Intervals are frozen 95% paired intervals; binary risk-difference intervals are descriptive.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E2 summaries. Recovery denominators are affected critical air chains. Deadline outcomes use all 320 runs per site and policy. B0 has no affected critical air chain.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E3.{site}.levels. SWL weights CRITICAL/HIGH/NORMAL/LOW = 4/3/2/1. L1/L4 have 40 runs per manager; L2/L3 have 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results.json E4 4A/4B/4C arms. 20 runs per arm-policy. All curves connect discrete tested arms. B2 and B4b completion outcomes coincide. Input burden uses a fixed core fleet of 4 aircraft.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E4B D60 B4b trace from final experiment report. At t=360 failure and a new ground decision supersede the pending dispatch. Ground executes at 420 and completes at 602. Release 300, deadline 480.</a:t>
            </a:r>
          </a:p>
          <a:p xmlns:a="http://schemas.openxmlformats.org/drawingml/2006/main">
            <a:r>
              <a:t>Source: paper_final_20260910; figures use frozen reported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a7a60610444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c05eeb72804466" /><Relationship Type="http://schemas.openxmlformats.org/officeDocument/2006/relationships/slideLayout" Target="/ppt/slideLayouts/slideLayout1.xml" Id="Rbb867a0cb998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67a0cb998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87ac38e0e4b29" /><Relationship Type="http://schemas.openxmlformats.org/officeDocument/2006/relationships/notesSlide" Target="/ppt/notesSlides/notesSlide1.xml" Id="Rd005a596e8b8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340a0bfd849b5" /><Relationship Type="http://schemas.openxmlformats.org/officeDocument/2006/relationships/notesSlide" Target="/ppt/notesSlides/notesSlide2.xml" Id="R30d78d6e7a48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c9b0239e84266" /><Relationship Type="http://schemas.openxmlformats.org/officeDocument/2006/relationships/chart" Target="/ppt/slides/charts/chart1.xml" Id="R51e9cea81af84006" /><Relationship Type="http://schemas.openxmlformats.org/officeDocument/2006/relationships/chart" Target="/ppt/slides/charts/chart2.xml" Id="Rbf0f9086c58d4b7b" /><Relationship Type="http://schemas.openxmlformats.org/officeDocument/2006/relationships/chart" Target="/ppt/slides/charts/chart3.xml" Id="R50f20d2cc4dd44f9" /><Relationship Type="http://schemas.openxmlformats.org/officeDocument/2006/relationships/notesSlide" Target="/ppt/notesSlides/notesSlide3.xml" Id="Ra5f41b00ded64b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2670e4b574646" /><Relationship Type="http://schemas.openxmlformats.org/officeDocument/2006/relationships/notesSlide" Target="/ppt/notesSlides/notesSlide4.xml" Id="Rff86fe206e024e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31379b8b74dc2" /><Relationship Type="http://schemas.openxmlformats.org/officeDocument/2006/relationships/chart" Target="/ppt/slides/charts/chart4.xml" Id="R9cdeefbc28924ef7" /><Relationship Type="http://schemas.openxmlformats.org/officeDocument/2006/relationships/notesSlide" Target="/ppt/notesSlides/notesSlide5.xml" Id="Rf969d4467d464f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be40e3b2c445d" /><Relationship Type="http://schemas.openxmlformats.org/officeDocument/2006/relationships/chart" Target="/ppt/slides/charts/chart5.xml" Id="R5b6371051b964c44" /><Relationship Type="http://schemas.openxmlformats.org/officeDocument/2006/relationships/chart" Target="/ppt/slides/charts/chart6.xml" Id="Rf158815d6060457d" /><Relationship Type="http://schemas.openxmlformats.org/officeDocument/2006/relationships/chart" Target="/ppt/slides/charts/chart7.xml" Id="R08cc24aca41145be" /><Relationship Type="http://schemas.openxmlformats.org/officeDocument/2006/relationships/notesSlide" Target="/ppt/notesSlides/notesSlide6.xml" Id="Rca10c8b69f0f44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5f3479bf24683" /><Relationship Type="http://schemas.openxmlformats.org/officeDocument/2006/relationships/chart" Target="/ppt/slides/charts/chart8.xml" Id="Rbba22f0ec8044cba" /><Relationship Type="http://schemas.openxmlformats.org/officeDocument/2006/relationships/chart" Target="/ppt/slides/charts/chart9.xml" Id="Rbc85a6b4b963451d" /><Relationship Type="http://schemas.openxmlformats.org/officeDocument/2006/relationships/chart" Target="/ppt/slides/charts/chart10.xml" Id="R3da43d98dd6b429c" /><Relationship Type="http://schemas.openxmlformats.org/officeDocument/2006/relationships/notesSlide" Target="/ppt/notesSlides/notesSlide7.xml" Id="R06e2e59439954b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da61953d24752" /><Relationship Type="http://schemas.openxmlformats.org/officeDocument/2006/relationships/notesSlide" Target="/ppt/notesSlides/notesSlide8.xml" Id="R0b521b98e7df4f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187.66666667</c:v>
                </c:pt>
                <c:pt idx="1">
                  <c:v>262.66666667</c:v>
                </c:pt>
                <c:pt idx="2">
                  <c:v>323.66666667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160.775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147.61666667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146.63333333</c:v>
                </c:pt>
                <c:pt idx="1">
                  <c:v>49.09583333</c:v>
                </c:pt>
                <c:pt idx="2">
                  <c:v>168.65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9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33.33333333</c:v>
                </c:pt>
                <c:pt idx="1">
                  <c:v>50</c:v>
                </c:pt>
                <c:pt idx="2">
                  <c:v>83.33333333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0.05833333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0.13333333</c:v>
                </c:pt>
                <c:pt idx="1">
                  <c:v>0.4875</c:v>
                </c:pt>
                <c:pt idx="2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Services /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37.5</c:v>
                </c:pt>
                <c:pt idx="1">
                  <c:v>37.5</c:v>
                </c:pt>
                <c:pt idx="2">
                  <c:v>62.5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37.5</c:v>
                </c:pt>
                <c:pt idx="1">
                  <c:v>37.5</c:v>
                </c:pt>
                <c:pt idx="2">
                  <c:v>62.5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Ref>
              <c:f>'Chart Data'!$G$2:$G$4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39.0625</c:v>
                </c:pt>
                <c:pt idx="1">
                  <c:v>37.5</c:v>
                </c:pt>
                <c:pt idx="2">
                  <c:v>62.8125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Percent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240</c:v>
                </c:pt>
                <c:pt idx="3">
                  <c:v>240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240</c:v>
                </c:pt>
                <c:pt idx="2">
                  <c:v>0</c:v>
                </c:pt>
                <c:pt idx="3">
                  <c:v>120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0</c:v>
                </c:pt>
                <c:pt idx="1">
                  <c:v>240</c:v>
                </c:pt>
                <c:pt idx="2">
                  <c:v>0</c:v>
                </c:pt>
                <c:pt idx="3">
                  <c:v>120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6</c:v>
                </c:pt>
                <c:pt idx="1">
                  <c:v>240</c:v>
                </c:pt>
                <c:pt idx="2">
                  <c:v>1.6875</c:v>
                </c:pt>
                <c:pt idx="3">
                  <c:v>123.375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375</c:v>
                </c:pt>
                <c:pt idx="3">
                  <c:v>375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135</c:v>
                </c:pt>
                <c:pt idx="3">
                  <c:v>255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375</c:v>
                </c:pt>
                <c:pt idx="3">
                  <c:v>375</c:v>
                </c:pt>
              </c:numCache>
            </c:numRef>
          </c: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0">
              <a:noFill/>
            </a:ln>
          </c:spPr>
          <c:cat>
            <c:strRef>
              <c:f>'Chart Data'!$C$2:$C$5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0">
              <a:noFill/>
            </a:ln>
          </c:spPr>
          <c:cat>
            <c:strRef>
              <c:f>'Chart Data'!$E$2:$E$5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0">
              <a:noFill/>
            </a:ln>
          </c:spPr>
          <c:cat>
            <c:strRef>
              <c:f>'Chart Data'!$G$2:$G$5</c:f>
              <c:strCache>
                <c:ptCount val="4"/>
                <c:pt idx="0">
                  <c:v>L1</c:v>
                </c:pt>
                <c:pt idx="1">
                  <c:v>L2</c:v>
                </c:pt>
                <c:pt idx="2">
                  <c:v>L3</c:v>
                </c:pt>
                <c:pt idx="3">
                  <c:v>L4</c:v>
                </c:pt>
              </c:strCache>
            </c:strRef>
          </c:cat>
          <c:val>
            <c:numRef>
              <c:f>'Chart Data'!$H$2:$H$5</c:f>
              <c:numCache>
                <c:formatCode>0</c:formatCode>
                <c:ptCount val="4"/>
                <c:pt idx="0">
                  <c:v>240</c:v>
                </c:pt>
                <c:pt idx="1">
                  <c:v>240</c:v>
                </c:pt>
                <c:pt idx="2">
                  <c:v>135</c:v>
                </c:pt>
                <c:pt idx="3">
                  <c:v>375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Scenario level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0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Interval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B0</c:v>
          </c:tx>
          <c:spPr>
            <a:solidFill xmlns:a="http://schemas.openxmlformats.org/drawingml/2006/main">
              <a:srgbClr val="7B858E"/>
            </a:solidFill>
            <a:ln xmlns:a="http://schemas.openxmlformats.org/drawingml/2006/main" w="19050">
              <a:solidFill>
                <a:srgbClr val="7B858E"/>
              </a:solidFill>
            </a:ln>
          </c:spPr>
          <c:marker>
            <c:symbol val="square"/>
            <c:size val="7"/>
            <c:spPr>
              <a:solidFill xmlns:a="http://schemas.openxmlformats.org/drawingml/2006/main">
                <a:srgbClr val="7B858E"/>
              </a:solidFill>
            </c:spPr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0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302</c:v>
                </c:pt>
              </c:numCache>
            </c:numRef>
          </c:yVal>
        </c:ser>
        <c:ser>
          <c:idx val="1"/>
          <c:order val="1"/>
          <c:tx>
            <c:v>B1</c:v>
          </c:tx>
          <c:spPr>
            <a:solidFill xmlns:a="http://schemas.openxmlformats.org/drawingml/2006/main">
              <a:srgbClr val="D28A2E"/>
            </a:solidFill>
            <a:ln xmlns:a="http://schemas.openxmlformats.org/drawingml/2006/main" w="19050">
              <a:solidFill>
                <a:srgbClr val="D28A2E"/>
              </a:solidFill>
            </a:ln>
          </c:spPr>
          <c:marker>
            <c:symbol val="triangle"/>
            <c:size val="7"/>
            <c:spPr>
              <a:solidFill xmlns:a="http://schemas.openxmlformats.org/drawingml/2006/main">
                <a:srgbClr val="D28A2E"/>
              </a:solidFill>
            </c:spPr>
          </c:marker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</c:ser>
        <c:ser>
          <c:idx val="2"/>
          <c:order val="2"/>
          <c:tx>
            <c:v>B2</c:v>
          </c:tx>
          <c:spPr>
            <a:solidFill xmlns:a="http://schemas.openxmlformats.org/drawingml/2006/main">
              <a:srgbClr val="3266A8"/>
            </a:solidFill>
            <a:ln xmlns:a="http://schemas.openxmlformats.org/drawingml/2006/main" w="38100">
              <a:solidFill>
                <a:srgbClr val="3266A8"/>
              </a:solidFill>
            </a:ln>
          </c:spPr>
          <c:marker>
            <c:symbol val="circle"/>
            <c:size val="11"/>
            <c:spPr>
              <a:solidFill xmlns:a="http://schemas.openxmlformats.org/drawingml/2006/main">
                <a:srgbClr val="3266A8"/>
              </a:solidFill>
            </c:spPr>
          </c:marker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</c:ser>
        <c:ser>
          <c:idx val="3"/>
          <c:order val="3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19050">
              <a:solidFill>
                <a:srgbClr val="217A67"/>
              </a:solidFill>
            </a:ln>
          </c:spPr>
          <c:marker>
            <c:symbol val="diamond"/>
            <c:size val="7"/>
            <c:spPr>
              <a:solidFill xmlns:a="http://schemas.openxmlformats.org/drawingml/2006/main">
                <a:srgbClr val="217A67"/>
              </a:solidFill>
            </c:spPr>
          </c:marker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0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Completion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Delay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B4b</c:v>
          </c:tx>
          <c:spPr>
            <a:solidFill xmlns:a="http://schemas.openxmlformats.org/drawingml/2006/main">
              <a:srgbClr val="217A67"/>
            </a:solidFill>
            <a:ln xmlns:a="http://schemas.openxmlformats.org/drawingml/2006/main" w="24765">
              <a:solidFill>
                <a:srgbClr val="217A67"/>
              </a:solidFill>
            </a:ln>
          </c:spPr>
          <c:marker>
            <c:symbol val="diamond"/>
            <c:size val="8"/>
            <c:spPr>
              <a:solidFill xmlns:a="http://schemas.openxmlformats.org/drawingml/2006/main">
                <a:srgbClr val="217A67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E0E5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172B3A"/>
                    </a:solidFill>
                    <a:latin typeface="Arial"/>
                    <a:ea typeface="Arial"/>
                    <a:cs typeface="Arial"/>
                  </a:rPr>
                  <a:t>Prompt tokens / call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72B3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Aircraft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58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4B7F57-16A1-4C58-BE07-D74CBE70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Ground–Low-Altitude Mobility Manager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695AA-4D08-4E4E-9469-87410DB2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6C9E6-E30D-4BD5-A03B-1FB11835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B53F9-D214-4FA9-8717-22190027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Global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57CD3-0FDF-4F4D-8E64-B854A209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Ground, aircraft, facilities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Missions, events, timestamps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635B2-0E3A-429D-88E8-C004C40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3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97B39-B42A-4557-A8CF-358A7E5D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Manager-Agnostic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Executable Candidate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C7165-A715-45F9-8771-3067A79B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Legality, ETA, service consequences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facts without B2 scores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0EBCB-A1D1-449C-87A0-07B1E8FA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8587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0814E-21C7-4A37-9724-0A200FF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0017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Supervisory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B1C22-5E16-49E6-8DB8-D66F3B99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7167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ground-only     B1 air-first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 heuristic          B4b LLM</a:t>
            </a:r>
          </a:p>
        </p:txBody>
      </p:sp>
      <p:cxnSp>
        <p:nvCxnSpPr>
          <p:cNvPr id="4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91450" y="201453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10515-FB2C-4BFF-9F82-FBA49E8F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648E9-2ED2-43D7-8E4C-1CF917A5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Deterministic Safety /</a:t>
            </a:r>
          </a:p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Feasibility Checker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D6312-15D9-4B0C-9DAD-1C594C7E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Validate identifiers and constraints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Recheck current execution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6F6A7-0445-46F9-B2DD-39A41FAF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6678C-8BF3-4F4E-BFEC-33EF52EE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75DBD-CF78-4AB2-AAB4-1C0009E9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Issue or queue structured actions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Track execution and supersession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80644-C5F4-46F5-B5F8-D53A7EF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90925"/>
            <a:ext cx="33909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57708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98E86-6BE4-40E5-AF24-04D34E24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705225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SUMO + BlueSky closed loop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CD2E1-732B-4388-87C8-93458E5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767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and air evolution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Shared service registry, 1 s step</a:t>
            </a:r>
          </a:p>
        </p:txBody>
      </p:sp>
      <p:cxnSp>
        <p:nvCxnSpPr>
          <p:cNvPr id="56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00774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779145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3810000" y="4319588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0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114550" y="274320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B3A"/>
            </a:solidFill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FBF5F-8B31-4C27-9464-89DE638A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Observe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and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AD0419-CC48-40B0-9CD3-7B28DDBE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47975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Select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intervention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5A6C2A-3CBB-4EDF-958B-C8DC7C3A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53075"/>
            <a:ext cx="3381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57708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6C2F0-01C5-4676-95E7-A0C44E47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contingency responses</a:t>
            </a:r>
          </a:p>
        </p:txBody>
      </p:sp>
      <p:cxnSp>
        <p:nvCxnSpPr>
          <p:cNvPr id="64" name=""/>
          <p:cNvCxnSpPr>
            <a:stCxn xmlns:a="http://schemas.openxmlformats.org/drawingml/2006/main" id="29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H="1" flipV="1">
            <a:off x="2114550" y="5048250"/>
            <a:ext cx="14288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72B3A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23B23C-193D-4DBA-BADD-B49A7851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34025"/>
            <a:ext cx="7191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Local responses operate independently of supervisory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7C2729-538B-492E-AD3E-5FF309DC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B0 restricts emergency support to ground. Background air services remain in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53389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E4DDC419-8943-4EEC-B1A1-943BB1A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Three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13D0B-4951-4667-82D7-6A882DA4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C4445-C769-4E47-AE9D-00C8D13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Suzhou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BF255-6FCF-40D2-B6AB-8BFD2A14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094" y="1698070"/>
            <a:ext cx="1600140" cy="3111665"/>
          </a:xfrm>
          <a:custGeom xmlns:a="http://schemas.openxmlformats.org/drawingml/2006/main"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A07B1-1E23-460D-A58B-47462645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138" y="4473889"/>
            <a:ext cx="743666" cy="476491"/>
          </a:xfrm>
          <a:custGeom xmlns:a="http://schemas.openxmlformats.org/drawingml/2006/main"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FB176-C12A-4D3E-8572-B154CDBA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883" y="4603902"/>
            <a:ext cx="813352" cy="82980"/>
          </a:xfrm>
          <a:custGeom xmlns:a="http://schemas.openxmlformats.org/drawingml/2006/main"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AAE2E-D0A1-4A81-9E67-C5D7714B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14" y="2150288"/>
            <a:ext cx="27227" cy="46058"/>
          </a:xfrm>
          <a:custGeom xmlns:a="http://schemas.openxmlformats.org/drawingml/2006/main"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3633A-2BFF-4396-9EB1-0F488D72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95" y="2072263"/>
            <a:ext cx="11701" cy="6795"/>
          </a:xfrm>
          <a:custGeom xmlns:a="http://schemas.openxmlformats.org/drawingml/2006/main"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AF629-8584-4432-A952-FF57AC3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038" y="2354712"/>
            <a:ext cx="22690" cy="28018"/>
          </a:xfrm>
          <a:custGeom xmlns:a="http://schemas.openxmlformats.org/drawingml/2006/main"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928FC-3533-4807-9CA2-0B6B30C9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101" y="4619680"/>
            <a:ext cx="17293" cy="11259"/>
          </a:xfrm>
          <a:custGeom xmlns:a="http://schemas.openxmlformats.org/drawingml/2006/main"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F71D1-EF95-4A17-9018-9205F7D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360" y="3023685"/>
            <a:ext cx="209907" cy="45425"/>
          </a:xfrm>
          <a:custGeom xmlns:a="http://schemas.openxmlformats.org/drawingml/2006/main"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2A25B-3464-42B6-92DE-D9B82AD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09" y="2694695"/>
            <a:ext cx="366472" cy="2058573"/>
          </a:xfrm>
          <a:custGeom xmlns:a="http://schemas.openxmlformats.org/drawingml/2006/main"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4A3D6-A8FC-486E-93FA-C3866134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243" y="2956371"/>
            <a:ext cx="989992" cy="167899"/>
          </a:xfrm>
          <a:custGeom xmlns:a="http://schemas.openxmlformats.org/drawingml/2006/main"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CBB78-9998-42C0-B3BB-D568F2C3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3925797"/>
            <a:ext cx="1859438" cy="649790"/>
          </a:xfrm>
          <a:custGeom xmlns:a="http://schemas.openxmlformats.org/drawingml/2006/main"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5F428-2204-4240-A8F6-1A03BF7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199" y="2886919"/>
            <a:ext cx="51675" cy="22403"/>
          </a:xfrm>
          <a:custGeom xmlns:a="http://schemas.openxmlformats.org/drawingml/2006/main"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8F91D-86BE-4C4F-B7FD-77F0BFE3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183" y="1877013"/>
            <a:ext cx="32342" cy="237119"/>
          </a:xfrm>
          <a:custGeom xmlns:a="http://schemas.openxmlformats.org/drawingml/2006/main"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EF5B3-33FD-407E-8B8F-23EAA9F6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66" y="1744055"/>
            <a:ext cx="996424" cy="428502"/>
          </a:xfrm>
          <a:custGeom xmlns:a="http://schemas.openxmlformats.org/drawingml/2006/main"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FD72B-8AA1-4B29-9BB1-CE37BD31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814" y="3477953"/>
            <a:ext cx="933421" cy="223473"/>
          </a:xfrm>
          <a:custGeom xmlns:a="http://schemas.openxmlformats.org/drawingml/2006/main"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D3F49-F971-4390-BA36-5696C93E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79" y="1924478"/>
            <a:ext cx="10212" cy="211591"/>
          </a:xfrm>
          <a:custGeom xmlns:a="http://schemas.openxmlformats.org/drawingml/2006/main"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81E26-1993-4D90-8AA3-05076DD7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74183"/>
            <a:ext cx="1657870" cy="214441"/>
          </a:xfrm>
          <a:custGeom xmlns:a="http://schemas.openxmlformats.org/drawingml/2006/main"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2C85C-2414-441C-928E-3DE73F7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306" y="1698070"/>
            <a:ext cx="417586" cy="431227"/>
          </a:xfrm>
          <a:custGeom xmlns:a="http://schemas.openxmlformats.org/drawingml/2006/main"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F75CA-DA29-441C-BEC6-9F53ED25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60" y="2337903"/>
            <a:ext cx="167626" cy="1337930"/>
          </a:xfrm>
          <a:custGeom xmlns:a="http://schemas.openxmlformats.org/drawingml/2006/main"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54E2C-E772-4AB4-BBD7-A4CE97E1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092" y="2859503"/>
            <a:ext cx="646477" cy="1120025"/>
          </a:xfrm>
          <a:custGeom xmlns:a="http://schemas.openxmlformats.org/drawingml/2006/main"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EF2F43-24E5-4B44-9DC4-53E91D42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35" y="3220531"/>
            <a:ext cx="92404" cy="799924"/>
          </a:xfrm>
          <a:custGeom xmlns:a="http://schemas.openxmlformats.org/drawingml/2006/main"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EEC60-38D9-48AE-BD2D-E6582D8F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805" y="3129975"/>
            <a:ext cx="63048" cy="547872"/>
          </a:xfrm>
          <a:custGeom xmlns:a="http://schemas.openxmlformats.org/drawingml/2006/main"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83A3E-8327-45A4-8761-78A72E8D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230" y="3429380"/>
            <a:ext cx="83061" cy="509215"/>
          </a:xfrm>
          <a:custGeom xmlns:a="http://schemas.openxmlformats.org/drawingml/2006/main"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4E8D5-5D4E-4A78-A7A3-45DCFE4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91" y="3492937"/>
            <a:ext cx="78524" cy="437224"/>
          </a:xfrm>
          <a:custGeom xmlns:a="http://schemas.openxmlformats.org/drawingml/2006/main"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592FA-164F-4E74-A0C0-D4FEC4B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475" y="3360599"/>
            <a:ext cx="1118638" cy="135038"/>
          </a:xfrm>
          <a:custGeom xmlns:a="http://schemas.openxmlformats.org/drawingml/2006/main"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7074D1-0901-4491-B95D-F51F5A1C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13" y="4215925"/>
            <a:ext cx="211627" cy="734455"/>
          </a:xfrm>
          <a:custGeom xmlns:a="http://schemas.openxmlformats.org/drawingml/2006/main"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5B8234-1B28-42AB-8FF5-71F89464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610" y="1698070"/>
            <a:ext cx="1575624" cy="3093381"/>
          </a:xfrm>
          <a:custGeom xmlns:a="http://schemas.openxmlformats.org/drawingml/2006/main"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CB733-5ECF-4DC0-AF5B-9CF8ED3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88" y="4000203"/>
            <a:ext cx="27597" cy="120539"/>
          </a:xfrm>
          <a:custGeom xmlns:a="http://schemas.openxmlformats.org/drawingml/2006/main"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FDE0F-B488-4FBB-B524-286EEDA8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60" y="4308585"/>
            <a:ext cx="613344" cy="534922"/>
          </a:xfrm>
          <a:custGeom xmlns:a="http://schemas.openxmlformats.org/drawingml/2006/main"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3EAF15-5487-49CE-BC9A-8516FE4E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88" y="2730877"/>
            <a:ext cx="201786" cy="387752"/>
          </a:xfrm>
          <a:custGeom xmlns:a="http://schemas.openxmlformats.org/drawingml/2006/main"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44359D-7829-44CC-A5C9-C8F92E85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667259"/>
            <a:ext cx="328302" cy="1379134"/>
          </a:xfrm>
          <a:custGeom xmlns:a="http://schemas.openxmlformats.org/drawingml/2006/main"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3BAA20-9D63-4136-B775-9D336BB7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529" y="3750550"/>
            <a:ext cx="34401" cy="299097"/>
          </a:xfrm>
          <a:custGeom xmlns:a="http://schemas.openxmlformats.org/drawingml/2006/main"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B3BC60-461C-434B-AC56-B62ACD7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08" y="3752635"/>
            <a:ext cx="42631" cy="274488"/>
          </a:xfrm>
          <a:custGeom xmlns:a="http://schemas.openxmlformats.org/drawingml/2006/main"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A50AC5-FBED-48F4-AC5B-2C830E3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596" y="2125655"/>
            <a:ext cx="59996" cy="550877"/>
          </a:xfrm>
          <a:custGeom xmlns:a="http://schemas.openxmlformats.org/drawingml/2006/main"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7372F7-A823-4390-B25F-D5AFFEAF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924" y="2107441"/>
            <a:ext cx="4613" cy="6831"/>
          </a:xfrm>
          <a:custGeom xmlns:a="http://schemas.openxmlformats.org/drawingml/2006/main"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FC8893-5C32-46BE-AC55-0AE0DA62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54" y="3894400"/>
            <a:ext cx="1546841" cy="1055980"/>
          </a:xfrm>
          <a:custGeom xmlns:a="http://schemas.openxmlformats.org/drawingml/2006/main"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F98DF3-E352-4036-9865-61A5441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56" y="2729920"/>
            <a:ext cx="190039" cy="383924"/>
          </a:xfrm>
          <a:custGeom xmlns:a="http://schemas.openxmlformats.org/drawingml/2006/main"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D83622-1822-444D-8E5B-D8B84C6C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421" y="2660618"/>
            <a:ext cx="15672" cy="61643"/>
          </a:xfrm>
          <a:custGeom xmlns:a="http://schemas.openxmlformats.org/drawingml/2006/main"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E0ABDB-7B4C-4875-9E3A-D88F96A5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58" y="2660618"/>
            <a:ext cx="19558" cy="60857"/>
          </a:xfrm>
          <a:custGeom xmlns:a="http://schemas.openxmlformats.org/drawingml/2006/main"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303D72-BE6F-434A-95B8-82EAA13E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999" y="2492113"/>
            <a:ext cx="6456" cy="79589"/>
          </a:xfrm>
          <a:custGeom xmlns:a="http://schemas.openxmlformats.org/drawingml/2006/main"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54048B-F98C-4F53-89AF-8E8D7E50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360" y="2493501"/>
            <a:ext cx="11738" cy="76433"/>
          </a:xfrm>
          <a:custGeom xmlns:a="http://schemas.openxmlformats.org/drawingml/2006/main"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AD3830-47DC-4040-BBB9-D3167186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471" y="2421271"/>
            <a:ext cx="11863" cy="45762"/>
          </a:xfrm>
          <a:custGeom xmlns:a="http://schemas.openxmlformats.org/drawingml/2006/main"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0CF7E3-8BEB-4104-BA04-57D836F0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05" y="2422578"/>
            <a:ext cx="16747" cy="42523"/>
          </a:xfrm>
          <a:custGeom xmlns:a="http://schemas.openxmlformats.org/drawingml/2006/main"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E15423-5DB4-4D06-A3D1-E5C7EF3C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31" y="2246870"/>
            <a:ext cx="25496" cy="147797"/>
          </a:xfrm>
          <a:custGeom xmlns:a="http://schemas.openxmlformats.org/drawingml/2006/main"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2F39BF-15E1-427B-8E05-A1F6A0A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73" y="2275461"/>
            <a:ext cx="16950" cy="119867"/>
          </a:xfrm>
          <a:custGeom xmlns:a="http://schemas.openxmlformats.org/drawingml/2006/main"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280050-FE0A-4217-8BF4-97D958A7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837" y="2605576"/>
            <a:ext cx="8008" cy="49013"/>
          </a:xfrm>
          <a:custGeom xmlns:a="http://schemas.openxmlformats.org/drawingml/2006/main"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711E54-A35C-4BAD-9B5C-539E5AAA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151" y="2604356"/>
            <a:ext cx="4380" cy="50233"/>
          </a:xfrm>
          <a:custGeom xmlns:a="http://schemas.openxmlformats.org/drawingml/2006/main"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0C7386-8356-4F98-B56B-0F2951A5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238" y="1698070"/>
            <a:ext cx="438806" cy="430730"/>
          </a:xfrm>
          <a:custGeom xmlns:a="http://schemas.openxmlformats.org/drawingml/2006/main"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4B4C06-ABC8-4EEE-9C96-84E29F98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5" y="2190333"/>
            <a:ext cx="1666945" cy="185988"/>
          </a:xfrm>
          <a:custGeom xmlns:a="http://schemas.openxmlformats.org/drawingml/2006/main"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1840E8-1795-4791-9922-3CBFA567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551" y="2109769"/>
            <a:ext cx="44181" cy="33585"/>
          </a:xfrm>
          <a:custGeom xmlns:a="http://schemas.openxmlformats.org/drawingml/2006/main"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F70FFA-7556-4240-8E5F-235A16F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948" y="2541871"/>
            <a:ext cx="20456" cy="22819"/>
          </a:xfrm>
          <a:custGeom xmlns:a="http://schemas.openxmlformats.org/drawingml/2006/main"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A3D465-E603-4564-A1F0-F5887E2B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796" y="4493641"/>
            <a:ext cx="258703" cy="171318"/>
          </a:xfrm>
          <a:custGeom xmlns:a="http://schemas.openxmlformats.org/drawingml/2006/main"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0A09B9-415B-46AF-8289-9A22C212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87" y="3884017"/>
            <a:ext cx="1551242" cy="1066363"/>
          </a:xfrm>
          <a:custGeom xmlns:a="http://schemas.openxmlformats.org/drawingml/2006/main"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CF5E52-5769-4623-B0BB-43737AA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42" y="1698070"/>
            <a:ext cx="3242938" cy="3253373"/>
          </a:xfrm>
          <a:custGeom xmlns:a="http://schemas.openxmlformats.org/drawingml/2006/main"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2EC93C-FE24-4793-B523-667D8FDC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958" y="2721567"/>
            <a:ext cx="957783" cy="1300788"/>
          </a:xfrm>
          <a:custGeom xmlns:a="http://schemas.openxmlformats.org/drawingml/2006/main"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7BEA9C-ECD4-4B5D-91F4-50FD9A6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70" y="2721567"/>
            <a:ext cx="964372" cy="1450597"/>
          </a:xfrm>
          <a:custGeom xmlns:a="http://schemas.openxmlformats.org/drawingml/2006/main"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7F740B-FCCE-4115-8B8E-46FA7CA5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3155233"/>
            <a:ext cx="573995" cy="839899"/>
          </a:xfrm>
          <a:custGeom xmlns:a="http://schemas.openxmlformats.org/drawingml/2006/main"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2845C1-5CA3-44A9-B98F-AD17A20F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908BCF-E8E5-421B-A17A-8EDDB1B6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046" y="2765617"/>
            <a:ext cx="677990" cy="1229515"/>
          </a:xfrm>
          <a:custGeom xmlns:a="http://schemas.openxmlformats.org/drawingml/2006/main"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9F00BE-FCC8-4722-9152-1D33975E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946" y="395703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6B544F-DD97-4DD3-B3C6-90CF7178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21" y="376653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5E45E0-4E1E-41AC-9CEA-A8A25408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937" y="272751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5769AB-8625-4B6B-9ABA-22DC5FCD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37" y="279419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23D006-3808-4925-8938-A99B67D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344" y="3970677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7E6216-7FE6-43DF-952A-AD3118C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169" y="378017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86E42B-41C4-454E-BB06-62687B7C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941" y="311713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F6B4F0-8790-4483-BC4F-6E4D211D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716" y="304093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21781C-8541-4CC8-9C08-72548327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B073759-7F65-4654-BF2D-8679E4A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CC5D23-054F-4AA1-AA66-90C1EA9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Meshed urban network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CB4C86-04ED-47E1-B823-4CF92F08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Amsterdam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E304A3-9933-4947-96C8-FF682E1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6762" y="2200035"/>
            <a:ext cx="18685" cy="18660"/>
          </a:xfrm>
          <a:custGeom xmlns:a="http://schemas.openxmlformats.org/drawingml/2006/main"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2FCA53-EDDA-4CE3-97E8-197D46E2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017" y="2077359"/>
            <a:ext cx="152981" cy="49399"/>
          </a:xfrm>
          <a:custGeom xmlns:a="http://schemas.openxmlformats.org/drawingml/2006/main"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C6D371-2DC9-4127-BC9E-B8EE66D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49" y="1846065"/>
            <a:ext cx="152428" cy="163684"/>
          </a:xfrm>
          <a:custGeom xmlns:a="http://schemas.openxmlformats.org/drawingml/2006/main"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312DCFF-E790-48C1-BA46-2C8CBE67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988" y="2345727"/>
            <a:ext cx="117087" cy="66922"/>
          </a:xfrm>
          <a:custGeom xmlns:a="http://schemas.openxmlformats.org/drawingml/2006/main"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2BAEC43-587E-41A0-BD8E-DC05CBA3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933" y="2081901"/>
            <a:ext cx="249955" cy="131607"/>
          </a:xfrm>
          <a:custGeom xmlns:a="http://schemas.openxmlformats.org/drawingml/2006/main"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A46870-A774-4BDF-B040-9ED40F44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7935" y="2405229"/>
            <a:ext cx="166387" cy="155100"/>
          </a:xfrm>
          <a:custGeom xmlns:a="http://schemas.openxmlformats.org/drawingml/2006/main"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B703D60-4D46-43A6-9825-9A9CFD88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583" y="3314227"/>
            <a:ext cx="280244" cy="71421"/>
          </a:xfrm>
          <a:custGeom xmlns:a="http://schemas.openxmlformats.org/drawingml/2006/main"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F32AC41-BADD-4211-A63B-A95C7E9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35" y="2487693"/>
            <a:ext cx="1353046" cy="821828"/>
          </a:xfrm>
          <a:custGeom xmlns:a="http://schemas.openxmlformats.org/drawingml/2006/main"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86C1DD-C0AE-40EE-8EF3-B76C918F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75" y="3153618"/>
            <a:ext cx="82065" cy="129104"/>
          </a:xfrm>
          <a:custGeom xmlns:a="http://schemas.openxmlformats.org/drawingml/2006/main"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616170A-44F1-4A40-84C6-4240EE75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342" y="3228407"/>
            <a:ext cx="136307" cy="110290"/>
          </a:xfrm>
          <a:custGeom xmlns:a="http://schemas.openxmlformats.org/drawingml/2006/main"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C9CD170-5D67-4433-A54D-FD405C4D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693" y="4593684"/>
            <a:ext cx="103694" cy="109480"/>
          </a:xfrm>
          <a:custGeom xmlns:a="http://schemas.openxmlformats.org/drawingml/2006/main"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8989CBC-66F2-441D-88D8-C78F2CA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794" y="4499607"/>
            <a:ext cx="203023" cy="84739"/>
          </a:xfrm>
          <a:custGeom xmlns:a="http://schemas.openxmlformats.org/drawingml/2006/main"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7243AB-11FC-4C7E-8A6A-3D11A1B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077" y="4830846"/>
            <a:ext cx="127305" cy="39530"/>
          </a:xfrm>
          <a:custGeom xmlns:a="http://schemas.openxmlformats.org/drawingml/2006/main"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FF77BFC-955F-497F-93BE-DDB0BF66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544" y="4405900"/>
            <a:ext cx="416730" cy="464476"/>
          </a:xfrm>
          <a:custGeom xmlns:a="http://schemas.openxmlformats.org/drawingml/2006/main"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CE3ACC8-E9FE-458A-855F-2F34D24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1" y="3215111"/>
            <a:ext cx="206987" cy="407850"/>
          </a:xfrm>
          <a:custGeom xmlns:a="http://schemas.openxmlformats.org/drawingml/2006/main"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6AD021C-FB53-48C5-BA66-8E0B2706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649" y="3108990"/>
            <a:ext cx="64589" cy="62264"/>
          </a:xfrm>
          <a:custGeom xmlns:a="http://schemas.openxmlformats.org/drawingml/2006/main"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03D878B-F725-4B12-A679-E3BB5B72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767" y="4457661"/>
            <a:ext cx="19615" cy="30267"/>
          </a:xfrm>
          <a:custGeom xmlns:a="http://schemas.openxmlformats.org/drawingml/2006/main"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AEEFDE-8F0E-496C-88C4-A6D5152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1663" y="4227611"/>
            <a:ext cx="110680" cy="85330"/>
          </a:xfrm>
          <a:custGeom xmlns:a="http://schemas.openxmlformats.org/drawingml/2006/main"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26DD03-D7A1-454D-8AFB-DC39CB31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587" y="3478098"/>
            <a:ext cx="349995" cy="690149"/>
          </a:xfrm>
          <a:custGeom xmlns:a="http://schemas.openxmlformats.org/drawingml/2006/main"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F364601-38AC-46DB-B178-A858E51C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743" y="3514505"/>
            <a:ext cx="50352" cy="49156"/>
          </a:xfrm>
          <a:custGeom xmlns:a="http://schemas.openxmlformats.org/drawingml/2006/main"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0DC45C-A75A-4630-B0CF-40E84A70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683" y="2842222"/>
            <a:ext cx="495898" cy="502409"/>
          </a:xfrm>
          <a:custGeom xmlns:a="http://schemas.openxmlformats.org/drawingml/2006/main"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BA577B6-6959-4B8E-9673-A1D4F54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929" y="3621623"/>
            <a:ext cx="299927" cy="280974"/>
          </a:xfrm>
          <a:custGeom xmlns:a="http://schemas.openxmlformats.org/drawingml/2006/main"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F3DC6D-3362-419D-8CEB-9DA04B1E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606" y="4058978"/>
            <a:ext cx="317885" cy="231175"/>
          </a:xfrm>
          <a:custGeom xmlns:a="http://schemas.openxmlformats.org/drawingml/2006/main"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603F230-A576-4F14-9054-21198347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9" y="3196114"/>
            <a:ext cx="26757" cy="29139"/>
          </a:xfrm>
          <a:custGeom xmlns:a="http://schemas.openxmlformats.org/drawingml/2006/main"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0AF67F4-DC13-450F-B0E5-B9FFEEB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971" y="3297208"/>
            <a:ext cx="156459" cy="203910"/>
          </a:xfrm>
          <a:custGeom xmlns:a="http://schemas.openxmlformats.org/drawingml/2006/main"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5181704-4FD9-4EAE-BFF5-C6049FE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835" y="3307306"/>
            <a:ext cx="55742" cy="33220"/>
          </a:xfrm>
          <a:custGeom xmlns:a="http://schemas.openxmlformats.org/drawingml/2006/main"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4B492E-497B-4853-BFC6-A5A8231B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249" y="4129640"/>
            <a:ext cx="47934" cy="46232"/>
          </a:xfrm>
          <a:custGeom xmlns:a="http://schemas.openxmlformats.org/drawingml/2006/main"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CA1EA0-D1C0-4EEB-B561-132BF53A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844" y="3174328"/>
            <a:ext cx="33363" cy="20207"/>
          </a:xfrm>
          <a:custGeom xmlns:a="http://schemas.openxmlformats.org/drawingml/2006/main"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4944089-70C1-462D-A96F-3CA686AC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778" y="2896252"/>
            <a:ext cx="133464" cy="78632"/>
          </a:xfrm>
          <a:custGeom xmlns:a="http://schemas.openxmlformats.org/drawingml/2006/main"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55DCD65-7CF4-4E35-9383-3167FFC0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183" y="3111672"/>
            <a:ext cx="111662" cy="115446"/>
          </a:xfrm>
          <a:custGeom xmlns:a="http://schemas.openxmlformats.org/drawingml/2006/main"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AC0C18-E8F4-43E1-AB93-AB94984E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717" y="3242837"/>
            <a:ext cx="71552" cy="52225"/>
          </a:xfrm>
          <a:custGeom xmlns:a="http://schemas.openxmlformats.org/drawingml/2006/main"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C13E07-6B05-4E39-A230-A4088431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958" y="3547707"/>
            <a:ext cx="309372" cy="293112"/>
          </a:xfrm>
          <a:custGeom xmlns:a="http://schemas.openxmlformats.org/drawingml/2006/main"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FE219B9-204B-4E13-BFC8-1F99B42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597" y="3669024"/>
            <a:ext cx="183787" cy="331278"/>
          </a:xfrm>
          <a:custGeom xmlns:a="http://schemas.openxmlformats.org/drawingml/2006/main"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739A11-21F3-4C2B-9F36-E2976C3B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019" y="4421536"/>
            <a:ext cx="22030" cy="34476"/>
          </a:xfrm>
          <a:custGeom xmlns:a="http://schemas.openxmlformats.org/drawingml/2006/main"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BC021F9-D31A-4E0D-B6F9-E75393F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682" y="3923648"/>
            <a:ext cx="400097" cy="315888"/>
          </a:xfrm>
          <a:custGeom xmlns:a="http://schemas.openxmlformats.org/drawingml/2006/main"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883B85-973A-434C-9CBB-97596022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15" y="4163700"/>
            <a:ext cx="297224" cy="534195"/>
          </a:xfrm>
          <a:custGeom xmlns:a="http://schemas.openxmlformats.org/drawingml/2006/main"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F26AC56-20FF-4C16-BE1E-FC8A1442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470" y="3824670"/>
            <a:ext cx="240059" cy="261820"/>
          </a:xfrm>
          <a:custGeom xmlns:a="http://schemas.openxmlformats.org/drawingml/2006/main"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091DC83-2454-4FD7-AACA-2FDA47BE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82" y="3078407"/>
            <a:ext cx="48349" cy="50747"/>
          </a:xfrm>
          <a:custGeom xmlns:a="http://schemas.openxmlformats.org/drawingml/2006/main"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83D9DE3-4C95-46B0-B672-385E01C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5850" y="3992040"/>
            <a:ext cx="131247" cy="135835"/>
          </a:xfrm>
          <a:custGeom xmlns:a="http://schemas.openxmlformats.org/drawingml/2006/main"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2361B2D-B9BA-4B8C-A1A6-6A98FC21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420" y="4277799"/>
            <a:ext cx="82467" cy="165108"/>
          </a:xfrm>
          <a:custGeom xmlns:a="http://schemas.openxmlformats.org/drawingml/2006/main"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B371B04-1044-4237-9449-5CABCBBB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577" y="3141095"/>
            <a:ext cx="41680" cy="38641"/>
          </a:xfrm>
          <a:custGeom xmlns:a="http://schemas.openxmlformats.org/drawingml/2006/main"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7B99F12-F3CF-422B-B74E-355EBCF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285" y="3124950"/>
            <a:ext cx="117236" cy="86435"/>
          </a:xfrm>
          <a:custGeom xmlns:a="http://schemas.openxmlformats.org/drawingml/2006/main"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1E3D4C4-A24C-428E-969B-F839FD53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28" y="4440857"/>
            <a:ext cx="39415" cy="39754"/>
          </a:xfrm>
          <a:custGeom xmlns:a="http://schemas.openxmlformats.org/drawingml/2006/main"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0CC5D67-0F6C-49B5-9271-220C084C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455" y="4177069"/>
            <a:ext cx="58168" cy="57128"/>
          </a:xfrm>
          <a:custGeom xmlns:a="http://schemas.openxmlformats.org/drawingml/2006/main"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D5552E6-3BB3-46E0-B838-C1205864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873" y="3284420"/>
            <a:ext cx="14557" cy="14246"/>
          </a:xfrm>
          <a:custGeom xmlns:a="http://schemas.openxmlformats.org/drawingml/2006/main"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B4090B8-3C2A-481F-BB46-85C081AD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3074" y="3227964"/>
            <a:ext cx="19630" cy="18877"/>
          </a:xfrm>
          <a:custGeom xmlns:a="http://schemas.openxmlformats.org/drawingml/2006/main"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9464614-6E8F-4343-B34C-0B7557E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330" y="1991353"/>
            <a:ext cx="18645" cy="87568"/>
          </a:xfrm>
          <a:custGeom xmlns:a="http://schemas.openxmlformats.org/drawingml/2006/main"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DF2E84B-2CD0-4D46-AC13-6A341D3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228" y="2050498"/>
            <a:ext cx="107057" cy="56203"/>
          </a:xfrm>
          <a:custGeom xmlns:a="http://schemas.openxmlformats.org/drawingml/2006/main"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6F44273-2894-46AF-B512-C013838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929" y="1993536"/>
            <a:ext cx="146430" cy="63919"/>
          </a:xfrm>
          <a:custGeom xmlns:a="http://schemas.openxmlformats.org/drawingml/2006/main"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E22F94-88BF-4CF3-BAD4-8DCFFC4F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873" y="2038172"/>
            <a:ext cx="525068" cy="183837"/>
          </a:xfrm>
          <a:custGeom xmlns:a="http://schemas.openxmlformats.org/drawingml/2006/main"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F001340-8C0F-4360-8EED-0FF6DA7B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134" y="1866296"/>
            <a:ext cx="184104" cy="168472"/>
          </a:xfrm>
          <a:custGeom xmlns:a="http://schemas.openxmlformats.org/drawingml/2006/main"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2839275-CD87-4B93-988C-23F50BDA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024" y="2149318"/>
            <a:ext cx="375539" cy="270682"/>
          </a:xfrm>
          <a:custGeom xmlns:a="http://schemas.openxmlformats.org/drawingml/2006/main"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CF94145-35C8-440C-97F1-ECDD7BB2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788" y="2189501"/>
            <a:ext cx="13163" cy="58605"/>
          </a:xfrm>
          <a:custGeom xmlns:a="http://schemas.openxmlformats.org/drawingml/2006/main"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64BFC6A-0EC3-4A75-943B-CD14ABA6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2241762"/>
            <a:ext cx="1177652" cy="361142"/>
          </a:xfrm>
          <a:custGeom xmlns:a="http://schemas.openxmlformats.org/drawingml/2006/main"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6F80A7-9AB0-4A4D-9256-233D4B2A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155" y="2207491"/>
            <a:ext cx="240509" cy="70739"/>
          </a:xfrm>
          <a:custGeom xmlns:a="http://schemas.openxmlformats.org/drawingml/2006/main"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742414E-CB0D-447F-824F-6B70EC2F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3184" y="1986050"/>
            <a:ext cx="428242" cy="154293"/>
          </a:xfrm>
          <a:custGeom xmlns:a="http://schemas.openxmlformats.org/drawingml/2006/main"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F804C15-E616-4AAC-A7EA-8D2EE3D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4238" y="2200529"/>
            <a:ext cx="29519" cy="14524"/>
          </a:xfrm>
          <a:custGeom xmlns:a="http://schemas.openxmlformats.org/drawingml/2006/main"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AC36570-AE2D-468C-8CCC-0143B24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191" y="1967996"/>
            <a:ext cx="403925" cy="254535"/>
          </a:xfrm>
          <a:custGeom xmlns:a="http://schemas.openxmlformats.org/drawingml/2006/main"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5A606D3-FE30-4373-887D-9368FCED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276" y="2145525"/>
            <a:ext cx="157098" cy="65349"/>
          </a:xfrm>
          <a:custGeom xmlns:a="http://schemas.openxmlformats.org/drawingml/2006/main"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FF06B9B-C62C-4BFC-94FA-14894CA2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779" y="2277296"/>
            <a:ext cx="20949" cy="140471"/>
          </a:xfrm>
          <a:custGeom xmlns:a="http://schemas.openxmlformats.org/drawingml/2006/main"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E1F77DC-D5B7-461A-98EA-6D33963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474" y="1843513"/>
            <a:ext cx="1083016" cy="241243"/>
          </a:xfrm>
          <a:custGeom xmlns:a="http://schemas.openxmlformats.org/drawingml/2006/main"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5A5C9B8-E177-4FD7-A522-9FF47C7E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380" y="2205301"/>
            <a:ext cx="144908" cy="61401"/>
          </a:xfrm>
          <a:custGeom xmlns:a="http://schemas.openxmlformats.org/drawingml/2006/main"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D6531BA-E0EB-4E36-ACB2-7453F470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79" y="2344510"/>
            <a:ext cx="68958" cy="36235"/>
          </a:xfrm>
          <a:custGeom xmlns:a="http://schemas.openxmlformats.org/drawingml/2006/main"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C43131F-8DDD-4E9A-BD97-881D9517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249" y="4330543"/>
            <a:ext cx="563769" cy="539833"/>
          </a:xfrm>
          <a:custGeom xmlns:a="http://schemas.openxmlformats.org/drawingml/2006/main"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54C0C4D-17C9-4C28-83B0-38DBEDC4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405" y="3297121"/>
            <a:ext cx="1280252" cy="217519"/>
          </a:xfrm>
          <a:custGeom xmlns:a="http://schemas.openxmlformats.org/drawingml/2006/main"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70AE76F-8323-4389-A038-476BA3BB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105" y="3526647"/>
            <a:ext cx="563232" cy="832394"/>
          </a:xfrm>
          <a:custGeom xmlns:a="http://schemas.openxmlformats.org/drawingml/2006/main"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B12CB06-14AA-4EE0-B471-B365C366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559" y="4254756"/>
            <a:ext cx="13439" cy="12580"/>
          </a:xfrm>
          <a:custGeom xmlns:a="http://schemas.openxmlformats.org/drawingml/2006/main"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A47460-52E6-4C41-8497-6D5019A5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720" y="3920335"/>
            <a:ext cx="1184861" cy="521065"/>
          </a:xfrm>
          <a:custGeom xmlns:a="http://schemas.openxmlformats.org/drawingml/2006/main"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21F7A8E-B062-4E05-9EAE-6630588A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245" y="2118661"/>
            <a:ext cx="15696" cy="63379"/>
          </a:xfrm>
          <a:custGeom xmlns:a="http://schemas.openxmlformats.org/drawingml/2006/main"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161BE1C-C354-410B-BEAE-E418E5A7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96" y="4397155"/>
            <a:ext cx="569951" cy="400977"/>
          </a:xfrm>
          <a:custGeom xmlns:a="http://schemas.openxmlformats.org/drawingml/2006/main"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6A85BF2-70AD-401D-9443-7B1553A5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259" y="4254231"/>
            <a:ext cx="84127" cy="57277"/>
          </a:xfrm>
          <a:custGeom xmlns:a="http://schemas.openxmlformats.org/drawingml/2006/main"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8ADE1F3-D861-4B9B-A1C6-A7314BA8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453" y="2015539"/>
            <a:ext cx="164583" cy="53400"/>
          </a:xfrm>
          <a:custGeom xmlns:a="http://schemas.openxmlformats.org/drawingml/2006/main"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B98844A-1819-4F52-8B27-3DFB5BA5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065" y="4588213"/>
            <a:ext cx="117581" cy="113811"/>
          </a:xfrm>
          <a:custGeom xmlns:a="http://schemas.openxmlformats.org/drawingml/2006/main"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0BE8D87-1EBF-474F-B1C0-E525626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3" y="4307912"/>
            <a:ext cx="135829" cy="62469"/>
          </a:xfrm>
          <a:custGeom xmlns:a="http://schemas.openxmlformats.org/drawingml/2006/main"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CBD70A6-29CF-4B09-B854-ACB168F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88" y="3066549"/>
            <a:ext cx="313513" cy="247898"/>
          </a:xfrm>
          <a:custGeom xmlns:a="http://schemas.openxmlformats.org/drawingml/2006/main"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7ADB498-06A7-4DD4-A0C1-5D193B45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595" y="2478336"/>
            <a:ext cx="406986" cy="171028"/>
          </a:xfrm>
          <a:custGeom xmlns:a="http://schemas.openxmlformats.org/drawingml/2006/main"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2802043-5276-4CB1-B8F6-FF6EBEDA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992" y="3341802"/>
            <a:ext cx="118098" cy="103261"/>
          </a:xfrm>
          <a:custGeom xmlns:a="http://schemas.openxmlformats.org/drawingml/2006/main"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8CC292A-BFDE-4CC1-A993-8E77AD3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841" y="2785080"/>
            <a:ext cx="353219" cy="282897"/>
          </a:xfrm>
          <a:custGeom xmlns:a="http://schemas.openxmlformats.org/drawingml/2006/main"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9840D87-E222-4642-91D0-3DEEF9D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076" y="2637496"/>
            <a:ext cx="281426" cy="156116"/>
          </a:xfrm>
          <a:custGeom xmlns:a="http://schemas.openxmlformats.org/drawingml/2006/main"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9844C62-0015-4AE8-8556-BFA9A76F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367" y="2634597"/>
            <a:ext cx="12297" cy="17309"/>
          </a:xfrm>
          <a:custGeom xmlns:a="http://schemas.openxmlformats.org/drawingml/2006/main"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748EA3C-18DD-49AB-B1F2-D676FF1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36" y="4627204"/>
            <a:ext cx="55806" cy="78681"/>
          </a:xfrm>
          <a:custGeom xmlns:a="http://schemas.openxmlformats.org/drawingml/2006/main"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6209C25-6983-48C8-A97E-B954C560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168" y="4432477"/>
            <a:ext cx="197378" cy="109031"/>
          </a:xfrm>
          <a:custGeom xmlns:a="http://schemas.openxmlformats.org/drawingml/2006/main"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48EDD8D-5CF4-4A54-8C3B-C9F78E1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994" y="4568955"/>
            <a:ext cx="228440" cy="107405"/>
          </a:xfrm>
          <a:custGeom xmlns:a="http://schemas.openxmlformats.org/drawingml/2006/main"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306F722-B85B-41E3-82C0-53D155F8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245" y="2176035"/>
            <a:ext cx="15194" cy="44897"/>
          </a:xfrm>
          <a:custGeom xmlns:a="http://schemas.openxmlformats.org/drawingml/2006/main"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88AAED1-A21B-4B31-B5D9-07C19323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201" y="2172457"/>
            <a:ext cx="15160" cy="45081"/>
          </a:xfrm>
          <a:custGeom xmlns:a="http://schemas.openxmlformats.org/drawingml/2006/main"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E2792A4-4084-4971-AEAD-03EB4364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17" y="2165655"/>
            <a:ext cx="15081" cy="45219"/>
          </a:xfrm>
          <a:custGeom xmlns:a="http://schemas.openxmlformats.org/drawingml/2006/main"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208FA5F-4D1E-41B9-9FE9-AF3009AF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600" y="4486689"/>
            <a:ext cx="153874" cy="311299"/>
          </a:xfrm>
          <a:custGeom xmlns:a="http://schemas.openxmlformats.org/drawingml/2006/main"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45C4552-95AC-43BF-A815-C4D9AE8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635" y="2251739"/>
            <a:ext cx="87540" cy="43290"/>
          </a:xfrm>
          <a:custGeom xmlns:a="http://schemas.openxmlformats.org/drawingml/2006/main"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90AB5F5-7A07-4758-9330-AE871DA5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837" y="2052700"/>
            <a:ext cx="199849" cy="59422"/>
          </a:xfrm>
          <a:custGeom xmlns:a="http://schemas.openxmlformats.org/drawingml/2006/main"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B8202E-2634-4095-A25D-85BDD08E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19" y="2844616"/>
            <a:ext cx="50076" cy="53494"/>
          </a:xfrm>
          <a:custGeom xmlns:a="http://schemas.openxmlformats.org/drawingml/2006/main"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B6882B2-24A6-49C3-A648-C3E4D70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948" y="3191916"/>
            <a:ext cx="9413" cy="7176"/>
          </a:xfrm>
          <a:custGeom xmlns:a="http://schemas.openxmlformats.org/drawingml/2006/main"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CDE4F84-58B0-4FF4-B446-A4B6BB6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3034" y="3059854"/>
            <a:ext cx="16357" cy="27456"/>
          </a:xfrm>
          <a:custGeom xmlns:a="http://schemas.openxmlformats.org/drawingml/2006/main"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3F41E98-8E42-409F-8771-F59CA495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4669" y="3216640"/>
            <a:ext cx="44889" cy="34118"/>
          </a:xfrm>
          <a:custGeom xmlns:a="http://schemas.openxmlformats.org/drawingml/2006/main"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55349DD-D240-429F-882D-C688E060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940" y="3145135"/>
            <a:ext cx="6102" cy="29747"/>
          </a:xfrm>
          <a:custGeom xmlns:a="http://schemas.openxmlformats.org/drawingml/2006/main"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B5B0A81-A4FC-47D2-99E2-FE1B8809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663" y="3128968"/>
            <a:ext cx="11433" cy="15430"/>
          </a:xfrm>
          <a:custGeom xmlns:a="http://schemas.openxmlformats.org/drawingml/2006/main"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158A613-0C51-42F6-9944-CF9F1595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123" y="2904513"/>
            <a:ext cx="13177" cy="12896"/>
          </a:xfrm>
          <a:custGeom xmlns:a="http://schemas.openxmlformats.org/drawingml/2006/main"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C8C6702-1A13-4E9F-B6D2-C16B2015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928" y="2403875"/>
            <a:ext cx="283806" cy="39350"/>
          </a:xfrm>
          <a:custGeom xmlns:a="http://schemas.openxmlformats.org/drawingml/2006/main"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FA844F8-3A8A-4CDD-8CAB-7FB48627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084" y="3086712"/>
            <a:ext cx="51870" cy="56338"/>
          </a:xfrm>
          <a:custGeom xmlns:a="http://schemas.openxmlformats.org/drawingml/2006/main"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B2ECBF8-94F7-4F96-B3BE-FA39E0BA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395" y="3194376"/>
            <a:ext cx="37798" cy="62275"/>
          </a:xfrm>
          <a:custGeom xmlns:a="http://schemas.openxmlformats.org/drawingml/2006/main"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7CF2AB0-0099-4685-BBCE-13E3E346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952" y="3055432"/>
            <a:ext cx="24100" cy="23830"/>
          </a:xfrm>
          <a:custGeom xmlns:a="http://schemas.openxmlformats.org/drawingml/2006/main"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378BB50-377C-4BF6-9A3A-3C55CB0D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954" y="4580530"/>
            <a:ext cx="9772" cy="9556"/>
          </a:xfrm>
          <a:custGeom xmlns:a="http://schemas.openxmlformats.org/drawingml/2006/main"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3851386E-2FB1-42FE-91AD-DB67811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200" y="3203726"/>
            <a:ext cx="20517" cy="30828"/>
          </a:xfrm>
          <a:custGeom xmlns:a="http://schemas.openxmlformats.org/drawingml/2006/main"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D015F8B-552D-44C0-9543-C39CA2B4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781" y="3178405"/>
            <a:ext cx="40215" cy="66628"/>
          </a:xfrm>
          <a:custGeom xmlns:a="http://schemas.openxmlformats.org/drawingml/2006/main"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8693C29-A9F2-4941-A911-2D8C56B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70" y="4136503"/>
            <a:ext cx="58743" cy="19854"/>
          </a:xfrm>
          <a:custGeom xmlns:a="http://schemas.openxmlformats.org/drawingml/2006/main"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2808D7F-9F79-428A-AB90-E478894A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9714" y="2327849"/>
            <a:ext cx="33814" cy="36011"/>
          </a:xfrm>
          <a:custGeom xmlns:a="http://schemas.openxmlformats.org/drawingml/2006/main"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49C5BD4-E46A-4C85-B65C-AB56401A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318" y="3645719"/>
            <a:ext cx="495907" cy="430230"/>
          </a:xfrm>
          <a:custGeom xmlns:a="http://schemas.openxmlformats.org/drawingml/2006/main"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8DB0252-97F7-4FBA-B882-80DF305B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953" y="4104367"/>
            <a:ext cx="72808" cy="68773"/>
          </a:xfrm>
          <a:custGeom xmlns:a="http://schemas.openxmlformats.org/drawingml/2006/main"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B1E11D6-4854-4F39-9A7D-404F0E06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86" y="2359013"/>
            <a:ext cx="18476" cy="16166"/>
          </a:xfrm>
          <a:custGeom xmlns:a="http://schemas.openxmlformats.org/drawingml/2006/main"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D44C0A6-C1B8-4087-B7BC-EDBA1A3B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361" y="2217537"/>
            <a:ext cx="14436" cy="28977"/>
          </a:xfrm>
          <a:custGeom xmlns:a="http://schemas.openxmlformats.org/drawingml/2006/main"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387BC63-17EE-4974-866C-2E38F3D3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003" y="2140860"/>
            <a:ext cx="6642" cy="35175"/>
          </a:xfrm>
          <a:custGeom xmlns:a="http://schemas.openxmlformats.org/drawingml/2006/main"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E25768D-E742-420F-B583-0BDF39D3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39" y="2220933"/>
            <a:ext cx="23358" cy="25582"/>
          </a:xfrm>
          <a:custGeom xmlns:a="http://schemas.openxmlformats.org/drawingml/2006/main"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69BFCED-C220-4A22-8B50-BBEBB6C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25573" cy="24795"/>
          </a:xfrm>
          <a:custGeom xmlns:a="http://schemas.openxmlformats.org/drawingml/2006/main"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3C8CDA0-AFD1-488F-9333-191CCDBD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797" y="2210874"/>
            <a:ext cx="9248" cy="35640"/>
          </a:xfrm>
          <a:custGeom xmlns:a="http://schemas.openxmlformats.org/drawingml/2006/main"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0153F23B-C4FE-46C8-B24B-944A48B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753" y="2167463"/>
            <a:ext cx="6789" cy="2581"/>
          </a:xfrm>
          <a:custGeom xmlns:a="http://schemas.openxmlformats.org/drawingml/2006/main"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A9D94DA-7EE5-4149-9D40-DA5F7372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14" y="2177870"/>
            <a:ext cx="6695" cy="2221"/>
          </a:xfrm>
          <a:custGeom xmlns:a="http://schemas.openxmlformats.org/drawingml/2006/main"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229B465-9BD2-4E47-BCDF-6C4BB67B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309" y="2165655"/>
            <a:ext cx="6740" cy="2645"/>
          </a:xfrm>
          <a:custGeom xmlns:a="http://schemas.openxmlformats.org/drawingml/2006/main"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74265BA-F7CF-4881-8B3C-FB71253B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378" y="2176035"/>
            <a:ext cx="6649" cy="2507"/>
          </a:xfrm>
          <a:custGeom xmlns:a="http://schemas.openxmlformats.org/drawingml/2006/main"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D17DD48-B41B-4936-8F89-9296510C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485" y="2218002"/>
            <a:ext cx="6649" cy="2931"/>
          </a:xfrm>
          <a:custGeom xmlns:a="http://schemas.openxmlformats.org/drawingml/2006/main"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9B5FA6D-CD30-4DE7-9389-5B306B19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0242" y="2215324"/>
            <a:ext cx="5208" cy="2214"/>
          </a:xfrm>
          <a:custGeom xmlns:a="http://schemas.openxmlformats.org/drawingml/2006/main"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FBEA78C-51A9-4A7A-8CF9-BEDC40C0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794" y="2211222"/>
            <a:ext cx="5526" cy="2624"/>
          </a:xfrm>
          <a:custGeom xmlns:a="http://schemas.openxmlformats.org/drawingml/2006/main"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E0CF70A-1136-4C80-962E-95B38D98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9944" y="2215886"/>
            <a:ext cx="6497" cy="2696"/>
          </a:xfrm>
          <a:custGeom xmlns:a="http://schemas.openxmlformats.org/drawingml/2006/main"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2C0E970-D2A1-43A2-B4CB-C5D42F20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1" y="2213738"/>
            <a:ext cx="5012" cy="2204"/>
          </a:xfrm>
          <a:custGeom xmlns:a="http://schemas.openxmlformats.org/drawingml/2006/main"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FA8E017B-C3F1-4DAB-A218-B1C34FBC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1351" y="2209423"/>
            <a:ext cx="5457" cy="2129"/>
          </a:xfrm>
          <a:custGeom xmlns:a="http://schemas.openxmlformats.org/drawingml/2006/main"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BF028C82-FB78-416C-BDFC-6A084D7F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920" y="2206077"/>
            <a:ext cx="6417" cy="2672"/>
          </a:xfrm>
          <a:custGeom xmlns:a="http://schemas.openxmlformats.org/drawingml/2006/main"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135274D-DC51-4DB0-A672-75E52785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0395" y="2208167"/>
            <a:ext cx="6770" cy="2708"/>
          </a:xfrm>
          <a:custGeom xmlns:a="http://schemas.openxmlformats.org/drawingml/2006/main"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EA2B086-52F1-48FA-B39E-045DA3BA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936" y="3175198"/>
            <a:ext cx="2673" cy="2640"/>
          </a:xfrm>
          <a:custGeom xmlns:a="http://schemas.openxmlformats.org/drawingml/2006/main"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EE21AFD4-75EB-488A-ABE4-374A7653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5" y="2206883"/>
            <a:ext cx="20067" cy="6657"/>
          </a:xfrm>
          <a:custGeom xmlns:a="http://schemas.openxmlformats.org/drawingml/2006/main"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4EFD777-E361-412C-8D91-F3600CDE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170" y="2047091"/>
            <a:ext cx="29523" cy="16295"/>
          </a:xfrm>
          <a:custGeom xmlns:a="http://schemas.openxmlformats.org/drawingml/2006/main"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5BBAC39-C696-4898-9F44-52BA92EC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294" y="4022638"/>
            <a:ext cx="46991" cy="52822"/>
          </a:xfrm>
          <a:custGeom xmlns:a="http://schemas.openxmlformats.org/drawingml/2006/main"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D6B7C7D-C6E0-49C3-BC50-846EBC7C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9" y="4280466"/>
            <a:ext cx="28341" cy="9281"/>
          </a:xfrm>
          <a:custGeom xmlns:a="http://schemas.openxmlformats.org/drawingml/2006/main"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75D57EC-3E54-4743-BD43-ED46A76E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557" y="4281629"/>
            <a:ext cx="114752" cy="70074"/>
          </a:xfrm>
          <a:custGeom xmlns:a="http://schemas.openxmlformats.org/drawingml/2006/main"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9A5D1E5-2056-4390-94EE-DF79275D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60" y="3453417"/>
            <a:ext cx="18695" cy="12403"/>
          </a:xfrm>
          <a:custGeom xmlns:a="http://schemas.openxmlformats.org/drawingml/2006/main"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796A4C9-EAE1-4EAE-A699-74D610EC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523" y="4556955"/>
            <a:ext cx="7021" cy="40987"/>
          </a:xfrm>
          <a:custGeom xmlns:a="http://schemas.openxmlformats.org/drawingml/2006/main"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743A7F17-D3CE-4EAE-9036-A07DC6BD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471" y="2845637"/>
            <a:ext cx="358110" cy="366325"/>
          </a:xfrm>
          <a:custGeom xmlns:a="http://schemas.openxmlformats.org/drawingml/2006/main"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52569F90-4D8F-4DBF-B798-CFFEF553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16314" cy="27880"/>
          </a:xfrm>
          <a:custGeom xmlns:a="http://schemas.openxmlformats.org/drawingml/2006/main"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DE2BA57-8054-4C45-B193-9273C9D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645" y="2140860"/>
            <a:ext cx="4556" cy="31596"/>
          </a:xfrm>
          <a:custGeom xmlns:a="http://schemas.openxmlformats.org/drawingml/2006/main"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F234EC17-711D-41E6-8233-659A5432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844" y="2168741"/>
            <a:ext cx="5185" cy="2305"/>
          </a:xfrm>
          <a:custGeom xmlns:a="http://schemas.openxmlformats.org/drawingml/2006/main"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DD1A162B-95A7-4AE8-9B5C-2BEA032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111" y="2172457"/>
            <a:ext cx="5290" cy="2806"/>
          </a:xfrm>
          <a:custGeom xmlns:a="http://schemas.openxmlformats.org/drawingml/2006/main"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F2F0B87-405E-4E49-8AED-373A646A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3" y="2213846"/>
            <a:ext cx="2594" cy="32668"/>
          </a:xfrm>
          <a:custGeom xmlns:a="http://schemas.openxmlformats.org/drawingml/2006/main"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6954347-BB68-4F04-9E5B-F15D8826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958" y="2168741"/>
            <a:ext cx="15245" cy="45106"/>
          </a:xfrm>
          <a:custGeom xmlns:a="http://schemas.openxmlformats.org/drawingml/2006/main"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BBB590E-D6C1-434D-B465-04B3BB2E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773" y="4148291"/>
            <a:ext cx="106520" cy="134089"/>
          </a:xfrm>
          <a:custGeom xmlns:a="http://schemas.openxmlformats.org/drawingml/2006/main"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075B434-2A8C-48D7-9684-7E6E1C7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781" y="3306470"/>
            <a:ext cx="58198" cy="48880"/>
          </a:xfrm>
          <a:custGeom xmlns:a="http://schemas.openxmlformats.org/drawingml/2006/main"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757F18CE-9080-4376-8F2B-7C6946C0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717" y="2753297"/>
            <a:ext cx="290589" cy="534461"/>
          </a:xfrm>
          <a:custGeom xmlns:a="http://schemas.openxmlformats.org/drawingml/2006/main"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D2E605D-F9C9-438E-A6DE-83EC495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307" y="3287758"/>
            <a:ext cx="96473" cy="231561"/>
          </a:xfrm>
          <a:custGeom xmlns:a="http://schemas.openxmlformats.org/drawingml/2006/main"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5DA6AD87-6496-4449-9611-C070BF25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321" y="3309521"/>
            <a:ext cx="42214" cy="32843"/>
          </a:xfrm>
          <a:custGeom xmlns:a="http://schemas.openxmlformats.org/drawingml/2006/main"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D2FC5A6-9793-4170-BCE2-8A2BE187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2826877"/>
            <a:ext cx="20509" cy="19749"/>
          </a:xfrm>
          <a:custGeom xmlns:a="http://schemas.openxmlformats.org/drawingml/2006/main"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5A6ED4C-6069-4B06-B26A-7F95B63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396" y="3725489"/>
            <a:ext cx="47425" cy="89802"/>
          </a:xfrm>
          <a:custGeom xmlns:a="http://schemas.openxmlformats.org/drawingml/2006/main"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BD0100E2-AD09-478C-9558-A2FF48A3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23" y="2358691"/>
            <a:ext cx="577778" cy="1182891"/>
          </a:xfrm>
          <a:custGeom xmlns:a="http://schemas.openxmlformats.org/drawingml/2006/main"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2771EEE-65FE-474E-9764-ABB79B60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3" y="3252243"/>
            <a:ext cx="89383" cy="80166"/>
          </a:xfrm>
          <a:custGeom xmlns:a="http://schemas.openxmlformats.org/drawingml/2006/main"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81B1261-0F7E-4182-BA54-49C5779E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537" y="3481292"/>
            <a:ext cx="346045" cy="677634"/>
          </a:xfrm>
          <a:custGeom xmlns:a="http://schemas.openxmlformats.org/drawingml/2006/main"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2275442-9DAC-4608-8A4E-F1D004FA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56" y="3288454"/>
            <a:ext cx="23521" cy="23007"/>
          </a:xfrm>
          <a:custGeom xmlns:a="http://schemas.openxmlformats.org/drawingml/2006/main"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FB93660-99CC-43E7-BDF9-13BEBCFF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297" y="3329111"/>
            <a:ext cx="58309" cy="79629"/>
          </a:xfrm>
          <a:custGeom xmlns:a="http://schemas.openxmlformats.org/drawingml/2006/main"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CDB3537-78DA-4FAD-A36E-D343AE31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749" y="3289037"/>
            <a:ext cx="22164" cy="21842"/>
          </a:xfrm>
          <a:custGeom xmlns:a="http://schemas.openxmlformats.org/drawingml/2006/main"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AD84C397-CEC0-4F50-A889-BFB6C0C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281" y="3225668"/>
            <a:ext cx="102543" cy="82883"/>
          </a:xfrm>
          <a:custGeom xmlns:a="http://schemas.openxmlformats.org/drawingml/2006/main"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74EDD24-6DAC-46ED-9A12-721A8B0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183" y="4439822"/>
            <a:ext cx="42510" cy="30875"/>
          </a:xfrm>
          <a:custGeom xmlns:a="http://schemas.openxmlformats.org/drawingml/2006/main"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2B1FBDA-8A20-4BE6-8C73-0F5AB95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55" y="4099347"/>
            <a:ext cx="14754" cy="25130"/>
          </a:xfrm>
          <a:custGeom xmlns:a="http://schemas.openxmlformats.org/drawingml/2006/main"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3A0A54F-949A-4361-BCA8-334E9E2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452" y="2910252"/>
            <a:ext cx="12694" cy="7360"/>
          </a:xfrm>
          <a:custGeom xmlns:a="http://schemas.openxmlformats.org/drawingml/2006/main"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133B900C-C889-42BD-9D6F-4DC9D0CA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5004" y="4385066"/>
            <a:ext cx="14626" cy="28969"/>
          </a:xfrm>
          <a:custGeom xmlns:a="http://schemas.openxmlformats.org/drawingml/2006/main"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1B3CCDF-7D56-4768-934F-FD34E3E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526" y="4385893"/>
            <a:ext cx="85389" cy="5909"/>
          </a:xfrm>
          <a:custGeom xmlns:a="http://schemas.openxmlformats.org/drawingml/2006/main"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F0C0FC0-FA6C-4692-A692-AF360B54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1" y="4392630"/>
            <a:ext cx="95092" cy="88205"/>
          </a:xfrm>
          <a:custGeom xmlns:a="http://schemas.openxmlformats.org/drawingml/2006/main"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FC7CC4E-3FFB-4101-ABC2-06F58510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370" y="4351124"/>
            <a:ext cx="3528" cy="4910"/>
          </a:xfrm>
          <a:custGeom xmlns:a="http://schemas.openxmlformats.org/drawingml/2006/main"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DBBBFCA4-BBEE-4BA9-A612-1381396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6931" y="4350616"/>
            <a:ext cx="2482" cy="1662"/>
          </a:xfrm>
          <a:custGeom xmlns:a="http://schemas.openxmlformats.org/drawingml/2006/main"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5EDCD2D9-2FC3-4E12-B885-B29CE413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253" y="4356692"/>
            <a:ext cx="12986" cy="22428"/>
          </a:xfrm>
          <a:custGeom xmlns:a="http://schemas.openxmlformats.org/drawingml/2006/main"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453E6DB-30D9-499C-AC3E-2E3C55A9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1244" cy="14312"/>
          </a:xfrm>
          <a:custGeom xmlns:a="http://schemas.openxmlformats.org/drawingml/2006/main"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3E31633A-3537-405F-9171-95CBFB3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6310"/>
            <a:ext cx="169669" cy="76292"/>
          </a:xfrm>
          <a:custGeom xmlns:a="http://schemas.openxmlformats.org/drawingml/2006/main"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8DAB87E-E75E-4DB6-AC03-74B189FA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50" y="4497050"/>
            <a:ext cx="2358" cy="4553"/>
          </a:xfrm>
          <a:custGeom xmlns:a="http://schemas.openxmlformats.org/drawingml/2006/main"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3EBC967-C83C-477B-8397-3B56B3C7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63" y="4487291"/>
            <a:ext cx="2341" cy="4561"/>
          </a:xfrm>
          <a:custGeom xmlns:a="http://schemas.openxmlformats.org/drawingml/2006/main"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BDE2ADA-4628-43F1-B80B-CA7C429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224" y="4479118"/>
            <a:ext cx="194991" cy="119029"/>
          </a:xfrm>
          <a:custGeom xmlns:a="http://schemas.openxmlformats.org/drawingml/2006/main"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EB65E76-AF96-48D4-A31F-9C561769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335" y="4373343"/>
            <a:ext cx="9752" cy="8828"/>
          </a:xfrm>
          <a:custGeom xmlns:a="http://schemas.openxmlformats.org/drawingml/2006/main"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F239ED3-F4C5-4A45-9C86-E5F86BB0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003" y="4373825"/>
            <a:ext cx="16816" cy="9853"/>
          </a:xfrm>
          <a:custGeom xmlns:a="http://schemas.openxmlformats.org/drawingml/2006/main"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E64A4FF-61A3-4EB7-A903-5F97652A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343" y="4236043"/>
            <a:ext cx="46313" cy="138002"/>
          </a:xfrm>
          <a:custGeom xmlns:a="http://schemas.openxmlformats.org/drawingml/2006/main"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512B68A-9D13-4500-A182-793667D6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770" y="4286067"/>
            <a:ext cx="75675" cy="25253"/>
          </a:xfrm>
          <a:custGeom xmlns:a="http://schemas.openxmlformats.org/drawingml/2006/main"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2A42745F-FE1B-4B1D-9253-63DB7624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677" y="4309775"/>
            <a:ext cx="9951" cy="22795"/>
          </a:xfrm>
          <a:custGeom xmlns:a="http://schemas.openxmlformats.org/drawingml/2006/main"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B6BF37A-E3AF-4BCB-B91D-93BC40E0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6358" y="4278852"/>
            <a:ext cx="645537" cy="591524"/>
          </a:xfrm>
          <a:custGeom xmlns:a="http://schemas.openxmlformats.org/drawingml/2006/main"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976EDDB-E994-4E3B-98CA-A68DF3A7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133" y="4210939"/>
            <a:ext cx="12413" cy="15062"/>
          </a:xfrm>
          <a:custGeom xmlns:a="http://schemas.openxmlformats.org/drawingml/2006/main"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D5B4BA2-2284-41D1-8FC6-6C0E098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254" y="4075949"/>
            <a:ext cx="39078" cy="43942"/>
          </a:xfrm>
          <a:custGeom xmlns:a="http://schemas.openxmlformats.org/drawingml/2006/main"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2F12978-6DF4-4591-BEB2-6DE8F015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628" y="3862292"/>
            <a:ext cx="48784" cy="35422"/>
          </a:xfrm>
          <a:custGeom xmlns:a="http://schemas.openxmlformats.org/drawingml/2006/main"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8D18C1D-0E90-475B-8BCB-5807666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735" y="3986103"/>
            <a:ext cx="20530" cy="21170"/>
          </a:xfrm>
          <a:custGeom xmlns:a="http://schemas.openxmlformats.org/drawingml/2006/main"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276C984-C902-4E52-83B3-9661A30A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964" y="4099696"/>
            <a:ext cx="27703" cy="27783"/>
          </a:xfrm>
          <a:custGeom xmlns:a="http://schemas.openxmlformats.org/drawingml/2006/main"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0BB7F234-F142-49C1-8853-EF9F6CE5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91" y="4078215"/>
            <a:ext cx="4611" cy="7629"/>
          </a:xfrm>
          <a:custGeom xmlns:a="http://schemas.openxmlformats.org/drawingml/2006/main"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B8BD5BC-4FD8-4ACA-B606-22CE38D1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204" y="4085844"/>
            <a:ext cx="8787" cy="9225"/>
          </a:xfrm>
          <a:custGeom xmlns:a="http://schemas.openxmlformats.org/drawingml/2006/main"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03A9CAF-6DBD-413D-8BBD-34C1320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789" y="3770197"/>
            <a:ext cx="47676" cy="31475"/>
          </a:xfrm>
          <a:custGeom xmlns:a="http://schemas.openxmlformats.org/drawingml/2006/main"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18AE53EB-E929-474A-9926-ACCD2D11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67" y="3760448"/>
            <a:ext cx="8872" cy="11295"/>
          </a:xfrm>
          <a:custGeom xmlns:a="http://schemas.openxmlformats.org/drawingml/2006/main"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D2C1F0E-284E-4811-8B7E-BEDE7937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9" y="3772270"/>
            <a:ext cx="40414" cy="14697"/>
          </a:xfrm>
          <a:custGeom xmlns:a="http://schemas.openxmlformats.org/drawingml/2006/main"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2A25918-3833-4BD8-9025-88476F75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75" y="3746319"/>
            <a:ext cx="7431" cy="32689"/>
          </a:xfrm>
          <a:custGeom xmlns:a="http://schemas.openxmlformats.org/drawingml/2006/main"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E6FAD06F-9065-42EA-9B8A-07E0CB18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27" y="3780665"/>
            <a:ext cx="7591" cy="7581"/>
          </a:xfrm>
          <a:custGeom xmlns:a="http://schemas.openxmlformats.org/drawingml/2006/main"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4E8FBF1-4DE8-402B-BCCF-92C1F1CB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1342" y="3649494"/>
            <a:ext cx="7659" cy="7555"/>
          </a:xfrm>
          <a:custGeom xmlns:a="http://schemas.openxmlformats.org/drawingml/2006/main"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C1EEA9F-F05B-4FCA-B568-1BCFF522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620" y="3635588"/>
            <a:ext cx="12614" cy="12314"/>
          </a:xfrm>
          <a:custGeom xmlns:a="http://schemas.openxmlformats.org/drawingml/2006/main"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D9640D4-284C-4A66-BD4F-AA4949B3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9000" y="3593520"/>
            <a:ext cx="77692" cy="62443"/>
          </a:xfrm>
          <a:custGeom xmlns:a="http://schemas.openxmlformats.org/drawingml/2006/main"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D677D21-C2EA-48E0-AA7C-A0296766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678" y="3631986"/>
            <a:ext cx="6991" cy="6824"/>
          </a:xfrm>
          <a:custGeom xmlns:a="http://schemas.openxmlformats.org/drawingml/2006/main"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B7CD091-9225-4FA7-91B9-B904C760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234" y="3585870"/>
            <a:ext cx="53791" cy="27352"/>
          </a:xfrm>
          <a:custGeom xmlns:a="http://schemas.openxmlformats.org/drawingml/2006/main"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8E83416-61A6-4F0C-AC04-2532CE6C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389" y="3319385"/>
            <a:ext cx="24523" cy="28478"/>
          </a:xfrm>
          <a:custGeom xmlns:a="http://schemas.openxmlformats.org/drawingml/2006/main"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B0D6396-5269-4D6D-9BAB-6A996534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145" y="3429360"/>
            <a:ext cx="54078" cy="56091"/>
          </a:xfrm>
          <a:custGeom xmlns:a="http://schemas.openxmlformats.org/drawingml/2006/main"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C7B427F-5B5A-40A2-87E6-D9E451AF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837" y="3560422"/>
            <a:ext cx="92611" cy="49290"/>
          </a:xfrm>
          <a:custGeom xmlns:a="http://schemas.openxmlformats.org/drawingml/2006/main"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F81F34F-CA55-4A9F-8530-71DDF04C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874" y="3504886"/>
            <a:ext cx="20589" cy="20648"/>
          </a:xfrm>
          <a:custGeom xmlns:a="http://schemas.openxmlformats.org/drawingml/2006/main"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41C1B60F-800A-4BD1-B748-FF31590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775" y="3900810"/>
            <a:ext cx="50877" cy="22476"/>
          </a:xfrm>
          <a:custGeom xmlns:a="http://schemas.openxmlformats.org/drawingml/2006/main"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75A579C-75BE-406E-9F3B-41E64D4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0454" y="3862069"/>
            <a:ext cx="48989" cy="36231"/>
          </a:xfrm>
          <a:custGeom xmlns:a="http://schemas.openxmlformats.org/drawingml/2006/main"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CA1B2476-BA1B-41F1-B4D3-2EC92CD0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698" y="2257536"/>
            <a:ext cx="15757" cy="1980"/>
          </a:xfrm>
          <a:custGeom xmlns:a="http://schemas.openxmlformats.org/drawingml/2006/main"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A8C0ED43-7111-4467-B8D6-EC8BDC87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288" y="2217520"/>
            <a:ext cx="230410" cy="42646"/>
          </a:xfrm>
          <a:custGeom xmlns:a="http://schemas.openxmlformats.org/drawingml/2006/main"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87288932-6D19-4A9A-8E62-988A3FF6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907" y="2212547"/>
            <a:ext cx="24381" cy="4973"/>
          </a:xfrm>
          <a:custGeom xmlns:a="http://schemas.openxmlformats.org/drawingml/2006/main"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BF49504-E7C2-4802-9F62-F2D1B65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087" y="2086547"/>
            <a:ext cx="1557" cy="24725"/>
          </a:xfrm>
          <a:custGeom xmlns:a="http://schemas.openxmlformats.org/drawingml/2006/main"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F1973203-F3F4-48D1-A1D1-2EFE481A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697" y="2152606"/>
            <a:ext cx="7420" cy="2418"/>
          </a:xfrm>
          <a:custGeom xmlns:a="http://schemas.openxmlformats.org/drawingml/2006/main"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56CCCC69-1BE3-496E-9D83-0F23992A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327" y="2415014"/>
            <a:ext cx="273964" cy="19265"/>
          </a:xfrm>
          <a:custGeom xmlns:a="http://schemas.openxmlformats.org/drawingml/2006/main"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BE826BD-EA80-4B42-B9D7-2FC351E0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06" y="2569436"/>
            <a:ext cx="33468" cy="11190"/>
          </a:xfrm>
          <a:custGeom xmlns:a="http://schemas.openxmlformats.org/drawingml/2006/main"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53174A9-9D6D-40B8-B239-F93C3869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60" y="2564036"/>
            <a:ext cx="435147" cy="27179"/>
          </a:xfrm>
          <a:custGeom xmlns:a="http://schemas.openxmlformats.org/drawingml/2006/main"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AB0A2DB-1325-4486-9E41-C8502E41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322" y="2560329"/>
            <a:ext cx="32738" cy="3708"/>
          </a:xfrm>
          <a:custGeom xmlns:a="http://schemas.openxmlformats.org/drawingml/2006/main"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3A946616-C8C1-49A0-8F4B-D15865E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411" y="2522900"/>
            <a:ext cx="22896" cy="8135"/>
          </a:xfrm>
          <a:custGeom xmlns:a="http://schemas.openxmlformats.org/drawingml/2006/main"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6D72F8A4-503C-4769-A1B4-1A648EEA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851" y="1949850"/>
            <a:ext cx="50960" cy="40496"/>
          </a:xfrm>
          <a:custGeom xmlns:a="http://schemas.openxmlformats.org/drawingml/2006/main"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EBCBC6A-3EC8-4DBA-8638-1FD99C6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931" y="2022874"/>
            <a:ext cx="28953" cy="21625"/>
          </a:xfrm>
          <a:custGeom xmlns:a="http://schemas.openxmlformats.org/drawingml/2006/main"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522005B-7F71-4688-8471-5C286EBD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692" y="2175615"/>
            <a:ext cx="108327" cy="35309"/>
          </a:xfrm>
          <a:custGeom xmlns:a="http://schemas.openxmlformats.org/drawingml/2006/main"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6CCCE1A-970A-4BB4-859C-16763E2D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745" y="1941180"/>
            <a:ext cx="198492" cy="127268"/>
          </a:xfrm>
          <a:custGeom xmlns:a="http://schemas.openxmlformats.org/drawingml/2006/main"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E0F06CA-4898-4C33-BEDF-6EF72C3F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903" y="2221833"/>
            <a:ext cx="136138" cy="40246"/>
          </a:xfrm>
          <a:custGeom xmlns:a="http://schemas.openxmlformats.org/drawingml/2006/main"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2DDDB8F-DA06-4D7C-B071-41D5FB40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2254" y="2267685"/>
            <a:ext cx="167934" cy="65749"/>
          </a:xfrm>
          <a:custGeom xmlns:a="http://schemas.openxmlformats.org/drawingml/2006/main"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94176CBE-40EE-4990-8138-AFF15930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42" y="2344828"/>
            <a:ext cx="113331" cy="89365"/>
          </a:xfrm>
          <a:custGeom xmlns:a="http://schemas.openxmlformats.org/drawingml/2006/main"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FB5B91F-F276-48A2-8E8A-D03FE69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686" y="2064047"/>
            <a:ext cx="4755" cy="13930"/>
          </a:xfrm>
          <a:custGeom xmlns:a="http://schemas.openxmlformats.org/drawingml/2006/main"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700D290B-5CEB-4BA7-8C6C-1141996B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7946" y="2727532"/>
            <a:ext cx="8771" cy="25765"/>
          </a:xfrm>
          <a:custGeom xmlns:a="http://schemas.openxmlformats.org/drawingml/2006/main"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E865C36-0E83-42CE-AF30-A87D7780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888" y="2469463"/>
            <a:ext cx="12953" cy="40183"/>
          </a:xfrm>
          <a:custGeom xmlns:a="http://schemas.openxmlformats.org/drawingml/2006/main"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446E4A94-F47D-499A-8C58-ACF1B97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754" y="2014283"/>
            <a:ext cx="240723" cy="60187"/>
          </a:xfrm>
          <a:custGeom xmlns:a="http://schemas.openxmlformats.org/drawingml/2006/main"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DD46867-A574-4E8C-9E6D-7C3FBFCF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610" y="3418633"/>
            <a:ext cx="25516" cy="19338"/>
          </a:xfrm>
          <a:custGeom xmlns:a="http://schemas.openxmlformats.org/drawingml/2006/main"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A69C475-C3F9-41FA-A3A2-6E4901D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827" y="3305766"/>
            <a:ext cx="28581" cy="8460"/>
          </a:xfrm>
          <a:custGeom xmlns:a="http://schemas.openxmlformats.org/drawingml/2006/main"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243B0A33-EFB8-4CFE-9E3C-61FB3CD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384" y="3385648"/>
            <a:ext cx="31199" cy="7370"/>
          </a:xfrm>
          <a:custGeom xmlns:a="http://schemas.openxmlformats.org/drawingml/2006/main"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EC2051E-E341-4DAC-9A84-1ACFC38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37" y="3450197"/>
            <a:ext cx="8560" cy="2220"/>
          </a:xfrm>
          <a:custGeom xmlns:a="http://schemas.openxmlformats.org/drawingml/2006/main"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5E2FE1F2-9223-409C-8F6C-CE8FFD0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706" y="3452417"/>
            <a:ext cx="237531" cy="47728"/>
          </a:xfrm>
          <a:custGeom xmlns:a="http://schemas.openxmlformats.org/drawingml/2006/main"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20D0211-C642-4FE5-B205-014059C0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890" y="3498196"/>
            <a:ext cx="20816" cy="953"/>
          </a:xfrm>
          <a:custGeom xmlns:a="http://schemas.openxmlformats.org/drawingml/2006/main"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2D8FE86-77FF-4B80-8A3D-B162521B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38" y="3485154"/>
            <a:ext cx="37242" cy="1814"/>
          </a:xfrm>
          <a:custGeom xmlns:a="http://schemas.openxmlformats.org/drawingml/2006/main"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86B1577-241C-4BCB-8CC5-58A39305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170" y="3470892"/>
            <a:ext cx="258568" cy="14263"/>
          </a:xfrm>
          <a:custGeom xmlns:a="http://schemas.openxmlformats.org/drawingml/2006/main"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2794761-2475-48F1-88B6-454F282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404" y="3938105"/>
            <a:ext cx="301728" cy="174947"/>
          </a:xfrm>
          <a:custGeom xmlns:a="http://schemas.openxmlformats.org/drawingml/2006/main"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110FC35-B4FF-45D0-B247-F06148A9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6923" y="3949471"/>
            <a:ext cx="31480" cy="12030"/>
          </a:xfrm>
          <a:custGeom xmlns:a="http://schemas.openxmlformats.org/drawingml/2006/main"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EEBBE81B-F467-4889-B4DD-54884152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959" y="3961500"/>
            <a:ext cx="34964" cy="13397"/>
          </a:xfrm>
          <a:custGeom xmlns:a="http://schemas.openxmlformats.org/drawingml/2006/main"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438AB4D-6365-4B12-BB89-4D193B89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13" y="3974898"/>
            <a:ext cx="176246" cy="45759"/>
          </a:xfrm>
          <a:custGeom xmlns:a="http://schemas.openxmlformats.org/drawingml/2006/main"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516FE9F-7143-41FC-949A-A9ECB00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126" y="4559128"/>
            <a:ext cx="137560" cy="311248"/>
          </a:xfrm>
          <a:custGeom xmlns:a="http://schemas.openxmlformats.org/drawingml/2006/main"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CD64AC96-FF3C-431D-85B2-BFAE45DD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767" y="4329409"/>
            <a:ext cx="6948" cy="15902"/>
          </a:xfrm>
          <a:custGeom xmlns:a="http://schemas.openxmlformats.org/drawingml/2006/main"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F0C2A68-09AF-453D-9E82-70858F4D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780" y="3519319"/>
            <a:ext cx="7232" cy="28155"/>
          </a:xfrm>
          <a:custGeom xmlns:a="http://schemas.openxmlformats.org/drawingml/2006/main"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8F89E2DA-41B0-4C6B-AB3E-D5F7679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012" y="3547474"/>
            <a:ext cx="154701" cy="473182"/>
          </a:xfrm>
          <a:custGeom xmlns:a="http://schemas.openxmlformats.org/drawingml/2006/main"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8A1EC05-536A-4D0C-AEA8-9100B260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018" y="4310673"/>
            <a:ext cx="28812" cy="19870"/>
          </a:xfrm>
          <a:custGeom xmlns:a="http://schemas.openxmlformats.org/drawingml/2006/main"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44BD2FE-4A44-4EBF-9B2C-04572AB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830" y="4020657"/>
            <a:ext cx="312542" cy="290016"/>
          </a:xfrm>
          <a:custGeom xmlns:a="http://schemas.openxmlformats.org/drawingml/2006/main"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82268CF1-92D3-491D-AE26-A9EE657F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164" y="4128579"/>
            <a:ext cx="743390" cy="285109"/>
          </a:xfrm>
          <a:custGeom xmlns:a="http://schemas.openxmlformats.org/drawingml/2006/main"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B020777-4842-49C9-B28B-50AF2C20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3292" y="2200288"/>
            <a:ext cx="4860" cy="4864"/>
          </a:xfrm>
          <a:custGeom xmlns:a="http://schemas.openxmlformats.org/drawingml/2006/main"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8990552-668F-4E17-8D07-5CCFF4A0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982" y="4173693"/>
            <a:ext cx="24280" cy="25583"/>
          </a:xfrm>
          <a:custGeom xmlns:a="http://schemas.openxmlformats.org/drawingml/2006/main"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B327A84-92C6-4343-9910-4B4BB336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23" y="4195849"/>
            <a:ext cx="30745" cy="17508"/>
          </a:xfrm>
          <a:custGeom xmlns:a="http://schemas.openxmlformats.org/drawingml/2006/main"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522A341-74EE-46AB-A0CE-D267EBDA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39" y="4559937"/>
            <a:ext cx="231282" cy="132162"/>
          </a:xfrm>
          <a:custGeom xmlns:a="http://schemas.openxmlformats.org/drawingml/2006/main"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4A0FD134-0410-4CA9-9EDE-9F8C8BA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326" y="4288600"/>
            <a:ext cx="234711" cy="420046"/>
          </a:xfrm>
          <a:custGeom xmlns:a="http://schemas.openxmlformats.org/drawingml/2006/main"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CB8C374-0BD2-4FF9-8FF7-E98AF469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5455" y="3312110"/>
            <a:ext cx="49228" cy="39567"/>
          </a:xfrm>
          <a:custGeom xmlns:a="http://schemas.openxmlformats.org/drawingml/2006/main"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B146F1D0-EDA5-48B7-B3CE-9501245A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893" y="3332409"/>
            <a:ext cx="126733" cy="121735"/>
          </a:xfrm>
          <a:custGeom xmlns:a="http://schemas.openxmlformats.org/drawingml/2006/main"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578AA31-19D6-4FDD-A6E0-4E6D0633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9" y="3300393"/>
            <a:ext cx="32465" cy="27552"/>
          </a:xfrm>
          <a:custGeom xmlns:a="http://schemas.openxmlformats.org/drawingml/2006/main"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3068D0D-5E4E-47CD-8CC9-CBF2272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611" y="2207880"/>
            <a:ext cx="349248" cy="170884"/>
          </a:xfrm>
          <a:custGeom xmlns:a="http://schemas.openxmlformats.org/drawingml/2006/main"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2363BE1D-CA2C-43FC-B872-B4A69EDE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588" y="2977619"/>
            <a:ext cx="254709" cy="143515"/>
          </a:xfrm>
          <a:custGeom xmlns:a="http://schemas.openxmlformats.org/drawingml/2006/main"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D22CB36E-899E-41AC-8870-1D300B1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724" y="1884363"/>
            <a:ext cx="856581" cy="214453"/>
          </a:xfrm>
          <a:custGeom xmlns:a="http://schemas.openxmlformats.org/drawingml/2006/main"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8733365-6676-40A8-AAE4-0B5C09C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6749" y="1801989"/>
            <a:ext cx="242485" cy="564823"/>
          </a:xfrm>
          <a:custGeom xmlns:a="http://schemas.openxmlformats.org/drawingml/2006/main"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ACCE1D2-9317-469B-8FA7-8B8E69C8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167" y="1778074"/>
            <a:ext cx="1208992" cy="680904"/>
          </a:xfrm>
          <a:custGeom xmlns:a="http://schemas.openxmlformats.org/drawingml/2006/main"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974846CD-D295-4FCF-8864-018D572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919" y="1778074"/>
            <a:ext cx="3219473" cy="3093923"/>
          </a:xfrm>
          <a:custGeom xmlns:a="http://schemas.openxmlformats.org/drawingml/2006/main"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73A80FD6-80B9-44CB-8ECA-9D12359B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109" y="2427072"/>
            <a:ext cx="771250" cy="1323254"/>
          </a:xfrm>
          <a:custGeom xmlns:a="http://schemas.openxmlformats.org/drawingml/2006/main"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117B6D94-61F4-4C01-82E7-6E3C0AEA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924563" cy="2004082"/>
          </a:xfrm>
          <a:custGeom xmlns:a="http://schemas.openxmlformats.org/drawingml/2006/main"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B9DE940-5D83-4924-92A6-F6A09127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224817"/>
            <a:ext cx="580404" cy="295195"/>
          </a:xfrm>
          <a:custGeom xmlns:a="http://schemas.openxmlformats.org/drawingml/2006/main"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294D5937-2121-475C-8959-CFFB42F9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2048" y="2054907"/>
            <a:ext cx="849944" cy="465105"/>
          </a:xfrm>
          <a:custGeom xmlns:a="http://schemas.openxmlformats.org/drawingml/2006/main"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E66989A7-BD63-4823-B36E-47344EF8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84768" cy="1058834"/>
          </a:xfrm>
          <a:custGeom xmlns:a="http://schemas.openxmlformats.org/drawingml/2006/main"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AF3C6B1-89CC-43BC-BD91-27F4D898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5CD9EED-FF74-426E-B129-C7CC0B13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703" y="3702893"/>
            <a:ext cx="808095" cy="431757"/>
          </a:xfrm>
          <a:custGeom xmlns:a="http://schemas.openxmlformats.org/drawingml/2006/main"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3DAE62D8-0598-4D86-BC01-4A5281AA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96" y="2240998"/>
            <a:ext cx="483897" cy="247094"/>
          </a:xfrm>
          <a:custGeom xmlns:a="http://schemas.openxmlformats.org/drawingml/2006/main"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BDCE26A-3A27-4F40-A92B-A75FDA23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396" y="22028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F74D2A0-B82F-441F-AC7E-98548C25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4571" y="2012398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76D89CB-779A-4510-BB64-CD8908CC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292" y="244999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2A190B9C-E909-4194-A584-CE6BD2C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592" y="25166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6F42FE32-9A25-4F7A-8753-AB3B664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41" y="2288999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3852CCBF-1AA6-4C3B-8D80-3A7ADCF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66" y="2098499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5214CAA-888D-4C6E-97E5-5B0A66F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64" y="3261732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6CB6361D-F74E-4EF9-8A8B-E6EF470A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939" y="3185532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B0F30D8-F81F-4D1C-AA0E-041D64B1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03" y="366479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3FBEB9DD-D852-4455-8F52-56BADE84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378" y="358859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792800C-1757-4ED6-8D87-4F8B102C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698" y="4096551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1D2D6091-CC54-436F-8796-EF6F075A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473" y="4020351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AE86C79B-F1C6-4308-BA3E-77FCC61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457" y="2405604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5B2C10C-A84D-4EB9-8508-FB7EE60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232" y="2329404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3A2577A-65A7-4ED7-96CF-C5D366A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5DF8A37B-3E09-496A-A39D-89145C1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DCFB4311-5034-45E2-BF75-1979ECB4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Water-barrier urban network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ADAF8530-A263-4645-927A-F082EE4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0001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Edmonton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039FF8CB-70DE-4A7D-AF38-1140E45A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834" y="2058230"/>
            <a:ext cx="204240" cy="64093"/>
          </a:xfrm>
          <a:custGeom xmlns:a="http://schemas.openxmlformats.org/drawingml/2006/main"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DDB4533-71DB-458C-9BDF-832C16D0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892" y="2596850"/>
            <a:ext cx="62272" cy="34079"/>
          </a:xfrm>
          <a:custGeom xmlns:a="http://schemas.openxmlformats.org/drawingml/2006/main"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EDB25AA-3E78-4129-9787-3C898684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341" y="2189840"/>
            <a:ext cx="62075" cy="133577"/>
          </a:xfrm>
          <a:custGeom xmlns:a="http://schemas.openxmlformats.org/drawingml/2006/main"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2966709-7B39-44D3-9D08-79F792DB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863" y="2359419"/>
            <a:ext cx="40775" cy="93198"/>
          </a:xfrm>
          <a:custGeom xmlns:a="http://schemas.openxmlformats.org/drawingml/2006/main"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9A70066-A826-4F3B-9262-78A3A857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266" y="2939632"/>
            <a:ext cx="96517" cy="163721"/>
          </a:xfrm>
          <a:custGeom xmlns:a="http://schemas.openxmlformats.org/drawingml/2006/main"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F734079B-6C87-45B7-9C4E-84EDCC90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900" y="4493479"/>
            <a:ext cx="99591" cy="78663"/>
          </a:xfrm>
          <a:custGeom xmlns:a="http://schemas.openxmlformats.org/drawingml/2006/main"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5933FF6A-AE15-4752-A883-42AB8AB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3165" y="2833131"/>
            <a:ext cx="993768" cy="1007720"/>
          </a:xfrm>
          <a:custGeom xmlns:a="http://schemas.openxmlformats.org/drawingml/2006/main"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C1DFB81-0012-4E10-8242-3E4F577E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948" y="2426574"/>
            <a:ext cx="210451" cy="284725"/>
          </a:xfrm>
          <a:custGeom xmlns:a="http://schemas.openxmlformats.org/drawingml/2006/main"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1C7D1A85-4081-4B33-A8FE-3C34DFED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310" y="1924290"/>
            <a:ext cx="131561" cy="215867"/>
          </a:xfrm>
          <a:custGeom xmlns:a="http://schemas.openxmlformats.org/drawingml/2006/main"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A2E54D2-27AD-44F6-9481-68743027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558" y="2121066"/>
            <a:ext cx="14751" cy="4894"/>
          </a:xfrm>
          <a:custGeom xmlns:a="http://schemas.openxmlformats.org/drawingml/2006/main"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A3444420-4D33-4996-BBC3-4F9FFE0A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876" y="2121794"/>
            <a:ext cx="3849" cy="14089"/>
          </a:xfrm>
          <a:custGeom xmlns:a="http://schemas.openxmlformats.org/drawingml/2006/main"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D165E2ED-5474-4F32-80EF-0688F2D1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9453" y="2101145"/>
            <a:ext cx="2070" cy="16191"/>
          </a:xfrm>
          <a:custGeom xmlns:a="http://schemas.openxmlformats.org/drawingml/2006/main"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E3C5C23-483B-477C-8F76-D481394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6653" y="2076528"/>
            <a:ext cx="71527" cy="19682"/>
          </a:xfrm>
          <a:custGeom xmlns:a="http://schemas.openxmlformats.org/drawingml/2006/main"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80EA0A8-45FF-4C9B-922F-C712EBE9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65592"/>
            <a:ext cx="68023" cy="17590"/>
          </a:xfrm>
          <a:custGeom xmlns:a="http://schemas.openxmlformats.org/drawingml/2006/main"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D09D481C-3958-4B3A-8FA6-C9AF3DB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770" y="2084900"/>
            <a:ext cx="10241" cy="1123"/>
          </a:xfrm>
          <a:custGeom xmlns:a="http://schemas.openxmlformats.org/drawingml/2006/main"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C9B0B54E-C1A7-4C38-9A1C-BD073C1C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307" y="2146920"/>
            <a:ext cx="207765" cy="275655"/>
          </a:xfrm>
          <a:custGeom xmlns:a="http://schemas.openxmlformats.org/drawingml/2006/main"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7FD3AE59-3F60-4709-95A7-C63D195B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8888" y="2102170"/>
            <a:ext cx="4216" cy="14135"/>
          </a:xfrm>
          <a:custGeom xmlns:a="http://schemas.openxmlformats.org/drawingml/2006/main"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B0A8F145-E45D-403D-81AE-C2C4FF76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672" y="2125101"/>
            <a:ext cx="3382" cy="22708"/>
          </a:xfrm>
          <a:custGeom xmlns:a="http://schemas.openxmlformats.org/drawingml/2006/main"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91C19072-0351-4295-8AEE-EA72FD3C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34" y="2093857"/>
            <a:ext cx="6449" cy="13304"/>
          </a:xfrm>
          <a:custGeom xmlns:a="http://schemas.openxmlformats.org/drawingml/2006/main"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65FCDE80-E317-4169-BF8C-F1727DEE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805" y="2078666"/>
            <a:ext cx="17483" cy="11458"/>
          </a:xfrm>
          <a:custGeom xmlns:a="http://schemas.openxmlformats.org/drawingml/2006/main"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B7125FC2-0E02-401C-B508-F1816669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139" y="2658118"/>
            <a:ext cx="210539" cy="173461"/>
          </a:xfrm>
          <a:custGeom xmlns:a="http://schemas.openxmlformats.org/drawingml/2006/main"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ABFCB6FE-11AF-4130-9B6D-29AB9A7A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179" y="1942172"/>
            <a:ext cx="261482" cy="160066"/>
          </a:xfrm>
          <a:custGeom xmlns:a="http://schemas.openxmlformats.org/drawingml/2006/main"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 xmlns:a="http://schemas.openxmlformats.org/drawingml/2006/main">
            <a:srgbClr val="DFEDF5"/>
          </a:solidFill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1444DD34-D415-445F-B2C6-61BBBCC1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249" y="3763431"/>
            <a:ext cx="75684" cy="77420"/>
          </a:xfrm>
          <a:custGeom xmlns:a="http://schemas.openxmlformats.org/drawingml/2006/main"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3E12B839-B76C-4246-A15A-320D4583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2415"/>
            <a:ext cx="25892" cy="31017"/>
          </a:xfrm>
          <a:custGeom xmlns:a="http://schemas.openxmlformats.org/drawingml/2006/main"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833A16B-E906-4991-95B7-E4668BB4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37" y="2920057"/>
            <a:ext cx="872750" cy="849289"/>
          </a:xfrm>
          <a:custGeom xmlns:a="http://schemas.openxmlformats.org/drawingml/2006/main"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8B7971C8-3ABB-4205-9912-C61D131E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2400"/>
            <a:ext cx="40997" cy="38052"/>
          </a:xfrm>
          <a:custGeom xmlns:a="http://schemas.openxmlformats.org/drawingml/2006/main"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AE5135AD-ABFE-4A03-B99C-8F18709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290" y="2018449"/>
            <a:ext cx="801500" cy="883598"/>
          </a:xfrm>
          <a:custGeom xmlns:a="http://schemas.openxmlformats.org/drawingml/2006/main"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F90B1A5B-51EE-4928-A36C-E506021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F2BA553-4EAC-4B3F-A794-00E1C48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674" y="1878248"/>
            <a:ext cx="97047" cy="107713"/>
          </a:xfrm>
          <a:custGeom xmlns:a="http://schemas.openxmlformats.org/drawingml/2006/main"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AAF62C1-D9CF-4917-9A79-04F3033C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721" y="1985961"/>
            <a:ext cx="29271" cy="32488"/>
          </a:xfrm>
          <a:custGeom xmlns:a="http://schemas.openxmlformats.org/drawingml/2006/main"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82C9744-2979-444A-8E2A-E09B05C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992" y="2018449"/>
            <a:ext cx="784797" cy="871053"/>
          </a:xfrm>
          <a:custGeom xmlns:a="http://schemas.openxmlformats.org/drawingml/2006/main"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EE16D98-7ED3-48D8-AB53-306E6636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790" y="2889502"/>
            <a:ext cx="27588" cy="30620"/>
          </a:xfrm>
          <a:custGeom xmlns:a="http://schemas.openxmlformats.org/drawingml/2006/main"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52FEEF65-E2C6-45EE-829F-61E6DED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378" y="2920122"/>
            <a:ext cx="733909" cy="814571"/>
          </a:xfrm>
          <a:custGeom xmlns:a="http://schemas.openxmlformats.org/drawingml/2006/main"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B6787913-6FF8-48C1-A8C2-A6F422B4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287" y="3734693"/>
            <a:ext cx="25892" cy="28738"/>
          </a:xfrm>
          <a:custGeom xmlns:a="http://schemas.openxmlformats.org/drawingml/2006/main"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0C992E5D-B25A-4E78-8B41-AA2352C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179" y="3763431"/>
            <a:ext cx="69753" cy="77420"/>
          </a:xfrm>
          <a:custGeom xmlns:a="http://schemas.openxmlformats.org/drawingml/2006/main"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B8D9EC"/>
            </a:solidFill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5D96F074-D527-4AA3-9A31-754BD933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291" y="1820142"/>
            <a:ext cx="3715691" cy="3008231"/>
          </a:xfrm>
          <a:custGeom xmlns:a="http://schemas.openxmlformats.org/drawingml/2006/main"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B9C2C9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70A0D099-2FEC-43C1-866C-DAC8F124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137" y="3707317"/>
            <a:ext cx="2154743" cy="664017"/>
          </a:xfrm>
          <a:custGeom xmlns:a="http://schemas.openxmlformats.org/drawingml/2006/main"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7813A7F6-A447-418F-8710-FE78162D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260" y="2156939"/>
            <a:ext cx="1341088" cy="2309778"/>
          </a:xfrm>
          <a:custGeom xmlns:a="http://schemas.openxmlformats.org/drawingml/2006/main"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A8867A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E0CB376-6F20-499B-9088-DCD470F9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659" y="2330708"/>
            <a:ext cx="960112" cy="2073712"/>
          </a:xfrm>
          <a:custGeom xmlns:a="http://schemas.openxmlformats.org/drawingml/2006/main"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BE4B49"/>
            </a:solidFill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5808B665-75EF-474A-8593-651F7ED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665" y="2330708"/>
            <a:ext cx="975106" cy="2069002"/>
          </a:xfrm>
          <a:custGeom xmlns:a="http://schemas.openxmlformats.org/drawingml/2006/main"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06491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674EE423-EF97-40E5-A21D-B06AE12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6032" y="2331767"/>
            <a:ext cx="446714" cy="644006"/>
          </a:xfrm>
          <a:custGeom xmlns:a="http://schemas.openxmlformats.org/drawingml/2006/main"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3623E14-5E33-4ED3-A4E8-EEB343E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407745A2-3C0D-4D8A-8E91-AD387CF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68" y="2373803"/>
            <a:ext cx="1307101" cy="2091277"/>
          </a:xfrm>
          <a:custGeom xmlns:a="http://schemas.openxmlformats.org/drawingml/2006/main"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797AC"/>
            </a:solidFill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C8F2D3CE-B95A-4C81-842D-509F50BB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242" y="2331767"/>
            <a:ext cx="865505" cy="1843970"/>
          </a:xfrm>
          <a:custGeom xmlns:a="http://schemas.openxmlformats.org/drawingml/2006/main"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217A67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A618674-FE69-43C7-A63B-EAF4F93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646" y="229366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C7904C11-6CAE-4B76-8481-5BCC35D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821" y="2103167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E77D367-121B-4F47-8547-0431F320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142" y="413763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023BF33A-6334-4B1D-9EC7-146F9BF5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442" y="4204312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0F914CCC-4144-4C75-8A4F-8064160C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211" y="3478731"/>
            <a:ext cx="76200" cy="76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F0AD9554-B0D4-4AFF-9B49-75FD6436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036" y="3288231"/>
            <a:ext cx="647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Closure</a:t>
            </a:r>
          </a:p>
        </p:txBody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3F62DC03-D07B-45DD-AB48-617719A3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932" y="293767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7A67"/>
            </a:solidFill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50424862-1166-453D-8031-A5999FF0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707" y="286147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13544E06-D416-4A97-903C-5002BEAA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1868" y="2335703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ED68BE2D-55F5-4333-B157-A053B45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43" y="2259503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64898A9B-6FBB-4DB3-A3ED-454D5B2E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70" y="4426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E7D80285-DEB0-492E-B736-FEEE870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45" y="4350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E130589-D41B-40D1-BFF0-5A1B54A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689" y="429539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7C8DA045-B6C8-4900-B1CF-1B2188C6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464" y="421919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8DE94620-A78E-4A94-A7FE-575B54C9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472" y="3677979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C7168"/>
            </a:solidFill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A4319098-00C6-4E55-A40C-4904783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3247" y="3601779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C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5C55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80C675E-07A4-444C-B2B8-64DDFCD2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409225" cy="95"/>
          </a:xfrm>
          <a:custGeom xmlns:a="http://schemas.openxmlformats.org/drawingml/2006/main"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72B3A"/>
            </a:solidFill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4A9B7E48-9DF8-42C6-BBE2-3A5CF929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500 m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00C9728B-4077-4CFE-A536-776FC42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1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Dispersed suburban network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59E76C8-BED6-4181-B9B0-2F4B9B30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E4B49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4C9B05CC-6BB1-4D01-9D64-A9BFCB4C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ground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4B6067F9-034C-4832-900E-9C267DAC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B06491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E280711E-1E12-40F1-9275-3D9BDD7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Detour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0DC3FE00-D7E3-4C4A-95F5-886EB69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17A67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47901FF1-0AA3-48F9-A6D4-FCCB9A85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Primary air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728E0B40-C01A-4E61-9FDA-45D3D14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A8867A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23BF8554-BF8A-425D-A052-22737F20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Auxiliary ground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5B4D8B80-3730-430D-9E55-B8430F1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6210300"/>
            <a:ext cx="266700" cy="95"/>
          </a:xfrm>
          <a:custGeom xmlns:a="http://schemas.openxmlformats.org/drawingml/2006/main"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797AC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DD5D22D1-EF71-41B1-ACC0-44E18D48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60579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Other air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9E90EF52-6414-4CAE-A5A3-26D4841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© OpenStreetMap contributors. Auxiliary routes show site context; they are not additional frozen E1 missions.</a:t>
            </a:r>
          </a:p>
        </p:txBody>
      </p:sp>
    </p:spTree>
    <p:extLst>
      <p:ext uri="{BB962C8B-B14F-4D97-AF65-F5344CB8AC3E}">
        <p14:creationId xmlns:p14="http://schemas.microsoft.com/office/powerpoint/2010/main" val="748871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088D5-D18D-41B0-876E-CA3E34F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emergency transport and existing-service consequences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BC247-92FE-4208-B577-2A7447E2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FEB87-3D30-4722-9426-9AEA67A7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200EA-CD30-4035-B58F-C5815080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6289-1C00-4843-8148-FFEAAE55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8A8C7-097E-4C1F-80AA-DCF319D9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0F4EF-7030-489B-AB45-FC75317A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F8D33-3C12-41B8-A7DD-4CC5D2F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98A1D-8902-4163-BE99-12D2CEB8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9E696-3C72-4DCB-AB05-69CD2121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F7D7F-8896-4AFC-AE92-A301095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Emergency completion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e9cea81af84006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44AA5-E841-45BD-A4F7-281F137E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Deadline violations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0f9086c58d4b7b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67A05-CFF6-4068-BEAC-145E283C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24000"/>
            <a:ext cx="3790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Service damage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210550" y="2028825"/>
          <a:ext xmlns:a="http://schemas.openxmlformats.org/drawingml/2006/main" cx="3810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f20d2cc4dd44f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A7AEC-41BF-4D75-AFF7-114B2E4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Means over 240 runs per site and policy. Damage counts non-primary missions in specified horizon states.</a:t>
            </a:r>
          </a:p>
        </p:txBody>
      </p:sp>
    </p:spTree>
    <p:extLst>
      <p:ext uri="{BB962C8B-B14F-4D97-AF65-F5344CB8AC3E}">
        <p14:creationId xmlns:p14="http://schemas.microsoft.com/office/powerpoint/2010/main" val="608098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B4DB92-0C26-4D72-A45A-C0BA4F0E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E1: effect of the executable candidate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0AD88-4BDF-4EDE-932F-9AE8DAF4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238CE-1FFB-4A37-9071-1D7D1D2F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Completion difference (s)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8FED5-502B-4D74-A314-7C469CA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16B2E-2887-4079-8561-8CA9155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E24E-7AD0-4B6B-B9B5-060E578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76475"/>
            <a:ext cx="1084198" cy="95"/>
          </a:xfrm>
          <a:custGeom xmlns:a="http://schemas.openxmlformats.org/drawingml/2006/main">
            <a:pathLst>
              <a:path w="1084198" h="95">
                <a:moveTo>
                  <a:pt x="0" y="0"/>
                </a:moveTo>
                <a:lnTo>
                  <a:pt x="10841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91B7E-3B9C-483A-BB88-BF899345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804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650AF-2C2A-4FDD-826D-153B775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02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61B25-A01E-40D9-9AEE-A1298FD6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53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C49FB-65AF-40D0-99A0-28FE55E1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-13.57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C6A72-089B-4C62-BE49-3EE85283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ED237-95CF-46C5-9A3F-C985F4E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314700"/>
            <a:ext cx="573859" cy="95"/>
          </a:xfrm>
          <a:custGeom xmlns:a="http://schemas.openxmlformats.org/drawingml/2006/main">
            <a:pathLst>
              <a:path w="573859" h="95">
                <a:moveTo>
                  <a:pt x="0" y="0"/>
                </a:moveTo>
                <a:lnTo>
                  <a:pt x="573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DBF4E-B7FE-45BB-84FE-E62189A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884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3237B-DF0D-47BA-BC1F-227D97DD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74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5FEFB-EC9E-4377-8413-697A6866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663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11827-918B-44F3-9FF5-864ED08B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1.45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E09FF-FA45-4888-8EFA-331B6F7E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E1F8B-59E0-4D41-8BBD-D0D832E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464F9-4905-4BB6-BBC0-2312CA4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C0871-1956-4CE7-BBA9-50AFE292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4C4E5-7993-4915-95D7-D108E145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40B6E-2AA2-4A57-B687-F3B5C95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5C0BC-C7E6-4824-8ADC-4DD585BB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74AC23-FA2B-44AB-9C5D-B0513120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E5CD7C-B37D-4C12-9D7F-A905D8C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749F2-3310-4939-9F19-ACC1E924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DB0356-7E60-4C4F-A38E-A124E16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Service damage difference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6EB9A-757A-404E-9DA4-766E3B96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0C397-412F-4567-9043-94F03B1C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EF0C63-D9FC-4E67-957D-B98FF0E6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32B723-6F3B-457E-A4F5-EA05341D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750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EA307-3684-40A4-9CBB-3E6D1FA5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918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2348C7-B6E1-4D64-9E7C-CF780D92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84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BAC195-F14D-4804-AF49-EB39BD90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-0.383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24279-2170-4668-B01A-E64DC979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3F22F-3221-45EC-BE5E-5683A50F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50F49E-CFFC-4AAF-BBB3-88C73984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0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E7B18F-C1A3-41FB-B51C-E45ABCF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92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BF0958-9DC1-4E1C-B697-9616CFD5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916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EA07CD-921F-47FB-9FAE-1C011EE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-0.017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4DFF7C-69F8-4EBC-82F3-31FE85E1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488E00-66C3-48DC-B85A-A8564A62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D08836-B469-4062-9693-E2D25E2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89D164-B6BB-428B-BDE9-8D680834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963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5D31D8-F2D8-4A53-8986-0B93B001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A2EC9A-F324-4BB7-A613-69C954CF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236BA3-8022-4555-91EB-168D634A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DF017-E9A7-4FB4-8F70-9C0DA0D3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-0.6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89278D-F2A5-4618-AE99-59B89FB7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588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46AB88-C54B-4999-9AC8-150D6AD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EB19B9-2380-4B2E-AB3F-0CEC559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Air intervention difference (pp)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EF5F86-D334-4703-A01B-A5D95F2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2066925"/>
            <a:ext cx="95" cy="3038475"/>
          </a:xfrm>
          <a:custGeom xmlns:a="http://schemas.openxmlformats.org/drawingml/2006/main">
            <a:pathLst>
              <a:path w="95" h="3038475">
                <a:moveTo>
                  <a:pt x="0" y="0"/>
                </a:moveTo>
                <a:lnTo>
                  <a:pt x="0" y="30384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3929D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998512-B5C3-45E3-8BD8-0EAE07B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8526F7-D075-400D-8F74-F08F41A3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76475"/>
            <a:ext cx="971168" cy="95"/>
          </a:xfrm>
          <a:custGeom xmlns:a="http://schemas.openxmlformats.org/drawingml/2006/main">
            <a:pathLst>
              <a:path w="971168" h="95">
                <a:moveTo>
                  <a:pt x="0" y="0"/>
                </a:moveTo>
                <a:lnTo>
                  <a:pt x="9711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473E00-A615-46A9-B929-87DED591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5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9D8394-5B03-4EFD-902D-0166A7F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593" y="220980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0EF563-BB77-4FC8-B2E2-C19E6DA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859" y="2219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1A7ADF-83CF-49D3-8669-E943AFCB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384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-38.33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35E7FE-A543-4169-A81D-89CDC4C0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7FBCCF-05C7-40C5-A0A6-E69CB57F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314700"/>
            <a:ext cx="255715" cy="95"/>
          </a:xfrm>
          <a:custGeom xmlns:a="http://schemas.openxmlformats.org/drawingml/2006/main">
            <a:pathLst>
              <a:path w="255715" h="95">
                <a:moveTo>
                  <a:pt x="0" y="0"/>
                </a:moveTo>
                <a:lnTo>
                  <a:pt x="2557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5EC3A5-B3D1-499D-832F-3C9E3241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883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D0355F-D5C7-4A4B-8A5B-F2A14C25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598" y="3248025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40658A-B5B1-40C3-802C-D8377CE8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591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ECDEDC-4925-473C-82E6-BB7FD2B4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-1.67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5A228A-79AA-4F16-886A-FFCAD013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C1F593-E564-4814-A14E-BE821B1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352925"/>
            <a:ext cx="95" cy="95"/>
          </a:xfrm>
          <a:custGeom xmlns:a="http://schemas.openxmlformats.org/drawingml/2006/main"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17A67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028626-9C20-48AA-80E4-8D91AF94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B16D21-8E4A-44F6-9122-0E565E97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286250"/>
            <a:ext cx="95" cy="133350"/>
          </a:xfrm>
          <a:custGeom xmlns:a="http://schemas.openxmlformats.org/drawingml/2006/main">
            <a:pathLst>
              <a:path w="9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7A67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674CF5-D2C8-4C48-9438-328C3133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8488" y="4295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2913B2-C13A-4A67-AB87-D5CD1D77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9B6AD00-4E36-4733-AEC5-A89D284B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172B3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F11213F-4D0C-434A-ACE8-16FED16E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-60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584C8C1-1CEF-41B1-99A7-3A79E530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71ED39-1658-42B5-B8EC-594C3807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53340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F6FEA7-80A1-40C2-9BA8-6DBB321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29300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Negative differences indicate lower completion time, fewer damaged services or less air intervention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52FB54A-836A-4BCD-93C8-A091C4E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60 matched B4b–B4a runs per site. Bars show 95% intervals. The explicit-table effect is largest at Site A.</a:t>
            </a:r>
          </a:p>
        </p:txBody>
      </p:sp>
    </p:spTree>
    <p:extLst>
      <p:ext uri="{BB962C8B-B14F-4D97-AF65-F5344CB8AC3E}">
        <p14:creationId xmlns:p14="http://schemas.microsoft.com/office/powerpoint/2010/main" val="734606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240749-3014-48B3-8AAF-FE0DCCF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E2: restoring a path and meeting the deadline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F611E-4A35-44CE-AB44-E3DB3DF9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E70A5-F284-465D-9FAB-520FC0BC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55CE2-9E49-4EB7-847A-103C3B4A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5C4D2-E4B1-434B-BD1D-258A1310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D5440-D951-447B-84B1-F75D76F3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A396F-65D5-4F0A-BACD-3F74DF4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D183C-6FB6-4E4E-9561-1F5621D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0241B-D1D3-4B81-9C02-8914B3C3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EC5A8-E826-48A2-A94A-95C8F81E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1D578-5A26-4889-8786-176DBCE3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Deadline violations in all runs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mlns:a="http://schemas.openxmlformats.org/drawingml/2006/main" x="381000" y="2057400"/>
          <a:ext xmlns:a="http://schemas.openxmlformats.org/drawingml/2006/main" cx="547687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deefbc28924ef7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25D00-7786-41E5-816E-8C29BB21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2400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Recovered / affected critical 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7F7C2-121A-4B26-9173-6F858AD9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5B3EC-5633-40EC-9281-E8E881A1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Rule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FA9C9-F51F-4A93-B8F1-D4173A2A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Heuristic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(B2)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95C16-5913-4124-913B-24F4D392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2669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LLM</a:t>
            </a:r>
          </a:p>
          <a:p xmlns:a="http://schemas.openxmlformats.org/drawingml/2006/main">
            <a:pPr algn="ctr">
              <a:defRPr sz="15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(B4b)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C1CE9-5675-403E-BD46-9ABE6A41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670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6BB1F-14E7-4472-8B90-5706BF2A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AC822-16BF-4DA6-B0E9-9B222EB6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C4393-2A55-48A3-AD68-EAF7459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56096-6299-4078-AEE0-A5C64246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0289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191/191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5254A-D7E0-47C9-84F4-255FF9A0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052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083266-A60E-4414-9AE1-A82F40C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52255-6B88-4717-9ED8-94D4FA1E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C1DFD-4AB8-49FD-B918-6F605A45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3ECFC0-FE6C-4F67-8770-AECFC3B1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671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199/199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473CB-5610-406A-AC85-E7C4411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43425"/>
            <a:ext cx="5286375" cy="95"/>
          </a:xfrm>
          <a:custGeom xmlns:a="http://schemas.openxmlformats.org/drawingml/2006/main">
            <a:pathLst>
              <a:path w="5286375" h="95">
                <a:moveTo>
                  <a:pt x="0" y="0"/>
                </a:moveTo>
                <a:lnTo>
                  <a:pt x="528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9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E5F64-7D30-4E7E-99C4-46E421FA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2DB809-7870-466F-9B43-E9B17EDC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28A2E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4B491A-B674-418A-9D9C-69713764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266A8"/>
                </a:solidFill>
                <a:latin typeface="Arial"/>
                <a:ea typeface="Arial"/>
                <a:cs typeface="Arial"/>
              </a:rPr>
              <a:t>200/200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603BDE-3708-49D4-8A3A-63A6E189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201/201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18806-52D4-42DD-9047-83743FD2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816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Every affected coordinated run restores a path</a:t>
            </a:r>
          </a:p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 recovery: not applicable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3E343F-606E-41B8-A2D4-F4CE4171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All-run outcomes: 320 runs per site and policy. Conditional restoration can coexist with substantial lateness.</a:t>
            </a:r>
          </a:p>
        </p:txBody>
      </p:sp>
    </p:spTree>
    <p:extLst>
      <p:ext uri="{BB962C8B-B14F-4D97-AF65-F5344CB8AC3E}">
        <p14:creationId xmlns:p14="http://schemas.microsoft.com/office/powerpoint/2010/main" val="879766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A3D82-E7BE-4D5C-A7D4-777A9E16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E3: priority-weighted service loss across network contexts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384F-FBAC-426F-9D7B-47B89ED6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4BE26-1182-4CBC-9AFE-1C5FDA62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9C610-41AA-4469-AF83-EC01FFA1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26C3A-9AAC-4ED8-BF65-D4CF3B5B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FA48F-0EA4-4593-A5C0-827326F5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4B4CD-50DE-4CFC-A413-74598D9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885EB-B19B-4F31-8031-4917C1C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A12C8-3863-498B-A689-A581EBD3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E2E29-37B7-481F-A641-5E47F84A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D231C-F7C9-4EF6-BEBF-F64C0FCB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Site A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6371051b964c44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965B9-85D0-41F1-91D6-7AF7C6D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Site B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58815d6060457d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0AC86-AB72-48C3-8D40-B22C3F33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430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Site C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76450"/>
          <a:ext xmlns:a="http://schemas.openxmlformats.org/drawingml/2006/main" cx="3829050" cy="3838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c24aca41145be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33CEF-42AF-4CB4-ADD9-61500BBE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L1/L4: 40 runs per policy. L2/L3: 80. Levels vary in both disturbance structure and mission demand.</a:t>
            </a:r>
          </a:p>
        </p:txBody>
      </p:sp>
    </p:spTree>
    <p:extLst>
      <p:ext uri="{BB962C8B-B14F-4D97-AF65-F5344CB8AC3E}">
        <p14:creationId xmlns:p14="http://schemas.microsoft.com/office/powerpoint/2010/main" val="12425860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E6845-384A-484B-84C4-93F6ACFE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E4: observation, execution and input burden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93E6A-9B78-4DE8-8B47-3EE8CB63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7CEE-5989-441B-ABE6-03B28AB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5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91E3C-5F44-4551-A55D-08F51BD2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2F4C3-70D5-4B23-A5DD-05C60734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75BFD-9FE9-438D-A3E7-BC5C4C7A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A24E8-FDBA-4D17-99B1-B205BBE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DDE60-F1C4-4082-81F9-B1AD285D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96EDC-1F69-48F9-B129-F235C32D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06680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2CC6E-642B-48A2-8406-A2C3F1BE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00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89CC5-641D-426D-8692-6B7A8FC4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(a) Observation interval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429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a22f0ec8044cba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61554-D4D5-4B52-9E5E-3D16D25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(b) Execution delay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672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85a6b4b963451d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5E1FE-4F14-4FB8-B412-CDC666FA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(c) LLM input burden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8191500" y="2066925"/>
          <a:ext xmlns:a="http://schemas.openxmlformats.org/drawingml/2006/main" cx="38290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43d98dd6b429c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17534-1F6E-4F92-8DEB-BC3154BC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20 runs per arm and policy. B2/B4b overlap in (a,b). Panel (c) expands records around a fixed four-aircraft fleet.</a:t>
            </a:r>
          </a:p>
        </p:txBody>
      </p:sp>
    </p:spTree>
    <p:extLst>
      <p:ext uri="{BB962C8B-B14F-4D97-AF65-F5344CB8AC3E}">
        <p14:creationId xmlns:p14="http://schemas.microsoft.com/office/powerpoint/2010/main" val="696480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0EADF9-357E-4091-9ED2-708432E1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Execution sequence with a 60 s action delay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31BB1-E35D-4747-A6DE-67AA105C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95"/>
          </a:xfrm>
          <a:custGeom xmlns:a="http://schemas.openxmlformats.org/drawingml/2006/main"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CC6C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E71DE-B67B-4866-AE0C-389D90F0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9525000" cy="95"/>
          </a:xfrm>
          <a:custGeom xmlns:a="http://schemas.openxmlformats.org/drawingml/2006/main">
            <a:pathLst>
              <a:path w="9525000" h="9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72B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5FEAB-8DD0-4D89-B18A-68A53F35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42D72-8EB0-4AD4-8E75-A7DCDBA0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1C1F6-2900-48D2-9920-4D4CAABD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DF785-CED4-48AE-8F9A-8B703778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20109-4FE0-45C3-BE5C-BA57139F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82690-0188-471F-9E41-DA0FE7F5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E8E81-C635-444A-BC6D-A60043F3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A5759-75FF-49D7-B72E-2D918B0E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8727B-0D1F-4327-A634-A480FD4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FBBE9-A34E-4599-942F-D31B740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540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7F4D4-65B1-47BC-9FF1-CBC45F92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5600700"/>
            <a:ext cx="95" cy="152400"/>
          </a:xfrm>
          <a:custGeom xmlns:a="http://schemas.openxmlformats.org/drawingml/2006/main"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72B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9DE12-F2FE-4FC2-AFF1-E143651E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3" y="5810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A5BA8-4706-4855-AB51-BD56EC9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341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Simulation time (s)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E1F4D-6AC9-4581-B3DC-5707CC9A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038350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Air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B791B-9DC6-4B8F-8A8E-683F8DC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048125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Ground 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B7979-0CAE-433A-AED4-CDB05A01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3266A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79F6C-4CD3-486F-B856-5F4530DE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66A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C0DE9-7BCA-41E8-8988-E8B41FC5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230505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BE4B4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7C7F8-D725-446E-BEB4-54253FE8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47775"/>
            <a:ext cx="2628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300 s</a:t>
            </a:r>
          </a:p>
          <a:p xmlns:a="http://schemas.openxmlformats.org/drawingml/2006/main">
            <a:pPr algn="l">
              <a:defRPr sz="17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Initial dispatch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D184B9-DEA3-4E66-9322-A8DB9E0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790825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360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Failure and replacement 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6441E-0584-4544-B30E-822E8EF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4219575"/>
            <a:ext cx="1785938" cy="95"/>
          </a:xfrm>
          <a:custGeom xmlns:a="http://schemas.openxmlformats.org/drawingml/2006/main">
            <a:pathLst>
              <a:path w="1785938" h="95">
                <a:moveTo>
                  <a:pt x="0" y="0"/>
                </a:moveTo>
                <a:lnTo>
                  <a:pt x="17859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D28A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AC27C7-2FA8-458F-B7C2-D95BA2D9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19575"/>
            <a:ext cx="5417344" cy="95"/>
          </a:xfrm>
          <a:custGeom xmlns:a="http://schemas.openxmlformats.org/drawingml/2006/main">
            <a:pathLst>
              <a:path w="5417344" h="95">
                <a:moveTo>
                  <a:pt x="0" y="0"/>
                </a:moveTo>
                <a:lnTo>
                  <a:pt x="54173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17A6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BFF57B-BB6C-408E-98CD-014C16B0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8A2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83D5C3-87AD-41BE-921C-25B6628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12961-B97F-47E2-81AA-F712D904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319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7A6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7C9AA0-FF38-47C9-8271-AEA795CA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81" y="2447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266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266A8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128A90-8CB9-4CB9-A920-74D0ED21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719" y="4314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28A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28A2E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AD2A9-8370-4F5A-BBE6-D5C5E57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420 s</a:t>
            </a:r>
          </a:p>
          <a:p xmlns:a="http://schemas.openxmlformats.org/drawingml/2006/main">
            <a:pPr algn="l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executes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6BC332-88AD-4BFF-8118-12A40ADE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4919" y="459105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602 s</a:t>
            </a:r>
          </a:p>
          <a:p xmlns:a="http://schemas.openxmlformats.org/drawingml/2006/main">
            <a:pPr algn="r">
              <a:defRPr sz="1725" b="1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7A67"/>
                </a:solidFill>
                <a:latin typeface="Arial"/>
                <a:ea typeface="Arial"/>
                <a:cs typeface="Arial"/>
              </a:rPr>
              <a:t>Mission completes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3E1E38-9905-4DB6-826B-119D3182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052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17A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17A67"/>
                </a:solidFill>
                <a:latin typeface="Arial"/>
                <a:ea typeface="Arial"/>
                <a:cs typeface="Arial"/>
              </a:rPr>
              <a:t>Ground travel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19DC1-2544-4300-92EF-7B1AC297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1200150"/>
            <a:ext cx="95" cy="4305300"/>
          </a:xfrm>
          <a:custGeom xmlns:a="http://schemas.openxmlformats.org/drawingml/2006/main">
            <a:pathLst>
              <a:path w="95" h="4305300">
                <a:moveTo>
                  <a:pt x="0" y="0"/>
                </a:moveTo>
                <a:lnTo>
                  <a:pt x="0" y="43053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43B3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72A67E-1007-4EE2-AECF-707DF384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3" y="1295400"/>
            <a:ext cx="1647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480 s</a:t>
            </a:r>
          </a:p>
          <a:p xmlns:a="http://schemas.openxmlformats.org/drawingml/2006/main">
            <a:pPr algn="l">
              <a:defRPr sz="1725" b="1">
                <a:solidFill>
                  <a:srgbClr val="A43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B37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A851C0-6986-481B-A0E5-D3E55CD1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Pending dispatch is superseded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A60A4A-FF56-43E6-894C-58BC24E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29375"/>
            <a:ext cx="1135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D"/>
                </a:solidFill>
                <a:latin typeface="Arial"/>
                <a:ea typeface="Arial"/>
                <a:cs typeface="Arial"/>
              </a:rPr>
              <a:t>Completion duration: 602 − 300 = 302 s. This is a tested queue transition, not a universal delay threshold.</a:t>
            </a:r>
          </a:p>
        </p:txBody>
      </p:sp>
    </p:spTree>
    <p:extLst>
      <p:ext uri="{BB962C8B-B14F-4D97-AF65-F5344CB8AC3E}">
        <p14:creationId xmlns:p14="http://schemas.microsoft.com/office/powerpoint/2010/main" val="680841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2026-09-11T05:23:20.6460000Z</dcterms:created>
  <dcterms:modified xsi:type="dcterms:W3CDTF">2026-09-11T05:23:20.6460000Z</dcterms:modified>
</coreProperties>
</file>