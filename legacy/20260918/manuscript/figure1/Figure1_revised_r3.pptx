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a5446bb7bf497b" /><Relationship Type="http://schemas.openxmlformats.org/officeDocument/2006/relationships/extended-properties" Target="/docProps/app.xml" Id="R453a572f81814432" /><Relationship Type="http://schemas.openxmlformats.org/officeDocument/2006/relationships/officeDocument" Target="/ppt/presentation.xml" Id="R5fea78ec7790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07f598a804f95"/>
  </p:sldMasterIdLst>
  <p:notesMasterIdLst>
    <p:notesMasterId xmlns:r="http://schemas.openxmlformats.org/officeDocument/2006/relationships" r:id="Re602a7aa7cfc4c12"/>
  </p:notesMasterIdLst>
  <p:sldIdLst>
    <p:sldId xmlns:r="http://schemas.openxmlformats.org/officeDocument/2006/relationships" id="256" r:id="R25d92d837fd043af"/>
  </p:sldIdLst>
  <p:sldSz cx="17526000" cy="13144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8794f696b44d12" /><Relationship Type="http://schemas.openxmlformats.org/officeDocument/2006/relationships/slideMaster" Target="/ppt/slideMasters/slideMaster1.xml" Id="R83707f598a804f95" /><Relationship Type="http://schemas.openxmlformats.org/officeDocument/2006/relationships/notesMaster" Target="/ppt/notesMasters/notesMaster1.xml" Id="Re602a7aa7cfc4c12" /><Relationship Type="http://schemas.openxmlformats.org/officeDocument/2006/relationships/presProps" Target="/ppt/presProps.xml" Id="R74856cda3c3947dc" /><Relationship Type="http://schemas.openxmlformats.org/officeDocument/2006/relationships/tableStyles" Target="/ppt/tableStyles.xml" Id="R8dbf0117d4784a61" /><Relationship Type="http://schemas.openxmlformats.org/officeDocument/2006/relationships/slide" Target="/ppt/slides/slide1.xml" Id="R25d92d837fd0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c3c2304517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e653e482d4d6d" /><Relationship Type="http://schemas.openxmlformats.org/officeDocument/2006/relationships/notesMaster" Target="/ppt/notesMasters/notesMaster1.xml" Id="Rc13f66c75f2c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1. Overview of the Ground-Low-Altitude Mobility Manager. Hybrid reference reconstruction: all words, labels and numbers are native editable PowerPoint text; complex text-free illustrations are separately embedded AI-generated assets. Reference: user-provided Gemini figure, supplied 12 September 2026. Individual illustrations and clean map base generated with built-in imagegen for this composition. The map is Not to scale. Candidate data: E1_H_H_high, seed20240601, t=300; air preemption interrupts one NORMAL incumbent. B1 on the map denotes a disrupted link, distinct from policy B1. E1–E3 use A/B/C, E4 uses A. B4a is only an E1 interface ablation. Four primary policies share modeled facts and execution constraints; B2 is a fixed-preference structured comparator. Main findings are conceptual, not quantitative charts. Candidate-interface effects are strongest at Site A. Scientific claims follow paper_final_20260910. The revised manuscript documents an identical pending-command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ee512e2fc42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ce5dc9e9b4d15" /><Relationship Type="http://schemas.openxmlformats.org/officeDocument/2006/relationships/slideLayout" Target="/ppt/slideLayouts/slideLayout1.xml" Id="R81431813d60845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31813d60845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13d7df3c4340" /><Relationship Type="http://schemas.openxmlformats.org/officeDocument/2006/relationships/image" Target="/ppt/media/image.png" Id="R6e1a6f80c0864d43" /><Relationship Type="http://schemas.openxmlformats.org/officeDocument/2006/relationships/image" Target="/ppt/media/image2.png" Id="Rd8ba22d00bd64337" /><Relationship Type="http://schemas.openxmlformats.org/officeDocument/2006/relationships/image" Target="/ppt/media/image3.png" Id="R68f45650ab5a4fa8" /><Relationship Type="http://schemas.openxmlformats.org/officeDocument/2006/relationships/image" Target="/ppt/media/image4.png" Id="Rcc87559de274481f" /><Relationship Type="http://schemas.openxmlformats.org/officeDocument/2006/relationships/image" Target="/ppt/media/image5.png" Id="Rb7706bfa32ee41a0" /><Relationship Type="http://schemas.openxmlformats.org/officeDocument/2006/relationships/image" Target="/ppt/media/image6.png" Id="Re7fb28cd3ee2435c" /><Relationship Type="http://schemas.openxmlformats.org/officeDocument/2006/relationships/image" Target="/ppt/media/image7.png" Id="R1614557595d645c8" /><Relationship Type="http://schemas.openxmlformats.org/officeDocument/2006/relationships/image" Target="/ppt/media/image8.png" Id="R32857638f3f64ff0" /><Relationship Type="http://schemas.openxmlformats.org/officeDocument/2006/relationships/image" Target="/ppt/media/image9.png" Id="Rb80d2ad0906d40e3" /><Relationship Type="http://schemas.openxmlformats.org/officeDocument/2006/relationships/image" Target="/ppt/media/image10.png" Id="R65265c8e4ffe44b7" /><Relationship Type="http://schemas.openxmlformats.org/officeDocument/2006/relationships/image" Target="/ppt/media/image11.png" Id="R1f79bc28ba5541f1" /><Relationship Type="http://schemas.openxmlformats.org/officeDocument/2006/relationships/image" Target="/ppt/media/image12.png" Id="R27a7e521ecf14818" /><Relationship Type="http://schemas.openxmlformats.org/officeDocument/2006/relationships/image" Target="/ppt/media/image13.png" Id="Rf4d55173053e4628" /><Relationship Type="http://schemas.openxmlformats.org/officeDocument/2006/relationships/image" Target="/ppt/media/image14.png" Id="Rdd0bb2be7d5b4b13" /><Relationship Type="http://schemas.openxmlformats.org/officeDocument/2006/relationships/image" Target="/ppt/media/image15.png" Id="R14591a0fbb624dbb" /><Relationship Type="http://schemas.openxmlformats.org/officeDocument/2006/relationships/image" Target="/ppt/media/image16.png" Id="Rb99e731708744159" /><Relationship Type="http://schemas.openxmlformats.org/officeDocument/2006/relationships/image" Target="/ppt/media/image17.png" Id="Rd48e334c363c4321" /><Relationship Type="http://schemas.openxmlformats.org/officeDocument/2006/relationships/image" Target="/ppt/media/image18.png" Id="R17ef1c78ba414869" /><Relationship Type="http://schemas.openxmlformats.org/officeDocument/2006/relationships/image" Target="/ppt/media/image19.png" Id="R1ba4dd80a6994119" /><Relationship Type="http://schemas.openxmlformats.org/officeDocument/2006/relationships/image" Target="/ppt/media/image20.png" Id="Rbdebafd2bfa84da5" /><Relationship Type="http://schemas.openxmlformats.org/officeDocument/2006/relationships/image" Target="/ppt/media/image21.png" Id="R6a65c6b92c754b55" /><Relationship Type="http://schemas.openxmlformats.org/officeDocument/2006/relationships/image" Target="/ppt/media/image22.png" Id="R8dcf56eaf7c544c6" /><Relationship Type="http://schemas.openxmlformats.org/officeDocument/2006/relationships/notesSlide" Target="/ppt/notesSlides/notesSlide1.xml" Id="Rfe9bfdf6117544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object_1">
            <a:extLst xmlns:a="http://schemas.openxmlformats.org/drawingml/2006/main">
              <a:ext uri="{FF2B5EF4-FFF2-40B4-BE49-F238E27FC236}">
                <a16:creationId xmlns:a16="http://schemas.microsoft.com/office/drawing/2014/main" id="{1F0887BF-81B7-4A8D-ABE9-5867F5E1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809625"/>
            <a:ext cx="4533900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2" name="(a)  Problem context">
            <a:extLst xmlns:a="http://schemas.openxmlformats.org/drawingml/2006/main">
              <a:ext uri="{FF2B5EF4-FFF2-40B4-BE49-F238E27FC236}">
                <a16:creationId xmlns:a16="http://schemas.microsoft.com/office/drawing/2014/main" id="{D0CE90B6-BCEC-42BD-86FB-DD54AEBF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144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(a)  Problem context</a:t>
            </a:r>
          </a:p>
        </p:txBody>
      </p:sp>
      <p:sp>
        <p:nvSpPr>
          <p:cNvPr id="3" name="object_2">
            <a:extLst xmlns:a="http://schemas.openxmlformats.org/drawingml/2006/main">
              <a:ext uri="{FF2B5EF4-FFF2-40B4-BE49-F238E27FC236}">
                <a16:creationId xmlns:a16="http://schemas.microsoft.com/office/drawing/2014/main" id="{72B48413-829F-4C0E-BEF6-15548104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09625"/>
            <a:ext cx="4057650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4" name="(b)  Manager architecture">
            <a:extLst xmlns:a="http://schemas.openxmlformats.org/drawingml/2006/main">
              <a:ext uri="{FF2B5EF4-FFF2-40B4-BE49-F238E27FC236}">
                <a16:creationId xmlns:a16="http://schemas.microsoft.com/office/drawing/2014/main" id="{B8CA2297-5392-4443-B41F-2833012C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914400"/>
            <a:ext cx="3733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(b)  Manager architecture</a:t>
            </a:r>
          </a:p>
        </p:txBody>
      </p:sp>
      <p:sp>
        <p:nvSpPr>
          <p:cNvPr id="5" name="object_3">
            <a:extLst xmlns:a="http://schemas.openxmlformats.org/drawingml/2006/main">
              <a:ext uri="{FF2B5EF4-FFF2-40B4-BE49-F238E27FC236}">
                <a16:creationId xmlns:a16="http://schemas.microsoft.com/office/drawing/2014/main" id="{D396E8D7-EDBC-4E8F-8BB3-2B96EB43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809625"/>
            <a:ext cx="4810125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6" name="(c)  Experimental program">
            <a:extLst xmlns:a="http://schemas.openxmlformats.org/drawingml/2006/main">
              <a:ext uri="{FF2B5EF4-FFF2-40B4-BE49-F238E27FC236}">
                <a16:creationId xmlns:a16="http://schemas.microsoft.com/office/drawing/2014/main" id="{51D2EC2B-7E6D-4657-A375-9A937C87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914400"/>
            <a:ext cx="4486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(c)  Experimental program</a:t>
            </a:r>
          </a:p>
        </p:txBody>
      </p:sp>
      <p:sp>
        <p:nvSpPr>
          <p:cNvPr id="7" name="object_4">
            <a:extLst xmlns:a="http://schemas.openxmlformats.org/drawingml/2006/main">
              <a:ext uri="{FF2B5EF4-FFF2-40B4-BE49-F238E27FC236}">
                <a16:creationId xmlns:a16="http://schemas.microsoft.com/office/drawing/2014/main" id="{6A7C27F4-D2E0-4878-B7DD-25BA20FE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809625"/>
            <a:ext cx="3695700" cy="1204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AB0B8"/>
            </a:solidFill>
          </a:ln>
        </p:spPr>
      </p:sp>
      <p:sp>
        <p:nvSpPr>
          <p:cNvPr id="8" name="(d)  Main findings">
            <a:extLst xmlns:a="http://schemas.openxmlformats.org/drawingml/2006/main">
              <a:ext uri="{FF2B5EF4-FFF2-40B4-BE49-F238E27FC236}">
                <a16:creationId xmlns:a16="http://schemas.microsoft.com/office/drawing/2014/main" id="{D261C2D2-A857-4396-BB84-6F7F064D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91440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(d)  Main findings</a:t>
            </a:r>
          </a:p>
        </p:txBody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a6f80c0864d43"/>
          <a:srcRect xmlns:a="http://schemas.openxmlformats.org/drawingml/2006/main" l="168" t="0" r="1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" y="1590675"/>
            <a:ext cx="4248150" cy="8524875"/>
          </a:xfrm>
          <a:prstGeom xmlns:a="http://schemas.openxmlformats.org/drawingml/2006/main" prst="rect">
            <a:avLst/>
          </a:prstGeom>
        </p:spPr>
      </p:pic>
      <p:sp>
        <p:nvSpPr>
          <p:cNvPr id="10" name="N">
            <a:extLst xmlns:a="http://schemas.openxmlformats.org/drawingml/2006/main">
              <a:ext uri="{FF2B5EF4-FFF2-40B4-BE49-F238E27FC236}">
                <a16:creationId xmlns:a16="http://schemas.microsoft.com/office/drawing/2014/main" id="{C479AF44-2EBB-4E6E-82B2-38502F6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1" name="path_5">
            <a:extLst xmlns:a="http://schemas.openxmlformats.org/drawingml/2006/main">
              <a:ext uri="{FF2B5EF4-FFF2-40B4-BE49-F238E27FC236}">
                <a16:creationId xmlns:a16="http://schemas.microsoft.com/office/drawing/2014/main" id="{D741700F-5BA0-41E0-8732-6449D079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43125"/>
            <a:ext cx="228600" cy="276225"/>
          </a:xfrm>
          <a:custGeom xmlns:a="http://schemas.openxmlformats.org/drawingml/2006/main">
            <a:pathLst>
              <a:path w="228600" h="276225">
                <a:moveTo>
                  <a:pt x="114300" y="0"/>
                </a:moveTo>
                <a:lnTo>
                  <a:pt x="0" y="276225"/>
                </a:lnTo>
                <a:lnTo>
                  <a:pt x="114300" y="190500"/>
                </a:lnTo>
                <a:lnTo>
                  <a:pt x="228600" y="276225"/>
                </a:lnTo>
                <a:close/>
              </a:path>
            </a:pathLst>
          </a:custGeom>
          <a:solidFill xmlns:a="http://schemas.openxmlformats.org/drawingml/2006/main">
            <a:srgbClr val="55709A"/>
          </a:solidFill>
          <a:ln xmlns:a="http://schemas.openxmlformats.org/drawingml/2006/main" w="19050">
            <a:solidFill>
              <a:srgbClr val="24354B"/>
            </a:solidFill>
            <a:prstDash val="solid"/>
          </a:ln>
        </p:spPr>
      </p:sp>
      <p:sp>
        <p:nvSpPr>
          <p:cNvPr id="12" name="path_6">
            <a:extLst xmlns:a="http://schemas.openxmlformats.org/drawingml/2006/main">
              <a:ext uri="{FF2B5EF4-FFF2-40B4-BE49-F238E27FC236}">
                <a16:creationId xmlns:a16="http://schemas.microsoft.com/office/drawing/2014/main" id="{D5A9EC6D-72A3-47DF-BE8D-F4D85BE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619750"/>
            <a:ext cx="3867150" cy="857250"/>
          </a:xfrm>
          <a:custGeom xmlns:a="http://schemas.openxmlformats.org/drawingml/2006/main">
            <a:pathLst>
              <a:path w="3867150" h="857250">
                <a:moveTo>
                  <a:pt x="0" y="0"/>
                </a:moveTo>
                <a:lnTo>
                  <a:pt x="542925" y="161925"/>
                </a:lnTo>
                <a:lnTo>
                  <a:pt x="1485900" y="609600"/>
                </a:lnTo>
                <a:lnTo>
                  <a:pt x="2800350" y="857250"/>
                </a:lnTo>
                <a:lnTo>
                  <a:pt x="386715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3" name="path_7">
            <a:extLst xmlns:a="http://schemas.openxmlformats.org/drawingml/2006/main">
              <a:ext uri="{FF2B5EF4-FFF2-40B4-BE49-F238E27FC236}">
                <a16:creationId xmlns:a16="http://schemas.microsoft.com/office/drawing/2014/main" id="{9454F862-78F5-420B-B453-0693AFF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81675"/>
            <a:ext cx="361950" cy="2162175"/>
          </a:xfrm>
          <a:custGeom xmlns:a="http://schemas.openxmlformats.org/drawingml/2006/main">
            <a:pathLst>
              <a:path w="361950" h="2162175">
                <a:moveTo>
                  <a:pt x="228600" y="0"/>
                </a:moveTo>
                <a:lnTo>
                  <a:pt x="0" y="1000125"/>
                </a:lnTo>
                <a:lnTo>
                  <a:pt x="361950" y="21621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4" name="path_8">
            <a:extLst xmlns:a="http://schemas.openxmlformats.org/drawingml/2006/main">
              <a:ext uri="{FF2B5EF4-FFF2-40B4-BE49-F238E27FC236}">
                <a16:creationId xmlns:a16="http://schemas.microsoft.com/office/drawing/2014/main" id="{188B1D85-5445-48F2-A20D-F78C6409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467475"/>
            <a:ext cx="3552825" cy="800100"/>
          </a:xfrm>
          <a:custGeom xmlns:a="http://schemas.openxmlformats.org/drawingml/2006/main">
            <a:pathLst>
              <a:path w="3552825" h="800100">
                <a:moveTo>
                  <a:pt x="0" y="314325"/>
                </a:moveTo>
                <a:lnTo>
                  <a:pt x="933450" y="647700"/>
                </a:lnTo>
                <a:lnTo>
                  <a:pt x="1638300" y="800100"/>
                </a:lnTo>
                <a:lnTo>
                  <a:pt x="2495550" y="561975"/>
                </a:lnTo>
                <a:lnTo>
                  <a:pt x="355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5" name="path_9">
            <a:extLst xmlns:a="http://schemas.openxmlformats.org/drawingml/2006/main">
              <a:ext uri="{FF2B5EF4-FFF2-40B4-BE49-F238E27FC236}">
                <a16:creationId xmlns:a16="http://schemas.microsoft.com/office/drawing/2014/main" id="{EB56B072-3ED3-44D0-966A-E98AC782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115175"/>
            <a:ext cx="2628900" cy="1609725"/>
          </a:xfrm>
          <a:custGeom xmlns:a="http://schemas.openxmlformats.org/drawingml/2006/main">
            <a:pathLst>
              <a:path w="2628900" h="1609725">
                <a:moveTo>
                  <a:pt x="0" y="0"/>
                </a:moveTo>
                <a:lnTo>
                  <a:pt x="76200" y="885825"/>
                </a:lnTo>
                <a:lnTo>
                  <a:pt x="209550" y="1476375"/>
                </a:lnTo>
                <a:lnTo>
                  <a:pt x="1438275" y="1609725"/>
                </a:lnTo>
                <a:lnTo>
                  <a:pt x="2628900" y="1514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6" name="path_10">
            <a:extLst xmlns:a="http://schemas.openxmlformats.org/drawingml/2006/main">
              <a:ext uri="{FF2B5EF4-FFF2-40B4-BE49-F238E27FC236}">
                <a16:creationId xmlns:a16="http://schemas.microsoft.com/office/drawing/2014/main" id="{0FF769A9-4004-4DDA-903E-FAE8211F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7781925"/>
            <a:ext cx="1552575" cy="314325"/>
          </a:xfrm>
          <a:custGeom xmlns:a="http://schemas.openxmlformats.org/drawingml/2006/main">
            <a:pathLst>
              <a:path w="1552575" h="314325">
                <a:moveTo>
                  <a:pt x="0" y="219075"/>
                </a:moveTo>
                <a:lnTo>
                  <a:pt x="1390650" y="314325"/>
                </a:lnTo>
                <a:lnTo>
                  <a:pt x="1552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7" name="path_11">
            <a:extLst xmlns:a="http://schemas.openxmlformats.org/drawingml/2006/main">
              <a:ext uri="{FF2B5EF4-FFF2-40B4-BE49-F238E27FC236}">
                <a16:creationId xmlns:a16="http://schemas.microsoft.com/office/drawing/2014/main" id="{4BB8BCFB-28AA-4C11-B66A-FED61139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029450"/>
            <a:ext cx="123825" cy="1695450"/>
          </a:xfrm>
          <a:custGeom xmlns:a="http://schemas.openxmlformats.org/drawingml/2006/main">
            <a:pathLst>
              <a:path w="123825" h="1695450">
                <a:moveTo>
                  <a:pt x="123825" y="0"/>
                </a:moveTo>
                <a:lnTo>
                  <a:pt x="28575" y="1066800"/>
                </a:lnTo>
                <a:lnTo>
                  <a:pt x="0" y="1695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8" name="path_12">
            <a:extLst xmlns:a="http://schemas.openxmlformats.org/drawingml/2006/main">
              <a:ext uri="{FF2B5EF4-FFF2-40B4-BE49-F238E27FC236}">
                <a16:creationId xmlns:a16="http://schemas.microsoft.com/office/drawing/2014/main" id="{876B77D1-136A-4BB2-A5D9-6F88FF4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943850"/>
            <a:ext cx="647700" cy="57150"/>
          </a:xfrm>
          <a:custGeom xmlns:a="http://schemas.openxmlformats.org/drawingml/2006/main">
            <a:pathLst>
              <a:path w="647700" h="57150">
                <a:moveTo>
                  <a:pt x="0" y="0"/>
                </a:moveTo>
                <a:lnTo>
                  <a:pt x="64770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19" name="path_13">
            <a:extLst xmlns:a="http://schemas.openxmlformats.org/drawingml/2006/main">
              <a:ext uri="{FF2B5EF4-FFF2-40B4-BE49-F238E27FC236}">
                <a16:creationId xmlns:a16="http://schemas.microsoft.com/office/drawing/2014/main" id="{A290638A-9B0C-4CC8-987C-7BB508A1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477000"/>
            <a:ext cx="9525" cy="552450"/>
          </a:xfrm>
          <a:custGeom xmlns:a="http://schemas.openxmlformats.org/drawingml/2006/main">
            <a:pathLst>
              <a:path w="9525" h="552450">
                <a:moveTo>
                  <a:pt x="0" y="0"/>
                </a:moveTo>
                <a:lnTo>
                  <a:pt x="952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20" name="path_14">
            <a:extLst xmlns:a="http://schemas.openxmlformats.org/drawingml/2006/main">
              <a:ext uri="{FF2B5EF4-FFF2-40B4-BE49-F238E27FC236}">
                <a16:creationId xmlns:a16="http://schemas.microsoft.com/office/drawing/2014/main" id="{455E3731-95AB-41DB-BD2F-84567619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3190875" cy="1476375"/>
          </a:xfrm>
          <a:custGeom xmlns:a="http://schemas.openxmlformats.org/drawingml/2006/main">
            <a:pathLst>
              <a:path w="3190875" h="1476375">
                <a:moveTo>
                  <a:pt x="0" y="1476375"/>
                </a:moveTo>
                <a:lnTo>
                  <a:pt x="390525" y="1066800"/>
                </a:lnTo>
                <a:lnTo>
                  <a:pt x="571500" y="647700"/>
                </a:lnTo>
                <a:lnTo>
                  <a:pt x="1028700" y="752475"/>
                </a:lnTo>
                <a:lnTo>
                  <a:pt x="1276350" y="800100"/>
                </a:lnTo>
                <a:lnTo>
                  <a:pt x="1733550" y="714375"/>
                </a:lnTo>
                <a:lnTo>
                  <a:pt x="2133600" y="561975"/>
                </a:lnTo>
                <a:lnTo>
                  <a:pt x="2600325" y="361950"/>
                </a:lnTo>
                <a:lnTo>
                  <a:pt x="2809875" y="19050"/>
                </a:lnTo>
                <a:lnTo>
                  <a:pt x="3190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0">
            <a:solidFill>
              <a:srgbClr val="2F659D"/>
            </a:solidFill>
            <a:prstDash val="solid"/>
          </a:ln>
        </p:spPr>
      </p:sp>
      <p:sp>
        <p:nvSpPr>
          <p:cNvPr id="21" name="path_15">
            <a:extLst xmlns:a="http://schemas.openxmlformats.org/drawingml/2006/main">
              <a:ext uri="{FF2B5EF4-FFF2-40B4-BE49-F238E27FC236}">
                <a16:creationId xmlns:a16="http://schemas.microsoft.com/office/drawing/2014/main" id="{9DD72EF4-4F92-4862-9123-8D1B449B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467475"/>
            <a:ext cx="3200400" cy="2257425"/>
          </a:xfrm>
          <a:custGeom xmlns:a="http://schemas.openxmlformats.org/drawingml/2006/main">
            <a:pathLst>
              <a:path w="3200400" h="2257425">
                <a:moveTo>
                  <a:pt x="0" y="1476375"/>
                </a:moveTo>
                <a:lnTo>
                  <a:pt x="647700" y="1533525"/>
                </a:lnTo>
                <a:lnTo>
                  <a:pt x="781050" y="2124075"/>
                </a:lnTo>
                <a:lnTo>
                  <a:pt x="1447800" y="2238375"/>
                </a:lnTo>
                <a:lnTo>
                  <a:pt x="2009775" y="2257425"/>
                </a:lnTo>
                <a:lnTo>
                  <a:pt x="2647950" y="2247900"/>
                </a:lnTo>
                <a:lnTo>
                  <a:pt x="3200400" y="2162175"/>
                </a:lnTo>
                <a:lnTo>
                  <a:pt x="3162300" y="1790700"/>
                </a:lnTo>
                <a:lnTo>
                  <a:pt x="2952750" y="1209675"/>
                </a:lnTo>
                <a:lnTo>
                  <a:pt x="2771775" y="733425"/>
                </a:lnTo>
                <a:lnTo>
                  <a:pt x="2762250" y="171450"/>
                </a:lnTo>
                <a:lnTo>
                  <a:pt x="3190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659D"/>
            </a:solidFill>
            <a:prstDash val="dash"/>
          </a:ln>
        </p:spPr>
      </p:sp>
      <p:sp>
        <p:nvSpPr>
          <p:cNvPr id="22" name="path_16">
            <a:extLst xmlns:a="http://schemas.openxmlformats.org/drawingml/2006/main">
              <a:ext uri="{FF2B5EF4-FFF2-40B4-BE49-F238E27FC236}">
                <a16:creationId xmlns:a16="http://schemas.microsoft.com/office/drawing/2014/main" id="{576B5786-8B1A-4A7B-867D-3A28021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76825"/>
            <a:ext cx="2209800" cy="876300"/>
          </a:xfrm>
          <a:custGeom xmlns:a="http://schemas.openxmlformats.org/drawingml/2006/main">
            <a:pathLst>
              <a:path w="2209800" h="876300">
                <a:moveTo>
                  <a:pt x="0" y="142875"/>
                </a:moveTo>
                <a:lnTo>
                  <a:pt x="485775" y="0"/>
                </a:lnTo>
                <a:lnTo>
                  <a:pt x="1057275" y="114300"/>
                </a:lnTo>
                <a:lnTo>
                  <a:pt x="1581150" y="333375"/>
                </a:lnTo>
                <a:lnTo>
                  <a:pt x="1914525" y="590550"/>
                </a:lnTo>
                <a:lnTo>
                  <a:pt x="220980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78A3A"/>
            </a:solidFill>
            <a:prstDash val="dash"/>
          </a:ln>
        </p:spPr>
      </p:sp>
      <p:sp>
        <p:nvSpPr>
          <p:cNvPr id="23" name="path_17">
            <a:extLst xmlns:a="http://schemas.openxmlformats.org/drawingml/2006/main">
              <a:ext uri="{FF2B5EF4-FFF2-40B4-BE49-F238E27FC236}">
                <a16:creationId xmlns:a16="http://schemas.microsoft.com/office/drawing/2014/main" id="{D5F26C4A-AB7D-4934-AD7A-C8AF8088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705225"/>
            <a:ext cx="2428875" cy="2762250"/>
          </a:xfrm>
          <a:custGeom xmlns:a="http://schemas.openxmlformats.org/drawingml/2006/main">
            <a:pathLst>
              <a:path w="2428875" h="2762250">
                <a:moveTo>
                  <a:pt x="0" y="0"/>
                </a:moveTo>
                <a:lnTo>
                  <a:pt x="504825" y="190500"/>
                </a:lnTo>
                <a:lnTo>
                  <a:pt x="1181100" y="342900"/>
                </a:lnTo>
                <a:lnTo>
                  <a:pt x="1752600" y="571500"/>
                </a:lnTo>
                <a:lnTo>
                  <a:pt x="2124075" y="838200"/>
                </a:lnTo>
                <a:lnTo>
                  <a:pt x="2362200" y="1371600"/>
                </a:lnTo>
                <a:lnTo>
                  <a:pt x="2428875" y="1943100"/>
                </a:lnTo>
                <a:lnTo>
                  <a:pt x="2371725" y="27622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78A3A"/>
            </a:solidFill>
            <a:prstDash val="dash"/>
          </a:ln>
        </p:spPr>
      </p:sp>
      <p:sp>
        <p:nvSpPr>
          <p:cNvPr id="24" name="path_18">
            <a:extLst xmlns:a="http://schemas.openxmlformats.org/drawingml/2006/main">
              <a:ext uri="{FF2B5EF4-FFF2-40B4-BE49-F238E27FC236}">
                <a16:creationId xmlns:a16="http://schemas.microsoft.com/office/drawing/2014/main" id="{4CE0B0F4-415B-47A3-BE5E-04127C7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933950"/>
            <a:ext cx="2105025" cy="1533525"/>
          </a:xfrm>
          <a:custGeom xmlns:a="http://schemas.openxmlformats.org/drawingml/2006/main">
            <a:pathLst>
              <a:path w="2105025" h="1533525">
                <a:moveTo>
                  <a:pt x="0" y="0"/>
                </a:moveTo>
                <a:lnTo>
                  <a:pt x="542925" y="142875"/>
                </a:lnTo>
                <a:lnTo>
                  <a:pt x="1066800" y="352425"/>
                </a:lnTo>
                <a:lnTo>
                  <a:pt x="1419225" y="695325"/>
                </a:lnTo>
                <a:lnTo>
                  <a:pt x="1714500" y="1162050"/>
                </a:lnTo>
                <a:lnTo>
                  <a:pt x="2105025" y="15335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52935"/>
            </a:solidFill>
            <a:prstDash val="dash"/>
          </a:ln>
        </p:spPr>
      </p:sp>
      <p:sp>
        <p:nvSpPr>
          <p:cNvPr id="25" name="object_19">
            <a:extLst xmlns:a="http://schemas.openxmlformats.org/drawingml/2006/main">
              <a:ext uri="{FF2B5EF4-FFF2-40B4-BE49-F238E27FC236}">
                <a16:creationId xmlns:a16="http://schemas.microsoft.com/office/drawing/2014/main" id="{38B197DF-0215-4393-9028-92A63645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6" name="object_20">
            <a:extLst xmlns:a="http://schemas.openxmlformats.org/drawingml/2006/main">
              <a:ext uri="{FF2B5EF4-FFF2-40B4-BE49-F238E27FC236}">
                <a16:creationId xmlns:a16="http://schemas.microsoft.com/office/drawing/2014/main" id="{C5500A72-10DF-4E43-92EA-BC548EC9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62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7" name="object_21">
            <a:extLst xmlns:a="http://schemas.openxmlformats.org/drawingml/2006/main">
              <a:ext uri="{FF2B5EF4-FFF2-40B4-BE49-F238E27FC236}">
                <a16:creationId xmlns:a16="http://schemas.microsoft.com/office/drawing/2014/main" id="{1705D502-ACC8-4937-AC1E-2AD98EFF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6410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8" name="object_22">
            <a:extLst xmlns:a="http://schemas.openxmlformats.org/drawingml/2006/main">
              <a:ext uri="{FF2B5EF4-FFF2-40B4-BE49-F238E27FC236}">
                <a16:creationId xmlns:a16="http://schemas.microsoft.com/office/drawing/2014/main" id="{152E989E-CBDD-4716-952C-5CE0D237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715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29" name="object_23">
            <a:extLst xmlns:a="http://schemas.openxmlformats.org/drawingml/2006/main">
              <a:ext uri="{FF2B5EF4-FFF2-40B4-BE49-F238E27FC236}">
                <a16:creationId xmlns:a16="http://schemas.microsoft.com/office/drawing/2014/main" id="{2C94C14E-7FBF-4C60-B0D8-7D06E8F6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048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0" name="object_24">
            <a:extLst xmlns:a="http://schemas.openxmlformats.org/drawingml/2006/main">
              <a:ext uri="{FF2B5EF4-FFF2-40B4-BE49-F238E27FC236}">
                <a16:creationId xmlns:a16="http://schemas.microsoft.com/office/drawing/2014/main" id="{EDCB7A51-48E0-4D2D-A483-7202EB35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962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1" name="object_25">
            <a:extLst xmlns:a="http://schemas.openxmlformats.org/drawingml/2006/main">
              <a:ext uri="{FF2B5EF4-FFF2-40B4-BE49-F238E27FC236}">
                <a16:creationId xmlns:a16="http://schemas.microsoft.com/office/drawing/2014/main" id="{A4761F2A-228E-40B7-BD6D-33008FD6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934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2" name="object_26">
            <a:extLst xmlns:a="http://schemas.openxmlformats.org/drawingml/2006/main">
              <a:ext uri="{FF2B5EF4-FFF2-40B4-BE49-F238E27FC236}">
                <a16:creationId xmlns:a16="http://schemas.microsoft.com/office/drawing/2014/main" id="{D4C05AC3-FC97-4BBF-8D35-D57C54EC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8029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3" name="object_27">
            <a:extLst xmlns:a="http://schemas.openxmlformats.org/drawingml/2006/main">
              <a:ext uri="{FF2B5EF4-FFF2-40B4-BE49-F238E27FC236}">
                <a16:creationId xmlns:a16="http://schemas.microsoft.com/office/drawing/2014/main" id="{548BA244-13F8-4C6F-A181-8A818515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7715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4" name="object_28">
            <a:extLst xmlns:a="http://schemas.openxmlformats.org/drawingml/2006/main">
              <a:ext uri="{FF2B5EF4-FFF2-40B4-BE49-F238E27FC236}">
                <a16:creationId xmlns:a16="http://schemas.microsoft.com/office/drawing/2014/main" id="{E0E3B7DE-838B-4627-9270-F4208656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658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5" name="object_29">
            <a:extLst xmlns:a="http://schemas.openxmlformats.org/drawingml/2006/main">
              <a:ext uri="{FF2B5EF4-FFF2-40B4-BE49-F238E27FC236}">
                <a16:creationId xmlns:a16="http://schemas.microsoft.com/office/drawing/2014/main" id="{B04D5C68-013A-454C-A62A-D8B58C89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562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83653"/>
            </a:solidFill>
          </a:ln>
        </p:spPr>
      </p:sp>
      <p:sp>
        <p:nvSpPr>
          <p:cNvPr id="36" name="object_30">
            <a:extLst xmlns:a="http://schemas.openxmlformats.org/drawingml/2006/main">
              <a:ext uri="{FF2B5EF4-FFF2-40B4-BE49-F238E27FC236}">
                <a16:creationId xmlns:a16="http://schemas.microsoft.com/office/drawing/2014/main" id="{DCF70A6E-C344-420D-94E0-D88E39F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200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E3F4"/>
          </a:solidFill>
          <a:ln xmlns:a="http://schemas.openxmlformats.org/drawingml/2006/main" w="38100">
            <a:solidFill>
              <a:srgbClr val="2F659D"/>
            </a:solidFill>
          </a:ln>
        </p:spPr>
      </p:sp>
      <p:sp>
        <p:nvSpPr>
          <p:cNvPr id="37" name="path_31">
            <a:extLst xmlns:a="http://schemas.openxmlformats.org/drawingml/2006/main">
              <a:ext uri="{FF2B5EF4-FFF2-40B4-BE49-F238E27FC236}">
                <a16:creationId xmlns:a16="http://schemas.microsoft.com/office/drawing/2014/main" id="{9B04F872-A077-4A21-8EEF-C7093142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38" name="path_32">
            <a:extLst xmlns:a="http://schemas.openxmlformats.org/drawingml/2006/main">
              <a:ext uri="{FF2B5EF4-FFF2-40B4-BE49-F238E27FC236}">
                <a16:creationId xmlns:a16="http://schemas.microsoft.com/office/drawing/2014/main" id="{5D7B9A12-82B6-4A86-B68E-9DD209D0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39" name="path_33">
            <a:extLst xmlns:a="http://schemas.openxmlformats.org/drawingml/2006/main">
              <a:ext uri="{FF2B5EF4-FFF2-40B4-BE49-F238E27FC236}">
                <a16:creationId xmlns:a16="http://schemas.microsoft.com/office/drawing/2014/main" id="{A034917A-6B92-48F0-B6C1-C94E7ECF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0"/>
                </a:moveTo>
                <a:lnTo>
                  <a:pt x="28575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40" name="path_34">
            <a:extLst xmlns:a="http://schemas.openxmlformats.org/drawingml/2006/main">
              <a:ext uri="{FF2B5EF4-FFF2-40B4-BE49-F238E27FC236}">
                <a16:creationId xmlns:a16="http://schemas.microsoft.com/office/drawing/2014/main" id="{27AA09FE-E6A5-4063-A33F-A69E233B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24700"/>
            <a:ext cx="285750" cy="285750"/>
          </a:xfrm>
          <a:custGeom xmlns:a="http://schemas.openxmlformats.org/drawingml/2006/main">
            <a:pathLst>
              <a:path w="285750" h="285750">
                <a:moveTo>
                  <a:pt x="0" y="28575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41" name="object_35">
            <a:extLst xmlns:a="http://schemas.openxmlformats.org/drawingml/2006/main">
              <a:ext uri="{FF2B5EF4-FFF2-40B4-BE49-F238E27FC236}">
                <a16:creationId xmlns:a16="http://schemas.microsoft.com/office/drawing/2014/main" id="{8C477DE2-5626-40BD-A290-486FBE25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657975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2935"/>
          </a:solidFill>
          <a:ln xmlns:a="http://schemas.openxmlformats.org/drawingml/2006/main" w="9525">
            <a:solidFill>
              <a:srgbClr val="B52935"/>
            </a:solidFill>
          </a:ln>
        </p:spPr>
      </p:sp>
      <p:sp>
        <p:nvSpPr>
          <p:cNvPr id="42" name="B1">
            <a:extLst xmlns:a="http://schemas.openxmlformats.org/drawingml/2006/main">
              <a:ext uri="{FF2B5EF4-FFF2-40B4-BE49-F238E27FC236}">
                <a16:creationId xmlns:a16="http://schemas.microsoft.com/office/drawing/2014/main" id="{56D2D209-492A-4AB8-BFEE-192E4223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657975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43" name="object_36">
            <a:extLst xmlns:a="http://schemas.openxmlformats.org/drawingml/2006/main">
              <a:ext uri="{FF2B5EF4-FFF2-40B4-BE49-F238E27FC236}">
                <a16:creationId xmlns:a16="http://schemas.microsoft.com/office/drawing/2014/main" id="{8E55254E-CF42-4A0A-913C-49693F1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22860">
            <a:solidFill>
              <a:srgbClr val="B87229"/>
            </a:solidFill>
          </a:ln>
        </p:spPr>
      </p:sp>
      <p:sp>
        <p:nvSpPr>
          <p:cNvPr id="44" name="V">
            <a:extLst xmlns:a="http://schemas.openxmlformats.org/drawingml/2006/main">
              <a:ext uri="{FF2B5EF4-FFF2-40B4-BE49-F238E27FC236}">
                <a16:creationId xmlns:a16="http://schemas.microsoft.com/office/drawing/2014/main" id="{839967D6-9573-492E-B810-F504A91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768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5" name="V1">
            <a:extLst xmlns:a="http://schemas.openxmlformats.org/drawingml/2006/main">
              <a:ext uri="{FF2B5EF4-FFF2-40B4-BE49-F238E27FC236}">
                <a16:creationId xmlns:a16="http://schemas.microsoft.com/office/drawing/2014/main" id="{21313B82-C523-497A-BE8A-D194826B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0200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46" name="object_37">
            <a:extLst xmlns:a="http://schemas.openxmlformats.org/drawingml/2006/main">
              <a:ext uri="{FF2B5EF4-FFF2-40B4-BE49-F238E27FC236}">
                <a16:creationId xmlns:a16="http://schemas.microsoft.com/office/drawing/2014/main" id="{FF5CC1D8-6A52-4383-A2E7-CF46CA40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800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22860">
            <a:solidFill>
              <a:srgbClr val="B87229"/>
            </a:solidFill>
          </a:ln>
        </p:spPr>
      </p:sp>
      <p:sp>
        <p:nvSpPr>
          <p:cNvPr id="47" name="V">
            <a:extLst xmlns:a="http://schemas.openxmlformats.org/drawingml/2006/main">
              <a:ext uri="{FF2B5EF4-FFF2-40B4-BE49-F238E27FC236}">
                <a16:creationId xmlns:a16="http://schemas.microsoft.com/office/drawing/2014/main" id="{A0CF223A-9792-4CFB-A6B5-92BB8C4A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102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48" name="V2">
            <a:extLst xmlns:a="http://schemas.openxmlformats.org/drawingml/2006/main">
              <a:ext uri="{FF2B5EF4-FFF2-40B4-BE49-F238E27FC236}">
                <a16:creationId xmlns:a16="http://schemas.microsoft.com/office/drawing/2014/main" id="{052B1C54-B7BC-42B4-B553-10DC86FD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61436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V2</a:t>
            </a:r>
          </a:p>
        </p:txBody>
      </p:sp>
      <p:sp>
        <p:nvSpPr>
          <p:cNvPr id="49" name="object_38">
            <a:extLst xmlns:a="http://schemas.openxmlformats.org/drawingml/2006/main">
              <a:ext uri="{FF2B5EF4-FFF2-40B4-BE49-F238E27FC236}">
                <a16:creationId xmlns:a16="http://schemas.microsoft.com/office/drawing/2014/main" id="{597EEFDA-9A8E-4E25-A877-769A0105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91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22860">
            <a:solidFill>
              <a:srgbClr val="B87229"/>
            </a:solidFill>
          </a:ln>
        </p:spPr>
      </p:sp>
      <p:sp>
        <p:nvSpPr>
          <p:cNvPr id="50" name="V">
            <a:extLst xmlns:a="http://schemas.openxmlformats.org/drawingml/2006/main">
              <a:ext uri="{FF2B5EF4-FFF2-40B4-BE49-F238E27FC236}">
                <a16:creationId xmlns:a16="http://schemas.microsoft.com/office/drawing/2014/main" id="{5B5E0B11-71EA-4FF9-AFFB-49FEDE13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51" name="V3">
            <a:extLst xmlns:a="http://schemas.openxmlformats.org/drawingml/2006/main">
              <a:ext uri="{FF2B5EF4-FFF2-40B4-BE49-F238E27FC236}">
                <a16:creationId xmlns:a16="http://schemas.microsoft.com/office/drawing/2014/main" id="{F9FE749F-6D3D-46F3-8C4F-A4458766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33925"/>
            <a:ext cx="457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pic>
        <p:nvPicPr>
          <p:cNvPr id="2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a22d00bd64337"/>
          <a:stretch xmlns:a="http://schemas.openxmlformats.org/drawingml/2006/main"/>
        </p:blipFill>
        <p:spPr>
          <a:xfrm xmlns:a="http://schemas.openxmlformats.org/drawingml/2006/main">
            <a:off x="1362075" y="3325859"/>
            <a:ext cx="666750" cy="549183"/>
          </a:xfrm>
          <a:prstGeom xmlns:a="http://schemas.openxmlformats.org/drawingml/2006/main" prst="rect">
            <a:avLst/>
          </a:prstGeom>
        </p:spPr>
      </p:pic>
      <p:sp>
        <p:nvSpPr>
          <p:cNvPr id="53" name="Existing&#10;service">
            <a:extLst xmlns:a="http://schemas.openxmlformats.org/drawingml/2006/main">
              <a:ext uri="{FF2B5EF4-FFF2-40B4-BE49-F238E27FC236}">
                <a16:creationId xmlns:a16="http://schemas.microsoft.com/office/drawing/2014/main" id="{0F058BAE-81ED-412D-84F0-320F0CA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48978"/>
            <a:ext cx="123825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rPr>
              <a:t>Existing</a:t>
            </a:r>
          </a:p>
          <a:p xmlns:a="http://schemas.openxmlformats.org/drawingml/2006/main">
            <a:pPr algn="l">
              <a:def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77730"/>
                </a:solidFill>
                <a:latin typeface="Times New Roman"/>
                <a:ea typeface="Times New Roman"/>
                <a:cs typeface="Times New Roman"/>
              </a:rPr>
              <a:t>service</a:t>
            </a:r>
          </a:p>
        </p:txBody>
      </p:sp>
      <p:pic>
        <p:nvPicPr>
          <p:cNvPr id="2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45650ab5a4fa8"/>
          <a:stretch xmlns:a="http://schemas.openxmlformats.org/drawingml/2006/main"/>
        </p:blipFill>
        <p:spPr>
          <a:xfrm xmlns:a="http://schemas.openxmlformats.org/drawingml/2006/main">
            <a:off x="1685925" y="4544253"/>
            <a:ext cx="666750" cy="550793"/>
          </a:xfrm>
          <a:prstGeom xmlns:a="http://schemas.openxmlformats.org/drawingml/2006/main" prst="rect">
            <a:avLst/>
          </a:prstGeom>
        </p:spPr>
      </p:pic>
      <p:sp>
        <p:nvSpPr>
          <p:cNvPr id="55" name="Emergency&#10;mission">
            <a:extLst xmlns:a="http://schemas.openxmlformats.org/drawingml/2006/main">
              <a:ext uri="{FF2B5EF4-FFF2-40B4-BE49-F238E27FC236}">
                <a16:creationId xmlns:a16="http://schemas.microsoft.com/office/drawing/2014/main" id="{5D3F331E-3238-49A9-AD44-956A8A0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77703"/>
            <a:ext cx="13335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Emergency</a:t>
            </a:r>
          </a:p>
          <a:p xmlns:a="http://schemas.openxmlformats.org/drawingml/2006/main">
            <a:pPr algn="l">
              <a:def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mission</a:t>
            </a:r>
          </a:p>
        </p:txBody>
      </p:sp>
      <p:pic>
        <p:nvPicPr>
          <p:cNvPr id="2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7559de274481f"/>
          <a:stretch xmlns:a="http://schemas.openxmlformats.org/drawingml/2006/main"/>
        </p:blipFill>
        <p:spPr>
          <a:xfrm xmlns:a="http://schemas.openxmlformats.org/drawingml/2006/main">
            <a:off x="400050" y="7978126"/>
            <a:ext cx="381000" cy="541048"/>
          </a:xfrm>
          <a:prstGeom xmlns:a="http://schemas.openxmlformats.org/drawingml/2006/main" prst="rect">
            <a:avLst/>
          </a:prstGeom>
        </p:spPr>
      </p:pic>
      <p:sp>
        <p:nvSpPr>
          <p:cNvPr id="57" name="D1">
            <a:extLst xmlns:a="http://schemas.openxmlformats.org/drawingml/2006/main">
              <a:ext uri="{FF2B5EF4-FFF2-40B4-BE49-F238E27FC236}">
                <a16:creationId xmlns:a16="http://schemas.microsoft.com/office/drawing/2014/main" id="{541B4763-A763-4D6D-820A-422FB9EA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115300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06bfa32ee41a0"/>
          <a:stretch xmlns:a="http://schemas.openxmlformats.org/drawingml/2006/main"/>
        </p:blipFill>
        <p:spPr>
          <a:xfrm xmlns:a="http://schemas.openxmlformats.org/drawingml/2006/main">
            <a:off x="3876675" y="6233118"/>
            <a:ext cx="457200" cy="449664"/>
          </a:xfrm>
          <a:prstGeom xmlns:a="http://schemas.openxmlformats.org/drawingml/2006/main" prst="rect">
            <a:avLst/>
          </a:prstGeom>
        </p:spPr>
      </p:pic>
      <p:sp>
        <p:nvSpPr>
          <p:cNvPr id="59" name="H1">
            <a:extLst xmlns:a="http://schemas.openxmlformats.org/drawingml/2006/main">
              <a:ext uri="{FF2B5EF4-FFF2-40B4-BE49-F238E27FC236}">
                <a16:creationId xmlns:a16="http://schemas.microsoft.com/office/drawing/2014/main" id="{C574CB69-DA43-43C2-922B-380A2E9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6734175"/>
            <a:ext cx="514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0" name="Not to scale">
            <a:extLst xmlns:a="http://schemas.openxmlformats.org/drawingml/2006/main">
              <a:ext uri="{FF2B5EF4-FFF2-40B4-BE49-F238E27FC236}">
                <a16:creationId xmlns:a16="http://schemas.microsoft.com/office/drawing/2014/main" id="{E15B86BB-9C83-486B-B844-B3A1100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667875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D64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5D646A"/>
                </a:solidFill>
                <a:latin typeface="Times New Roman"/>
                <a:ea typeface="Times New Roman"/>
                <a:cs typeface="Times New Roman"/>
              </a:rPr>
              <a:t>Not to scale</a:t>
            </a:r>
          </a:p>
        </p:txBody>
      </p:sp>
      <p:sp>
        <p:nvSpPr>
          <p:cNvPr id="61" name="object_39">
            <a:extLst xmlns:a="http://schemas.openxmlformats.org/drawingml/2006/main">
              <a:ext uri="{FF2B5EF4-FFF2-40B4-BE49-F238E27FC236}">
                <a16:creationId xmlns:a16="http://schemas.microsoft.com/office/drawing/2014/main" id="{F725340C-22FC-4E50-8411-951B343F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239375"/>
            <a:ext cx="4248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AB0B8"/>
            </a:solidFill>
          </a:ln>
        </p:spPr>
      </p:sp>
      <p:sp>
        <p:nvSpPr>
          <p:cNvPr id="62" name="path_40">
            <a:extLst xmlns:a="http://schemas.openxmlformats.org/drawingml/2006/main">
              <a:ext uri="{FF2B5EF4-FFF2-40B4-BE49-F238E27FC236}">
                <a16:creationId xmlns:a16="http://schemas.microsoft.com/office/drawing/2014/main" id="{F4F70D18-4C2F-427F-9106-9B8D1E8E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391775"/>
            <a:ext cx="95" cy="2133600"/>
          </a:xfrm>
          <a:custGeom xmlns:a="http://schemas.openxmlformats.org/drawingml/2006/main">
            <a:pathLst>
              <a:path w="95"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C8CDD2"/>
            </a:solidFill>
            <a:prstDash val="solid"/>
          </a:ln>
        </p:spPr>
      </p:sp>
      <p:sp>
        <p:nvSpPr>
          <p:cNvPr id="63" name="path_41">
            <a:extLst xmlns:a="http://schemas.openxmlformats.org/drawingml/2006/main">
              <a:ext uri="{FF2B5EF4-FFF2-40B4-BE49-F238E27FC236}">
                <a16:creationId xmlns:a16="http://schemas.microsoft.com/office/drawing/2014/main" id="{B5459F7C-B971-43EB-9E7A-41D1BDA5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441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5ABB5"/>
            </a:solidFill>
            <a:prstDash val="solid"/>
          </a:ln>
        </p:spPr>
      </p:sp>
      <p:sp>
        <p:nvSpPr>
          <p:cNvPr id="64" name="Road network">
            <a:extLst xmlns:a="http://schemas.openxmlformats.org/drawingml/2006/main">
              <a:ext uri="{FF2B5EF4-FFF2-40B4-BE49-F238E27FC236}">
                <a16:creationId xmlns:a16="http://schemas.microsoft.com/office/drawing/2014/main" id="{8830FA38-0A07-4B77-8F85-DCD3ACDA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372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Road network</a:t>
            </a:r>
          </a:p>
        </p:txBody>
      </p:sp>
      <p:sp>
        <p:nvSpPr>
          <p:cNvPr id="65" name="path_42">
            <a:extLst xmlns:a="http://schemas.openxmlformats.org/drawingml/2006/main">
              <a:ext uri="{FF2B5EF4-FFF2-40B4-BE49-F238E27FC236}">
                <a16:creationId xmlns:a16="http://schemas.microsoft.com/office/drawing/2014/main" id="{3D702EA4-F0DB-465F-ACA1-DABC1192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8870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659D"/>
            </a:solidFill>
            <a:prstDash val="solid"/>
          </a:ln>
        </p:spPr>
      </p:sp>
      <p:sp>
        <p:nvSpPr>
          <p:cNvPr id="66" name="Baseline route">
            <a:extLst xmlns:a="http://schemas.openxmlformats.org/drawingml/2006/main">
              <a:ext uri="{FF2B5EF4-FFF2-40B4-BE49-F238E27FC236}">
                <a16:creationId xmlns:a16="http://schemas.microsoft.com/office/drawing/2014/main" id="{EDAEBD5F-949F-4CBF-A7BC-C5365606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715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Baseline route</a:t>
            </a:r>
          </a:p>
        </p:txBody>
      </p:sp>
      <p:sp>
        <p:nvSpPr>
          <p:cNvPr id="67" name="path_43">
            <a:extLst xmlns:a="http://schemas.openxmlformats.org/drawingml/2006/main">
              <a:ext uri="{FF2B5EF4-FFF2-40B4-BE49-F238E27FC236}">
                <a16:creationId xmlns:a16="http://schemas.microsoft.com/office/drawing/2014/main" id="{4E38AFE4-0C10-4086-B8F1-69F70D43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2299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F659D"/>
            </a:solidFill>
            <a:prstDash val="dash"/>
          </a:ln>
        </p:spPr>
      </p:sp>
      <p:sp>
        <p:nvSpPr>
          <p:cNvPr id="68" name="Detour route">
            <a:extLst xmlns:a="http://schemas.openxmlformats.org/drawingml/2006/main">
              <a:ext uri="{FF2B5EF4-FFF2-40B4-BE49-F238E27FC236}">
                <a16:creationId xmlns:a16="http://schemas.microsoft.com/office/drawing/2014/main" id="{6577FB45-AB0E-4D02-AA66-965E9361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0585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Detour route</a:t>
            </a:r>
          </a:p>
        </p:txBody>
      </p:sp>
      <p:sp>
        <p:nvSpPr>
          <p:cNvPr id="69" name="path_44">
            <a:extLst xmlns:a="http://schemas.openxmlformats.org/drawingml/2006/main">
              <a:ext uri="{FF2B5EF4-FFF2-40B4-BE49-F238E27FC236}">
                <a16:creationId xmlns:a16="http://schemas.microsoft.com/office/drawing/2014/main" id="{769F2117-77B5-43CA-980F-9BFEC897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5728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78A3A"/>
            </a:solidFill>
            <a:prstDash val="dash"/>
          </a:ln>
        </p:spPr>
      </p:sp>
      <p:sp>
        <p:nvSpPr>
          <p:cNvPr id="70" name="Low-altitude route">
            <a:extLst xmlns:a="http://schemas.openxmlformats.org/drawingml/2006/main">
              <a:ext uri="{FF2B5EF4-FFF2-40B4-BE49-F238E27FC236}">
                <a16:creationId xmlns:a16="http://schemas.microsoft.com/office/drawing/2014/main" id="{7009DFB9-CC1E-4819-9310-C5894817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4014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3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Low-altitude route</a:t>
            </a:r>
          </a:p>
        </p:txBody>
      </p:sp>
      <p:sp>
        <p:nvSpPr>
          <p:cNvPr id="71" name="(eVTOL/UAV)">
            <a:extLst xmlns:a="http://schemas.openxmlformats.org/drawingml/2006/main">
              <a:ext uri="{FF2B5EF4-FFF2-40B4-BE49-F238E27FC236}">
                <a16:creationId xmlns:a16="http://schemas.microsoft.com/office/drawing/2014/main" id="{246438D6-9B19-462C-8041-6DC7CB65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744325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(eVTOL/UAV)</a:t>
            </a:r>
          </a:p>
        </p:txBody>
      </p:sp>
      <p:sp>
        <p:nvSpPr>
          <p:cNvPr id="72" name="path_45">
            <a:extLst xmlns:a="http://schemas.openxmlformats.org/drawingml/2006/main">
              <a:ext uri="{FF2B5EF4-FFF2-40B4-BE49-F238E27FC236}">
                <a16:creationId xmlns:a16="http://schemas.microsoft.com/office/drawing/2014/main" id="{8B6B60FA-C325-438D-98CB-357755CC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73" name="path_46">
            <a:extLst xmlns:a="http://schemas.openxmlformats.org/drawingml/2006/main">
              <a:ext uri="{FF2B5EF4-FFF2-40B4-BE49-F238E27FC236}">
                <a16:creationId xmlns:a16="http://schemas.microsoft.com/office/drawing/2014/main" id="{ADC53C48-A94D-46DF-BE69-E1D051F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74" name="path_47">
            <a:extLst xmlns:a="http://schemas.openxmlformats.org/drawingml/2006/main">
              <a:ext uri="{FF2B5EF4-FFF2-40B4-BE49-F238E27FC236}">
                <a16:creationId xmlns:a16="http://schemas.microsoft.com/office/drawing/2014/main" id="{2E4C92A8-16D7-4380-BACB-A0D3DD40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75" name="path_48">
            <a:extLst xmlns:a="http://schemas.openxmlformats.org/drawingml/2006/main">
              <a:ext uri="{FF2B5EF4-FFF2-40B4-BE49-F238E27FC236}">
                <a16:creationId xmlns:a16="http://schemas.microsoft.com/office/drawing/2014/main" id="{CB5F424E-EDD9-4E20-8077-D8782F85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22860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76" name="Disrupted link">
            <a:extLst xmlns:a="http://schemas.openxmlformats.org/drawingml/2006/main">
              <a:ext uri="{FF2B5EF4-FFF2-40B4-BE49-F238E27FC236}">
                <a16:creationId xmlns:a16="http://schemas.microsoft.com/office/drawing/2014/main" id="{20109371-B1E3-47D5-9EA1-0438C32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777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Disrupted link</a:t>
            </a:r>
          </a:p>
        </p:txBody>
      </p:sp>
      <p:sp>
        <p:nvSpPr>
          <p:cNvPr id="77" name="D1">
            <a:extLst xmlns:a="http://schemas.openxmlformats.org/drawingml/2006/main">
              <a:ext uri="{FF2B5EF4-FFF2-40B4-BE49-F238E27FC236}">
                <a16:creationId xmlns:a16="http://schemas.microsoft.com/office/drawing/2014/main" id="{C5F9BF99-9F7F-42F4-86CD-A5DCAAFD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3822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78" name="Logistics">
            <a:extLst xmlns:a="http://schemas.openxmlformats.org/drawingml/2006/main">
              <a:ext uri="{FF2B5EF4-FFF2-40B4-BE49-F238E27FC236}">
                <a16:creationId xmlns:a16="http://schemas.microsoft.com/office/drawing/2014/main" id="{6017D7BD-B76C-4387-9347-66A810A3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38225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Logistics</a:t>
            </a:r>
          </a:p>
        </p:txBody>
      </p:sp>
      <p:sp>
        <p:nvSpPr>
          <p:cNvPr id="79" name="H1">
            <a:extLst xmlns:a="http://schemas.openxmlformats.org/drawingml/2006/main">
              <a:ext uri="{FF2B5EF4-FFF2-40B4-BE49-F238E27FC236}">
                <a16:creationId xmlns:a16="http://schemas.microsoft.com/office/drawing/2014/main" id="{A219C47F-4C4F-408B-9670-02F8582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0744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80" name="Hospital">
            <a:extLst xmlns:a="http://schemas.openxmlformats.org/drawingml/2006/main">
              <a:ext uri="{FF2B5EF4-FFF2-40B4-BE49-F238E27FC236}">
                <a16:creationId xmlns:a16="http://schemas.microsoft.com/office/drawing/2014/main" id="{998CE663-282B-4C09-B1F4-0961831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744200"/>
            <a:ext cx="1114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Hospital</a:t>
            </a:r>
          </a:p>
        </p:txBody>
      </p:sp>
      <p:sp>
        <p:nvSpPr>
          <p:cNvPr id="81" name="object_49">
            <a:extLst xmlns:a="http://schemas.openxmlformats.org/drawingml/2006/main">
              <a:ext uri="{FF2B5EF4-FFF2-40B4-BE49-F238E27FC236}">
                <a16:creationId xmlns:a16="http://schemas.microsoft.com/office/drawing/2014/main" id="{DE9BBFEB-B4C8-44D0-9113-E6E90E7A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125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E45"/>
          </a:solidFill>
          <a:ln xmlns:a="http://schemas.openxmlformats.org/drawingml/2006/main" w="19050">
            <a:solidFill>
              <a:srgbClr val="B87229"/>
            </a:solidFill>
          </a:ln>
        </p:spPr>
      </p:sp>
      <p:sp>
        <p:nvSpPr>
          <p:cNvPr id="82" name="V">
            <a:extLst xmlns:a="http://schemas.openxmlformats.org/drawingml/2006/main">
              <a:ext uri="{FF2B5EF4-FFF2-40B4-BE49-F238E27FC236}">
                <a16:creationId xmlns:a16="http://schemas.microsoft.com/office/drawing/2014/main" id="{FACBDAE7-9C0E-433E-AE22-E65496D9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1134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83" name="Vertiport">
            <a:extLst xmlns:a="http://schemas.openxmlformats.org/drawingml/2006/main">
              <a:ext uri="{FF2B5EF4-FFF2-40B4-BE49-F238E27FC236}">
                <a16:creationId xmlns:a16="http://schemas.microsoft.com/office/drawing/2014/main" id="{11567D91-1EB7-4DF8-AB17-5D3B7453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115675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Vertiport</a:t>
            </a:r>
          </a:p>
        </p:txBody>
      </p:sp>
      <p:pic>
        <p:nvPicPr>
          <p:cNvPr id="3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b28cd3ee2435c"/>
          <a:stretch xmlns:a="http://schemas.openxmlformats.org/drawingml/2006/main"/>
        </p:blipFill>
        <p:spPr>
          <a:xfrm xmlns:a="http://schemas.openxmlformats.org/drawingml/2006/main">
            <a:off x="2727586" y="11620500"/>
            <a:ext cx="393179" cy="323850"/>
          </a:xfrm>
          <a:prstGeom xmlns:a="http://schemas.openxmlformats.org/drawingml/2006/main" prst="rect">
            <a:avLst/>
          </a:prstGeom>
        </p:spPr>
      </p:pic>
      <p:sp>
        <p:nvSpPr>
          <p:cNvPr id="85" name="Existing">
            <a:extLst xmlns:a="http://schemas.openxmlformats.org/drawingml/2006/main">
              <a:ext uri="{FF2B5EF4-FFF2-40B4-BE49-F238E27FC236}">
                <a16:creationId xmlns:a16="http://schemas.microsoft.com/office/drawing/2014/main" id="{626DD78A-9051-4326-8309-6924C7FF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601450"/>
            <a:ext cx="1114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Existing</a:t>
            </a:r>
          </a:p>
        </p:txBody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4557595d645c8"/>
          <a:stretch xmlns:a="http://schemas.openxmlformats.org/drawingml/2006/main"/>
        </p:blipFill>
        <p:spPr>
          <a:xfrm xmlns:a="http://schemas.openxmlformats.org/drawingml/2006/main">
            <a:off x="2728161" y="12077700"/>
            <a:ext cx="392029" cy="323850"/>
          </a:xfrm>
          <a:prstGeom xmlns:a="http://schemas.openxmlformats.org/drawingml/2006/main" prst="rect">
            <a:avLst/>
          </a:prstGeom>
        </p:spPr>
      </p:pic>
      <p:sp>
        <p:nvSpPr>
          <p:cNvPr id="87" name="Emergency">
            <a:extLst xmlns:a="http://schemas.openxmlformats.org/drawingml/2006/main">
              <a:ext uri="{FF2B5EF4-FFF2-40B4-BE49-F238E27FC236}">
                <a16:creationId xmlns:a16="http://schemas.microsoft.com/office/drawing/2014/main" id="{203BDDFF-3B8B-4597-B25F-AE09264E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2058650"/>
            <a:ext cx="1209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Emergency</a:t>
            </a:r>
          </a:p>
        </p:txBody>
      </p:sp>
      <p:sp>
        <p:nvSpPr>
          <p:cNvPr id="88" name="object_50">
            <a:extLst xmlns:a="http://schemas.openxmlformats.org/drawingml/2006/main">
              <a:ext uri="{FF2B5EF4-FFF2-40B4-BE49-F238E27FC236}">
                <a16:creationId xmlns:a16="http://schemas.microsoft.com/office/drawing/2014/main" id="{795A0C30-3E5F-4525-9894-D66BAC3A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81175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57638f3f64ff0"/>
          <a:stretch xmlns:a="http://schemas.openxmlformats.org/drawingml/2006/main"/>
        </p:blipFill>
        <p:spPr>
          <a:xfrm xmlns:a="http://schemas.openxmlformats.org/drawingml/2006/main">
            <a:off x="5229225" y="1608505"/>
            <a:ext cx="1514475" cy="1335939"/>
          </a:xfrm>
          <a:prstGeom xmlns:a="http://schemas.openxmlformats.org/drawingml/2006/main" prst="rect">
            <a:avLst/>
          </a:prstGeom>
        </p:spPr>
      </p:pic>
      <p:sp>
        <p:nvSpPr>
          <p:cNvPr id="90" name="Global state">
            <a:extLst xmlns:a="http://schemas.openxmlformats.org/drawingml/2006/main">
              <a:ext uri="{FF2B5EF4-FFF2-40B4-BE49-F238E27FC236}">
                <a16:creationId xmlns:a16="http://schemas.microsoft.com/office/drawing/2014/main" id="{AEDB1EAB-0019-4A9A-AED6-64BE706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1452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Global state</a:t>
            </a:r>
          </a:p>
        </p:txBody>
      </p:sp>
      <p:sp>
        <p:nvSpPr>
          <p:cNvPr id="91" name="object_51">
            <a:extLst xmlns:a="http://schemas.openxmlformats.org/drawingml/2006/main">
              <a:ext uri="{FF2B5EF4-FFF2-40B4-BE49-F238E27FC236}">
                <a16:creationId xmlns:a16="http://schemas.microsoft.com/office/drawing/2014/main" id="{CF662B38-E008-4342-BAC8-E56AFB76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28383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object_52">
            <a:extLst xmlns:a="http://schemas.openxmlformats.org/drawingml/2006/main">
              <a:ext uri="{FF2B5EF4-FFF2-40B4-BE49-F238E27FC236}">
                <a16:creationId xmlns:a16="http://schemas.microsoft.com/office/drawing/2014/main" id="{726D560A-3DBF-4088-93EF-792A57A0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32193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91" idx="6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H="1">
            <a:off x="6981730" y="2838451"/>
            <a:ext cx="191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94" name="object_53">
            <a:extLst xmlns:a="http://schemas.openxmlformats.org/drawingml/2006/main">
              <a:ext uri="{FF2B5EF4-FFF2-40B4-BE49-F238E27FC236}">
                <a16:creationId xmlns:a16="http://schemas.microsoft.com/office/drawing/2014/main" id="{2CD0B2B0-680C-49A3-B269-68916EC7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4700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d2ad0906d40e3"/>
          <a:stretch xmlns:a="http://schemas.openxmlformats.org/drawingml/2006/main"/>
        </p:blipFill>
        <p:spPr>
          <a:xfrm xmlns:a="http://schemas.openxmlformats.org/drawingml/2006/main">
            <a:off x="5346767" y="3124200"/>
            <a:ext cx="1279392" cy="1371600"/>
          </a:xfrm>
          <a:prstGeom xmlns:a="http://schemas.openxmlformats.org/drawingml/2006/main" prst="rect">
            <a:avLst/>
          </a:prstGeom>
        </p:spPr>
      </p:pic>
      <p:sp>
        <p:nvSpPr>
          <p:cNvPr id="96" name="Candidate&#10;generator">
            <a:extLst xmlns:a="http://schemas.openxmlformats.org/drawingml/2006/main">
              <a:ext uri="{FF2B5EF4-FFF2-40B4-BE49-F238E27FC236}">
                <a16:creationId xmlns:a16="http://schemas.microsoft.com/office/drawing/2014/main" id="{27F42988-A3C1-4C64-9DA1-2FA1710C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49948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Candidate</a:t>
            </a:r>
          </a:p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sp>
        <p:nvSpPr>
          <p:cNvPr id="97" name="object_54">
            <a:extLst xmlns:a="http://schemas.openxmlformats.org/drawingml/2006/main">
              <a:ext uri="{FF2B5EF4-FFF2-40B4-BE49-F238E27FC236}">
                <a16:creationId xmlns:a16="http://schemas.microsoft.com/office/drawing/2014/main" id="{E0394978-C944-4511-8CB1-B7C54385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43718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object_55">
            <a:extLst xmlns:a="http://schemas.openxmlformats.org/drawingml/2006/main">
              <a:ext uri="{FF2B5EF4-FFF2-40B4-BE49-F238E27FC236}">
                <a16:creationId xmlns:a16="http://schemas.microsoft.com/office/drawing/2014/main" id="{F126B064-8F99-4606-BFA8-56FF65AB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475288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97" idx="6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H="1">
            <a:off x="6981730" y="4371976"/>
            <a:ext cx="191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00" name="object_56">
            <a:extLst xmlns:a="http://schemas.openxmlformats.org/drawingml/2006/main">
              <a:ext uri="{FF2B5EF4-FFF2-40B4-BE49-F238E27FC236}">
                <a16:creationId xmlns:a16="http://schemas.microsoft.com/office/drawing/2014/main" id="{783C8C83-B440-43C5-8BDD-915DF68D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48225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sp>
        <p:nvSpPr>
          <p:cNvPr id="101" name="object_57">
            <a:extLst xmlns:a="http://schemas.openxmlformats.org/drawingml/2006/main">
              <a:ext uri="{FF2B5EF4-FFF2-40B4-BE49-F238E27FC236}">
                <a16:creationId xmlns:a16="http://schemas.microsoft.com/office/drawing/2014/main" id="{809E2594-FBE7-4910-9D48-755D3D60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24400"/>
            <a:ext cx="32766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sp>
        <p:nvSpPr>
          <p:cNvPr id="102" name="Candidate interface">
            <a:extLst xmlns:a="http://schemas.openxmlformats.org/drawingml/2006/main">
              <a:ext uri="{FF2B5EF4-FFF2-40B4-BE49-F238E27FC236}">
                <a16:creationId xmlns:a16="http://schemas.microsoft.com/office/drawing/2014/main" id="{D7555289-1876-4432-BF39-0CC472FB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762500"/>
            <a:ext cx="309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Candidate interface</a:t>
            </a:r>
          </a:p>
        </p:txBody>
      </p:sp>
      <p:sp>
        <p:nvSpPr>
          <p:cNvPr id="103" name="Mode">
            <a:extLst xmlns:a="http://schemas.openxmlformats.org/drawingml/2006/main">
              <a:ext uri="{FF2B5EF4-FFF2-40B4-BE49-F238E27FC236}">
                <a16:creationId xmlns:a16="http://schemas.microsoft.com/office/drawing/2014/main" id="{9124F666-9BB3-4439-B576-39F377C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Mode</a:t>
            </a:r>
          </a:p>
        </p:txBody>
      </p:sp>
      <p:sp>
        <p:nvSpPr>
          <p:cNvPr id="104" name="ETA s">
            <a:extLst xmlns:a="http://schemas.openxmlformats.org/drawingml/2006/main">
              <a:ext uri="{FF2B5EF4-FFF2-40B4-BE49-F238E27FC236}">
                <a16:creationId xmlns:a16="http://schemas.microsoft.com/office/drawing/2014/main" id="{5A5EDC7B-6F21-4EE2-B4BA-4BB3ED6E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ETA s</a:t>
            </a:r>
          </a:p>
        </p:txBody>
      </p:sp>
      <p:sp>
        <p:nvSpPr>
          <p:cNvPr id="105" name="Margin">
            <a:extLst xmlns:a="http://schemas.openxmlformats.org/drawingml/2006/main">
              <a:ext uri="{FF2B5EF4-FFF2-40B4-BE49-F238E27FC236}">
                <a16:creationId xmlns:a16="http://schemas.microsoft.com/office/drawing/2014/main" id="{46D1503F-4641-4798-AE04-273D7EA9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10540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Margin</a:t>
            </a:r>
          </a:p>
        </p:txBody>
      </p:sp>
      <p:sp>
        <p:nvSpPr>
          <p:cNvPr id="106" name="Loss">
            <a:extLst xmlns:a="http://schemas.openxmlformats.org/drawingml/2006/main">
              <a:ext uri="{FF2B5EF4-FFF2-40B4-BE49-F238E27FC236}">
                <a16:creationId xmlns:a16="http://schemas.microsoft.com/office/drawing/2014/main" id="{2A451424-4820-4B9F-BD3C-54EE8A3E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1054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Loss</a:t>
            </a:r>
          </a:p>
        </p:txBody>
      </p:sp>
      <p:sp>
        <p:nvSpPr>
          <p:cNvPr id="107" name="Gnd">
            <a:extLst xmlns:a="http://schemas.openxmlformats.org/drawingml/2006/main">
              <a:ext uri="{FF2B5EF4-FFF2-40B4-BE49-F238E27FC236}">
                <a16:creationId xmlns:a16="http://schemas.microsoft.com/office/drawing/2014/main" id="{8B23F53F-A06B-417D-80E3-E18C5918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721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Gnd</a:t>
            </a:r>
          </a:p>
        </p:txBody>
      </p:sp>
      <p:sp>
        <p:nvSpPr>
          <p:cNvPr id="108" name="228.6">
            <a:extLst xmlns:a="http://schemas.openxmlformats.org/drawingml/2006/main">
              <a:ext uri="{FF2B5EF4-FFF2-40B4-BE49-F238E27FC236}">
                <a16:creationId xmlns:a16="http://schemas.microsoft.com/office/drawing/2014/main" id="{E8ECEF00-C1B1-45EA-991A-72E34C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721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228.6</a:t>
            </a:r>
          </a:p>
        </p:txBody>
      </p:sp>
      <p:sp>
        <p:nvSpPr>
          <p:cNvPr id="109" name="+71.4">
            <a:extLst xmlns:a="http://schemas.openxmlformats.org/drawingml/2006/main">
              <a:ext uri="{FF2B5EF4-FFF2-40B4-BE49-F238E27FC236}">
                <a16:creationId xmlns:a16="http://schemas.microsoft.com/office/drawing/2014/main" id="{E8AC01A9-3997-4873-8F35-DCBF099D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37210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+71.4</a:t>
            </a:r>
          </a:p>
        </p:txBody>
      </p:sp>
      <p:sp>
        <p:nvSpPr>
          <p:cNvPr id="110" name="0">
            <a:extLst xmlns:a="http://schemas.openxmlformats.org/drawingml/2006/main">
              <a:ext uri="{FF2B5EF4-FFF2-40B4-BE49-F238E27FC236}">
                <a16:creationId xmlns:a16="http://schemas.microsoft.com/office/drawing/2014/main" id="{4EFA1D5B-29A2-4730-826F-C599AE5E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721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11" name="Air">
            <a:extLst xmlns:a="http://schemas.openxmlformats.org/drawingml/2006/main">
              <a:ext uri="{FF2B5EF4-FFF2-40B4-BE49-F238E27FC236}">
                <a16:creationId xmlns:a16="http://schemas.microsoft.com/office/drawing/2014/main" id="{F06E5657-7886-446D-9CD1-731B9D45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388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</a:t>
            </a:r>
          </a:p>
        </p:txBody>
      </p:sp>
      <p:sp>
        <p:nvSpPr>
          <p:cNvPr id="112" name="212.8">
            <a:extLst xmlns:a="http://schemas.openxmlformats.org/drawingml/2006/main">
              <a:ext uri="{FF2B5EF4-FFF2-40B4-BE49-F238E27FC236}">
                <a16:creationId xmlns:a16="http://schemas.microsoft.com/office/drawing/2014/main" id="{3525BCFC-799B-4BFE-80E8-9A5B2168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388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212.8</a:t>
            </a:r>
          </a:p>
        </p:txBody>
      </p:sp>
      <p:sp>
        <p:nvSpPr>
          <p:cNvPr id="113" name="+87.2">
            <a:extLst xmlns:a="http://schemas.openxmlformats.org/drawingml/2006/main">
              <a:ext uri="{FF2B5EF4-FFF2-40B4-BE49-F238E27FC236}">
                <a16:creationId xmlns:a16="http://schemas.microsoft.com/office/drawing/2014/main" id="{4ABCE4DF-E6AE-439C-B41F-0A9357AA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638800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+87.2</a:t>
            </a:r>
          </a:p>
        </p:txBody>
      </p:sp>
      <p:sp>
        <p:nvSpPr>
          <p:cNvPr id="114" name="1">
            <a:extLst xmlns:a="http://schemas.openxmlformats.org/drawingml/2006/main">
              <a:ext uri="{FF2B5EF4-FFF2-40B4-BE49-F238E27FC236}">
                <a16:creationId xmlns:a16="http://schemas.microsoft.com/office/drawing/2014/main" id="{738609DA-00A4-4812-929B-FDE2839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38800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15" name="Both legal; air preempts M-L-002">
            <a:extLst xmlns:a="http://schemas.openxmlformats.org/drawingml/2006/main">
              <a:ext uri="{FF2B5EF4-FFF2-40B4-BE49-F238E27FC236}">
                <a16:creationId xmlns:a16="http://schemas.microsoft.com/office/drawing/2014/main" id="{8868B3C5-4B2A-4F6B-BCB1-AA3AE540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76925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Both legal; air preempts M-L-002</a:t>
            </a:r>
          </a:p>
        </p:txBody>
      </p:sp>
      <p:sp>
        <p:nvSpPr>
          <p:cNvPr id="116" name="object_58">
            <a:extLst xmlns:a="http://schemas.openxmlformats.org/drawingml/2006/main">
              <a:ext uri="{FF2B5EF4-FFF2-40B4-BE49-F238E27FC236}">
                <a16:creationId xmlns:a16="http://schemas.microsoft.com/office/drawing/2014/main" id="{013DEDF2-D7BE-4DDD-9FFC-581933A6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62292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object_59">
            <a:extLst xmlns:a="http://schemas.openxmlformats.org/drawingml/2006/main">
              <a:ext uri="{FF2B5EF4-FFF2-40B4-BE49-F238E27FC236}">
                <a16:creationId xmlns:a16="http://schemas.microsoft.com/office/drawing/2014/main" id="{29A8FB9D-AD2F-42E8-883B-6F666FED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63816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4" name=""/>
          <p:cNvCxnSpPr>
            <a:stCxn xmlns:a="http://schemas.openxmlformats.org/drawingml/2006/main" id="116" idx="6"/>
            <a:endCxn xmlns:a="http://schemas.openxmlformats.org/drawingml/2006/main" id="117" idx="2"/>
          </p:cNvCxnSpPr>
          <p:nvPr/>
        </p:nvCxnSpPr>
        <p:spPr>
          <a:xfrm xmlns:a="http://schemas.openxmlformats.org/drawingml/2006/main" flipH="1">
            <a:off x="6981730" y="6229350"/>
            <a:ext cx="191" cy="152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19" name="object_60">
            <a:extLst xmlns:a="http://schemas.openxmlformats.org/drawingml/2006/main">
              <a:ext uri="{FF2B5EF4-FFF2-40B4-BE49-F238E27FC236}">
                <a16:creationId xmlns:a16="http://schemas.microsoft.com/office/drawing/2014/main" id="{30F0502F-8074-4FE5-843A-EF462D5F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477000"/>
            <a:ext cx="24765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5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65c8e4ffe44b7"/>
          <a:stretch xmlns:a="http://schemas.openxmlformats.org/drawingml/2006/main"/>
        </p:blipFill>
        <p:spPr>
          <a:xfrm xmlns:a="http://schemas.openxmlformats.org/drawingml/2006/main">
            <a:off x="5357813" y="6286500"/>
            <a:ext cx="1257300" cy="1143000"/>
          </a:xfrm>
          <a:prstGeom xmlns:a="http://schemas.openxmlformats.org/drawingml/2006/main" prst="rect">
            <a:avLst/>
          </a:prstGeom>
        </p:spPr>
      </p:pic>
      <p:sp>
        <p:nvSpPr>
          <p:cNvPr id="121" name="Supervisor&#10;policy">
            <a:extLst xmlns:a="http://schemas.openxmlformats.org/drawingml/2006/main">
              <a:ext uri="{FF2B5EF4-FFF2-40B4-BE49-F238E27FC236}">
                <a16:creationId xmlns:a16="http://schemas.microsoft.com/office/drawing/2014/main" id="{4AF5D4FE-5802-4CD7-B76F-4B5008AF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600825"/>
            <a:ext cx="14954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Supervisor</a:t>
            </a:r>
          </a:p>
          <a:p xmlns:a="http://schemas.openxmlformats.org/drawingml/2006/main">
            <a:pPr algn="l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sp>
        <p:nvSpPr>
          <p:cNvPr id="122" name="object_61">
            <a:extLst xmlns:a="http://schemas.openxmlformats.org/drawingml/2006/main">
              <a:ext uri="{FF2B5EF4-FFF2-40B4-BE49-F238E27FC236}">
                <a16:creationId xmlns:a16="http://schemas.microsoft.com/office/drawing/2014/main" id="{72A4EEEF-8B8E-4868-9089-827BF5BF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83152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object_62">
            <a:extLst xmlns:a="http://schemas.openxmlformats.org/drawingml/2006/main">
              <a:ext uri="{FF2B5EF4-FFF2-40B4-BE49-F238E27FC236}">
                <a16:creationId xmlns:a16="http://schemas.microsoft.com/office/drawing/2014/main" id="{2E24F9BD-B986-4435-98F4-2650E3CE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84200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0" name=""/>
          <p:cNvCxnSpPr>
            <a:stCxn xmlns:a="http://schemas.openxmlformats.org/drawingml/2006/main" id="122" idx="6"/>
            <a:endCxn xmlns:a="http://schemas.openxmlformats.org/drawingml/2006/main" id="123" idx="2"/>
          </p:cNvCxnSpPr>
          <p:nvPr/>
        </p:nvCxnSpPr>
        <p:spPr>
          <a:xfrm xmlns:a="http://schemas.openxmlformats.org/drawingml/2006/main" flipH="1">
            <a:off x="6981730" y="8315325"/>
            <a:ext cx="191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25" name="object_63">
            <a:extLst xmlns:a="http://schemas.openxmlformats.org/drawingml/2006/main">
              <a:ext uri="{FF2B5EF4-FFF2-40B4-BE49-F238E27FC236}">
                <a16:creationId xmlns:a16="http://schemas.microsoft.com/office/drawing/2014/main" id="{E8EEC531-154E-4A32-A396-2597A597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515350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9bc28ba5541f1"/>
          <a:stretch xmlns:a="http://schemas.openxmlformats.org/drawingml/2006/main"/>
        </p:blipFill>
        <p:spPr>
          <a:xfrm xmlns:a="http://schemas.openxmlformats.org/drawingml/2006/main">
            <a:off x="5229225" y="8338602"/>
            <a:ext cx="1514475" cy="1344097"/>
          </a:xfrm>
          <a:prstGeom xmlns:a="http://schemas.openxmlformats.org/drawingml/2006/main" prst="rect">
            <a:avLst/>
          </a:prstGeom>
        </p:spPr>
      </p:pic>
      <p:sp>
        <p:nvSpPr>
          <p:cNvPr id="127" name="Safety &amp;&#10;feasibility">
            <a:extLst xmlns:a="http://schemas.openxmlformats.org/drawingml/2006/main">
              <a:ext uri="{FF2B5EF4-FFF2-40B4-BE49-F238E27FC236}">
                <a16:creationId xmlns:a16="http://schemas.microsoft.com/office/drawing/2014/main" id="{C819F86E-3ED2-4646-84E4-8E1B1DE4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8658225"/>
            <a:ext cx="116776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Safety &amp;</a:t>
            </a:r>
          </a:p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</p:txBody>
      </p:sp>
      <p:sp>
        <p:nvSpPr>
          <p:cNvPr id="128" name="object_64">
            <a:extLst xmlns:a="http://schemas.openxmlformats.org/drawingml/2006/main">
              <a:ext uri="{FF2B5EF4-FFF2-40B4-BE49-F238E27FC236}">
                <a16:creationId xmlns:a16="http://schemas.microsoft.com/office/drawing/2014/main" id="{D638CE39-31CC-4AD6-A7BD-DCBB88E4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95725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object_65">
            <a:extLst xmlns:a="http://schemas.openxmlformats.org/drawingml/2006/main">
              <a:ext uri="{FF2B5EF4-FFF2-40B4-BE49-F238E27FC236}">
                <a16:creationId xmlns:a16="http://schemas.microsoft.com/office/drawing/2014/main" id="{156E481D-504B-407A-832F-E16AFFF6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100964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128" idx="6"/>
            <a:endCxn xmlns:a="http://schemas.openxmlformats.org/drawingml/2006/main" id="129" idx="2"/>
          </p:cNvCxnSpPr>
          <p:nvPr/>
        </p:nvCxnSpPr>
        <p:spPr>
          <a:xfrm xmlns:a="http://schemas.openxmlformats.org/drawingml/2006/main" flipH="1">
            <a:off x="6981730" y="9572626"/>
            <a:ext cx="191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31" name="object_66">
            <a:extLst xmlns:a="http://schemas.openxmlformats.org/drawingml/2006/main">
              <a:ext uri="{FF2B5EF4-FFF2-40B4-BE49-F238E27FC236}">
                <a16:creationId xmlns:a16="http://schemas.microsoft.com/office/drawing/2014/main" id="{4347F08E-CDEC-4DA8-9801-DA8DFA11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0191750"/>
            <a:ext cx="2476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7e521ecf14818"/>
          <a:stretch xmlns:a="http://schemas.openxmlformats.org/drawingml/2006/main"/>
        </p:blipFill>
        <p:spPr>
          <a:xfrm xmlns:a="http://schemas.openxmlformats.org/drawingml/2006/main">
            <a:off x="5367299" y="10001250"/>
            <a:ext cx="1238327" cy="1371600"/>
          </a:xfrm>
          <a:prstGeom xmlns:a="http://schemas.openxmlformats.org/drawingml/2006/main" prst="rect">
            <a:avLst/>
          </a:prstGeom>
        </p:spPr>
      </p:pic>
      <p:sp>
        <p:nvSpPr>
          <p:cNvPr id="133" name="Executor">
            <a:extLst xmlns:a="http://schemas.openxmlformats.org/drawingml/2006/main">
              <a:ext uri="{FF2B5EF4-FFF2-40B4-BE49-F238E27FC236}">
                <a16:creationId xmlns:a16="http://schemas.microsoft.com/office/drawing/2014/main" id="{A5D0A6A4-91BB-4273-9E39-CD7CDCE9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0339388"/>
            <a:ext cx="116395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Executor</a:t>
            </a:r>
          </a:p>
        </p:txBody>
      </p:sp>
      <p:sp>
        <p:nvSpPr>
          <p:cNvPr id="134" name="object_67">
            <a:extLst xmlns:a="http://schemas.openxmlformats.org/drawingml/2006/main">
              <a:ext uri="{FF2B5EF4-FFF2-40B4-BE49-F238E27FC236}">
                <a16:creationId xmlns:a16="http://schemas.microsoft.com/office/drawing/2014/main" id="{5006505C-CB17-4EB1-A89B-046F009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1763375"/>
            <a:ext cx="3409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C"/>
          </a:solidFill>
          <a:ln xmlns:a="http://schemas.openxmlformats.org/drawingml/2006/main" w="16193">
            <a:solidFill>
              <a:srgbClr val="AAB0B8"/>
            </a:solidFill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5173053e4628"/>
          <a:stretch xmlns:a="http://schemas.openxmlformats.org/drawingml/2006/main"/>
        </p:blipFill>
        <p:spPr>
          <a:xfrm xmlns:a="http://schemas.openxmlformats.org/drawingml/2006/main">
            <a:off x="5420064" y="11849100"/>
            <a:ext cx="494623" cy="438150"/>
          </a:xfrm>
          <a:prstGeom xmlns:a="http://schemas.openxmlformats.org/drawingml/2006/main" prst="rect">
            <a:avLst/>
          </a:prstGeom>
        </p:spPr>
      </p:pic>
      <p:sp>
        <p:nvSpPr>
          <p:cNvPr id="136" name="SUMO + BlueSky">
            <a:extLst xmlns:a="http://schemas.openxmlformats.org/drawingml/2006/main">
              <a:ext uri="{FF2B5EF4-FFF2-40B4-BE49-F238E27FC236}">
                <a16:creationId xmlns:a16="http://schemas.microsoft.com/office/drawing/2014/main" id="{B81C45D8-E39F-49B5-B9C1-8B87A15C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1858625"/>
            <a:ext cx="2076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SUMO + BlueSky</a:t>
            </a:r>
          </a:p>
        </p:txBody>
      </p:sp>
      <p:sp>
        <p:nvSpPr>
          <p:cNvPr id="137" name="object_68">
            <a:extLst xmlns:a="http://schemas.openxmlformats.org/drawingml/2006/main">
              <a:ext uri="{FF2B5EF4-FFF2-40B4-BE49-F238E27FC236}">
                <a16:creationId xmlns:a16="http://schemas.microsoft.com/office/drawing/2014/main" id="{814E9039-95D9-44F0-962D-24FD2665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1127750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object_69">
            <a:extLst xmlns:a="http://schemas.openxmlformats.org/drawingml/2006/main">
              <a:ext uri="{FF2B5EF4-FFF2-40B4-BE49-F238E27FC236}">
                <a16:creationId xmlns:a16="http://schemas.microsoft.com/office/drawing/2014/main" id="{3D06E586-0A51-41BF-B992-5060C3CF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730" y="11668030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37" idx="6"/>
            <a:endCxn xmlns:a="http://schemas.openxmlformats.org/drawingml/2006/main" id="138" idx="2"/>
          </p:cNvCxnSpPr>
          <p:nvPr/>
        </p:nvCxnSpPr>
        <p:spPr>
          <a:xfrm xmlns:a="http://schemas.openxmlformats.org/drawingml/2006/main" flipH="1">
            <a:off x="6981730" y="11277601"/>
            <a:ext cx="191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86AA4"/>
            </a:solidFill>
            <a:prstDash val="solid"/>
            <a:tailEnd type="triangle" w="med" len="med"/>
          </a:ln>
        </p:spPr>
      </p:cxnSp>
      <p:sp>
        <p:nvSpPr>
          <p:cNvPr id="140" name="path_70">
            <a:extLst xmlns:a="http://schemas.openxmlformats.org/drawingml/2006/main">
              <a:ext uri="{FF2B5EF4-FFF2-40B4-BE49-F238E27FC236}">
                <a16:creationId xmlns:a16="http://schemas.microsoft.com/office/drawing/2014/main" id="{E5337F78-3C0C-4380-B472-72589212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95" cy="9906000"/>
          </a:xfrm>
          <a:custGeom xmlns:a="http://schemas.openxmlformats.org/drawingml/2006/main">
            <a:pathLst>
              <a:path w="95" h="9906000">
                <a:moveTo>
                  <a:pt x="0" y="0"/>
                </a:moveTo>
                <a:lnTo>
                  <a:pt x="0" y="99060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dash"/>
          </a:ln>
        </p:spPr>
      </p:sp>
      <p:sp>
        <p:nvSpPr>
          <p:cNvPr id="141" name="object_71">
            <a:extLst xmlns:a="http://schemas.openxmlformats.org/drawingml/2006/main">
              <a:ext uri="{FF2B5EF4-FFF2-40B4-BE49-F238E27FC236}">
                <a16:creationId xmlns:a16="http://schemas.microsoft.com/office/drawing/2014/main" id="{5592EA25-DE7E-4838-B93D-E9E159B6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455" y="23049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object_72">
            <a:extLst xmlns:a="http://schemas.openxmlformats.org/drawingml/2006/main">
              <a:ext uri="{FF2B5EF4-FFF2-40B4-BE49-F238E27FC236}">
                <a16:creationId xmlns:a16="http://schemas.microsoft.com/office/drawing/2014/main" id="{967F6D75-4411-4F92-929B-04AB4FE2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530" y="2304955"/>
            <a:ext cx="191" cy="19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41" idx="6"/>
            <a:endCxn xmlns:a="http://schemas.openxmlformats.org/drawingml/2006/main" id="142" idx="2"/>
          </p:cNvCxnSpPr>
          <p:nvPr/>
        </p:nvCxnSpPr>
        <p:spPr>
          <a:xfrm xmlns:a="http://schemas.openxmlformats.org/drawingml/2006/main" flipH="1">
            <a:off x="8429530" y="2305051"/>
            <a:ext cx="162116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D78A3A"/>
            </a:solidFill>
            <a:prstDash val="dash"/>
            <a:tailEnd type="triangle" w="med" len="med"/>
          </a:ln>
        </p:spPr>
      </p:cxnSp>
      <p:sp>
        <p:nvSpPr>
          <p:cNvPr id="144" name="path_73">
            <a:extLst xmlns:a="http://schemas.openxmlformats.org/drawingml/2006/main">
              <a:ext uri="{FF2B5EF4-FFF2-40B4-BE49-F238E27FC236}">
                <a16:creationId xmlns:a16="http://schemas.microsoft.com/office/drawing/2014/main" id="{AAB7A051-FC6F-4B11-9213-06672C5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211050"/>
            <a:ext cx="161925" cy="95"/>
          </a:xfrm>
          <a:custGeom xmlns:a="http://schemas.openxmlformats.org/drawingml/2006/main">
            <a:pathLst>
              <a:path w="161925" h="95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D78A3A"/>
            </a:solidFill>
            <a:prstDash val="dash"/>
          </a:ln>
        </p:spPr>
      </p:sp>
      <p:sp>
        <p:nvSpPr>
          <p:cNvPr id="145" name="object_74">
            <a:extLst xmlns:a="http://schemas.openxmlformats.org/drawingml/2006/main">
              <a:ext uri="{FF2B5EF4-FFF2-40B4-BE49-F238E27FC236}">
                <a16:creationId xmlns:a16="http://schemas.microsoft.com/office/drawing/2014/main" id="{EB5A2CB2-4155-4717-86CA-8B4C9C91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44050"/>
            <a:ext cx="10382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6" name="Feedback">
            <a:extLst xmlns:a="http://schemas.openxmlformats.org/drawingml/2006/main">
              <a:ext uri="{FF2B5EF4-FFF2-40B4-BE49-F238E27FC236}">
                <a16:creationId xmlns:a16="http://schemas.microsoft.com/office/drawing/2014/main" id="{2A304384-11C4-441D-B292-D74B4A38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95440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E6C3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AE6C32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147" name="B0 Ground    B1 Rule">
            <a:extLst xmlns:a="http://schemas.openxmlformats.org/drawingml/2006/main">
              <a:ext uri="{FF2B5EF4-FFF2-40B4-BE49-F238E27FC236}">
                <a16:creationId xmlns:a16="http://schemas.microsoft.com/office/drawing/2014/main" id="{C6B056CA-F77A-45C3-9DC6-4D91A36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486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B0 Ground    B1 Rule</a:t>
            </a:r>
          </a:p>
        </p:txBody>
      </p:sp>
      <p:sp>
        <p:nvSpPr>
          <p:cNvPr id="148" name="B2 Heuristic  B4b LLM">
            <a:extLst xmlns:a="http://schemas.openxmlformats.org/drawingml/2006/main">
              <a:ext uri="{FF2B5EF4-FFF2-40B4-BE49-F238E27FC236}">
                <a16:creationId xmlns:a16="http://schemas.microsoft.com/office/drawing/2014/main" id="{971DC240-FF16-4F34-8326-3A1E58A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77343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B2 Heuristic  B4b LLM</a:t>
            </a:r>
          </a:p>
        </p:txBody>
      </p:sp>
      <p:sp>
        <p:nvSpPr>
          <p:cNvPr id="149" name="B4a: interface ablation">
            <a:extLst xmlns:a="http://schemas.openxmlformats.org/drawingml/2006/main">
              <a:ext uri="{FF2B5EF4-FFF2-40B4-BE49-F238E27FC236}">
                <a16:creationId xmlns:a16="http://schemas.microsoft.com/office/drawing/2014/main" id="{E686D60A-6663-4371-AE47-401FAE86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991475"/>
            <a:ext cx="2390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68707A"/>
                </a:solidFill>
                <a:latin typeface="Times New Roman"/>
                <a:ea typeface="Times New Roman"/>
                <a:cs typeface="Times New Roman"/>
              </a:rPr>
              <a:t>B4a: interface ablation</a:t>
            </a:r>
          </a:p>
        </p:txBody>
      </p:sp>
      <p:sp>
        <p:nvSpPr>
          <p:cNvPr id="150" name="Independent local contingency">
            <a:extLst xmlns:a="http://schemas.openxmlformats.org/drawingml/2006/main">
              <a:ext uri="{FF2B5EF4-FFF2-40B4-BE49-F238E27FC236}">
                <a16:creationId xmlns:a16="http://schemas.microsoft.com/office/drawing/2014/main" id="{531EF4ED-633C-4E51-8C97-25C449E1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2334875"/>
            <a:ext cx="3295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954A3"/>
                </a:solidFill>
                <a:latin typeface="Times New Roman"/>
                <a:ea typeface="Times New Roman"/>
                <a:cs typeface="Times New Roman"/>
              </a:rPr>
              <a:t>Independent local contingency</a:t>
            </a:r>
          </a:p>
        </p:txBody>
      </p:sp>
      <p:sp>
        <p:nvSpPr>
          <p:cNvPr id="151" name="Scenarios">
            <a:extLst xmlns:a="http://schemas.openxmlformats.org/drawingml/2006/main">
              <a:ext uri="{FF2B5EF4-FFF2-40B4-BE49-F238E27FC236}">
                <a16:creationId xmlns:a16="http://schemas.microsoft.com/office/drawing/2014/main" id="{5B6AB1A9-B7A7-4AAC-8603-9B23BF53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09725"/>
            <a:ext cx="2409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Scenarios</a:t>
            </a:r>
          </a:p>
        </p:txBody>
      </p:sp>
      <p:sp>
        <p:nvSpPr>
          <p:cNvPr id="152" name="path_75">
            <a:extLst xmlns:a="http://schemas.openxmlformats.org/drawingml/2006/main">
              <a:ext uri="{FF2B5EF4-FFF2-40B4-BE49-F238E27FC236}">
                <a16:creationId xmlns:a16="http://schemas.microsoft.com/office/drawing/2014/main" id="{F7A48050-9E61-42DD-A45F-029E3608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53" name="path_76">
            <a:extLst xmlns:a="http://schemas.openxmlformats.org/drawingml/2006/main">
              <a:ext uri="{FF2B5EF4-FFF2-40B4-BE49-F238E27FC236}">
                <a16:creationId xmlns:a16="http://schemas.microsoft.com/office/drawing/2014/main" id="{BD135445-E62B-405A-B091-2E76E05C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52650"/>
            <a:ext cx="95" cy="5943600"/>
          </a:xfrm>
          <a:custGeom xmlns:a="http://schemas.openxmlformats.org/drawingml/2006/main">
            <a:pathLst>
              <a:path w="95" h="5943600">
                <a:moveTo>
                  <a:pt x="0" y="0"/>
                </a:moveTo>
                <a:lnTo>
                  <a:pt x="0" y="59436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54" name="path_77">
            <a:extLst xmlns:a="http://schemas.openxmlformats.org/drawingml/2006/main">
              <a:ext uri="{FF2B5EF4-FFF2-40B4-BE49-F238E27FC236}">
                <a16:creationId xmlns:a16="http://schemas.microsoft.com/office/drawing/2014/main" id="{2668A81F-9105-43C7-9AB7-98A39C8A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55" name="object_78">
            <a:extLst xmlns:a="http://schemas.openxmlformats.org/drawingml/2006/main">
              <a:ext uri="{FF2B5EF4-FFF2-40B4-BE49-F238E27FC236}">
                <a16:creationId xmlns:a16="http://schemas.microsoft.com/office/drawing/2014/main" id="{44232B97-881E-40C4-BA34-ADDECECF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1932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AA4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56" name="E1">
            <a:extLst xmlns:a="http://schemas.openxmlformats.org/drawingml/2006/main">
              <a:ext uri="{FF2B5EF4-FFF2-40B4-BE49-F238E27FC236}">
                <a16:creationId xmlns:a16="http://schemas.microsoft.com/office/drawing/2014/main" id="{A14FCAD1-7B29-4C12-83E3-B174513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193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E1</a:t>
            </a:r>
          </a:p>
        </p:txBody>
      </p:sp>
      <p:sp>
        <p:nvSpPr>
          <p:cNvPr id="157" name="Selective&#10;air support">
            <a:extLst xmlns:a="http://schemas.openxmlformats.org/drawingml/2006/main">
              <a:ext uri="{FF2B5EF4-FFF2-40B4-BE49-F238E27FC236}">
                <a16:creationId xmlns:a16="http://schemas.microsoft.com/office/drawing/2014/main" id="{6774823D-61D8-4C41-ABAB-EEDD34B6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190750"/>
            <a:ext cx="1619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Selective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 support</a:t>
            </a:r>
          </a:p>
        </p:txBody>
      </p:sp>
      <p:pic>
        <p:nvPicPr>
          <p:cNvPr id="3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bb2be7d5b4b13"/>
          <a:stretch xmlns:a="http://schemas.openxmlformats.org/drawingml/2006/main"/>
        </p:blipFill>
        <p:spPr>
          <a:xfrm xmlns:a="http://schemas.openxmlformats.org/drawingml/2006/main">
            <a:off x="9024013" y="2943225"/>
            <a:ext cx="2106874" cy="2076450"/>
          </a:xfrm>
          <a:prstGeom xmlns:a="http://schemas.openxmlformats.org/drawingml/2006/main" prst="rect">
            <a:avLst/>
          </a:prstGeom>
        </p:spPr>
      </p:pic>
      <p:sp>
        <p:nvSpPr>
          <p:cNvPr id="159" name="object_79">
            <a:extLst xmlns:a="http://schemas.openxmlformats.org/drawingml/2006/main">
              <a:ext uri="{FF2B5EF4-FFF2-40B4-BE49-F238E27FC236}">
                <a16:creationId xmlns:a16="http://schemas.microsoft.com/office/drawing/2014/main" id="{692B5D0B-7B16-42FE-ABF7-138B59A9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1932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AA4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60" name="E2">
            <a:extLst xmlns:a="http://schemas.openxmlformats.org/drawingml/2006/main">
              <a:ext uri="{FF2B5EF4-FFF2-40B4-BE49-F238E27FC236}">
                <a16:creationId xmlns:a16="http://schemas.microsoft.com/office/drawing/2014/main" id="{16390CB2-6AD1-4D8A-904C-58ADEE1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1932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E2</a:t>
            </a:r>
          </a:p>
        </p:txBody>
      </p:sp>
      <p:sp>
        <p:nvSpPr>
          <p:cNvPr id="161" name="Air-layer&#10;reconfiguration">
            <a:extLst xmlns:a="http://schemas.openxmlformats.org/drawingml/2006/main">
              <a:ext uri="{FF2B5EF4-FFF2-40B4-BE49-F238E27FC236}">
                <a16:creationId xmlns:a16="http://schemas.microsoft.com/office/drawing/2014/main" id="{718EE610-A837-4062-87C2-65597E60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190750"/>
            <a:ext cx="1619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Air-layer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reconfiguration</a:t>
            </a:r>
          </a:p>
        </p:txBody>
      </p:sp>
      <p:pic>
        <p:nvPicPr>
          <p:cNvPr id="3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91a0fbb624dbb"/>
          <a:stretch xmlns:a="http://schemas.openxmlformats.org/drawingml/2006/main"/>
        </p:blipFill>
        <p:spPr>
          <a:xfrm xmlns:a="http://schemas.openxmlformats.org/drawingml/2006/main">
            <a:off x="11342264" y="2943225"/>
            <a:ext cx="2099522" cy="2076450"/>
          </a:xfrm>
          <a:prstGeom xmlns:a="http://schemas.openxmlformats.org/drawingml/2006/main" prst="rect">
            <a:avLst/>
          </a:prstGeom>
        </p:spPr>
      </p:pic>
      <p:sp>
        <p:nvSpPr>
          <p:cNvPr id="163" name="object_80">
            <a:extLst xmlns:a="http://schemas.openxmlformats.org/drawingml/2006/main">
              <a:ext uri="{FF2B5EF4-FFF2-40B4-BE49-F238E27FC236}">
                <a16:creationId xmlns:a16="http://schemas.microsoft.com/office/drawing/2014/main" id="{496C3542-FEE8-4E3E-BAF5-7A460EE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863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64" name="E3">
            <a:extLst xmlns:a="http://schemas.openxmlformats.org/drawingml/2006/main">
              <a:ext uri="{FF2B5EF4-FFF2-40B4-BE49-F238E27FC236}">
                <a16:creationId xmlns:a16="http://schemas.microsoft.com/office/drawing/2014/main" id="{4B9CCB7E-52CC-4BFB-BD10-47AD56B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86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E3</a:t>
            </a:r>
          </a:p>
        </p:txBody>
      </p:sp>
      <p:sp>
        <p:nvSpPr>
          <p:cNvPr id="165" name="Compound&#10;disturbance">
            <a:extLst xmlns:a="http://schemas.openxmlformats.org/drawingml/2006/main">
              <a:ext uri="{FF2B5EF4-FFF2-40B4-BE49-F238E27FC236}">
                <a16:creationId xmlns:a16="http://schemas.microsoft.com/office/drawing/2014/main" id="{DB4AA145-4456-49AE-BFBF-8CA07633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257800"/>
            <a:ext cx="1619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Compound</a:t>
            </a:r>
          </a:p>
          <a:p xmlns:a="http://schemas.openxmlformats.org/drawingml/2006/main">
            <a:pPr algn="l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disturbance</a:t>
            </a:r>
          </a:p>
        </p:txBody>
      </p:sp>
      <p:pic>
        <p:nvPicPr>
          <p:cNvPr id="4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e731708744159"/>
          <a:stretch xmlns:a="http://schemas.openxmlformats.org/drawingml/2006/main"/>
        </p:blipFill>
        <p:spPr>
          <a:xfrm xmlns:a="http://schemas.openxmlformats.org/drawingml/2006/main">
            <a:off x="9023957" y="6010275"/>
            <a:ext cx="2106986" cy="2076450"/>
          </a:xfrm>
          <a:prstGeom xmlns:a="http://schemas.openxmlformats.org/drawingml/2006/main" prst="rect">
            <a:avLst/>
          </a:prstGeom>
        </p:spPr>
      </p:pic>
      <p:sp>
        <p:nvSpPr>
          <p:cNvPr id="167" name="path_81">
            <a:extLst xmlns:a="http://schemas.openxmlformats.org/drawingml/2006/main">
              <a:ext uri="{FF2B5EF4-FFF2-40B4-BE49-F238E27FC236}">
                <a16:creationId xmlns:a16="http://schemas.microsoft.com/office/drawing/2014/main" id="{A3F44547-FBAD-40E7-BE31-6AC3CAD4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2007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168" name="path_82">
            <a:extLst xmlns:a="http://schemas.openxmlformats.org/drawingml/2006/main">
              <a:ext uri="{FF2B5EF4-FFF2-40B4-BE49-F238E27FC236}">
                <a16:creationId xmlns:a16="http://schemas.microsoft.com/office/drawing/2014/main" id="{8C25F8DB-B95D-40B3-9E7B-AA5D6200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2007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169" name="path_83">
            <a:extLst xmlns:a="http://schemas.openxmlformats.org/drawingml/2006/main">
              <a:ext uri="{FF2B5EF4-FFF2-40B4-BE49-F238E27FC236}">
                <a16:creationId xmlns:a16="http://schemas.microsoft.com/office/drawing/2014/main" id="{E50B08DD-19BC-4AC7-9143-FD4B0B1F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2007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170" name="path_84">
            <a:extLst xmlns:a="http://schemas.openxmlformats.org/drawingml/2006/main">
              <a:ext uri="{FF2B5EF4-FFF2-40B4-BE49-F238E27FC236}">
                <a16:creationId xmlns:a16="http://schemas.microsoft.com/office/drawing/2014/main" id="{FA8DFF02-B859-485A-ADC6-5379AD95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62007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171" name="path_85">
            <a:extLst xmlns:a="http://schemas.openxmlformats.org/drawingml/2006/main">
              <a:ext uri="{FF2B5EF4-FFF2-40B4-BE49-F238E27FC236}">
                <a16:creationId xmlns:a16="http://schemas.microsoft.com/office/drawing/2014/main" id="{B687162A-2E2A-4E64-9D5C-7BE6CACB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66198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172" name="path_86">
            <a:extLst xmlns:a="http://schemas.openxmlformats.org/drawingml/2006/main">
              <a:ext uri="{FF2B5EF4-FFF2-40B4-BE49-F238E27FC236}">
                <a16:creationId xmlns:a16="http://schemas.microsoft.com/office/drawing/2014/main" id="{9570F747-A570-44CB-80C1-90CC56BC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66198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FFFFFF"/>
            </a:solidFill>
            <a:prstDash val="solid"/>
          </a:ln>
        </p:spPr>
      </p:sp>
      <p:sp>
        <p:nvSpPr>
          <p:cNvPr id="173" name="path_87">
            <a:extLst xmlns:a="http://schemas.openxmlformats.org/drawingml/2006/main">
              <a:ext uri="{FF2B5EF4-FFF2-40B4-BE49-F238E27FC236}">
                <a16:creationId xmlns:a16="http://schemas.microsoft.com/office/drawing/2014/main" id="{E22762E1-F69E-4602-8C70-691EDF00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66198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174" name="path_88">
            <a:extLst xmlns:a="http://schemas.openxmlformats.org/drawingml/2006/main">
              <a:ext uri="{FF2B5EF4-FFF2-40B4-BE49-F238E27FC236}">
                <a16:creationId xmlns:a16="http://schemas.microsoft.com/office/drawing/2014/main" id="{B977B4C3-F6A7-4329-994A-78C916F5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661987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52935"/>
            </a:solidFill>
            <a:prstDash val="solid"/>
          </a:ln>
        </p:spPr>
      </p:sp>
      <p:sp>
        <p:nvSpPr>
          <p:cNvPr id="175" name="object_89">
            <a:extLst xmlns:a="http://schemas.openxmlformats.org/drawingml/2006/main">
              <a:ext uri="{FF2B5EF4-FFF2-40B4-BE49-F238E27FC236}">
                <a16:creationId xmlns:a16="http://schemas.microsoft.com/office/drawing/2014/main" id="{86D988C5-9674-4A32-8F18-AD7B8BA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286375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12383">
            <a:solidFill>
              <a:srgbClr val="41536B"/>
            </a:solidFill>
          </a:ln>
        </p:spPr>
      </p:sp>
      <p:sp>
        <p:nvSpPr>
          <p:cNvPr id="176" name="E4">
            <a:extLst xmlns:a="http://schemas.openxmlformats.org/drawingml/2006/main">
              <a:ext uri="{FF2B5EF4-FFF2-40B4-BE49-F238E27FC236}">
                <a16:creationId xmlns:a16="http://schemas.microsoft.com/office/drawing/2014/main" id="{9F1B6092-54B3-4D88-AD20-C7466759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2863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E4</a:t>
            </a:r>
          </a:p>
        </p:txBody>
      </p:sp>
      <p:sp>
        <p:nvSpPr>
          <p:cNvPr id="177" name="Observation /&#10;execution /&#10;input burden">
            <a:extLst xmlns:a="http://schemas.openxmlformats.org/drawingml/2006/main">
              <a:ext uri="{FF2B5EF4-FFF2-40B4-BE49-F238E27FC236}">
                <a16:creationId xmlns:a16="http://schemas.microsoft.com/office/drawing/2014/main" id="{DEECC23F-1FCE-4C86-BC24-4A794FC3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256848"/>
            <a:ext cx="1619250" cy="75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Observation /</a:t>
            </a:r>
          </a:p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execution /</a:t>
            </a:r>
          </a:p>
          <a:p xmlns:a="http://schemas.openxmlformats.org/drawingml/2006/main">
            <a:pPr algn="l">
              <a:def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input burden</a:t>
            </a:r>
          </a:p>
        </p:txBody>
      </p:sp>
      <p:pic>
        <p:nvPicPr>
          <p:cNvPr id="4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e334c363c4321"/>
          <a:stretch xmlns:a="http://schemas.openxmlformats.org/drawingml/2006/main"/>
        </p:blipFill>
        <p:spPr>
          <a:xfrm xmlns:a="http://schemas.openxmlformats.org/drawingml/2006/main">
            <a:off x="11334750" y="6085906"/>
            <a:ext cx="2114550" cy="1925187"/>
          </a:xfrm>
          <a:prstGeom xmlns:a="http://schemas.openxmlformats.org/drawingml/2006/main" prst="rect">
            <a:avLst/>
          </a:prstGeom>
        </p:spPr>
      </p:pic>
      <p:sp>
        <p:nvSpPr>
          <p:cNvPr id="179" name="path_90">
            <a:extLst xmlns:a="http://schemas.openxmlformats.org/drawingml/2006/main">
              <a:ext uri="{FF2B5EF4-FFF2-40B4-BE49-F238E27FC236}">
                <a16:creationId xmlns:a16="http://schemas.microsoft.com/office/drawing/2014/main" id="{6F626ECB-2028-4A1A-91AF-6102F31B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286750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180" name="Study sites">
            <a:extLst xmlns:a="http://schemas.openxmlformats.org/drawingml/2006/main">
              <a:ext uri="{FF2B5EF4-FFF2-40B4-BE49-F238E27FC236}">
                <a16:creationId xmlns:a16="http://schemas.microsoft.com/office/drawing/2014/main" id="{646D4568-9AB0-4111-B260-E6278A58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4201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Study sites</a:t>
            </a:r>
          </a:p>
        </p:txBody>
      </p:sp>
      <p:sp>
        <p:nvSpPr>
          <p:cNvPr id="181" name="path_91">
            <a:extLst xmlns:a="http://schemas.openxmlformats.org/drawingml/2006/main">
              <a:ext uri="{FF2B5EF4-FFF2-40B4-BE49-F238E27FC236}">
                <a16:creationId xmlns:a16="http://schemas.microsoft.com/office/drawing/2014/main" id="{5FF1F7E7-D710-482B-BBE4-9340828A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8886825"/>
            <a:ext cx="4467225" cy="95"/>
          </a:xfrm>
          <a:custGeom xmlns:a="http://schemas.openxmlformats.org/drawingml/2006/main">
            <a:pathLst>
              <a:path w="4467225" h="95">
                <a:moveTo>
                  <a:pt x="0" y="0"/>
                </a:moveTo>
                <a:lnTo>
                  <a:pt x="446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AB0B8"/>
            </a:solidFill>
            <a:prstDash val="dash"/>
          </a:ln>
        </p:spPr>
      </p:sp>
      <p:sp>
        <p:nvSpPr>
          <p:cNvPr id="182" name="Site A">
            <a:extLst xmlns:a="http://schemas.openxmlformats.org/drawingml/2006/main">
              <a:ext uri="{FF2B5EF4-FFF2-40B4-BE49-F238E27FC236}">
                <a16:creationId xmlns:a16="http://schemas.microsoft.com/office/drawing/2014/main" id="{0A749333-599F-4549-B161-B4BBADB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90106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sp>
        <p:nvSpPr>
          <p:cNvPr id="183" name="Urban&#10;(meshed)">
            <a:extLst xmlns:a="http://schemas.openxmlformats.org/drawingml/2006/main">
              <a:ext uri="{FF2B5EF4-FFF2-40B4-BE49-F238E27FC236}">
                <a16:creationId xmlns:a16="http://schemas.microsoft.com/office/drawing/2014/main" id="{3322DC16-4BCE-46E6-B949-8F7B9B35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9382125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Urban</a:t>
            </a:r>
          </a:p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(meshed)</a:t>
            </a:r>
          </a:p>
        </p:txBody>
      </p:sp>
      <p:pic>
        <p:nvPicPr>
          <p:cNvPr id="4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f1c78ba414869"/>
          <a:stretch xmlns:a="http://schemas.openxmlformats.org/drawingml/2006/main"/>
        </p:blipFill>
        <p:spPr>
          <a:xfrm xmlns:a="http://schemas.openxmlformats.org/drawingml/2006/main">
            <a:off x="9048750" y="10220808"/>
            <a:ext cx="1381125" cy="1361109"/>
          </a:xfrm>
          <a:prstGeom xmlns:a="http://schemas.openxmlformats.org/drawingml/2006/main" prst="rect">
            <a:avLst/>
          </a:prstGeom>
        </p:spPr>
      </p:pic>
      <p:sp>
        <p:nvSpPr>
          <p:cNvPr id="185" name="Dense network&#10;Route choices">
            <a:extLst xmlns:a="http://schemas.openxmlformats.org/drawingml/2006/main">
              <a:ext uri="{FF2B5EF4-FFF2-40B4-BE49-F238E27FC236}">
                <a16:creationId xmlns:a16="http://schemas.microsoft.com/office/drawing/2014/main" id="{0E5CBA05-4EEC-4600-8888-54C67310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7824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Dense network</a:t>
            </a:r>
          </a:p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Route choices</a:t>
            </a:r>
          </a:p>
        </p:txBody>
      </p:sp>
      <p:sp>
        <p:nvSpPr>
          <p:cNvPr id="186" name="path_92">
            <a:extLst xmlns:a="http://schemas.openxmlformats.org/drawingml/2006/main">
              <a:ext uri="{FF2B5EF4-FFF2-40B4-BE49-F238E27FC236}">
                <a16:creationId xmlns:a16="http://schemas.microsoft.com/office/drawing/2014/main" id="{DCB50922-16D0-450C-9798-BFB9A6BF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9029700"/>
            <a:ext cx="95" cy="3486150"/>
          </a:xfrm>
          <a:custGeom xmlns:a="http://schemas.openxmlformats.org/drawingml/2006/main">
            <a:pathLst>
              <a:path w="95" h="3486150">
                <a:moveTo>
                  <a:pt x="0" y="0"/>
                </a:moveTo>
                <a:lnTo>
                  <a:pt x="0" y="3486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AB0B8"/>
            </a:solidFill>
            <a:prstDash val="dash"/>
          </a:ln>
        </p:spPr>
      </p:sp>
      <p:sp>
        <p:nvSpPr>
          <p:cNvPr id="187" name="Site B">
            <a:extLst xmlns:a="http://schemas.openxmlformats.org/drawingml/2006/main">
              <a:ext uri="{FF2B5EF4-FFF2-40B4-BE49-F238E27FC236}">
                <a16:creationId xmlns:a16="http://schemas.microsoft.com/office/drawing/2014/main" id="{12AD1FCB-0616-49DD-B071-0B306F4E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90106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sp>
        <p:nvSpPr>
          <p:cNvPr id="188" name="River&#10;(barrier)">
            <a:extLst xmlns:a="http://schemas.openxmlformats.org/drawingml/2006/main">
              <a:ext uri="{FF2B5EF4-FFF2-40B4-BE49-F238E27FC236}">
                <a16:creationId xmlns:a16="http://schemas.microsoft.com/office/drawing/2014/main" id="{A0322169-F920-4C41-80B0-0CFD43AC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9382125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River</a:t>
            </a:r>
          </a:p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(barrier)</a:t>
            </a:r>
          </a:p>
        </p:txBody>
      </p:sp>
      <p:pic>
        <p:nvPicPr>
          <p:cNvPr id="4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4dd80a6994119"/>
          <a:stretch xmlns:a="http://schemas.openxmlformats.org/drawingml/2006/main"/>
        </p:blipFill>
        <p:spPr>
          <a:xfrm xmlns:a="http://schemas.openxmlformats.org/drawingml/2006/main">
            <a:off x="10544175" y="10226435"/>
            <a:ext cx="1381125" cy="1349854"/>
          </a:xfrm>
          <a:prstGeom xmlns:a="http://schemas.openxmlformats.org/drawingml/2006/main" prst="rect">
            <a:avLst/>
          </a:prstGeom>
        </p:spPr>
      </p:pic>
      <p:sp>
        <p:nvSpPr>
          <p:cNvPr id="190" name="River crossing&#10;Limited links">
            <a:extLst xmlns:a="http://schemas.openxmlformats.org/drawingml/2006/main">
              <a:ext uri="{FF2B5EF4-FFF2-40B4-BE49-F238E27FC236}">
                <a16:creationId xmlns:a16="http://schemas.microsoft.com/office/drawing/2014/main" id="{A37A4357-428A-41D8-A6EF-E5D84187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17824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River crossing</a:t>
            </a:r>
          </a:p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Limited links</a:t>
            </a:r>
          </a:p>
        </p:txBody>
      </p:sp>
      <p:sp>
        <p:nvSpPr>
          <p:cNvPr id="191" name="path_93">
            <a:extLst xmlns:a="http://schemas.openxmlformats.org/drawingml/2006/main">
              <a:ext uri="{FF2B5EF4-FFF2-40B4-BE49-F238E27FC236}">
                <a16:creationId xmlns:a16="http://schemas.microsoft.com/office/drawing/2014/main" id="{C26067BD-75F0-48EC-840B-EBA80F51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9029700"/>
            <a:ext cx="95" cy="3486150"/>
          </a:xfrm>
          <a:custGeom xmlns:a="http://schemas.openxmlformats.org/drawingml/2006/main">
            <a:pathLst>
              <a:path w="95" h="3486150">
                <a:moveTo>
                  <a:pt x="0" y="0"/>
                </a:moveTo>
                <a:lnTo>
                  <a:pt x="0" y="3486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AAB0B8"/>
            </a:solidFill>
            <a:prstDash val="dash"/>
          </a:ln>
        </p:spPr>
      </p:sp>
      <p:sp>
        <p:nvSpPr>
          <p:cNvPr id="192" name="Site C">
            <a:extLst xmlns:a="http://schemas.openxmlformats.org/drawingml/2006/main">
              <a:ext uri="{FF2B5EF4-FFF2-40B4-BE49-F238E27FC236}">
                <a16:creationId xmlns:a16="http://schemas.microsoft.com/office/drawing/2014/main" id="{297725D3-E0EC-4E26-9B0B-37832208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9010650"/>
            <a:ext cx="1438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sp>
        <p:nvSpPr>
          <p:cNvPr id="193" name="Suburban&#10;(sparse)">
            <a:extLst xmlns:a="http://schemas.openxmlformats.org/drawingml/2006/main">
              <a:ext uri="{FF2B5EF4-FFF2-40B4-BE49-F238E27FC236}">
                <a16:creationId xmlns:a16="http://schemas.microsoft.com/office/drawing/2014/main" id="{425115A1-BD7F-4D2E-9693-99FF3DD3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1975" y="9382125"/>
            <a:ext cx="1466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Suburban</a:t>
            </a:r>
          </a:p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(sparse)</a:t>
            </a:r>
          </a:p>
        </p:txBody>
      </p:sp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bafd2bfa84da5"/>
          <a:stretch xmlns:a="http://schemas.openxmlformats.org/drawingml/2006/main"/>
        </p:blipFill>
        <p:spPr>
          <a:xfrm xmlns:a="http://schemas.openxmlformats.org/drawingml/2006/main">
            <a:off x="12039600" y="10208134"/>
            <a:ext cx="1381125" cy="1386458"/>
          </a:xfrm>
          <a:prstGeom xmlns:a="http://schemas.openxmlformats.org/drawingml/2006/main" prst="rect">
            <a:avLst/>
          </a:prstGeom>
        </p:spPr>
      </p:pic>
      <p:sp>
        <p:nvSpPr>
          <p:cNvPr id="195" name="Sparse network&#10;Longer trips">
            <a:extLst xmlns:a="http://schemas.openxmlformats.org/drawingml/2006/main">
              <a:ext uri="{FF2B5EF4-FFF2-40B4-BE49-F238E27FC236}">
                <a16:creationId xmlns:a16="http://schemas.microsoft.com/office/drawing/2014/main" id="{D0380E76-F365-4DB5-A057-4F076F2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11782425"/>
            <a:ext cx="140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Sparse network</a:t>
            </a:r>
          </a:p>
          <a:p xmlns:a="http://schemas.openxmlformats.org/drawingml/2006/main">
            <a:pPr algn="ctr">
              <a:def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Longer trips</a:t>
            </a:r>
          </a:p>
        </p:txBody>
      </p:sp>
      <p:sp>
        <p:nvSpPr>
          <p:cNvPr id="196" name="path_94">
            <a:extLst xmlns:a="http://schemas.openxmlformats.org/drawingml/2006/main">
              <a:ext uri="{FF2B5EF4-FFF2-40B4-BE49-F238E27FC236}">
                <a16:creationId xmlns:a16="http://schemas.microsoft.com/office/drawing/2014/main" id="{1A0807BA-CC31-400F-A076-6DDDDA0D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590675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197" name="object_95">
            <a:extLst xmlns:a="http://schemas.openxmlformats.org/drawingml/2006/main">
              <a:ext uri="{FF2B5EF4-FFF2-40B4-BE49-F238E27FC236}">
                <a16:creationId xmlns:a16="http://schemas.microsoft.com/office/drawing/2014/main" id="{69DBB780-2FAC-4CEE-8EFD-CB61834A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714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6AA4"/>
          </a:solidFill>
          <a:ln xmlns:a="http://schemas.openxmlformats.org/drawingml/2006/main" w="9525">
            <a:solidFill>
              <a:srgbClr val="386AA4"/>
            </a:solidFill>
          </a:ln>
        </p:spPr>
      </p:sp>
      <p:sp>
        <p:nvSpPr>
          <p:cNvPr id="198" name="1">
            <a:extLst xmlns:a="http://schemas.openxmlformats.org/drawingml/2006/main">
              <a:ext uri="{FF2B5EF4-FFF2-40B4-BE49-F238E27FC236}">
                <a16:creationId xmlns:a16="http://schemas.microsoft.com/office/drawing/2014/main" id="{C21E51D5-6C69-4239-9806-EDECE63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172402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99" name="Coordination helps">
            <a:extLst xmlns:a="http://schemas.openxmlformats.org/drawingml/2006/main">
              <a:ext uri="{FF2B5EF4-FFF2-40B4-BE49-F238E27FC236}">
                <a16:creationId xmlns:a16="http://schemas.microsoft.com/office/drawing/2014/main" id="{437B0A13-B9D5-430C-AA42-C45BDBBA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169545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Coordination helps</a:t>
            </a:r>
          </a:p>
        </p:txBody>
      </p:sp>
      <p:sp>
        <p:nvSpPr>
          <p:cNvPr id="200" name="object_96">
            <a:extLst xmlns:a="http://schemas.openxmlformats.org/drawingml/2006/main">
              <a:ext uri="{FF2B5EF4-FFF2-40B4-BE49-F238E27FC236}">
                <a16:creationId xmlns:a16="http://schemas.microsoft.com/office/drawing/2014/main" id="{05D8F5DF-EADC-4017-8B58-5029972B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6958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8A3A"/>
          </a:solidFill>
          <a:ln xmlns:a="http://schemas.openxmlformats.org/drawingml/2006/main" w="9525">
            <a:solidFill>
              <a:srgbClr val="D78A3A"/>
            </a:solidFill>
          </a:ln>
        </p:spPr>
      </p:sp>
      <p:sp>
        <p:nvSpPr>
          <p:cNvPr id="201" name="2">
            <a:extLst xmlns:a="http://schemas.openxmlformats.org/drawingml/2006/main">
              <a:ext uri="{FF2B5EF4-FFF2-40B4-BE49-F238E27FC236}">
                <a16:creationId xmlns:a16="http://schemas.microsoft.com/office/drawing/2014/main" id="{A8422A70-D07D-40B2-A1F4-6566A46C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4705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02" name="Timely recovery matters">
            <a:extLst xmlns:a="http://schemas.openxmlformats.org/drawingml/2006/main">
              <a:ext uri="{FF2B5EF4-FFF2-40B4-BE49-F238E27FC236}">
                <a16:creationId xmlns:a16="http://schemas.microsoft.com/office/drawing/2014/main" id="{5FEBBCDB-B0E5-45BE-9B06-8F7FA0F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4676775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Timely recovery matters</a:t>
            </a:r>
          </a:p>
        </p:txBody>
      </p:sp>
      <p:sp>
        <p:nvSpPr>
          <p:cNvPr id="203" name="object_97">
            <a:extLst xmlns:a="http://schemas.openxmlformats.org/drawingml/2006/main">
              <a:ext uri="{FF2B5EF4-FFF2-40B4-BE49-F238E27FC236}">
                <a16:creationId xmlns:a16="http://schemas.microsoft.com/office/drawing/2014/main" id="{81EF1627-7188-4DC7-AA3E-23306245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829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954A3"/>
          </a:solidFill>
          <a:ln xmlns:a="http://schemas.openxmlformats.org/drawingml/2006/main" w="9525">
            <a:solidFill>
              <a:srgbClr val="7954A3"/>
            </a:solidFill>
          </a:ln>
        </p:spPr>
      </p:sp>
      <p:sp>
        <p:nvSpPr>
          <p:cNvPr id="204" name="3">
            <a:extLst xmlns:a="http://schemas.openxmlformats.org/drawingml/2006/main">
              <a:ext uri="{FF2B5EF4-FFF2-40B4-BE49-F238E27FC236}">
                <a16:creationId xmlns:a16="http://schemas.microsoft.com/office/drawing/2014/main" id="{2D15436C-6994-4C1F-B541-A5A3EDF8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78390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05" name="Interface shapes choices">
            <a:extLst xmlns:a="http://schemas.openxmlformats.org/drawingml/2006/main">
              <a:ext uri="{FF2B5EF4-FFF2-40B4-BE49-F238E27FC236}">
                <a16:creationId xmlns:a16="http://schemas.microsoft.com/office/drawing/2014/main" id="{BF2A652B-F032-4E31-905D-84AE6132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81050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Interface shapes choices</a:t>
            </a:r>
          </a:p>
        </p:txBody>
      </p:sp>
      <p:sp>
        <p:nvSpPr>
          <p:cNvPr id="206" name="object_98">
            <a:extLst xmlns:a="http://schemas.openxmlformats.org/drawingml/2006/main">
              <a:ext uri="{FF2B5EF4-FFF2-40B4-BE49-F238E27FC236}">
                <a16:creationId xmlns:a16="http://schemas.microsoft.com/office/drawing/2014/main" id="{820F6785-EC4F-432F-9D20-9A92A93A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839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F60"/>
          </a:solidFill>
          <a:ln xmlns:a="http://schemas.openxmlformats.org/drawingml/2006/main" w="9525">
            <a:solidFill>
              <a:srgbClr val="477F60"/>
            </a:solidFill>
          </a:ln>
        </p:spPr>
      </p:sp>
      <p:sp>
        <p:nvSpPr>
          <p:cNvPr id="207" name="4">
            <a:extLst xmlns:a="http://schemas.openxmlformats.org/drawingml/2006/main">
              <a:ext uri="{FF2B5EF4-FFF2-40B4-BE49-F238E27FC236}">
                <a16:creationId xmlns:a16="http://schemas.microsoft.com/office/drawing/2014/main" id="{9A2AA1E2-7EED-4565-B47A-A8657B7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6025" y="10848975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08" name="Delay changes outcomes">
            <a:extLst xmlns:a="http://schemas.openxmlformats.org/drawingml/2006/main">
              <a:ext uri="{FF2B5EF4-FFF2-40B4-BE49-F238E27FC236}">
                <a16:creationId xmlns:a16="http://schemas.microsoft.com/office/drawing/2014/main" id="{394FFCFF-B2CC-45B5-BEB1-A7F5086A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10820400"/>
            <a:ext cx="26765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13" b="1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Delay changes outcomes</a:t>
            </a:r>
          </a:p>
        </p:txBody>
      </p:sp>
      <p:sp>
        <p:nvSpPr>
          <p:cNvPr id="209" name="path_99">
            <a:extLst xmlns:a="http://schemas.openxmlformats.org/drawingml/2006/main">
              <a:ext uri="{FF2B5EF4-FFF2-40B4-BE49-F238E27FC236}">
                <a16:creationId xmlns:a16="http://schemas.microsoft.com/office/drawing/2014/main" id="{1FC10AD6-4557-46AE-9E16-B8E5375B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524375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210" name="path_100">
            <a:extLst xmlns:a="http://schemas.openxmlformats.org/drawingml/2006/main">
              <a:ext uri="{FF2B5EF4-FFF2-40B4-BE49-F238E27FC236}">
                <a16:creationId xmlns:a16="http://schemas.microsoft.com/office/drawing/2014/main" id="{E4C3F500-F0B3-4D30-B8A1-E2DDC919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639050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211" name="path_101">
            <a:extLst xmlns:a="http://schemas.openxmlformats.org/drawingml/2006/main">
              <a:ext uri="{FF2B5EF4-FFF2-40B4-BE49-F238E27FC236}">
                <a16:creationId xmlns:a16="http://schemas.microsoft.com/office/drawing/2014/main" id="{ED74E487-FF11-4477-89A6-F2253C69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0620375"/>
            <a:ext cx="3352800" cy="95"/>
          </a:xfrm>
          <a:custGeom xmlns:a="http://schemas.openxmlformats.org/drawingml/2006/main">
            <a:pathLst>
              <a:path w="3352800" h="95">
                <a:moveTo>
                  <a:pt x="0" y="0"/>
                </a:moveTo>
                <a:lnTo>
                  <a:pt x="335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AAB0B8"/>
            </a:solidFill>
            <a:prstDash val="solid"/>
          </a:ln>
        </p:spPr>
      </p:sp>
      <p:sp>
        <p:nvSpPr>
          <p:cNvPr id="212" name="path_102">
            <a:extLst xmlns:a="http://schemas.openxmlformats.org/drawingml/2006/main">
              <a:ext uri="{FF2B5EF4-FFF2-40B4-BE49-F238E27FC236}">
                <a16:creationId xmlns:a16="http://schemas.microsoft.com/office/drawing/2014/main" id="{9712FE54-2FBE-4551-9DB3-576F478F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857625"/>
            <a:ext cx="3067050" cy="95"/>
          </a:xfrm>
          <a:custGeom xmlns:a="http://schemas.openxmlformats.org/drawingml/2006/main">
            <a:pathLst>
              <a:path w="3067050" h="95">
                <a:moveTo>
                  <a:pt x="0" y="0"/>
                </a:moveTo>
                <a:lnTo>
                  <a:pt x="3067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06B78"/>
            </a:solidFill>
            <a:prstDash val="solid"/>
          </a:ln>
        </p:spPr>
      </p:sp>
      <p:sp>
        <p:nvSpPr>
          <p:cNvPr id="213" name="object_103">
            <a:extLst xmlns:a="http://schemas.openxmlformats.org/drawingml/2006/main">
              <a:ext uri="{FF2B5EF4-FFF2-40B4-BE49-F238E27FC236}">
                <a16:creationId xmlns:a16="http://schemas.microsoft.com/office/drawing/2014/main" id="{ED36537B-57CC-48EF-9B47-626ECC9E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3333750"/>
            <a:ext cx="295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C9D1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4" name="object_104">
            <a:extLst xmlns:a="http://schemas.openxmlformats.org/drawingml/2006/main">
              <a:ext uri="{FF2B5EF4-FFF2-40B4-BE49-F238E27FC236}">
                <a16:creationId xmlns:a16="http://schemas.microsoft.com/office/drawing/2014/main" id="{BEC96347-AA21-47D3-809A-39B59C7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3105150"/>
            <a:ext cx="2952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0C9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5" name="object_105">
            <a:extLst xmlns:a="http://schemas.openxmlformats.org/drawingml/2006/main">
              <a:ext uri="{FF2B5EF4-FFF2-40B4-BE49-F238E27FC236}">
                <a16:creationId xmlns:a16="http://schemas.microsoft.com/office/drawing/2014/main" id="{6D133984-C01A-408B-B808-7128A90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3276600"/>
            <a:ext cx="2952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0E0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6" name="object_106">
            <a:extLst xmlns:a="http://schemas.openxmlformats.org/drawingml/2006/main">
              <a:ext uri="{FF2B5EF4-FFF2-40B4-BE49-F238E27FC236}">
                <a16:creationId xmlns:a16="http://schemas.microsoft.com/office/drawing/2014/main" id="{E12E9FCA-042C-469A-9E06-40377642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2025" y="3057525"/>
            <a:ext cx="2952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9ACD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7" name="object_107">
            <a:extLst xmlns:a="http://schemas.openxmlformats.org/drawingml/2006/main">
              <a:ext uri="{FF2B5EF4-FFF2-40B4-BE49-F238E27FC236}">
                <a16:creationId xmlns:a16="http://schemas.microsoft.com/office/drawing/2014/main" id="{5E38DF7D-0D05-4CFB-94D6-FEF83AA0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2667000"/>
            <a:ext cx="2952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C7"/>
          </a:solidFill>
          <a:ln xmlns:a="http://schemas.openxmlformats.org/drawingml/2006/main" w="17145">
            <a:solidFill>
              <a:srgbClr val="526179"/>
            </a:solidFill>
          </a:ln>
        </p:spPr>
      </p:sp>
      <p:sp>
        <p:nvSpPr>
          <p:cNvPr id="218" name="path_108">
            <a:extLst xmlns:a="http://schemas.openxmlformats.org/drawingml/2006/main">
              <a:ext uri="{FF2B5EF4-FFF2-40B4-BE49-F238E27FC236}">
                <a16:creationId xmlns:a16="http://schemas.microsoft.com/office/drawing/2014/main" id="{0648F8A0-4BEB-40B6-AC75-90C35794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2447925"/>
            <a:ext cx="1219200" cy="723900"/>
          </a:xfrm>
          <a:custGeom xmlns:a="http://schemas.openxmlformats.org/drawingml/2006/main">
            <a:pathLst>
              <a:path w="1219200" h="723900">
                <a:moveTo>
                  <a:pt x="0" y="704850"/>
                </a:moveTo>
                <a:lnTo>
                  <a:pt x="390525" y="590550"/>
                </a:lnTo>
                <a:lnTo>
                  <a:pt x="733425" y="400050"/>
                </a:lnTo>
                <a:lnTo>
                  <a:pt x="981075" y="190500"/>
                </a:lnTo>
                <a:lnTo>
                  <a:pt x="1133475" y="0"/>
                </a:lnTo>
                <a:lnTo>
                  <a:pt x="1219200" y="228600"/>
                </a:lnTo>
                <a:lnTo>
                  <a:pt x="1104900" y="200025"/>
                </a:lnTo>
                <a:lnTo>
                  <a:pt x="885825" y="466725"/>
                </a:lnTo>
                <a:lnTo>
                  <a:pt x="523875" y="638175"/>
                </a:lnTo>
                <a:lnTo>
                  <a:pt x="152400" y="723900"/>
                </a:lnTo>
                <a:close/>
              </a:path>
            </a:pathLst>
          </a:custGeom>
          <a:solidFill xmlns:a="http://schemas.openxmlformats.org/drawingml/2006/main">
            <a:srgbClr val="7D9EC8"/>
          </a:solidFill>
          <a:ln xmlns:a="http://schemas.openxmlformats.org/drawingml/2006/main" w="16193">
            <a:solidFill>
              <a:srgbClr val="425978"/>
            </a:solidFill>
            <a:prstDash val="solid"/>
          </a:ln>
        </p:spPr>
      </p:sp>
      <p:sp>
        <p:nvSpPr>
          <p:cNvPr id="219" name="Uncoordinated">
            <a:extLst xmlns:a="http://schemas.openxmlformats.org/drawingml/2006/main">
              <a:ext uri="{FF2B5EF4-FFF2-40B4-BE49-F238E27FC236}">
                <a16:creationId xmlns:a16="http://schemas.microsoft.com/office/drawing/2014/main" id="{D12B5BBA-3596-4803-994D-4BD18A9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1275" y="3943350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Uncoordinated</a:t>
            </a:r>
          </a:p>
        </p:txBody>
      </p:sp>
      <p:sp>
        <p:nvSpPr>
          <p:cNvPr id="220" name="Coordinated">
            <a:extLst xmlns:a="http://schemas.openxmlformats.org/drawingml/2006/main">
              <a:ext uri="{FF2B5EF4-FFF2-40B4-BE49-F238E27FC236}">
                <a16:creationId xmlns:a16="http://schemas.microsoft.com/office/drawing/2014/main" id="{62A7AA87-E28F-43D0-9213-1C84D7B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9433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Coordinated</a:t>
            </a:r>
          </a:p>
        </p:txBody>
      </p:sp>
      <p:sp>
        <p:nvSpPr>
          <p:cNvPr id="221" name="path_109">
            <a:extLst xmlns:a="http://schemas.openxmlformats.org/drawingml/2006/main">
              <a:ext uri="{FF2B5EF4-FFF2-40B4-BE49-F238E27FC236}">
                <a16:creationId xmlns:a16="http://schemas.microsoft.com/office/drawing/2014/main" id="{EB2905A9-2187-4960-B9EF-2B0B830A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124575"/>
            <a:ext cx="2905125" cy="95"/>
          </a:xfrm>
          <a:custGeom xmlns:a="http://schemas.openxmlformats.org/drawingml/2006/main">
            <a:pathLst>
              <a:path w="2905125" h="95">
                <a:moveTo>
                  <a:pt x="0" y="0"/>
                </a:moveTo>
                <a:lnTo>
                  <a:pt x="2905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C2430"/>
            </a:solidFill>
            <a:prstDash val="solid"/>
          </a:ln>
        </p:spPr>
      </p:sp>
      <p:sp>
        <p:nvSpPr>
          <p:cNvPr id="222" name="path_110">
            <a:extLst xmlns:a="http://schemas.openxmlformats.org/drawingml/2006/main">
              <a:ext uri="{FF2B5EF4-FFF2-40B4-BE49-F238E27FC236}">
                <a16:creationId xmlns:a16="http://schemas.microsoft.com/office/drawing/2014/main" id="{42ED320C-3B7D-4094-9F61-3CE4A74C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5648325"/>
            <a:ext cx="95" cy="1562100"/>
          </a:xfrm>
          <a:custGeom xmlns:a="http://schemas.openxmlformats.org/drawingml/2006/main">
            <a:pathLst>
              <a:path w="95" h="1562100">
                <a:moveTo>
                  <a:pt x="0" y="0"/>
                </a:moveTo>
                <a:lnTo>
                  <a:pt x="0" y="15621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52935"/>
            </a:solidFill>
            <a:prstDash val="dash"/>
          </a:ln>
        </p:spPr>
      </p:sp>
      <p:sp>
        <p:nvSpPr>
          <p:cNvPr id="223" name="Deadline">
            <a:extLst xmlns:a="http://schemas.openxmlformats.org/drawingml/2006/main">
              <a:ext uri="{FF2B5EF4-FFF2-40B4-BE49-F238E27FC236}">
                <a16:creationId xmlns:a16="http://schemas.microsoft.com/office/drawing/2014/main" id="{C45C40AD-3F3A-4656-9DFA-E542F85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391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224" name="path_111">
            <a:extLst xmlns:a="http://schemas.openxmlformats.org/drawingml/2006/main">
              <a:ext uri="{FF2B5EF4-FFF2-40B4-BE49-F238E27FC236}">
                <a16:creationId xmlns:a16="http://schemas.microsoft.com/office/drawing/2014/main" id="{2D4AD290-BD31-47FC-86EA-64C6CC2E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429375"/>
            <a:ext cx="1428750" cy="95"/>
          </a:xfrm>
          <a:custGeom xmlns:a="http://schemas.openxmlformats.org/drawingml/2006/main">
            <a:pathLst>
              <a:path w="1428750" h="9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F659D"/>
            </a:solidFill>
            <a:prstDash val="solid"/>
          </a:ln>
        </p:spPr>
      </p:sp>
      <p:sp>
        <p:nvSpPr>
          <p:cNvPr id="225" name="object_112">
            <a:extLst xmlns:a="http://schemas.openxmlformats.org/drawingml/2006/main">
              <a:ext uri="{FF2B5EF4-FFF2-40B4-BE49-F238E27FC236}">
                <a16:creationId xmlns:a16="http://schemas.microsoft.com/office/drawing/2014/main" id="{8FBDC0CF-C0CD-4620-8521-3ABB5463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6353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59D"/>
          </a:solidFill>
          <a:ln xmlns:a="http://schemas.openxmlformats.org/drawingml/2006/main" w="9525">
            <a:solidFill>
              <a:srgbClr val="2F659D"/>
            </a:solidFill>
          </a:ln>
        </p:spPr>
      </p:sp>
      <p:sp>
        <p:nvSpPr>
          <p:cNvPr id="226" name="path_113">
            <a:extLst xmlns:a="http://schemas.openxmlformats.org/drawingml/2006/main">
              <a:ext uri="{FF2B5EF4-FFF2-40B4-BE49-F238E27FC236}">
                <a16:creationId xmlns:a16="http://schemas.microsoft.com/office/drawing/2014/main" id="{1DE06D1A-EB70-4713-B011-CFB79AD0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962775"/>
            <a:ext cx="2733675" cy="95"/>
          </a:xfrm>
          <a:custGeom xmlns:a="http://schemas.openxmlformats.org/drawingml/2006/main">
            <a:pathLst>
              <a:path w="2733675" h="95">
                <a:moveTo>
                  <a:pt x="0" y="0"/>
                </a:moveTo>
                <a:lnTo>
                  <a:pt x="2733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898B94"/>
            </a:solidFill>
            <a:prstDash val="dash"/>
          </a:ln>
        </p:spPr>
      </p:sp>
      <p:sp>
        <p:nvSpPr>
          <p:cNvPr id="227" name="object_114">
            <a:extLst xmlns:a="http://schemas.openxmlformats.org/drawingml/2006/main">
              <a:ext uri="{FF2B5EF4-FFF2-40B4-BE49-F238E27FC236}">
                <a16:creationId xmlns:a16="http://schemas.microsoft.com/office/drawing/2014/main" id="{ECB56EEA-8CB2-4267-9FA5-6EFAAE9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9725" y="6886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98B94"/>
          </a:solidFill>
          <a:ln xmlns:a="http://schemas.openxmlformats.org/drawingml/2006/main" w="9525">
            <a:solidFill>
              <a:srgbClr val="898B94"/>
            </a:solidFill>
          </a:ln>
        </p:spPr>
      </p:sp>
      <p:sp>
        <p:nvSpPr>
          <p:cNvPr id="228" name="Timely">
            <a:extLst xmlns:a="http://schemas.openxmlformats.org/drawingml/2006/main">
              <a:ext uri="{FF2B5EF4-FFF2-40B4-BE49-F238E27FC236}">
                <a16:creationId xmlns:a16="http://schemas.microsoft.com/office/drawing/2014/main" id="{B2366BB5-806B-4CA7-B640-C5CCFBA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6496050"/>
            <a:ext cx="1514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Timely</a:t>
            </a:r>
          </a:p>
        </p:txBody>
      </p:sp>
      <p:sp>
        <p:nvSpPr>
          <p:cNvPr id="229" name="Late">
            <a:extLst xmlns:a="http://schemas.openxmlformats.org/drawingml/2006/main">
              <a:ext uri="{FF2B5EF4-FFF2-40B4-BE49-F238E27FC236}">
                <a16:creationId xmlns:a16="http://schemas.microsoft.com/office/drawing/2014/main" id="{832BC3E8-C41D-4281-9732-B9D3E22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7115175"/>
            <a:ext cx="847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478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747883"/>
                </a:solidFill>
                <a:latin typeface="Times New Roman"/>
                <a:ea typeface="Times New Roman"/>
                <a:cs typeface="Times New Roman"/>
              </a:rPr>
              <a:t>Late</a:t>
            </a:r>
          </a:p>
        </p:txBody>
      </p:sp>
      <p:sp>
        <p:nvSpPr>
          <p:cNvPr id="230" name="Completion">
            <a:extLst xmlns:a="http://schemas.openxmlformats.org/drawingml/2006/main">
              <a:ext uri="{FF2B5EF4-FFF2-40B4-BE49-F238E27FC236}">
                <a16:creationId xmlns:a16="http://schemas.microsoft.com/office/drawing/2014/main" id="{D5E6ACD5-DCEB-4EDD-88B1-5A49F112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7025" y="5800725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Completion</a:t>
            </a:r>
          </a:p>
        </p:txBody>
      </p:sp>
      <p:sp>
        <p:nvSpPr>
          <p:cNvPr id="231" name="Time">
            <a:extLst xmlns:a="http://schemas.openxmlformats.org/drawingml/2006/main">
              <a:ext uri="{FF2B5EF4-FFF2-40B4-BE49-F238E27FC236}">
                <a16:creationId xmlns:a16="http://schemas.microsoft.com/office/drawing/2014/main" id="{CCFE4F4F-A5EE-4B0C-B904-357422CA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600" y="576262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pic>
        <p:nvPicPr>
          <p:cNvPr id="4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5c6b92c754b55"/>
          <a:stretch xmlns:a="http://schemas.openxmlformats.org/drawingml/2006/main"/>
        </p:blipFill>
        <p:spPr>
          <a:xfrm xmlns:a="http://schemas.openxmlformats.org/drawingml/2006/main">
            <a:off x="14473899" y="8543925"/>
            <a:ext cx="2303728" cy="1781175"/>
          </a:xfrm>
          <a:prstGeom xmlns:a="http://schemas.openxmlformats.org/drawingml/2006/main" prst="rect">
            <a:avLst/>
          </a:prstGeom>
        </p:spPr>
      </p:pic>
      <p:sp>
        <p:nvSpPr>
          <p:cNvPr id="233" name="Air">
            <a:extLst xmlns:a="http://schemas.openxmlformats.org/drawingml/2006/main">
              <a:ext uri="{FF2B5EF4-FFF2-40B4-BE49-F238E27FC236}">
                <a16:creationId xmlns:a16="http://schemas.microsoft.com/office/drawing/2014/main" id="{4404C1AA-876C-47A8-BA99-AF897AD9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6525" y="10201275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Air</a:t>
            </a:r>
          </a:p>
        </p:txBody>
      </p:sp>
      <p:sp>
        <p:nvSpPr>
          <p:cNvPr id="234" name="Ground">
            <a:extLst xmlns:a="http://schemas.openxmlformats.org/drawingml/2006/main">
              <a:ext uri="{FF2B5EF4-FFF2-40B4-BE49-F238E27FC236}">
                <a16:creationId xmlns:a16="http://schemas.microsoft.com/office/drawing/2014/main" id="{EF0F7B54-F136-4027-BEB6-22F97936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4850" y="102012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Ground</a:t>
            </a:r>
          </a:p>
        </p:txBody>
      </p:sp>
      <p:pic>
        <p:nvPicPr>
          <p:cNvPr id="4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f56eaf7c544c6"/>
          <a:stretch xmlns:a="http://schemas.openxmlformats.org/drawingml/2006/main"/>
        </p:blipFill>
        <p:spPr>
          <a:xfrm xmlns:a="http://schemas.openxmlformats.org/drawingml/2006/main">
            <a:off x="14531170" y="11534775"/>
            <a:ext cx="2132034" cy="952500"/>
          </a:xfrm>
          <a:prstGeom xmlns:a="http://schemas.openxmlformats.org/drawingml/2006/main" prst="rect">
            <a:avLst/>
          </a:prstGeom>
        </p:spPr>
      </p:pic>
      <p:sp>
        <p:nvSpPr>
          <p:cNvPr id="236" name="Observation / execution delay">
            <a:extLst xmlns:a="http://schemas.openxmlformats.org/drawingml/2006/main">
              <a:ext uri="{FF2B5EF4-FFF2-40B4-BE49-F238E27FC236}">
                <a16:creationId xmlns:a16="http://schemas.microsoft.com/office/drawing/2014/main" id="{B76E0B3C-0473-4DB1-8008-02A216C4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12430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C2430"/>
                </a:solidFill>
                <a:latin typeface="Times New Roman"/>
                <a:ea typeface="Times New Roman"/>
                <a:cs typeface="Times New Roman"/>
              </a:rPr>
              <a:t>Observation / execution delay</a:t>
            </a:r>
          </a:p>
        </p:txBody>
      </p:sp>
    </p:spTree>
    <p:extLst>
      <p:ext uri="{BB962C8B-B14F-4D97-AF65-F5344CB8AC3E}">
        <p14:creationId xmlns:p14="http://schemas.microsoft.com/office/powerpoint/2010/main" val="1669418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2026-09-12T02:38:23.3940000Z</dcterms:created>
  <dcterms:modified xsi:type="dcterms:W3CDTF">2026-09-12T02:38:23.3940000Z</dcterms:modified>
</coreProperties>
</file>