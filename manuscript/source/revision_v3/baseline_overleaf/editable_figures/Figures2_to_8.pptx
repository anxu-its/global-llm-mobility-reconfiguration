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6bbb0e66ab4949" /><Relationship Type="http://schemas.openxmlformats.org/officeDocument/2006/relationships/extended-properties" Target="/docProps/app.xml" Id="R696680a5f4cb45ef" /><Relationship Type="http://schemas.openxmlformats.org/officeDocument/2006/relationships/officeDocument" Target="/ppt/presentation.xml" Id="R3ea0f990846d48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7e289856e4445d"/>
  </p:sldMasterIdLst>
  <p:notesMasterIdLst>
    <p:notesMasterId xmlns:r="http://schemas.openxmlformats.org/officeDocument/2006/relationships" r:id="R9f0b5080ccd84726"/>
  </p:notesMasterIdLst>
  <p:sldIdLst>
    <p:sldId xmlns:r="http://schemas.openxmlformats.org/officeDocument/2006/relationships" id="256" r:id="R150aa139dbf34944"/>
    <p:sldId xmlns:r="http://schemas.openxmlformats.org/officeDocument/2006/relationships" id="257" r:id="R39b39e22d0fb47d3"/>
    <p:sldId xmlns:r="http://schemas.openxmlformats.org/officeDocument/2006/relationships" id="258" r:id="R10b6cfdefe7249f0"/>
    <p:sldId xmlns:r="http://schemas.openxmlformats.org/officeDocument/2006/relationships" id="259" r:id="R348f2c6807744774"/>
    <p:sldId xmlns:r="http://schemas.openxmlformats.org/officeDocument/2006/relationships" id="260" r:id="R8449f3a3968145ea"/>
    <p:sldId xmlns:r="http://schemas.openxmlformats.org/officeDocument/2006/relationships" id="261" r:id="Rfab2e1c08afb483b"/>
    <p:sldId xmlns:r="http://schemas.openxmlformats.org/officeDocument/2006/relationships" id="262" r:id="Rf395fe305d5b46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0969521ea4b47" /><Relationship Type="http://schemas.openxmlformats.org/officeDocument/2006/relationships/slideMaster" Target="/ppt/slideMasters/slideMaster1.xml" Id="Ra77e289856e4445d" /><Relationship Type="http://schemas.openxmlformats.org/officeDocument/2006/relationships/notesMaster" Target="/ppt/notesMasters/notesMaster1.xml" Id="R9f0b5080ccd84726" /><Relationship Type="http://schemas.openxmlformats.org/officeDocument/2006/relationships/presProps" Target="/ppt/presProps.xml" Id="R33bf9db1b5374249" /><Relationship Type="http://schemas.openxmlformats.org/officeDocument/2006/relationships/tableStyles" Target="/ppt/tableStyles.xml" Id="R10ed07018999478f" /><Relationship Type="http://schemas.openxmlformats.org/officeDocument/2006/relationships/slide" Target="/ppt/slides/slide1.xml" Id="R150aa139dbf34944" /><Relationship Type="http://schemas.openxmlformats.org/officeDocument/2006/relationships/slide" Target="/ppt/slides/slide2.xml" Id="R39b39e22d0fb47d3" /><Relationship Type="http://schemas.openxmlformats.org/officeDocument/2006/relationships/slide" Target="/ppt/slides/slide3.xml" Id="R10b6cfdefe7249f0" /><Relationship Type="http://schemas.openxmlformats.org/officeDocument/2006/relationships/slide" Target="/ppt/slides/slide4.xml" Id="R348f2c6807744774" /><Relationship Type="http://schemas.openxmlformats.org/officeDocument/2006/relationships/slide" Target="/ppt/slides/slide5.xml" Id="R8449f3a3968145ea" /><Relationship Type="http://schemas.openxmlformats.org/officeDocument/2006/relationships/slide" Target="/ppt/slides/slide6.xml" Id="Rfab2e1c08afb483b" /><Relationship Type="http://schemas.openxmlformats.org/officeDocument/2006/relationships/slide" Target="/ppt/slides/slide7.xml" Id="Rf395fe305d5b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077a7a2736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ac96ba571649be" /><Relationship Type="http://schemas.openxmlformats.org/officeDocument/2006/relationships/notesMaster" Target="/ppt/notesMasters/notesMaster1.xml" Id="R3fdefa0df6f143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b0ec5e4324336" /><Relationship Type="http://schemas.openxmlformats.org/officeDocument/2006/relationships/notesMaster" Target="/ppt/notesMasters/notesMaster1.xml" Id="Rb1f98683ea0a4d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61553746e40c9" /><Relationship Type="http://schemas.openxmlformats.org/officeDocument/2006/relationships/notesMaster" Target="/ppt/notesMasters/notesMaster1.xml" Id="Rf830e40110624c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74b3533bd74032" /><Relationship Type="http://schemas.openxmlformats.org/officeDocument/2006/relationships/notesMaster" Target="/ppt/notesMasters/notesMaster1.xml" Id="Raeac5542b98249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17ae91e9e04360" /><Relationship Type="http://schemas.openxmlformats.org/officeDocument/2006/relationships/notesMaster" Target="/ppt/notesMasters/notesMaster1.xml" Id="R0421fc0eb83f4c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b9919e6b034e27" /><Relationship Type="http://schemas.openxmlformats.org/officeDocument/2006/relationships/notesMaster" Target="/ppt/notesMasters/notesMaster1.xml" Id="R5e0ca687d44b4e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20b435fc764524" /><Relationship Type="http://schemas.openxmlformats.org/officeDocument/2006/relationships/notesMaster" Target="/ppt/notesMasters/notesMaster1.xml" Id="R3a0339296e0a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E1.{A,B,C}.summary. Each site-policy mean contains 240 runs. Charts show descriptive means; exact paired inference appears in the manuscript.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E1.{A,B,C}.ablation. B4b minus B4a, 60 matched runs per site. Intervals are frozen 95% paired intervals; binary risk-difference intervals are descriptive.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E2 summaries. Recovery denominators are affected critical air chains. Deadline outcomes use all 320 runs per site and policy. B0 has no affected critical air chain.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E3.{site}.levels. SWL weights CRITICAL/HIGH/NORMAL/LOW = 4/3/2/1. L1/L4 have 40 runs per manager; L2/L3 have 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E4 4A/4B/4C arms. 20 runs per arm-policy. All curves connect discrete tested arms. B2 and B4b completion outcomes coincide. Input burden uses a fixed core fleet of 4 aircraft.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E4B D60 B4b trace from final experiment report. At t=360 failure and a new ground decision supersede the pending dispatch. Ground executes at 420 and completes at 602. Release 300, deadline 480.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2b2f6751c4d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96dc6ee5ce4f69" /><Relationship Type="http://schemas.openxmlformats.org/officeDocument/2006/relationships/slideLayout" Target="/ppt/slideLayouts/slideLayout1.xml" Id="R778b6a543e1a40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8b6a543e1a40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b4a82381d4c4b" /><Relationship Type="http://schemas.openxmlformats.org/officeDocument/2006/relationships/notesSlide" Target="/ppt/notesSlides/notesSlide1.xml" Id="R106d585db1454d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af02d539448eb" /><Relationship Type="http://schemas.openxmlformats.org/officeDocument/2006/relationships/chart" Target="/ppt/slides/charts/chart1.xml" Id="Ra69e87abc243471c" /><Relationship Type="http://schemas.openxmlformats.org/officeDocument/2006/relationships/chart" Target="/ppt/slides/charts/chart2.xml" Id="R006373b7b8ee4c79" /><Relationship Type="http://schemas.openxmlformats.org/officeDocument/2006/relationships/chart" Target="/ppt/slides/charts/chart3.xml" Id="R0879aeee77674488" /><Relationship Type="http://schemas.openxmlformats.org/officeDocument/2006/relationships/notesSlide" Target="/ppt/notesSlides/notesSlide2.xml" Id="R0e03a47ae99e4c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da78b4b594ab7" /><Relationship Type="http://schemas.openxmlformats.org/officeDocument/2006/relationships/notesSlide" Target="/ppt/notesSlides/notesSlide3.xml" Id="R2c6900c924a84c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2eac2ecab494a" /><Relationship Type="http://schemas.openxmlformats.org/officeDocument/2006/relationships/chart" Target="/ppt/slides/charts/chart4.xml" Id="Rd6306e785ca6420c" /><Relationship Type="http://schemas.openxmlformats.org/officeDocument/2006/relationships/notesSlide" Target="/ppt/notesSlides/notesSlide4.xml" Id="Rf3b8dbd316cc4a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f56c0962b49b6" /><Relationship Type="http://schemas.openxmlformats.org/officeDocument/2006/relationships/chart" Target="/ppt/slides/charts/chart5.xml" Id="R36a8eac087bf4152" /><Relationship Type="http://schemas.openxmlformats.org/officeDocument/2006/relationships/chart" Target="/ppt/slides/charts/chart6.xml" Id="R27b0131b5812456c" /><Relationship Type="http://schemas.openxmlformats.org/officeDocument/2006/relationships/chart" Target="/ppt/slides/charts/chart7.xml" Id="R0065d713f5c14f0d" /><Relationship Type="http://schemas.openxmlformats.org/officeDocument/2006/relationships/notesSlide" Target="/ppt/notesSlides/notesSlide5.xml" Id="R0e985eb0550e4a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6a017813b42d9" /><Relationship Type="http://schemas.openxmlformats.org/officeDocument/2006/relationships/chart" Target="/ppt/slides/charts/chart8.xml" Id="R51dfd4d136cc4aa8" /><Relationship Type="http://schemas.openxmlformats.org/officeDocument/2006/relationships/chart" Target="/ppt/slides/charts/chart9.xml" Id="R376010e0c4f44178" /><Relationship Type="http://schemas.openxmlformats.org/officeDocument/2006/relationships/chart" Target="/ppt/slides/charts/chart10.xml" Id="R7eaf32c0fbe443ff" /><Relationship Type="http://schemas.openxmlformats.org/officeDocument/2006/relationships/notesSlide" Target="/ppt/notesSlides/notesSlide6.xml" Id="R02d70c5bdd1445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5cabd80f24f2a" /><Relationship Type="http://schemas.openxmlformats.org/officeDocument/2006/relationships/notesSlide" Target="/ppt/notesSlides/notesSlide7.xml" Id="Rf547ccaca7814a3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187.66666667</c:v>
                </c:pt>
                <c:pt idx="1">
                  <c:v>262.66666667</c:v>
                </c:pt>
                <c:pt idx="2">
                  <c:v>323.66666667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160.775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147.61666667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146.63333333</c:v>
                </c:pt>
                <c:pt idx="1">
                  <c:v>49.09583333</c:v>
                </c:pt>
                <c:pt idx="2">
                  <c:v>168.65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9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33.33333333</c:v>
                </c:pt>
                <c:pt idx="1">
                  <c:v>50</c:v>
                </c:pt>
                <c:pt idx="2">
                  <c:v>83.33333333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0.05833333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0.13333333</c:v>
                </c:pt>
                <c:pt idx="1">
                  <c:v>0.4875</c:v>
                </c:pt>
                <c:pt idx="2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Services /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37.5</c:v>
                </c:pt>
                <c:pt idx="1">
                  <c:v>37.5</c:v>
                </c:pt>
                <c:pt idx="2">
                  <c:v>62.5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37.5</c:v>
                </c:pt>
                <c:pt idx="1">
                  <c:v>37.5</c:v>
                </c:pt>
                <c:pt idx="2">
                  <c:v>62.5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39.0625</c:v>
                </c:pt>
                <c:pt idx="1">
                  <c:v>37.5</c:v>
                </c:pt>
                <c:pt idx="2">
                  <c:v>62.8125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240</c:v>
                </c:pt>
                <c:pt idx="3">
                  <c:v>240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240</c:v>
                </c:pt>
                <c:pt idx="2">
                  <c:v>0</c:v>
                </c:pt>
                <c:pt idx="3">
                  <c:v>120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0</c:v>
                </c:pt>
                <c:pt idx="1">
                  <c:v>240</c:v>
                </c:pt>
                <c:pt idx="2">
                  <c:v>0</c:v>
                </c:pt>
                <c:pt idx="3">
                  <c:v>120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6</c:v>
                </c:pt>
                <c:pt idx="1">
                  <c:v>240</c:v>
                </c:pt>
                <c:pt idx="2">
                  <c:v>1.6875</c:v>
                </c:pt>
                <c:pt idx="3">
                  <c:v>123.375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375</c:v>
                </c:pt>
                <c:pt idx="3">
                  <c:v>375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375</c:v>
                </c:pt>
                <c:pt idx="3">
                  <c:v>375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9525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19050">
              <a:solidFill>
                <a:srgbClr val="D78A3A"/>
              </a:solidFill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9525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38100">
              <a:solidFill>
                <a:srgbClr val="477F60"/>
              </a:solidFill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477F60"/>
              </ns4:solidFill>
              <ns5:ln xmlns:ns5="http://schemas.openxmlformats.org/drawingml/2006/main" w="9525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19050">
              <a:solidFill>
                <a:srgbClr val="7954A3"/>
              </a:solidFill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9525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9525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9525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9525">
                <a:solidFill>
                  <a:srgbClr val="7B858E"/>
                </a:solidFill>
              </a:ln>
            </c:spPr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302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19050">
              <a:solidFill>
                <a:srgbClr val="D78A3A"/>
              </a:solidFill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9525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9525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9525">
                <a:solidFill>
                  <a:srgbClr val="D78A3A"/>
                </a:solidFill>
              </a:ln>
            </c:spPr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38100">
              <a:solidFill>
                <a:srgbClr val="477F60"/>
              </a:solidFill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477F60"/>
              </ns4:solidFill>
              <ns5:ln xmlns:ns5="http://schemas.openxmlformats.org/drawingml/2006/main" w="9525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477F60"/>
                </ns4:solidFill>
                <ns5:ln xmlns:ns5="http://schemas.openxmlformats.org/drawingml/2006/main" w="9525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477F60"/>
              </a:solidFill>
              <a:ln xmlns:a="http://schemas.openxmlformats.org/drawingml/2006/main" w="9525">
                <a:solidFill>
                  <a:srgbClr val="477F60"/>
                </a:solidFill>
              </a:ln>
            </c:spPr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19050">
              <a:solidFill>
                <a:srgbClr val="7954A3"/>
              </a:solidFill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9525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9525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Delay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4765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9525">
                <ns1:solidFill>
                  <ns1:srgbClr val="7954A3"/>
                </ns1:solidFill>
              </ns1:ln>
            </c:spPr>
          </c:marker>
          <c:dPt>
            <c:idx val="0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8"/>
              <c:spPr>
                <ns0:solidFill xmlns:ns0="http://schemas.openxmlformats.org/drawingml/2006/main">
                  <ns0:srgbClr val="7954A3"/>
                </ns0:solidFill>
                <ns1:ln xmlns:ns1="http://schemas.openxmlformats.org/drawingml/2006/main" w="9525">
                  <ns1:solidFill>
                    <ns1:srgbClr val="7954A3"/>
                  </ns1:solidFill>
                </ns1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9525">
                <a:solidFill>
                  <a:srgbClr val="7954A3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Prompt tokens / call (thousands)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D43E8280-6A63-48C0-A84D-A322E092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Contrasting network morphology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95647-C3D8-4480-9862-888FD599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A6AD0-0981-4C3B-A9AD-F6D6C141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A: Suzhou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968BA-A3BE-45E9-B31A-5778D42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94" y="1698070"/>
            <a:ext cx="1600140" cy="3111665"/>
          </a:xfrm>
          <a:custGeom xmlns:a="http://schemas.openxmlformats.org/drawingml/2006/main"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E69E3-F86B-4BB4-98C8-CDED3FAA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138" y="4473889"/>
            <a:ext cx="743666" cy="476491"/>
          </a:xfrm>
          <a:custGeom xmlns:a="http://schemas.openxmlformats.org/drawingml/2006/main"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C2747-0215-464E-9EBB-4E0A04BA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883" y="4603902"/>
            <a:ext cx="813352" cy="82980"/>
          </a:xfrm>
          <a:custGeom xmlns:a="http://schemas.openxmlformats.org/drawingml/2006/main"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E52A5-F04F-45E1-AB1A-816CD8A9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14" y="2150288"/>
            <a:ext cx="27227" cy="46058"/>
          </a:xfrm>
          <a:custGeom xmlns:a="http://schemas.openxmlformats.org/drawingml/2006/main"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7CBA9-79A0-48FC-A6B9-C6FDE9A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95" y="2072263"/>
            <a:ext cx="11701" cy="6795"/>
          </a:xfrm>
          <a:custGeom xmlns:a="http://schemas.openxmlformats.org/drawingml/2006/main"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786A2-B8E3-4A07-AC0C-16F30BB6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38" y="2354712"/>
            <a:ext cx="22690" cy="28018"/>
          </a:xfrm>
          <a:custGeom xmlns:a="http://schemas.openxmlformats.org/drawingml/2006/main"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5F24C-7870-4FA3-A8BE-FCBCEC6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101" y="4619680"/>
            <a:ext cx="17293" cy="11259"/>
          </a:xfrm>
          <a:custGeom xmlns:a="http://schemas.openxmlformats.org/drawingml/2006/main"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664B9-FC92-4B70-AB7F-B4A6EE3C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60" y="3023685"/>
            <a:ext cx="209907" cy="45425"/>
          </a:xfrm>
          <a:custGeom xmlns:a="http://schemas.openxmlformats.org/drawingml/2006/main"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A9A0A-BD1C-4366-9C3E-8171BBBB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09" y="2694695"/>
            <a:ext cx="366472" cy="2058573"/>
          </a:xfrm>
          <a:custGeom xmlns:a="http://schemas.openxmlformats.org/drawingml/2006/main"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55746-0C8F-413F-86CD-65645FFB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243" y="2956371"/>
            <a:ext cx="989992" cy="167899"/>
          </a:xfrm>
          <a:custGeom xmlns:a="http://schemas.openxmlformats.org/drawingml/2006/main"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8933B-37C6-450B-8722-B8AA9A00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3925797"/>
            <a:ext cx="1859438" cy="649790"/>
          </a:xfrm>
          <a:custGeom xmlns:a="http://schemas.openxmlformats.org/drawingml/2006/main"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D169E-F973-4199-A178-C527AF99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99" y="2886919"/>
            <a:ext cx="51675" cy="22403"/>
          </a:xfrm>
          <a:custGeom xmlns:a="http://schemas.openxmlformats.org/drawingml/2006/main"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EB549-456A-473C-83E9-A6E770C6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3" y="1877013"/>
            <a:ext cx="32342" cy="237119"/>
          </a:xfrm>
          <a:custGeom xmlns:a="http://schemas.openxmlformats.org/drawingml/2006/main"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FF442-5DA4-4781-8CCD-DB7C72FE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66" y="1744055"/>
            <a:ext cx="996424" cy="428502"/>
          </a:xfrm>
          <a:custGeom xmlns:a="http://schemas.openxmlformats.org/drawingml/2006/main"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61A12-7A0D-4CE9-991E-37D85260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814" y="3477953"/>
            <a:ext cx="933421" cy="223473"/>
          </a:xfrm>
          <a:custGeom xmlns:a="http://schemas.openxmlformats.org/drawingml/2006/main"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983B9-D995-4D53-8249-3497A91A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79" y="1924478"/>
            <a:ext cx="10212" cy="211591"/>
          </a:xfrm>
          <a:custGeom xmlns:a="http://schemas.openxmlformats.org/drawingml/2006/main"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3CC74-6BCB-4515-A86B-A5C3248B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74183"/>
            <a:ext cx="1657870" cy="214441"/>
          </a:xfrm>
          <a:custGeom xmlns:a="http://schemas.openxmlformats.org/drawingml/2006/main"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2DECF-5F97-4810-B825-9E5B977A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306" y="1698070"/>
            <a:ext cx="417586" cy="431227"/>
          </a:xfrm>
          <a:custGeom xmlns:a="http://schemas.openxmlformats.org/drawingml/2006/main"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55DDF-7143-40E8-879F-BD2031F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60" y="2337903"/>
            <a:ext cx="167626" cy="1337930"/>
          </a:xfrm>
          <a:custGeom xmlns:a="http://schemas.openxmlformats.org/drawingml/2006/main"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956B1-C305-4857-BB2A-2512D658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92" y="2859503"/>
            <a:ext cx="646477" cy="1120025"/>
          </a:xfrm>
          <a:custGeom xmlns:a="http://schemas.openxmlformats.org/drawingml/2006/main"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49C12-3650-46B8-9E7A-F16B50B3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35" y="3220531"/>
            <a:ext cx="92404" cy="799924"/>
          </a:xfrm>
          <a:custGeom xmlns:a="http://schemas.openxmlformats.org/drawingml/2006/main"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46339-6D8C-4A9C-8165-D61C77D6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05" y="3129975"/>
            <a:ext cx="63048" cy="547872"/>
          </a:xfrm>
          <a:custGeom xmlns:a="http://schemas.openxmlformats.org/drawingml/2006/main"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11901-B5AF-46BD-B341-7A07481D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30" y="3429380"/>
            <a:ext cx="83061" cy="509215"/>
          </a:xfrm>
          <a:custGeom xmlns:a="http://schemas.openxmlformats.org/drawingml/2006/main"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54749-1E4D-4F9C-992B-1BE5469B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91" y="3492937"/>
            <a:ext cx="78524" cy="437224"/>
          </a:xfrm>
          <a:custGeom xmlns:a="http://schemas.openxmlformats.org/drawingml/2006/main"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40E5F-8296-449F-8CBD-6DC38A77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75" y="3360599"/>
            <a:ext cx="1118638" cy="135038"/>
          </a:xfrm>
          <a:custGeom xmlns:a="http://schemas.openxmlformats.org/drawingml/2006/main"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1D3B32-61E5-4A75-BF58-BD75504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13" y="4215925"/>
            <a:ext cx="211627" cy="734455"/>
          </a:xfrm>
          <a:custGeom xmlns:a="http://schemas.openxmlformats.org/drawingml/2006/main"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6E8CDC-E694-4BC9-8A98-81AE9257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610" y="1698070"/>
            <a:ext cx="1575624" cy="3093381"/>
          </a:xfrm>
          <a:custGeom xmlns:a="http://schemas.openxmlformats.org/drawingml/2006/main"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134DF-91A4-46D4-919A-49CD1DCC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88" y="4000203"/>
            <a:ext cx="27597" cy="120539"/>
          </a:xfrm>
          <a:custGeom xmlns:a="http://schemas.openxmlformats.org/drawingml/2006/main"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F7152A-328B-45AB-AF70-D377B69F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60" y="4308585"/>
            <a:ext cx="613344" cy="534922"/>
          </a:xfrm>
          <a:custGeom xmlns:a="http://schemas.openxmlformats.org/drawingml/2006/main"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73F6F3-02E2-4A39-B4CA-EB99E95A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88" y="2730877"/>
            <a:ext cx="201786" cy="387752"/>
          </a:xfrm>
          <a:custGeom xmlns:a="http://schemas.openxmlformats.org/drawingml/2006/main"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F89B31-46EE-4618-B4AF-4CB542E8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667259"/>
            <a:ext cx="328302" cy="1379134"/>
          </a:xfrm>
          <a:custGeom xmlns:a="http://schemas.openxmlformats.org/drawingml/2006/main"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1632C-59FF-4451-8346-5D51B388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29" y="3750550"/>
            <a:ext cx="34401" cy="299097"/>
          </a:xfrm>
          <a:custGeom xmlns:a="http://schemas.openxmlformats.org/drawingml/2006/main"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16F539-C5C8-43EF-9CEE-4F7B7A26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8" y="3752635"/>
            <a:ext cx="42631" cy="274488"/>
          </a:xfrm>
          <a:custGeom xmlns:a="http://schemas.openxmlformats.org/drawingml/2006/main"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2C72A7-294D-4B66-B310-F32D1DE4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596" y="2125655"/>
            <a:ext cx="59996" cy="550877"/>
          </a:xfrm>
          <a:custGeom xmlns:a="http://schemas.openxmlformats.org/drawingml/2006/main"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1BF157-2984-4605-BC0B-F09B652F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24" y="2107441"/>
            <a:ext cx="4613" cy="6831"/>
          </a:xfrm>
          <a:custGeom xmlns:a="http://schemas.openxmlformats.org/drawingml/2006/main"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78798B-BE46-4307-9532-911709C4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54" y="3894400"/>
            <a:ext cx="1546841" cy="1055980"/>
          </a:xfrm>
          <a:custGeom xmlns:a="http://schemas.openxmlformats.org/drawingml/2006/main"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735C0B-1952-48B8-97C4-52D7C9A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56" y="2729920"/>
            <a:ext cx="190039" cy="383924"/>
          </a:xfrm>
          <a:custGeom xmlns:a="http://schemas.openxmlformats.org/drawingml/2006/main"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CCF66A-DD8A-4EC1-87FB-EFA6F8BA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21" y="2660618"/>
            <a:ext cx="15672" cy="61643"/>
          </a:xfrm>
          <a:custGeom xmlns:a="http://schemas.openxmlformats.org/drawingml/2006/main"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FCBAF7-CC44-4373-8E31-0A2588FC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58" y="2660618"/>
            <a:ext cx="19558" cy="60857"/>
          </a:xfrm>
          <a:custGeom xmlns:a="http://schemas.openxmlformats.org/drawingml/2006/main"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DEE364-C407-476C-8E8D-5F5D204C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9" y="2492113"/>
            <a:ext cx="6456" cy="79589"/>
          </a:xfrm>
          <a:custGeom xmlns:a="http://schemas.openxmlformats.org/drawingml/2006/main"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6B237A-4C0E-4B63-B862-1478E255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60" y="2493501"/>
            <a:ext cx="11738" cy="76433"/>
          </a:xfrm>
          <a:custGeom xmlns:a="http://schemas.openxmlformats.org/drawingml/2006/main"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B3860A-5B8C-42CD-B7D4-65A774E0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471" y="2421271"/>
            <a:ext cx="11863" cy="45762"/>
          </a:xfrm>
          <a:custGeom xmlns:a="http://schemas.openxmlformats.org/drawingml/2006/main"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536CD8-7B92-44AA-8C53-923C1F8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05" y="2422578"/>
            <a:ext cx="16747" cy="42523"/>
          </a:xfrm>
          <a:custGeom xmlns:a="http://schemas.openxmlformats.org/drawingml/2006/main"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9BDEA-021E-467C-9F93-DDCDB142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31" y="2246870"/>
            <a:ext cx="25496" cy="147797"/>
          </a:xfrm>
          <a:custGeom xmlns:a="http://schemas.openxmlformats.org/drawingml/2006/main"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7D906C-9B1A-4BFE-8F53-525AB24E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73" y="2275461"/>
            <a:ext cx="16950" cy="119867"/>
          </a:xfrm>
          <a:custGeom xmlns:a="http://schemas.openxmlformats.org/drawingml/2006/main"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4B7526-F343-4194-9702-8D8D7FEB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837" y="2605576"/>
            <a:ext cx="8008" cy="49013"/>
          </a:xfrm>
          <a:custGeom xmlns:a="http://schemas.openxmlformats.org/drawingml/2006/main"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C5FAEE-59DB-4CEC-BFC5-5DB8B03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151" y="2604356"/>
            <a:ext cx="4380" cy="50233"/>
          </a:xfrm>
          <a:custGeom xmlns:a="http://schemas.openxmlformats.org/drawingml/2006/main"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2D311F-7E36-4E4A-BFCD-7CAD8F42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238" y="1698070"/>
            <a:ext cx="438806" cy="430730"/>
          </a:xfrm>
          <a:custGeom xmlns:a="http://schemas.openxmlformats.org/drawingml/2006/main"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C79366-212A-4B21-9D2E-1FD2EE37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90333"/>
            <a:ext cx="1666945" cy="185988"/>
          </a:xfrm>
          <a:custGeom xmlns:a="http://schemas.openxmlformats.org/drawingml/2006/main"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6F1B3C-D7DC-470C-9E20-B189BF0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1" y="2109769"/>
            <a:ext cx="44181" cy="33585"/>
          </a:xfrm>
          <a:custGeom xmlns:a="http://schemas.openxmlformats.org/drawingml/2006/main"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EF3D32-4211-46F7-B490-85DC2884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948" y="2541871"/>
            <a:ext cx="20456" cy="22819"/>
          </a:xfrm>
          <a:custGeom xmlns:a="http://schemas.openxmlformats.org/drawingml/2006/main"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0098BE-DFD4-4E4A-8C49-B3E3E80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796" y="4493641"/>
            <a:ext cx="258703" cy="171318"/>
          </a:xfrm>
          <a:custGeom xmlns:a="http://schemas.openxmlformats.org/drawingml/2006/main"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C90C82-1844-401C-8200-8C9D6E86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87" y="3884017"/>
            <a:ext cx="1551242" cy="1066363"/>
          </a:xfrm>
          <a:custGeom xmlns:a="http://schemas.openxmlformats.org/drawingml/2006/main"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F630C9-6229-434A-A4C9-9708A29F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42" y="1698070"/>
            <a:ext cx="3242938" cy="3253373"/>
          </a:xfrm>
          <a:custGeom xmlns:a="http://schemas.openxmlformats.org/drawingml/2006/main"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32D97E-CDBB-4EE7-85EB-02417224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958" y="2721567"/>
            <a:ext cx="957783" cy="1300788"/>
          </a:xfrm>
          <a:custGeom xmlns:a="http://schemas.openxmlformats.org/drawingml/2006/main"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F659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C98C06-DED3-4E61-9812-23628A06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70" y="2721567"/>
            <a:ext cx="964372" cy="1450597"/>
          </a:xfrm>
          <a:custGeom xmlns:a="http://schemas.openxmlformats.org/drawingml/2006/main"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F659D"/>
            </a:solidFill>
            <a:prstDash val="dash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9018A1-CD98-4BF3-B958-D10B7137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3155233"/>
            <a:ext cx="573995" cy="839899"/>
          </a:xfrm>
          <a:custGeom xmlns:a="http://schemas.openxmlformats.org/drawingml/2006/main"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02E812-BB62-4DBE-B452-E5300610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8E388C-062A-4BBC-AC01-3361D2DF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8A99C4-AF3A-4C6A-BF8A-72D134DA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46" y="39570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8B92D9-2ECB-4A67-8ED3-B41E29E8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21" y="376653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D52054-BA18-44B4-AA6F-0A10A74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937" y="27275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889391-C13D-4E84-815A-1517596E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37" y="279419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04AA9C-7BCA-4C43-AB4A-9CCC38B5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344" y="39706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4B4D34B-8D20-45EB-80BF-A6175ED5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69" y="378017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1E8724-B0D6-49C7-8F41-6B4ADE3E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941" y="311713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8A3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21B68E-F600-489F-8325-3E20D5C4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16" y="304093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4D55A8-D575-4992-BAFE-3A57674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18846C-B53E-40B3-802A-6B51122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5E78AD-0F0C-4B07-93F3-323B99C7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Urban (meshed)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D07CC7-E283-4D2C-A28C-B87C5DD3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B: Amsterdam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109DA5-EFDF-4ECC-88F4-D7D57FD9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62" y="2200035"/>
            <a:ext cx="18685" cy="18660"/>
          </a:xfrm>
          <a:custGeom xmlns:a="http://schemas.openxmlformats.org/drawingml/2006/main"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78A0F9-0BC2-42D5-908A-7912F56D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017" y="2077359"/>
            <a:ext cx="152981" cy="49399"/>
          </a:xfrm>
          <a:custGeom xmlns:a="http://schemas.openxmlformats.org/drawingml/2006/main"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26BBF5-94DC-4D0A-80AC-C08F47C4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849" y="1846065"/>
            <a:ext cx="152428" cy="163684"/>
          </a:xfrm>
          <a:custGeom xmlns:a="http://schemas.openxmlformats.org/drawingml/2006/main"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7FC873E-9D59-414C-B326-36F1C196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988" y="2345727"/>
            <a:ext cx="117087" cy="66922"/>
          </a:xfrm>
          <a:custGeom xmlns:a="http://schemas.openxmlformats.org/drawingml/2006/main"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A147EC0-86A4-4410-AB6D-04C33CDC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933" y="2081901"/>
            <a:ext cx="249955" cy="131607"/>
          </a:xfrm>
          <a:custGeom xmlns:a="http://schemas.openxmlformats.org/drawingml/2006/main"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C4B456E-0E77-42E9-A996-64F6A639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935" y="2405229"/>
            <a:ext cx="166387" cy="155100"/>
          </a:xfrm>
          <a:custGeom xmlns:a="http://schemas.openxmlformats.org/drawingml/2006/main"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895C239-DAE5-40B3-9A16-FCFFBB06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583" y="3314227"/>
            <a:ext cx="280244" cy="71421"/>
          </a:xfrm>
          <a:custGeom xmlns:a="http://schemas.openxmlformats.org/drawingml/2006/main"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564FCA-C151-411B-8CE0-7A6E4A89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35" y="2487693"/>
            <a:ext cx="1353046" cy="821828"/>
          </a:xfrm>
          <a:custGeom xmlns:a="http://schemas.openxmlformats.org/drawingml/2006/main"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A58DD2-A261-4F79-9D68-19D0B703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75" y="3153618"/>
            <a:ext cx="82065" cy="129104"/>
          </a:xfrm>
          <a:custGeom xmlns:a="http://schemas.openxmlformats.org/drawingml/2006/main"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309F6E5-128D-497F-879E-6FDFC0A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42" y="3228407"/>
            <a:ext cx="136307" cy="110290"/>
          </a:xfrm>
          <a:custGeom xmlns:a="http://schemas.openxmlformats.org/drawingml/2006/main"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D4A4163-CDAD-4C2D-8522-C24EE139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693" y="4593684"/>
            <a:ext cx="103694" cy="109480"/>
          </a:xfrm>
          <a:custGeom xmlns:a="http://schemas.openxmlformats.org/drawingml/2006/main"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36E2B26-410A-412F-8AE3-9482FD44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794" y="4499607"/>
            <a:ext cx="203023" cy="84739"/>
          </a:xfrm>
          <a:custGeom xmlns:a="http://schemas.openxmlformats.org/drawingml/2006/main"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B2C14AA-C721-46FC-98BB-4ED0579A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077" y="4830846"/>
            <a:ext cx="127305" cy="39530"/>
          </a:xfrm>
          <a:custGeom xmlns:a="http://schemas.openxmlformats.org/drawingml/2006/main"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03C902-497B-4189-A5BD-D262B5B9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544" y="4405900"/>
            <a:ext cx="416730" cy="464476"/>
          </a:xfrm>
          <a:custGeom xmlns:a="http://schemas.openxmlformats.org/drawingml/2006/main"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C06833-3F80-4139-B080-464A4966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1" y="3215111"/>
            <a:ext cx="206987" cy="407850"/>
          </a:xfrm>
          <a:custGeom xmlns:a="http://schemas.openxmlformats.org/drawingml/2006/main"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795DE82-E146-42AD-8300-7CC513C0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649" y="3108990"/>
            <a:ext cx="64589" cy="62264"/>
          </a:xfrm>
          <a:custGeom xmlns:a="http://schemas.openxmlformats.org/drawingml/2006/main"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9780038-F1A5-46F5-AC13-2C7AC893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767" y="4457661"/>
            <a:ext cx="19615" cy="30267"/>
          </a:xfrm>
          <a:custGeom xmlns:a="http://schemas.openxmlformats.org/drawingml/2006/main"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C5E17E-8DCD-4C34-A299-693497AE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63" y="4227611"/>
            <a:ext cx="110680" cy="85330"/>
          </a:xfrm>
          <a:custGeom xmlns:a="http://schemas.openxmlformats.org/drawingml/2006/main"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721CA1C-7290-43DF-9DFE-46C1C31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87" y="3478098"/>
            <a:ext cx="349995" cy="690149"/>
          </a:xfrm>
          <a:custGeom xmlns:a="http://schemas.openxmlformats.org/drawingml/2006/main"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6C7CDD7-6DCF-4520-B078-ABED75B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743" y="3514505"/>
            <a:ext cx="50352" cy="49156"/>
          </a:xfrm>
          <a:custGeom xmlns:a="http://schemas.openxmlformats.org/drawingml/2006/main"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61913DB-6CFD-4777-A5F8-1D0905AC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683" y="2842222"/>
            <a:ext cx="495898" cy="502409"/>
          </a:xfrm>
          <a:custGeom xmlns:a="http://schemas.openxmlformats.org/drawingml/2006/main"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68B857-5DFF-493C-BAB9-0F05C5AB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929" y="3621623"/>
            <a:ext cx="299927" cy="280974"/>
          </a:xfrm>
          <a:custGeom xmlns:a="http://schemas.openxmlformats.org/drawingml/2006/main"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760ADE0-6305-4D03-B16B-115111FC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06" y="4058978"/>
            <a:ext cx="317885" cy="231175"/>
          </a:xfrm>
          <a:custGeom xmlns:a="http://schemas.openxmlformats.org/drawingml/2006/main"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24C6AFC-7EFE-452F-A0CC-3DEE125F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9" y="3196114"/>
            <a:ext cx="26757" cy="29139"/>
          </a:xfrm>
          <a:custGeom xmlns:a="http://schemas.openxmlformats.org/drawingml/2006/main"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65C347-963C-4579-A0D9-7682EC9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71" y="3297208"/>
            <a:ext cx="156459" cy="203910"/>
          </a:xfrm>
          <a:custGeom xmlns:a="http://schemas.openxmlformats.org/drawingml/2006/main"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5D6DBC-F22D-4F17-AAE3-14034745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835" y="3307306"/>
            <a:ext cx="55742" cy="33220"/>
          </a:xfrm>
          <a:custGeom xmlns:a="http://schemas.openxmlformats.org/drawingml/2006/main"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723CE8B-F4FE-4A61-AB09-A5989022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249" y="4129640"/>
            <a:ext cx="47934" cy="46232"/>
          </a:xfrm>
          <a:custGeom xmlns:a="http://schemas.openxmlformats.org/drawingml/2006/main"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D331C9-CB71-4886-BB53-26011937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44" y="3174328"/>
            <a:ext cx="33363" cy="20207"/>
          </a:xfrm>
          <a:custGeom xmlns:a="http://schemas.openxmlformats.org/drawingml/2006/main"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614698E-A509-4115-9E70-4A646A50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78" y="2896252"/>
            <a:ext cx="133464" cy="78632"/>
          </a:xfrm>
          <a:custGeom xmlns:a="http://schemas.openxmlformats.org/drawingml/2006/main"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B8D5258-ABF0-4E8F-902F-6DD433AB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183" y="3111672"/>
            <a:ext cx="111662" cy="115446"/>
          </a:xfrm>
          <a:custGeom xmlns:a="http://schemas.openxmlformats.org/drawingml/2006/main"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6D24135-CA8C-4B3A-B716-3A824502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17" y="3242837"/>
            <a:ext cx="71552" cy="52225"/>
          </a:xfrm>
          <a:custGeom xmlns:a="http://schemas.openxmlformats.org/drawingml/2006/main"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65FBBA4-20F7-4614-B510-894846AF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8" y="3547707"/>
            <a:ext cx="309372" cy="293112"/>
          </a:xfrm>
          <a:custGeom xmlns:a="http://schemas.openxmlformats.org/drawingml/2006/main"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9A1BF9-3785-4AAA-A198-C4F08E93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597" y="3669024"/>
            <a:ext cx="183787" cy="331278"/>
          </a:xfrm>
          <a:custGeom xmlns:a="http://schemas.openxmlformats.org/drawingml/2006/main"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40ACD35-24AF-45AA-9EB0-BB889C8B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019" y="4421536"/>
            <a:ext cx="22030" cy="34476"/>
          </a:xfrm>
          <a:custGeom xmlns:a="http://schemas.openxmlformats.org/drawingml/2006/main"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11FDC8A-DFF6-4215-B378-EEDF8A3F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682" y="3923648"/>
            <a:ext cx="400097" cy="315888"/>
          </a:xfrm>
          <a:custGeom xmlns:a="http://schemas.openxmlformats.org/drawingml/2006/main"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02FEB65-FD9B-4BEC-8A56-C87E257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15" y="4163700"/>
            <a:ext cx="297224" cy="534195"/>
          </a:xfrm>
          <a:custGeom xmlns:a="http://schemas.openxmlformats.org/drawingml/2006/main"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882D73-9A0F-4B79-972B-5556FA97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70" y="3824670"/>
            <a:ext cx="240059" cy="261820"/>
          </a:xfrm>
          <a:custGeom xmlns:a="http://schemas.openxmlformats.org/drawingml/2006/main"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F312AA2-AAA0-4178-90B9-394D3D5E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82" y="3078407"/>
            <a:ext cx="48349" cy="50747"/>
          </a:xfrm>
          <a:custGeom xmlns:a="http://schemas.openxmlformats.org/drawingml/2006/main"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982B65F-CC82-4E2A-B722-6FD3E1F7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850" y="3992040"/>
            <a:ext cx="131247" cy="135835"/>
          </a:xfrm>
          <a:custGeom xmlns:a="http://schemas.openxmlformats.org/drawingml/2006/main"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C10EB50-D7B7-45A5-958A-74C3CCB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420" y="4277799"/>
            <a:ext cx="82467" cy="165108"/>
          </a:xfrm>
          <a:custGeom xmlns:a="http://schemas.openxmlformats.org/drawingml/2006/main"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488573D-A3F6-4D4E-ADC9-369A2A9F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577" y="3141095"/>
            <a:ext cx="41680" cy="38641"/>
          </a:xfrm>
          <a:custGeom xmlns:a="http://schemas.openxmlformats.org/drawingml/2006/main"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88A3D50-DDBE-4C5E-B2CB-FB16E315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285" y="3124950"/>
            <a:ext cx="117236" cy="86435"/>
          </a:xfrm>
          <a:custGeom xmlns:a="http://schemas.openxmlformats.org/drawingml/2006/main"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358FC2A-7572-41F1-8908-C180EBDA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28" y="4440857"/>
            <a:ext cx="39415" cy="39754"/>
          </a:xfrm>
          <a:custGeom xmlns:a="http://schemas.openxmlformats.org/drawingml/2006/main"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5071E4B-1E6F-461F-BD8D-CE4F8CAF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455" y="4177069"/>
            <a:ext cx="58168" cy="57128"/>
          </a:xfrm>
          <a:custGeom xmlns:a="http://schemas.openxmlformats.org/drawingml/2006/main"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CA14E81-877D-473C-9B5A-95753A9A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873" y="3284420"/>
            <a:ext cx="14557" cy="14246"/>
          </a:xfrm>
          <a:custGeom xmlns:a="http://schemas.openxmlformats.org/drawingml/2006/main"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6E4B8EC-C24D-4ED0-86DF-B5F42451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074" y="3227964"/>
            <a:ext cx="19630" cy="18877"/>
          </a:xfrm>
          <a:custGeom xmlns:a="http://schemas.openxmlformats.org/drawingml/2006/main"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99C1987-B535-4D35-A9EA-4DE4C9A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330" y="1991353"/>
            <a:ext cx="18645" cy="87568"/>
          </a:xfrm>
          <a:custGeom xmlns:a="http://schemas.openxmlformats.org/drawingml/2006/main"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E75FD5B-5F54-4029-A419-39CB7E1D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28" y="2050498"/>
            <a:ext cx="107057" cy="56203"/>
          </a:xfrm>
          <a:custGeom xmlns:a="http://schemas.openxmlformats.org/drawingml/2006/main"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E82E5A3-ED67-4A61-ADC8-C45C63EF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929" y="1993536"/>
            <a:ext cx="146430" cy="63919"/>
          </a:xfrm>
          <a:custGeom xmlns:a="http://schemas.openxmlformats.org/drawingml/2006/main"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F4B147F-DD60-46C5-B674-32F72177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873" y="2038172"/>
            <a:ext cx="525068" cy="183837"/>
          </a:xfrm>
          <a:custGeom xmlns:a="http://schemas.openxmlformats.org/drawingml/2006/main"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3CEC492-7022-425A-8B21-F97C055C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134" y="1866296"/>
            <a:ext cx="184104" cy="168472"/>
          </a:xfrm>
          <a:custGeom xmlns:a="http://schemas.openxmlformats.org/drawingml/2006/main"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A84A6E0-CC62-4CFC-883A-8ABFFBBC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024" y="2149318"/>
            <a:ext cx="375539" cy="270682"/>
          </a:xfrm>
          <a:custGeom xmlns:a="http://schemas.openxmlformats.org/drawingml/2006/main"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F48627B-F436-4707-8E9D-F8567570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788" y="2189501"/>
            <a:ext cx="13163" cy="58605"/>
          </a:xfrm>
          <a:custGeom xmlns:a="http://schemas.openxmlformats.org/drawingml/2006/main"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ECEFC0D-44FE-45B8-AA87-550F58DF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2241762"/>
            <a:ext cx="1177652" cy="361142"/>
          </a:xfrm>
          <a:custGeom xmlns:a="http://schemas.openxmlformats.org/drawingml/2006/main"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44D1C35-392E-4BD7-A295-EA870037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55" y="2207491"/>
            <a:ext cx="240509" cy="70739"/>
          </a:xfrm>
          <a:custGeom xmlns:a="http://schemas.openxmlformats.org/drawingml/2006/main"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13EA49B-5C95-4C78-9637-25144490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84" y="1986050"/>
            <a:ext cx="428242" cy="154293"/>
          </a:xfrm>
          <a:custGeom xmlns:a="http://schemas.openxmlformats.org/drawingml/2006/main"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53F5240-6509-445E-AB58-4F2DEE0C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238" y="2200529"/>
            <a:ext cx="29519" cy="14524"/>
          </a:xfrm>
          <a:custGeom xmlns:a="http://schemas.openxmlformats.org/drawingml/2006/main"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871108A-21BD-4F13-A464-D754E681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91" y="1967996"/>
            <a:ext cx="403925" cy="254535"/>
          </a:xfrm>
          <a:custGeom xmlns:a="http://schemas.openxmlformats.org/drawingml/2006/main"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0AEAC27-23C3-42E0-96AC-3958E4B7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76" y="2145525"/>
            <a:ext cx="157098" cy="65349"/>
          </a:xfrm>
          <a:custGeom xmlns:a="http://schemas.openxmlformats.org/drawingml/2006/main"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1FC9325-1CC7-4870-9872-8AA7F24D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79" y="2277296"/>
            <a:ext cx="20949" cy="140471"/>
          </a:xfrm>
          <a:custGeom xmlns:a="http://schemas.openxmlformats.org/drawingml/2006/main"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84EF289-7A9F-49E2-A5DB-D6EBDB72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474" y="1843513"/>
            <a:ext cx="1083016" cy="241243"/>
          </a:xfrm>
          <a:custGeom xmlns:a="http://schemas.openxmlformats.org/drawingml/2006/main"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C94A085-A4EF-47BF-8FF7-5DBF5A46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380" y="2205301"/>
            <a:ext cx="144908" cy="61401"/>
          </a:xfrm>
          <a:custGeom xmlns:a="http://schemas.openxmlformats.org/drawingml/2006/main"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85FC6C2-9FE0-44FB-98F8-95A9B35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79" y="2344510"/>
            <a:ext cx="68958" cy="36235"/>
          </a:xfrm>
          <a:custGeom xmlns:a="http://schemas.openxmlformats.org/drawingml/2006/main"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F0B5165-6883-48D1-B2D8-033EB437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249" y="4330543"/>
            <a:ext cx="563769" cy="539833"/>
          </a:xfrm>
          <a:custGeom xmlns:a="http://schemas.openxmlformats.org/drawingml/2006/main"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A7DF245-27D7-4DAB-B304-746E96A3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405" y="3297121"/>
            <a:ext cx="1280252" cy="217519"/>
          </a:xfrm>
          <a:custGeom xmlns:a="http://schemas.openxmlformats.org/drawingml/2006/main"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BF4D05A-E53D-47FD-9625-59EFAA6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105" y="3526647"/>
            <a:ext cx="563232" cy="832394"/>
          </a:xfrm>
          <a:custGeom xmlns:a="http://schemas.openxmlformats.org/drawingml/2006/main"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EAD6866-B4F9-4CAC-A285-30B2F2DB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559" y="4254756"/>
            <a:ext cx="13439" cy="12580"/>
          </a:xfrm>
          <a:custGeom xmlns:a="http://schemas.openxmlformats.org/drawingml/2006/main"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4E49544-B197-4137-8DE6-53F57055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720" y="3920335"/>
            <a:ext cx="1184861" cy="521065"/>
          </a:xfrm>
          <a:custGeom xmlns:a="http://schemas.openxmlformats.org/drawingml/2006/main"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35B8724-3482-49AF-AA28-CE86B69E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245" y="2118661"/>
            <a:ext cx="15696" cy="63379"/>
          </a:xfrm>
          <a:custGeom xmlns:a="http://schemas.openxmlformats.org/drawingml/2006/main"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B3B4924-22A1-4DFE-9D1A-9D52E1E4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96" y="4397155"/>
            <a:ext cx="569951" cy="400977"/>
          </a:xfrm>
          <a:custGeom xmlns:a="http://schemas.openxmlformats.org/drawingml/2006/main"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366C8A5-7A8F-44E3-80A2-4ABD9200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259" y="4254231"/>
            <a:ext cx="84127" cy="57277"/>
          </a:xfrm>
          <a:custGeom xmlns:a="http://schemas.openxmlformats.org/drawingml/2006/main"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5DBB044-985A-4282-A74C-981E8370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453" y="2015539"/>
            <a:ext cx="164583" cy="53400"/>
          </a:xfrm>
          <a:custGeom xmlns:a="http://schemas.openxmlformats.org/drawingml/2006/main"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F18B26B-D4BF-4786-8DD8-4A84DE47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065" y="4588213"/>
            <a:ext cx="117581" cy="113811"/>
          </a:xfrm>
          <a:custGeom xmlns:a="http://schemas.openxmlformats.org/drawingml/2006/main"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F1E1C64-314F-495E-9B8E-E9E325DC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3" y="4307912"/>
            <a:ext cx="135829" cy="62469"/>
          </a:xfrm>
          <a:custGeom xmlns:a="http://schemas.openxmlformats.org/drawingml/2006/main"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1B1AED3-A9F9-402C-BD97-DE374FF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488" y="3066549"/>
            <a:ext cx="313513" cy="247898"/>
          </a:xfrm>
          <a:custGeom xmlns:a="http://schemas.openxmlformats.org/drawingml/2006/main"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21549AD-DAC9-4C6D-828D-ABF25100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595" y="2478336"/>
            <a:ext cx="406986" cy="171028"/>
          </a:xfrm>
          <a:custGeom xmlns:a="http://schemas.openxmlformats.org/drawingml/2006/main"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C59D731-D3CF-42A9-8353-6F32AF21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92" y="3341802"/>
            <a:ext cx="118098" cy="103261"/>
          </a:xfrm>
          <a:custGeom xmlns:a="http://schemas.openxmlformats.org/drawingml/2006/main"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C7AFE0E-CFD3-431F-970E-27AFF826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841" y="2785080"/>
            <a:ext cx="353219" cy="282897"/>
          </a:xfrm>
          <a:custGeom xmlns:a="http://schemas.openxmlformats.org/drawingml/2006/main"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81F6010-FDF9-425C-AF57-B06A240C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076" y="2637496"/>
            <a:ext cx="281426" cy="156116"/>
          </a:xfrm>
          <a:custGeom xmlns:a="http://schemas.openxmlformats.org/drawingml/2006/main"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AD0F2FC-AE48-4191-9972-35E5392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367" y="2634597"/>
            <a:ext cx="12297" cy="17309"/>
          </a:xfrm>
          <a:custGeom xmlns:a="http://schemas.openxmlformats.org/drawingml/2006/main"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15F8581-BBDA-427C-97E3-8AD665D9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36" y="4627204"/>
            <a:ext cx="55806" cy="78681"/>
          </a:xfrm>
          <a:custGeom xmlns:a="http://schemas.openxmlformats.org/drawingml/2006/main"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65B46E7-B626-4813-9A0F-E60277F8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168" y="4432477"/>
            <a:ext cx="197378" cy="109031"/>
          </a:xfrm>
          <a:custGeom xmlns:a="http://schemas.openxmlformats.org/drawingml/2006/main"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225D85C-8B0B-434E-BF38-AD1A7367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994" y="4568955"/>
            <a:ext cx="228440" cy="107405"/>
          </a:xfrm>
          <a:custGeom xmlns:a="http://schemas.openxmlformats.org/drawingml/2006/main"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FA4324B-9BBB-4ABD-BC84-FDBCC676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45" y="2176035"/>
            <a:ext cx="15194" cy="44897"/>
          </a:xfrm>
          <a:custGeom xmlns:a="http://schemas.openxmlformats.org/drawingml/2006/main"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CF3DF11-F4BC-45AE-B6CC-2A873BAA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201" y="2172457"/>
            <a:ext cx="15160" cy="45081"/>
          </a:xfrm>
          <a:custGeom xmlns:a="http://schemas.openxmlformats.org/drawingml/2006/main"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1A1F334-DD40-4626-A107-7D5CFB32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17" y="2165655"/>
            <a:ext cx="15081" cy="45219"/>
          </a:xfrm>
          <a:custGeom xmlns:a="http://schemas.openxmlformats.org/drawingml/2006/main"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11BDEF9-1609-41DE-B724-49BEF102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600" y="4486689"/>
            <a:ext cx="153874" cy="311299"/>
          </a:xfrm>
          <a:custGeom xmlns:a="http://schemas.openxmlformats.org/drawingml/2006/main"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3D9D04E-7CBA-47DB-A8A0-4E2478CD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635" y="2251739"/>
            <a:ext cx="87540" cy="43290"/>
          </a:xfrm>
          <a:custGeom xmlns:a="http://schemas.openxmlformats.org/drawingml/2006/main"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96C978E-DCF4-4931-87B0-36F4F23B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37" y="2052700"/>
            <a:ext cx="199849" cy="59422"/>
          </a:xfrm>
          <a:custGeom xmlns:a="http://schemas.openxmlformats.org/drawingml/2006/main"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AF440F0-C21C-4D22-8611-E7FED03E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19" y="2844616"/>
            <a:ext cx="50076" cy="53494"/>
          </a:xfrm>
          <a:custGeom xmlns:a="http://schemas.openxmlformats.org/drawingml/2006/main"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B213C1A-F2AF-45F7-8634-31002D6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948" y="3191916"/>
            <a:ext cx="9413" cy="7176"/>
          </a:xfrm>
          <a:custGeom xmlns:a="http://schemas.openxmlformats.org/drawingml/2006/main"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4144028-B6BD-447D-B4A8-03B954C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034" y="3059854"/>
            <a:ext cx="16357" cy="27456"/>
          </a:xfrm>
          <a:custGeom xmlns:a="http://schemas.openxmlformats.org/drawingml/2006/main"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A7B5E04-290B-4D9E-9B5F-5D19E7AE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669" y="3216640"/>
            <a:ext cx="44889" cy="34118"/>
          </a:xfrm>
          <a:custGeom xmlns:a="http://schemas.openxmlformats.org/drawingml/2006/main"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C5AC265-9BFE-4A78-A14C-FE1F18F0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940" y="3145135"/>
            <a:ext cx="6102" cy="29747"/>
          </a:xfrm>
          <a:custGeom xmlns:a="http://schemas.openxmlformats.org/drawingml/2006/main"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7ACBDA8-CCB4-4E0F-9D4C-B891E8D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663" y="3128968"/>
            <a:ext cx="11433" cy="15430"/>
          </a:xfrm>
          <a:custGeom xmlns:a="http://schemas.openxmlformats.org/drawingml/2006/main"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8BC2CB2-5231-4050-BF8F-4EEC13E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123" y="2904513"/>
            <a:ext cx="13177" cy="12896"/>
          </a:xfrm>
          <a:custGeom xmlns:a="http://schemas.openxmlformats.org/drawingml/2006/main"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241711C-C683-439A-9F25-FD915AE1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928" y="2403875"/>
            <a:ext cx="283806" cy="39350"/>
          </a:xfrm>
          <a:custGeom xmlns:a="http://schemas.openxmlformats.org/drawingml/2006/main"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493304C-1AD2-424A-8587-E06F658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084" y="3086712"/>
            <a:ext cx="51870" cy="56338"/>
          </a:xfrm>
          <a:custGeom xmlns:a="http://schemas.openxmlformats.org/drawingml/2006/main"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3D3B923-1994-46C5-9B71-9F6DF0BF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395" y="3194376"/>
            <a:ext cx="37798" cy="62275"/>
          </a:xfrm>
          <a:custGeom xmlns:a="http://schemas.openxmlformats.org/drawingml/2006/main"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BA99673-95F7-4E60-ADA9-E576C7B0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952" y="3055432"/>
            <a:ext cx="24100" cy="23830"/>
          </a:xfrm>
          <a:custGeom xmlns:a="http://schemas.openxmlformats.org/drawingml/2006/main"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5530554-1684-4E44-A0F5-09AB1430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954" y="4580530"/>
            <a:ext cx="9772" cy="9556"/>
          </a:xfrm>
          <a:custGeom xmlns:a="http://schemas.openxmlformats.org/drawingml/2006/main"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3E95835-05F8-4501-ABBE-78EE586B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200" y="3203726"/>
            <a:ext cx="20517" cy="30828"/>
          </a:xfrm>
          <a:custGeom xmlns:a="http://schemas.openxmlformats.org/drawingml/2006/main"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4072540-4994-46CE-BECE-E118B48C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781" y="3178405"/>
            <a:ext cx="40215" cy="66628"/>
          </a:xfrm>
          <a:custGeom xmlns:a="http://schemas.openxmlformats.org/drawingml/2006/main"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EC5EFED-CDDC-4DDE-9340-5456EE6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970" y="4136503"/>
            <a:ext cx="58743" cy="19854"/>
          </a:xfrm>
          <a:custGeom xmlns:a="http://schemas.openxmlformats.org/drawingml/2006/main"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C915720-F02A-42CC-835F-B1022E51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714" y="2327849"/>
            <a:ext cx="33814" cy="36011"/>
          </a:xfrm>
          <a:custGeom xmlns:a="http://schemas.openxmlformats.org/drawingml/2006/main"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1163A26-A422-4709-9E48-F2F6F325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318" y="3645719"/>
            <a:ext cx="495907" cy="430230"/>
          </a:xfrm>
          <a:custGeom xmlns:a="http://schemas.openxmlformats.org/drawingml/2006/main"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2CE66A1-B80C-4AFE-B60F-5336B65E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953" y="4104367"/>
            <a:ext cx="72808" cy="68773"/>
          </a:xfrm>
          <a:custGeom xmlns:a="http://schemas.openxmlformats.org/drawingml/2006/main"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FC2146D-A6BD-48A6-B19C-3D8F3D97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86" y="2359013"/>
            <a:ext cx="18476" cy="16166"/>
          </a:xfrm>
          <a:custGeom xmlns:a="http://schemas.openxmlformats.org/drawingml/2006/main"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D7C806A-9B80-41DA-ABCF-11666562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361" y="2217537"/>
            <a:ext cx="14436" cy="28977"/>
          </a:xfrm>
          <a:custGeom xmlns:a="http://schemas.openxmlformats.org/drawingml/2006/main"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96AA69B-87C1-417A-9A62-FA0B5CA2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03" y="2140860"/>
            <a:ext cx="6642" cy="35175"/>
          </a:xfrm>
          <a:custGeom xmlns:a="http://schemas.openxmlformats.org/drawingml/2006/main"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CE38236-51BF-4663-B332-85046CC8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39" y="2220933"/>
            <a:ext cx="23358" cy="25582"/>
          </a:xfrm>
          <a:custGeom xmlns:a="http://schemas.openxmlformats.org/drawingml/2006/main"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1D174C2-936D-437B-AE09-40F396D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25573" cy="24795"/>
          </a:xfrm>
          <a:custGeom xmlns:a="http://schemas.openxmlformats.org/drawingml/2006/main"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0D1D31D-419F-45F1-8529-669F329D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97" y="2210874"/>
            <a:ext cx="9248" cy="35640"/>
          </a:xfrm>
          <a:custGeom xmlns:a="http://schemas.openxmlformats.org/drawingml/2006/main"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32D94F4-79C5-440F-A130-47F31CD4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753" y="2167463"/>
            <a:ext cx="6789" cy="2581"/>
          </a:xfrm>
          <a:custGeom xmlns:a="http://schemas.openxmlformats.org/drawingml/2006/main"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E4604B6-4613-42C3-A6AE-ECDE2C6C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14" y="2177870"/>
            <a:ext cx="6695" cy="2221"/>
          </a:xfrm>
          <a:custGeom xmlns:a="http://schemas.openxmlformats.org/drawingml/2006/main"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68CBA9C-425B-4886-815F-01A39DC0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09" y="2165655"/>
            <a:ext cx="6740" cy="2645"/>
          </a:xfrm>
          <a:custGeom xmlns:a="http://schemas.openxmlformats.org/drawingml/2006/main"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765E2B5-5935-4033-890F-CB0B9F00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378" y="2176035"/>
            <a:ext cx="6649" cy="2507"/>
          </a:xfrm>
          <a:custGeom xmlns:a="http://schemas.openxmlformats.org/drawingml/2006/main"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5F8E059-87AD-4218-B765-3938ED8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85" y="2218002"/>
            <a:ext cx="6649" cy="2931"/>
          </a:xfrm>
          <a:custGeom xmlns:a="http://schemas.openxmlformats.org/drawingml/2006/main"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5946F4E-3AF4-4AD9-BCB9-FCA51CE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2" y="2215324"/>
            <a:ext cx="5208" cy="2214"/>
          </a:xfrm>
          <a:custGeom xmlns:a="http://schemas.openxmlformats.org/drawingml/2006/main"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4CBB5D9-EBE1-4C6D-9812-D726833E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4" y="2211222"/>
            <a:ext cx="5526" cy="2624"/>
          </a:xfrm>
          <a:custGeom xmlns:a="http://schemas.openxmlformats.org/drawingml/2006/main"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461B080-17C6-47C8-BAEE-6FD7909C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944" y="2215886"/>
            <a:ext cx="6497" cy="2696"/>
          </a:xfrm>
          <a:custGeom xmlns:a="http://schemas.openxmlformats.org/drawingml/2006/main"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768AEFC-827D-401A-9569-E09057A2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1" y="2213738"/>
            <a:ext cx="5012" cy="2204"/>
          </a:xfrm>
          <a:custGeom xmlns:a="http://schemas.openxmlformats.org/drawingml/2006/main"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E3968F4-7BFB-47DE-90CE-8F25D06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351" y="2209423"/>
            <a:ext cx="5457" cy="2129"/>
          </a:xfrm>
          <a:custGeom xmlns:a="http://schemas.openxmlformats.org/drawingml/2006/main"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91DAF75-7E74-4A4F-9C33-EDAE2E36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920" y="2206077"/>
            <a:ext cx="6417" cy="2672"/>
          </a:xfrm>
          <a:custGeom xmlns:a="http://schemas.openxmlformats.org/drawingml/2006/main"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E7CDDAA-E3BB-4666-8C95-EE609F76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395" y="2208167"/>
            <a:ext cx="6770" cy="2708"/>
          </a:xfrm>
          <a:custGeom xmlns:a="http://schemas.openxmlformats.org/drawingml/2006/main"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B40BB63-9470-4BA4-8C2A-451127CC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36" y="3175198"/>
            <a:ext cx="2673" cy="2640"/>
          </a:xfrm>
          <a:custGeom xmlns:a="http://schemas.openxmlformats.org/drawingml/2006/main"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D6867C7-67CE-4C19-A26B-1232971B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485" y="2206883"/>
            <a:ext cx="20067" cy="6657"/>
          </a:xfrm>
          <a:custGeom xmlns:a="http://schemas.openxmlformats.org/drawingml/2006/main"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AE0C3A7-A92A-43ED-B200-2B86D36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170" y="2047091"/>
            <a:ext cx="29523" cy="16295"/>
          </a:xfrm>
          <a:custGeom xmlns:a="http://schemas.openxmlformats.org/drawingml/2006/main"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39D8209-10F4-418C-A8B7-7CDFDF76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294" y="4022638"/>
            <a:ext cx="46991" cy="52822"/>
          </a:xfrm>
          <a:custGeom xmlns:a="http://schemas.openxmlformats.org/drawingml/2006/main"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01461F1-8EED-424D-830B-F4E56851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79" y="4280466"/>
            <a:ext cx="28341" cy="9281"/>
          </a:xfrm>
          <a:custGeom xmlns:a="http://schemas.openxmlformats.org/drawingml/2006/main"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006065F-C935-4607-A185-81CF662F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557" y="4281629"/>
            <a:ext cx="114752" cy="70074"/>
          </a:xfrm>
          <a:custGeom xmlns:a="http://schemas.openxmlformats.org/drawingml/2006/main"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1EF4FC7-E262-4146-B80E-87DABC85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60" y="3453417"/>
            <a:ext cx="18695" cy="12403"/>
          </a:xfrm>
          <a:custGeom xmlns:a="http://schemas.openxmlformats.org/drawingml/2006/main"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DDDAB3C-268F-402F-919F-6A14C80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23" y="4556955"/>
            <a:ext cx="7021" cy="40987"/>
          </a:xfrm>
          <a:custGeom xmlns:a="http://schemas.openxmlformats.org/drawingml/2006/main"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1413305-2D5C-4BE0-A713-FE736E5F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1" y="2845637"/>
            <a:ext cx="358110" cy="366325"/>
          </a:xfrm>
          <a:custGeom xmlns:a="http://schemas.openxmlformats.org/drawingml/2006/main"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F5F8798-B9C2-4907-81CE-045E38A4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16314" cy="27880"/>
          </a:xfrm>
          <a:custGeom xmlns:a="http://schemas.openxmlformats.org/drawingml/2006/main"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1DED995-5A79-436D-BC12-EB197A21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4556" cy="31596"/>
          </a:xfrm>
          <a:custGeom xmlns:a="http://schemas.openxmlformats.org/drawingml/2006/main"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E0120C5-63E6-4CE8-A7BB-D4B753FC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44" y="2168741"/>
            <a:ext cx="5185" cy="2305"/>
          </a:xfrm>
          <a:custGeom xmlns:a="http://schemas.openxmlformats.org/drawingml/2006/main"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FADA873-F25C-4388-A6B1-D5968BA7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111" y="2172457"/>
            <a:ext cx="5290" cy="2806"/>
          </a:xfrm>
          <a:custGeom xmlns:a="http://schemas.openxmlformats.org/drawingml/2006/main"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30070CB-D168-4DF0-A458-D7E25804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03" y="2213846"/>
            <a:ext cx="2594" cy="32668"/>
          </a:xfrm>
          <a:custGeom xmlns:a="http://schemas.openxmlformats.org/drawingml/2006/main"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2AA0CF9-1947-48AA-AE5C-18C088E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8" y="2168741"/>
            <a:ext cx="15245" cy="45106"/>
          </a:xfrm>
          <a:custGeom xmlns:a="http://schemas.openxmlformats.org/drawingml/2006/main"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F923830-E17F-4432-BEB1-C8092E9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73" y="4148291"/>
            <a:ext cx="106520" cy="134089"/>
          </a:xfrm>
          <a:custGeom xmlns:a="http://schemas.openxmlformats.org/drawingml/2006/main"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48A6FAFD-5BB1-40B4-A4CD-20D9A1DD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781" y="3306470"/>
            <a:ext cx="58198" cy="48880"/>
          </a:xfrm>
          <a:custGeom xmlns:a="http://schemas.openxmlformats.org/drawingml/2006/main"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78C1C65-4122-476D-92B0-B3F85F28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17" y="2753297"/>
            <a:ext cx="290589" cy="534461"/>
          </a:xfrm>
          <a:custGeom xmlns:a="http://schemas.openxmlformats.org/drawingml/2006/main"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6B610C4-C63E-438A-8444-7B4532C6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307" y="3287758"/>
            <a:ext cx="96473" cy="231561"/>
          </a:xfrm>
          <a:custGeom xmlns:a="http://schemas.openxmlformats.org/drawingml/2006/main"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8D245F5-4682-4447-8CC3-65F90E80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21" y="3309521"/>
            <a:ext cx="42214" cy="32843"/>
          </a:xfrm>
          <a:custGeom xmlns:a="http://schemas.openxmlformats.org/drawingml/2006/main"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BC09002-31C9-4042-B920-AF5C15B3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52" y="2826877"/>
            <a:ext cx="20509" cy="19749"/>
          </a:xfrm>
          <a:custGeom xmlns:a="http://schemas.openxmlformats.org/drawingml/2006/main"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5E64DDB-72CF-4042-9CCE-EB90719C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396" y="3725489"/>
            <a:ext cx="47425" cy="89802"/>
          </a:xfrm>
          <a:custGeom xmlns:a="http://schemas.openxmlformats.org/drawingml/2006/main"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67CB1D6-4906-47FA-BE7D-36776445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23" y="2358691"/>
            <a:ext cx="577778" cy="1182891"/>
          </a:xfrm>
          <a:custGeom xmlns:a="http://schemas.openxmlformats.org/drawingml/2006/main"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7094814-8A6C-400B-9A8F-EB2B1D1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3" y="3252243"/>
            <a:ext cx="89383" cy="80166"/>
          </a:xfrm>
          <a:custGeom xmlns:a="http://schemas.openxmlformats.org/drawingml/2006/main"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BC61354-E983-4495-ABE2-EE6D7B8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537" y="3481292"/>
            <a:ext cx="346045" cy="677634"/>
          </a:xfrm>
          <a:custGeom xmlns:a="http://schemas.openxmlformats.org/drawingml/2006/main"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634C8FA-F38A-4750-9072-9897A90C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56" y="3288454"/>
            <a:ext cx="23521" cy="23007"/>
          </a:xfrm>
          <a:custGeom xmlns:a="http://schemas.openxmlformats.org/drawingml/2006/main"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829F047-E50C-4557-9153-8144BE68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297" y="3329111"/>
            <a:ext cx="58309" cy="79629"/>
          </a:xfrm>
          <a:custGeom xmlns:a="http://schemas.openxmlformats.org/drawingml/2006/main"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2278454B-E847-445F-9516-5EB83CBC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749" y="3289037"/>
            <a:ext cx="22164" cy="21842"/>
          </a:xfrm>
          <a:custGeom xmlns:a="http://schemas.openxmlformats.org/drawingml/2006/main"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CC1EF1A-476F-4E69-A9D4-C527161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281" y="3225668"/>
            <a:ext cx="102543" cy="82883"/>
          </a:xfrm>
          <a:custGeom xmlns:a="http://schemas.openxmlformats.org/drawingml/2006/main"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A5DE804-1B98-4540-B347-6E800DB7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83" y="4439822"/>
            <a:ext cx="42510" cy="30875"/>
          </a:xfrm>
          <a:custGeom xmlns:a="http://schemas.openxmlformats.org/drawingml/2006/main"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FA4E86A-1ABE-4270-8858-94CBCD28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55" y="4099347"/>
            <a:ext cx="14754" cy="25130"/>
          </a:xfrm>
          <a:custGeom xmlns:a="http://schemas.openxmlformats.org/drawingml/2006/main"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AD927C9-5D3A-4B8F-9958-F6D886CA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452" y="2910252"/>
            <a:ext cx="12694" cy="7360"/>
          </a:xfrm>
          <a:custGeom xmlns:a="http://schemas.openxmlformats.org/drawingml/2006/main"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D912E5A-0E34-4F12-86C9-D6D57EEE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004" y="4385066"/>
            <a:ext cx="14626" cy="28969"/>
          </a:xfrm>
          <a:custGeom xmlns:a="http://schemas.openxmlformats.org/drawingml/2006/main"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10C893E-A269-4C0E-A521-E0E5A0B5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526" y="4385893"/>
            <a:ext cx="85389" cy="5909"/>
          </a:xfrm>
          <a:custGeom xmlns:a="http://schemas.openxmlformats.org/drawingml/2006/main"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4B740F3-35C4-4EE4-8873-07505098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1" y="4392630"/>
            <a:ext cx="95092" cy="88205"/>
          </a:xfrm>
          <a:custGeom xmlns:a="http://schemas.openxmlformats.org/drawingml/2006/main"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A4E9FFB-95B1-47ED-9423-9AC9E49D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370" y="4351124"/>
            <a:ext cx="3528" cy="4910"/>
          </a:xfrm>
          <a:custGeom xmlns:a="http://schemas.openxmlformats.org/drawingml/2006/main"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BB8A059-C141-4DFB-88A0-FB308D1A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31" y="4350616"/>
            <a:ext cx="2482" cy="1662"/>
          </a:xfrm>
          <a:custGeom xmlns:a="http://schemas.openxmlformats.org/drawingml/2006/main"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61423A3-5EEF-4101-BB68-A858120D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253" y="4356692"/>
            <a:ext cx="12986" cy="22428"/>
          </a:xfrm>
          <a:custGeom xmlns:a="http://schemas.openxmlformats.org/drawingml/2006/main"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28B8A30-9C07-4A20-ABDE-0D2CF256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1244" cy="14312"/>
          </a:xfrm>
          <a:custGeom xmlns:a="http://schemas.openxmlformats.org/drawingml/2006/main"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0F9B60B-6E4D-4FC2-ACB9-ADF3EC4A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6310"/>
            <a:ext cx="169669" cy="76292"/>
          </a:xfrm>
          <a:custGeom xmlns:a="http://schemas.openxmlformats.org/drawingml/2006/main"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A852AEF-8AE6-46DE-8E5B-1E4464D4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7050"/>
            <a:ext cx="2358" cy="4553"/>
          </a:xfrm>
          <a:custGeom xmlns:a="http://schemas.openxmlformats.org/drawingml/2006/main"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55F9FAF-B4B9-49DB-A0D8-612E749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341" cy="4561"/>
          </a:xfrm>
          <a:custGeom xmlns:a="http://schemas.openxmlformats.org/drawingml/2006/main"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BC021E0-0732-4628-A06F-9F367E9B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224" y="4479118"/>
            <a:ext cx="194991" cy="119029"/>
          </a:xfrm>
          <a:custGeom xmlns:a="http://schemas.openxmlformats.org/drawingml/2006/main"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D0B4583-954E-431E-92AF-579B662C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335" y="4373343"/>
            <a:ext cx="9752" cy="8828"/>
          </a:xfrm>
          <a:custGeom xmlns:a="http://schemas.openxmlformats.org/drawingml/2006/main"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7A39497-582C-4FB4-AE75-D1A2C06E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003" y="4373825"/>
            <a:ext cx="16816" cy="9853"/>
          </a:xfrm>
          <a:custGeom xmlns:a="http://schemas.openxmlformats.org/drawingml/2006/main"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B0A57D2-FF72-466B-A5AD-3FA4F39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343" y="4236043"/>
            <a:ext cx="46313" cy="138002"/>
          </a:xfrm>
          <a:custGeom xmlns:a="http://schemas.openxmlformats.org/drawingml/2006/main"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6DB70C3-FC8F-431B-8869-132D8274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770" y="4286067"/>
            <a:ext cx="75675" cy="25253"/>
          </a:xfrm>
          <a:custGeom xmlns:a="http://schemas.openxmlformats.org/drawingml/2006/main"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AA66905-F6AD-456C-8436-D8682D16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677" y="4309775"/>
            <a:ext cx="9951" cy="22795"/>
          </a:xfrm>
          <a:custGeom xmlns:a="http://schemas.openxmlformats.org/drawingml/2006/main"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BFED4E7-7663-4230-99E5-2B4C5035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358" y="4278852"/>
            <a:ext cx="645537" cy="591524"/>
          </a:xfrm>
          <a:custGeom xmlns:a="http://schemas.openxmlformats.org/drawingml/2006/main"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BDC5750-6A2F-4773-BC3D-A2F1FC8E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133" y="4210939"/>
            <a:ext cx="12413" cy="15062"/>
          </a:xfrm>
          <a:custGeom xmlns:a="http://schemas.openxmlformats.org/drawingml/2006/main"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3B1B663-AAD7-4983-83DE-E898AB5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254" y="4075949"/>
            <a:ext cx="39078" cy="43942"/>
          </a:xfrm>
          <a:custGeom xmlns:a="http://schemas.openxmlformats.org/drawingml/2006/main"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031F68B-9A31-4987-AE0D-753081E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628" y="3862292"/>
            <a:ext cx="48784" cy="35422"/>
          </a:xfrm>
          <a:custGeom xmlns:a="http://schemas.openxmlformats.org/drawingml/2006/main"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205884FF-565A-447B-B247-55ED079B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735" y="3986103"/>
            <a:ext cx="20530" cy="21170"/>
          </a:xfrm>
          <a:custGeom xmlns:a="http://schemas.openxmlformats.org/drawingml/2006/main"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E26A064-6E9A-4B27-98F3-13C9F0BE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64" y="4099696"/>
            <a:ext cx="27703" cy="27783"/>
          </a:xfrm>
          <a:custGeom xmlns:a="http://schemas.openxmlformats.org/drawingml/2006/main"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20A6EDC-65A2-4FB4-86F6-344ED335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91" y="4078215"/>
            <a:ext cx="4611" cy="7629"/>
          </a:xfrm>
          <a:custGeom xmlns:a="http://schemas.openxmlformats.org/drawingml/2006/main"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B53C353-0563-40F8-A988-A996A311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204" y="4085844"/>
            <a:ext cx="8787" cy="9225"/>
          </a:xfrm>
          <a:custGeom xmlns:a="http://schemas.openxmlformats.org/drawingml/2006/main"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37B7352-B350-4DBA-894C-C9DAF0C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789" y="3770197"/>
            <a:ext cx="47676" cy="31475"/>
          </a:xfrm>
          <a:custGeom xmlns:a="http://schemas.openxmlformats.org/drawingml/2006/main"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728E0B1-F7B8-4689-8678-40E3C456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167" y="3760448"/>
            <a:ext cx="8872" cy="11295"/>
          </a:xfrm>
          <a:custGeom xmlns:a="http://schemas.openxmlformats.org/drawingml/2006/main"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7822E0D-B03B-49E6-A440-D71C5B61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9" y="3772270"/>
            <a:ext cx="40414" cy="14697"/>
          </a:xfrm>
          <a:custGeom xmlns:a="http://schemas.openxmlformats.org/drawingml/2006/main"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0D46FDD-68DE-4B36-B3FB-6A6CC5D8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75" y="3746319"/>
            <a:ext cx="7431" cy="32689"/>
          </a:xfrm>
          <a:custGeom xmlns:a="http://schemas.openxmlformats.org/drawingml/2006/main"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C204169-98DA-4E9A-9CA1-3B21C8A4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27" y="3780665"/>
            <a:ext cx="7591" cy="7581"/>
          </a:xfrm>
          <a:custGeom xmlns:a="http://schemas.openxmlformats.org/drawingml/2006/main"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F08AA11-F5C6-424C-8949-63412F60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342" y="3649494"/>
            <a:ext cx="7659" cy="7555"/>
          </a:xfrm>
          <a:custGeom xmlns:a="http://schemas.openxmlformats.org/drawingml/2006/main"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55C333B-43C2-4D3C-A9C5-D47BA0EA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20" y="3635588"/>
            <a:ext cx="12614" cy="12314"/>
          </a:xfrm>
          <a:custGeom xmlns:a="http://schemas.openxmlformats.org/drawingml/2006/main"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E205BF1-B8FB-4401-A3E8-0CB5D3A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00" y="3593520"/>
            <a:ext cx="77692" cy="62443"/>
          </a:xfrm>
          <a:custGeom xmlns:a="http://schemas.openxmlformats.org/drawingml/2006/main"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FB9C82D-F694-4AAF-8762-63DAD031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678" y="3631986"/>
            <a:ext cx="6991" cy="6824"/>
          </a:xfrm>
          <a:custGeom xmlns:a="http://schemas.openxmlformats.org/drawingml/2006/main"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2518CE0-45B9-491C-BFF6-F0BB8FC0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234" y="3585870"/>
            <a:ext cx="53791" cy="27352"/>
          </a:xfrm>
          <a:custGeom xmlns:a="http://schemas.openxmlformats.org/drawingml/2006/main"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110425F-B178-415D-9107-27FACB9E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389" y="3319385"/>
            <a:ext cx="24523" cy="28478"/>
          </a:xfrm>
          <a:custGeom xmlns:a="http://schemas.openxmlformats.org/drawingml/2006/main"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C1B710E-55F3-4B2F-85D2-F3A7A27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45" y="3429360"/>
            <a:ext cx="54078" cy="56091"/>
          </a:xfrm>
          <a:custGeom xmlns:a="http://schemas.openxmlformats.org/drawingml/2006/main"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E8BB895-364D-446B-944D-E43B72FC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37" y="3560422"/>
            <a:ext cx="92611" cy="49290"/>
          </a:xfrm>
          <a:custGeom xmlns:a="http://schemas.openxmlformats.org/drawingml/2006/main"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876D18C-C207-4F7C-BDFA-9F7869A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874" y="3504886"/>
            <a:ext cx="20589" cy="20648"/>
          </a:xfrm>
          <a:custGeom xmlns:a="http://schemas.openxmlformats.org/drawingml/2006/main"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8981E05-3DC7-49A8-8870-65D062A2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775" y="3900810"/>
            <a:ext cx="50877" cy="22476"/>
          </a:xfrm>
          <a:custGeom xmlns:a="http://schemas.openxmlformats.org/drawingml/2006/main"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300893B-31BA-4C34-A94B-E40C53E8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454" y="3862069"/>
            <a:ext cx="48989" cy="36231"/>
          </a:xfrm>
          <a:custGeom xmlns:a="http://schemas.openxmlformats.org/drawingml/2006/main"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DB7FF0F0-14B1-4DCA-8098-0E957E88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698" y="2257536"/>
            <a:ext cx="15757" cy="1980"/>
          </a:xfrm>
          <a:custGeom xmlns:a="http://schemas.openxmlformats.org/drawingml/2006/main"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F2770F97-3C44-4332-98F4-42FC508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288" y="2217520"/>
            <a:ext cx="230410" cy="42646"/>
          </a:xfrm>
          <a:custGeom xmlns:a="http://schemas.openxmlformats.org/drawingml/2006/main"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A8C8EC6-5EC7-4A59-B086-18550D9C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07" y="2212547"/>
            <a:ext cx="24381" cy="4973"/>
          </a:xfrm>
          <a:custGeom xmlns:a="http://schemas.openxmlformats.org/drawingml/2006/main"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2817CA1E-5D5C-4A7E-8DD6-37C98E01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087" y="2086547"/>
            <a:ext cx="1557" cy="24725"/>
          </a:xfrm>
          <a:custGeom xmlns:a="http://schemas.openxmlformats.org/drawingml/2006/main"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A0707A8-4A03-42FE-863E-CA4BADA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697" y="2152606"/>
            <a:ext cx="7420" cy="2418"/>
          </a:xfrm>
          <a:custGeom xmlns:a="http://schemas.openxmlformats.org/drawingml/2006/main"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DDF8993-2B24-46FB-93A0-BC58839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27" y="2415014"/>
            <a:ext cx="273964" cy="19265"/>
          </a:xfrm>
          <a:custGeom xmlns:a="http://schemas.openxmlformats.org/drawingml/2006/main"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7D1DC44-6040-41A3-BB44-ADAF7EC6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06" y="2569436"/>
            <a:ext cx="33468" cy="11190"/>
          </a:xfrm>
          <a:custGeom xmlns:a="http://schemas.openxmlformats.org/drawingml/2006/main"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4B5CE71-FFA5-488A-A2D8-FC6C8285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60" y="2564036"/>
            <a:ext cx="435147" cy="27179"/>
          </a:xfrm>
          <a:custGeom xmlns:a="http://schemas.openxmlformats.org/drawingml/2006/main"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F781C146-E35A-47F5-B0D1-F341012A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22" y="2560329"/>
            <a:ext cx="32738" cy="3708"/>
          </a:xfrm>
          <a:custGeom xmlns:a="http://schemas.openxmlformats.org/drawingml/2006/main"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7623C6F-988E-4E42-B427-C8FE57D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11" y="2522900"/>
            <a:ext cx="22896" cy="8135"/>
          </a:xfrm>
          <a:custGeom xmlns:a="http://schemas.openxmlformats.org/drawingml/2006/main"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0BCCF013-1E1E-4910-A876-34DF487E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851" y="1949850"/>
            <a:ext cx="50960" cy="40496"/>
          </a:xfrm>
          <a:custGeom xmlns:a="http://schemas.openxmlformats.org/drawingml/2006/main"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E509168-39C6-41A1-B66B-9528C946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931" y="2022874"/>
            <a:ext cx="28953" cy="21625"/>
          </a:xfrm>
          <a:custGeom xmlns:a="http://schemas.openxmlformats.org/drawingml/2006/main"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B716FB4-BCB8-40FC-AAC1-8D4FFA34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692" y="2175615"/>
            <a:ext cx="108327" cy="35309"/>
          </a:xfrm>
          <a:custGeom xmlns:a="http://schemas.openxmlformats.org/drawingml/2006/main"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7B29361-4A90-414F-819A-902F66D0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745" y="1941180"/>
            <a:ext cx="198492" cy="127268"/>
          </a:xfrm>
          <a:custGeom xmlns:a="http://schemas.openxmlformats.org/drawingml/2006/main"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552E12D-8B47-43E0-BEEE-479A391F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903" y="2221833"/>
            <a:ext cx="136138" cy="40246"/>
          </a:xfrm>
          <a:custGeom xmlns:a="http://schemas.openxmlformats.org/drawingml/2006/main"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C0D8715-E59E-4A1C-9B86-40F17A95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254" y="2267685"/>
            <a:ext cx="167934" cy="65749"/>
          </a:xfrm>
          <a:custGeom xmlns:a="http://schemas.openxmlformats.org/drawingml/2006/main"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3DAF823C-0A46-4E78-B0A9-4CFFC188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42" y="2344828"/>
            <a:ext cx="113331" cy="89365"/>
          </a:xfrm>
          <a:custGeom xmlns:a="http://schemas.openxmlformats.org/drawingml/2006/main"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B043891C-ED8E-403E-B505-73A25B8C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686" y="2064047"/>
            <a:ext cx="4755" cy="13930"/>
          </a:xfrm>
          <a:custGeom xmlns:a="http://schemas.openxmlformats.org/drawingml/2006/main"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FA8B0FE-8D4C-4FE3-8911-98640674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946" y="2727532"/>
            <a:ext cx="8771" cy="25765"/>
          </a:xfrm>
          <a:custGeom xmlns:a="http://schemas.openxmlformats.org/drawingml/2006/main"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8302020-FC26-48D0-BE39-F934E5E5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888" y="2469463"/>
            <a:ext cx="12953" cy="40183"/>
          </a:xfrm>
          <a:custGeom xmlns:a="http://schemas.openxmlformats.org/drawingml/2006/main"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BDB17631-868B-48F8-9B36-8FFFC175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754" y="2014283"/>
            <a:ext cx="240723" cy="60187"/>
          </a:xfrm>
          <a:custGeom xmlns:a="http://schemas.openxmlformats.org/drawingml/2006/main"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51BF207-37C6-4437-84A3-547778C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610" y="3418633"/>
            <a:ext cx="25516" cy="19338"/>
          </a:xfrm>
          <a:custGeom xmlns:a="http://schemas.openxmlformats.org/drawingml/2006/main"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CA2077B-2690-4902-B232-945AC44E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27" y="3305766"/>
            <a:ext cx="28581" cy="8460"/>
          </a:xfrm>
          <a:custGeom xmlns:a="http://schemas.openxmlformats.org/drawingml/2006/main"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F94814A-D11A-4E7E-834F-D08883F5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384" y="3385648"/>
            <a:ext cx="31199" cy="7370"/>
          </a:xfrm>
          <a:custGeom xmlns:a="http://schemas.openxmlformats.org/drawingml/2006/main"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857AC15-3A7E-4765-B1D6-5DFF1F65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37" y="3450197"/>
            <a:ext cx="8560" cy="2220"/>
          </a:xfrm>
          <a:custGeom xmlns:a="http://schemas.openxmlformats.org/drawingml/2006/main"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1787599-B0A0-4E8A-890B-2397968B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706" y="3452417"/>
            <a:ext cx="237531" cy="47728"/>
          </a:xfrm>
          <a:custGeom xmlns:a="http://schemas.openxmlformats.org/drawingml/2006/main"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CD9EBC62-B26D-44E9-87E9-4E3875D5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890" y="3498196"/>
            <a:ext cx="20816" cy="953"/>
          </a:xfrm>
          <a:custGeom xmlns:a="http://schemas.openxmlformats.org/drawingml/2006/main"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F08E9E4F-88B3-4A79-9D1B-1A18FF0C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38" y="3485154"/>
            <a:ext cx="37242" cy="1814"/>
          </a:xfrm>
          <a:custGeom xmlns:a="http://schemas.openxmlformats.org/drawingml/2006/main"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9BFBB4C-229F-417E-93D3-35827F10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170" y="3470892"/>
            <a:ext cx="258568" cy="14263"/>
          </a:xfrm>
          <a:custGeom xmlns:a="http://schemas.openxmlformats.org/drawingml/2006/main"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50E743AE-5520-463A-9525-F3A0F37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404" y="3938105"/>
            <a:ext cx="301728" cy="174947"/>
          </a:xfrm>
          <a:custGeom xmlns:a="http://schemas.openxmlformats.org/drawingml/2006/main"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93E767B-B427-4219-BD1B-1779CC3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23" y="3949471"/>
            <a:ext cx="31480" cy="12030"/>
          </a:xfrm>
          <a:custGeom xmlns:a="http://schemas.openxmlformats.org/drawingml/2006/main"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A4B4263-5DD1-46CC-A907-7FC7A928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959" y="3961500"/>
            <a:ext cx="34964" cy="13397"/>
          </a:xfrm>
          <a:custGeom xmlns:a="http://schemas.openxmlformats.org/drawingml/2006/main"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28CD7DE-46F8-4451-9F77-30EBCA9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13" y="3974898"/>
            <a:ext cx="176246" cy="45759"/>
          </a:xfrm>
          <a:custGeom xmlns:a="http://schemas.openxmlformats.org/drawingml/2006/main"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743CB3A-78F5-4DE7-B2B0-27728512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126" y="4559128"/>
            <a:ext cx="137560" cy="311248"/>
          </a:xfrm>
          <a:custGeom xmlns:a="http://schemas.openxmlformats.org/drawingml/2006/main"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8B7C2F9-7F62-4B32-84FB-CC8ED791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67" y="4329409"/>
            <a:ext cx="6948" cy="15902"/>
          </a:xfrm>
          <a:custGeom xmlns:a="http://schemas.openxmlformats.org/drawingml/2006/main"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31763FF-7756-484C-AC73-F18E3319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780" y="3519319"/>
            <a:ext cx="7232" cy="28155"/>
          </a:xfrm>
          <a:custGeom xmlns:a="http://schemas.openxmlformats.org/drawingml/2006/main"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60F2640-E2A9-4501-844E-90AF767B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012" y="3547474"/>
            <a:ext cx="154701" cy="473182"/>
          </a:xfrm>
          <a:custGeom xmlns:a="http://schemas.openxmlformats.org/drawingml/2006/main"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5804C1F-98BC-40D2-8AAD-9192F121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18" y="4310673"/>
            <a:ext cx="28812" cy="19870"/>
          </a:xfrm>
          <a:custGeom xmlns:a="http://schemas.openxmlformats.org/drawingml/2006/main"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4380158-E506-4BF7-B34D-8FE0A525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830" y="4020657"/>
            <a:ext cx="312542" cy="290016"/>
          </a:xfrm>
          <a:custGeom xmlns:a="http://schemas.openxmlformats.org/drawingml/2006/main"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35DC896D-B3AE-48AB-B11B-F892FBAB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164" y="4128579"/>
            <a:ext cx="743390" cy="285109"/>
          </a:xfrm>
          <a:custGeom xmlns:a="http://schemas.openxmlformats.org/drawingml/2006/main"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33D8C3C5-4070-41D8-BB3E-35752BBA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92" y="2200288"/>
            <a:ext cx="4860" cy="4864"/>
          </a:xfrm>
          <a:custGeom xmlns:a="http://schemas.openxmlformats.org/drawingml/2006/main"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75025942-B1D2-4550-AF39-039B46B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982" y="4173693"/>
            <a:ext cx="24280" cy="25583"/>
          </a:xfrm>
          <a:custGeom xmlns:a="http://schemas.openxmlformats.org/drawingml/2006/main"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2A10C6E-33E9-4570-9EC2-1F21B740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723" y="4195849"/>
            <a:ext cx="30745" cy="17508"/>
          </a:xfrm>
          <a:custGeom xmlns:a="http://schemas.openxmlformats.org/drawingml/2006/main"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AC52C79-B47C-463B-942F-A377C16E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39" y="4559937"/>
            <a:ext cx="231282" cy="132162"/>
          </a:xfrm>
          <a:custGeom xmlns:a="http://schemas.openxmlformats.org/drawingml/2006/main"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231EE83-1D76-4B5A-81D0-98B07893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26" y="4288600"/>
            <a:ext cx="234711" cy="420046"/>
          </a:xfrm>
          <a:custGeom xmlns:a="http://schemas.openxmlformats.org/drawingml/2006/main"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607D576A-D78F-47BB-A783-55D5E34F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55" y="3312110"/>
            <a:ext cx="49228" cy="39567"/>
          </a:xfrm>
          <a:custGeom xmlns:a="http://schemas.openxmlformats.org/drawingml/2006/main"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1E6FAD91-4F7B-448E-898C-D9FD2AB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893" y="3332409"/>
            <a:ext cx="126733" cy="121735"/>
          </a:xfrm>
          <a:custGeom xmlns:a="http://schemas.openxmlformats.org/drawingml/2006/main"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BE294B6-1D4F-4D86-ADB5-7E5FF25E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9" y="3300393"/>
            <a:ext cx="32465" cy="27552"/>
          </a:xfrm>
          <a:custGeom xmlns:a="http://schemas.openxmlformats.org/drawingml/2006/main"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215CF6F-0E07-48F2-8463-5E00085F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611" y="2207880"/>
            <a:ext cx="349248" cy="170884"/>
          </a:xfrm>
          <a:custGeom xmlns:a="http://schemas.openxmlformats.org/drawingml/2006/main"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B3735D81-A575-4D8A-9DE7-8929912D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88" y="2977619"/>
            <a:ext cx="254709" cy="143515"/>
          </a:xfrm>
          <a:custGeom xmlns:a="http://schemas.openxmlformats.org/drawingml/2006/main"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CB2E002-ABD6-4BCB-92E0-7F429C3A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724" y="1884363"/>
            <a:ext cx="856581" cy="214453"/>
          </a:xfrm>
          <a:custGeom xmlns:a="http://schemas.openxmlformats.org/drawingml/2006/main"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CFBD9206-7D85-47EA-A3E8-FD3A508B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749" y="1801989"/>
            <a:ext cx="242485" cy="564823"/>
          </a:xfrm>
          <a:custGeom xmlns:a="http://schemas.openxmlformats.org/drawingml/2006/main"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54CC9F16-85E5-4382-934F-89ED8721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67" y="1778074"/>
            <a:ext cx="1208992" cy="680904"/>
          </a:xfrm>
          <a:custGeom xmlns:a="http://schemas.openxmlformats.org/drawingml/2006/main"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0092C21-BBE1-41C3-B266-D61569C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1778074"/>
            <a:ext cx="3219473" cy="3093923"/>
          </a:xfrm>
          <a:custGeom xmlns:a="http://schemas.openxmlformats.org/drawingml/2006/main"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5EC5B1B-F6DC-4E53-8105-70238AF3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09" y="2427072"/>
            <a:ext cx="771250" cy="1323254"/>
          </a:xfrm>
          <a:custGeom xmlns:a="http://schemas.openxmlformats.org/drawingml/2006/main"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D95A8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872BE12-6551-4B3B-86B3-95153E17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924563" cy="2004082"/>
          </a:xfrm>
          <a:custGeom xmlns:a="http://schemas.openxmlformats.org/drawingml/2006/main"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D95A8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C503AD89-F50A-4539-A6CD-FB11F8DD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580404" cy="295195"/>
          </a:xfrm>
          <a:custGeom xmlns:a="http://schemas.openxmlformats.org/drawingml/2006/main"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F659D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419DE91-4264-44C6-AC2B-054CD1BE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054907"/>
            <a:ext cx="849944" cy="465105"/>
          </a:xfrm>
          <a:custGeom xmlns:a="http://schemas.openxmlformats.org/drawingml/2006/main"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F659D"/>
            </a:solidFill>
            <a:prstDash val="dash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7F5B3195-3E78-4B4C-B087-01EA6687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84768" cy="1058834"/>
          </a:xfrm>
          <a:custGeom xmlns:a="http://schemas.openxmlformats.org/drawingml/2006/main"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2A77AABA-B962-472D-9488-0BC38228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26B008C7-28D3-435E-BDCE-74B3AC55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703" y="3702893"/>
            <a:ext cx="808095" cy="431757"/>
          </a:xfrm>
          <a:custGeom xmlns:a="http://schemas.openxmlformats.org/drawingml/2006/main"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75B76848-078B-418A-A8FD-707886DA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A2889FB-EFE8-41DE-A4E7-E39ED9F2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396" y="22028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40D01B0-B6F4-497E-BE8C-12C3CB83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571" y="2012398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C07E7102-F7AE-4B08-B94A-F53B80D9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292" y="24499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95D64F3C-633B-4E3F-965C-6F9FA3FF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592" y="25166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CE408E9B-8BA5-4958-8380-9CE22B80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41" y="228899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AD192A3-24DD-43A3-826B-77A1BE0F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66" y="2098499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5CA3CD63-C21C-4E8D-869E-C276780C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64" y="3261732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8A3A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6A74A4ED-13A8-4967-BBCC-FF97A996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939" y="3185532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F6AE9B0-4602-4B62-A222-CCBE9BDD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03" y="366479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DD9B5324-81D7-411A-8D7C-ABC96FF6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378" y="358859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E2B69F6C-EA0A-44F1-B483-43FCB49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698" y="4096551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762BFE7-B7C4-4B7B-9119-EEDC69B0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473" y="4020351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EDB4E4A4-780C-4D6B-9B8F-5D134168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457" y="2405604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81BCD20-570D-4939-9430-798304FD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32" y="2329404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A66BA77-A34E-4357-A1F7-0AC0C7C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580D8CB-3C68-4EF6-9B5A-046AA40B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3A4FE4D-812C-449F-86D2-FD070F3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River (barrier)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13FCA074-3FF6-4DE5-B394-963F1E15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C: Edmonton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3E34DF17-D466-47D4-B3A8-40B1E414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834" y="2058230"/>
            <a:ext cx="204240" cy="64093"/>
          </a:xfrm>
          <a:custGeom xmlns:a="http://schemas.openxmlformats.org/drawingml/2006/main"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E5024B03-F4C9-4E89-8CE6-C0B81370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892" y="2596850"/>
            <a:ext cx="62272" cy="34079"/>
          </a:xfrm>
          <a:custGeom xmlns:a="http://schemas.openxmlformats.org/drawingml/2006/main"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1041C1C-CC70-444D-A850-98D4EB7C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41" y="2189840"/>
            <a:ext cx="62075" cy="133577"/>
          </a:xfrm>
          <a:custGeom xmlns:a="http://schemas.openxmlformats.org/drawingml/2006/main"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F87A6765-9745-4012-AA38-C692B81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63" y="2359419"/>
            <a:ext cx="40775" cy="93198"/>
          </a:xfrm>
          <a:custGeom xmlns:a="http://schemas.openxmlformats.org/drawingml/2006/main"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B79C9BD-6504-44B1-877B-ABE75A38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266" y="2939632"/>
            <a:ext cx="96517" cy="163721"/>
          </a:xfrm>
          <a:custGeom xmlns:a="http://schemas.openxmlformats.org/drawingml/2006/main"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314D66DD-7DF5-4E07-90E1-40F5978C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900" y="4493479"/>
            <a:ext cx="99591" cy="78663"/>
          </a:xfrm>
          <a:custGeom xmlns:a="http://schemas.openxmlformats.org/drawingml/2006/main"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7762C553-DDCF-4EC4-B670-B54A8B82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165" y="2833131"/>
            <a:ext cx="993768" cy="1007720"/>
          </a:xfrm>
          <a:custGeom xmlns:a="http://schemas.openxmlformats.org/drawingml/2006/main"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1B9BB59E-200C-4237-8049-70AFFF35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948" y="2426574"/>
            <a:ext cx="210451" cy="284725"/>
          </a:xfrm>
          <a:custGeom xmlns:a="http://schemas.openxmlformats.org/drawingml/2006/main"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F2956749-F400-4E7C-A7B5-88A9B29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10" y="1924290"/>
            <a:ext cx="131561" cy="215867"/>
          </a:xfrm>
          <a:custGeom xmlns:a="http://schemas.openxmlformats.org/drawingml/2006/main"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B449AE96-FE71-4F3F-ACE5-AE513DCC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558" y="2121066"/>
            <a:ext cx="14751" cy="4894"/>
          </a:xfrm>
          <a:custGeom xmlns:a="http://schemas.openxmlformats.org/drawingml/2006/main"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0ADFA0A-C5AC-4B34-95FC-4CC293F3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876" y="2121794"/>
            <a:ext cx="3849" cy="14089"/>
          </a:xfrm>
          <a:custGeom xmlns:a="http://schemas.openxmlformats.org/drawingml/2006/main"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E46F300B-F4C2-4FB9-A95E-FD03709D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453" y="2101145"/>
            <a:ext cx="2070" cy="16191"/>
          </a:xfrm>
          <a:custGeom xmlns:a="http://schemas.openxmlformats.org/drawingml/2006/main"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824C8654-7ADD-4263-B128-2BC72BAB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653" y="2076528"/>
            <a:ext cx="71527" cy="19682"/>
          </a:xfrm>
          <a:custGeom xmlns:a="http://schemas.openxmlformats.org/drawingml/2006/main"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1435021-70A5-40FF-A008-E4D1A45D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65592"/>
            <a:ext cx="68023" cy="17590"/>
          </a:xfrm>
          <a:custGeom xmlns:a="http://schemas.openxmlformats.org/drawingml/2006/main"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B2B50F90-A084-4B3F-8B65-95EADB2F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770" y="2084900"/>
            <a:ext cx="10241" cy="1123"/>
          </a:xfrm>
          <a:custGeom xmlns:a="http://schemas.openxmlformats.org/drawingml/2006/main"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3DB1F995-28B6-4355-9C11-10D358A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307" y="2146920"/>
            <a:ext cx="207765" cy="275655"/>
          </a:xfrm>
          <a:custGeom xmlns:a="http://schemas.openxmlformats.org/drawingml/2006/main"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0F9F4CDA-D01F-434E-B1C1-336AFB48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888" y="2102170"/>
            <a:ext cx="4216" cy="14135"/>
          </a:xfrm>
          <a:custGeom xmlns:a="http://schemas.openxmlformats.org/drawingml/2006/main"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DA9CD3F-5EB5-4BD3-AC3F-E1CAEB87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672" y="2125101"/>
            <a:ext cx="3382" cy="22708"/>
          </a:xfrm>
          <a:custGeom xmlns:a="http://schemas.openxmlformats.org/drawingml/2006/main"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5831556E-FFD5-47E5-A065-69A1C4C4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4" y="2093857"/>
            <a:ext cx="6449" cy="13304"/>
          </a:xfrm>
          <a:custGeom xmlns:a="http://schemas.openxmlformats.org/drawingml/2006/main"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F868BA8-8EAF-4A84-B833-17C7130F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805" y="2078666"/>
            <a:ext cx="17483" cy="11458"/>
          </a:xfrm>
          <a:custGeom xmlns:a="http://schemas.openxmlformats.org/drawingml/2006/main"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586EAC2B-10DC-4FC6-875D-3407E949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39" y="2658118"/>
            <a:ext cx="210539" cy="173461"/>
          </a:xfrm>
          <a:custGeom xmlns:a="http://schemas.openxmlformats.org/drawingml/2006/main"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CBDF920F-458E-4B1B-B17C-C5CFF4A1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179" y="1942172"/>
            <a:ext cx="261482" cy="160066"/>
          </a:xfrm>
          <a:custGeom xmlns:a="http://schemas.openxmlformats.org/drawingml/2006/main"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AD92DB8E-D495-4BC9-83B7-8B0D68F2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249" y="3763431"/>
            <a:ext cx="75684" cy="77420"/>
          </a:xfrm>
          <a:custGeom xmlns:a="http://schemas.openxmlformats.org/drawingml/2006/main"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FBDCB8FC-444F-4E45-A415-AB4207F2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2415"/>
            <a:ext cx="25892" cy="31017"/>
          </a:xfrm>
          <a:custGeom xmlns:a="http://schemas.openxmlformats.org/drawingml/2006/main"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7E6EE247-BADC-4C9E-93F1-820C427F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37" y="2920057"/>
            <a:ext cx="872750" cy="849289"/>
          </a:xfrm>
          <a:custGeom xmlns:a="http://schemas.openxmlformats.org/drawingml/2006/main"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250E8958-1409-4843-9E28-3D01606A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2400"/>
            <a:ext cx="40997" cy="38052"/>
          </a:xfrm>
          <a:custGeom xmlns:a="http://schemas.openxmlformats.org/drawingml/2006/main"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0CE65E32-6AEC-4959-866D-D4122A24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18449"/>
            <a:ext cx="801500" cy="883598"/>
          </a:xfrm>
          <a:custGeom xmlns:a="http://schemas.openxmlformats.org/drawingml/2006/main"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D774943-1C70-4A4F-8D31-4CBDBB17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2A2155A2-2930-450D-A1A5-4B0552F7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74" y="1878248"/>
            <a:ext cx="97047" cy="107713"/>
          </a:xfrm>
          <a:custGeom xmlns:a="http://schemas.openxmlformats.org/drawingml/2006/main"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604EF2C7-E12F-4300-858D-477C7E80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889AD06-C988-4D13-8EB7-14687EEB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992" y="2018449"/>
            <a:ext cx="784797" cy="871053"/>
          </a:xfrm>
          <a:custGeom xmlns:a="http://schemas.openxmlformats.org/drawingml/2006/main"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19E7F5B-1F60-4E3C-B9C6-F1F5D889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9502"/>
            <a:ext cx="27588" cy="30620"/>
          </a:xfrm>
          <a:custGeom xmlns:a="http://schemas.openxmlformats.org/drawingml/2006/main"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8734D93C-CEF0-4648-880F-42098FAB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378" y="2920122"/>
            <a:ext cx="733909" cy="814571"/>
          </a:xfrm>
          <a:custGeom xmlns:a="http://schemas.openxmlformats.org/drawingml/2006/main"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4683B0F9-2970-4EF6-955A-2D57AD7B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4693"/>
            <a:ext cx="25892" cy="28738"/>
          </a:xfrm>
          <a:custGeom xmlns:a="http://schemas.openxmlformats.org/drawingml/2006/main"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6664D6C0-ABCF-48A0-AA5E-C14BD01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179" y="3763431"/>
            <a:ext cx="69753" cy="77420"/>
          </a:xfrm>
          <a:custGeom xmlns:a="http://schemas.openxmlformats.org/drawingml/2006/main"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30F20F89-D3D4-4452-91E6-16BD550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291" y="1820142"/>
            <a:ext cx="3715691" cy="3008231"/>
          </a:xfrm>
          <a:custGeom xmlns:a="http://schemas.openxmlformats.org/drawingml/2006/main"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C4175C98-1498-47D4-BDE9-7D8B0ED9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37" y="3707317"/>
            <a:ext cx="2154743" cy="664017"/>
          </a:xfrm>
          <a:custGeom xmlns:a="http://schemas.openxmlformats.org/drawingml/2006/main"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D95A8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3248ACF2-1614-4820-BA04-B1C4449E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260" y="2156939"/>
            <a:ext cx="1341088" cy="2309778"/>
          </a:xfrm>
          <a:custGeom xmlns:a="http://schemas.openxmlformats.org/drawingml/2006/main"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7D95A8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7A4C0D5-4193-4211-9890-82A6D18C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59" y="2330708"/>
            <a:ext cx="960112" cy="2073712"/>
          </a:xfrm>
          <a:custGeom xmlns:a="http://schemas.openxmlformats.org/drawingml/2006/main"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F659D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38BCE936-6FC5-4B3D-8AD0-A6FDA968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65" y="2330708"/>
            <a:ext cx="975106" cy="2069002"/>
          </a:xfrm>
          <a:custGeom xmlns:a="http://schemas.openxmlformats.org/drawingml/2006/main"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F659D"/>
            </a:solidFill>
            <a:prstDash val="dash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013260B-7153-4782-946B-6FCB58C5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32" y="2331767"/>
            <a:ext cx="446714" cy="644006"/>
          </a:xfrm>
          <a:custGeom xmlns:a="http://schemas.openxmlformats.org/drawingml/2006/main"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DBC46224-6B9A-4292-9B0D-D8CA142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D2AAE2E4-3C4A-4895-8716-04E90C69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68" y="2373803"/>
            <a:ext cx="1307101" cy="2091277"/>
          </a:xfrm>
          <a:custGeom xmlns:a="http://schemas.openxmlformats.org/drawingml/2006/main"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F9A6A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8B251463-7A0B-42A4-AAB4-91272C16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E2F5D08-D34B-4EB1-9538-6946CFC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646" y="22936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051C66A6-ED6C-4D19-BFBB-1C6E4550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21" y="21031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892C74A-3EFB-4253-8119-4A2E535B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142" y="41376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9AFB9BB8-B104-4380-B8D5-1309DDC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442" y="420431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74CEF833-1381-4F71-9E77-E8039535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211" y="347873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B7947882-1FF5-4B4D-A230-3C3AC41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036" y="3288231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F035882D-887A-4EF4-B6D1-8C0C488E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932" y="293767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8A3A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4454E06C-9017-4892-8391-F200BEDD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07" y="286147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06AEBD93-C7D6-4AE7-8631-A27A54B6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868" y="233570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AD7477F-2147-4030-B7F2-7D5C1328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43" y="225950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F7F936BE-DE32-4CB3-BA46-1735A5C7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70" y="4426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0D2A5C5-F48A-47F9-B7C8-C2E3DDCE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45" y="4350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CC52D95F-E2A2-4853-866A-5955724B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689" y="429539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8645A016-4C54-43D6-A808-9E8E921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464" y="421919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20A5A854-6F6C-4BB4-BCD3-D5851DD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472" y="3677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61377B6-F311-41A5-8CAC-DA04A08D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247" y="3601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CCC1A6C4-C3A3-44E8-9811-4AFDA40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6276790E-49A4-4978-8115-FABD0E35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BEF4F6DE-6101-4CF9-B3F3-93AA674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Suburban (sparse)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16322FD7-2841-48F9-9D30-35D5269C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F659D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C141B98-2554-49FD-A7D5-9990D69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ground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51DCD18D-BBFA-425C-98C7-5E5C7F3E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210300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F659D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CCB2BB0D-2932-41FF-9E54-14043BBC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210300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F659D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44A1F959-7CF9-47ED-B98A-F28F6EB8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Detour</a:t>
            </a: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0DFD032A-4275-48CC-9AAF-C0FA4A3D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78A3A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41BCB24B-6D0C-41AB-A16F-7FFF3E9D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air</a:t>
            </a:r>
          </a:p>
        </p:txBody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99C0BBAC-CFAF-4B38-98BE-41C431C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D95A8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82443A2-2B3C-443C-875B-115C54E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Auxiliary ground</a:t>
            </a: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296123A9-023F-4391-BFD8-43F576E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F9A6A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9B63BA8-86BF-490F-84DD-E7FA316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Other air</a:t>
            </a:r>
          </a:p>
        </p:txBody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CFF83F95-1ED2-4B7B-B061-0ABC2F95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rPr>
              <a:t>© OpenStreetMap contributors. Auxiliary routes show site context; they are not additional frozen E1 missions.</a:t>
            </a:r>
          </a:p>
        </p:txBody>
      </p:sp>
    </p:spTree>
    <p:extLst>
      <p:ext uri="{BB962C8B-B14F-4D97-AF65-F5344CB8AC3E}">
        <p14:creationId xmlns:p14="http://schemas.microsoft.com/office/powerpoint/2010/main" val="484554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AA4ED-F3CD-4AB0-8ED9-CE6859F1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E1: emergency transport and existing-service consequences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80702-A35C-4E35-A903-42476556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AA54C-350B-41C9-BB52-E3DCB45C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CEFFC-7BD0-4C32-8A16-F874CF72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8EDC7-8EFE-43D2-942E-62C609E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6AC62-E359-4E8B-B401-2F582F5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FA324-3C26-482D-8C0C-5DC8FF0C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90D43-6D12-4B26-8D5E-0353BA59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50469-4186-4D39-A441-C088BB4A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D5F35-9AFE-4B2F-BF63-6FC5E3DD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C7DB0-CD3B-47CA-9B61-CC0E67E0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Emergency completion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9e87abc243471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6CCF7-6B33-4632-BE06-4DA73E0E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Deadline violations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6373b7b8ee4c79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4965A-1FAB-4287-9868-2EA3C97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Service damage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2105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79aeee77674488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82305-312B-4059-ADF0-4225D86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rPr>
              <a:t>Means over 240 runs per site and policy. Damage counts non-primary missions in specified horizon states.</a:t>
            </a:r>
          </a:p>
        </p:txBody>
      </p:sp>
    </p:spTree>
    <p:extLst>
      <p:ext uri="{BB962C8B-B14F-4D97-AF65-F5344CB8AC3E}">
        <p14:creationId xmlns:p14="http://schemas.microsoft.com/office/powerpoint/2010/main" val="849719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BF725E-2A8A-4F38-A363-5E946C55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E1: effect of the executable candidate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0202D-F9E4-4C36-AB9B-8A39A85F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86252-26B4-4FF3-91B0-9EEDF497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Completion difference (s)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AB8FC-CE47-433A-9EA5-33EBEFFF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A6B96-53B6-4ECA-83A1-28D23DEB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E82D9-DA53-4564-B641-E301D423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76475"/>
            <a:ext cx="1084198" cy="95"/>
          </a:xfrm>
          <a:custGeom xmlns:a="http://schemas.openxmlformats.org/drawingml/2006/main">
            <a:pathLst>
              <a:path w="1084198" h="95">
                <a:moveTo>
                  <a:pt x="0" y="0"/>
                </a:moveTo>
                <a:lnTo>
                  <a:pt x="1084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8C455-6583-43A0-847A-4062ACFC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38ECD-5518-4329-9807-D587207A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02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B12AF-0FA4-4A9D-ADC4-9FE9E89D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753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99ECD-73C4-42CF-8F0B-0FF9227B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-13.57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E9F4F-3F3D-4D03-8749-3527F956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79EA6-55E3-4F7D-80BD-92F75D9F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314700"/>
            <a:ext cx="573859" cy="95"/>
          </a:xfrm>
          <a:custGeom xmlns:a="http://schemas.openxmlformats.org/drawingml/2006/main">
            <a:pathLst>
              <a:path w="573859" h="95">
                <a:moveTo>
                  <a:pt x="0" y="0"/>
                </a:moveTo>
                <a:lnTo>
                  <a:pt x="573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43FFB-C3FD-4782-9EC4-78B663C0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89AC7-D2B6-4876-9977-E0C04968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74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64A1A-9023-4CF7-961F-44A89D87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63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1B6FA-80C5-440F-8E92-E170712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1.45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84DA2-E733-41A1-8C31-6D7682CE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85569-C49A-4B46-8A64-D4A4BBD6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B27BB-BCE1-48A3-AF16-786FC3FF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00CF3-D147-4A70-A4C7-048BCC74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75237-71A8-4001-9A3F-79E1055C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E56AF-C81D-4D2D-81BD-EDB2ECBB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AF687-06FA-49F7-A77B-8E3AD2CE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622285-3492-4F8D-BF8C-41EC572A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A6A9A-F56C-4623-8E70-353BBAD2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A0892-4E4B-40D8-B2E4-722E168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68638-C6B3-49F4-88E2-5ECCBDE0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Service damage 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95CF46-51C0-46B4-B82D-57672E6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D0F08-3441-411F-AB14-745B954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53C07-A9D1-4A43-AC33-61A99FA2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32A7EA-F3A4-4538-BFAC-6C9DA98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08064-80A6-4E03-B57E-2AA95DA0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918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01F7F1-8372-467D-9B62-70C9D01B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84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A7C725-A5CC-4AC1-A69E-E39F019E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-0.383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9C364C-64C2-4722-82EC-1E2D0D55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7934E0-FA64-46F8-A106-8A709BEE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B70CB2-FDBB-434B-8FD9-598B5D5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60DF0A-B2E1-4CC9-BADA-3B65A5B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92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56DB5B-9BE0-4163-849A-6D84B48D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16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F6690F-E2E4-4A62-9B5D-F3EEECE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-0.017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BFC620-6AC5-4336-86BD-045303D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6B0086-C104-4325-B860-ED26ED1D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5CCF9F-01AA-4597-B5E2-6B4D3976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F62AEF-7B0B-4A49-944E-9311B7D7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C086DE-6C0F-415B-A71A-EF74A8AD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AC5A00-4DE8-4336-A268-9A36C43C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0.000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275CC4-9672-4E2D-87A5-10A0F809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7EE13C-CFCC-4A7E-B168-6B98EFCC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-0.6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1AB9AC-C072-4DD2-8BBA-67F81049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DC1726-F24E-48C2-864D-F997153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6AAEAF-43DB-46CE-864F-13073ABD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Air intervention difference (pp)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E1424D-0DC5-4BAF-BDB8-84E8B91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D20767-210B-4F8A-B7DD-A086F8DE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D25ECE-0D1A-46EC-A73E-DDF3EF40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9D9DB9-5FC3-4669-A2FF-D2440DBF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DE89D6-08D8-4D2D-A589-A9102D4B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93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2D8206-3A85-4BB9-871A-689B7B7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59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5E58C5-27AD-4A46-A1A6-9885F8C7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-38.33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68F9DB-1F2B-4828-9166-9FE69FD2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166BA7-CF25-456A-A2CB-5150D97D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059759-E872-4C35-A4DE-1D96007A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B7B812-76DA-4E3E-B2B8-8AE43AB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59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1D853E-DDA6-4508-8978-257BBD5A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591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242F83-36AE-473E-8285-94B4562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-1.67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E35123-0380-4133-AF62-858386C8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E1B55F-B3AF-4EBC-B2DE-CCB33912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954A3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B01E69-2AF6-4D32-A715-A708252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7B1E30-9DA3-4EE0-B894-9DD944FE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B90215-CF39-4E02-B69D-DEE4EA96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488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0FE11C-136E-430C-9896-8C382628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C775F6-EDEC-493C-A445-4DA985D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9CECAD-E108-4812-BAD6-776D0E95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2AF1B3-4015-412E-8B0A-6A481FDF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DA8786-C430-42C3-A787-E63D4286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67B4623-932D-458C-9162-6747205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293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Negative differences indicate lower completion time, fewer damaged services or less air intervention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413B9B-6015-4077-9FF4-7382B218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rPr>
              <a:t>60 matched B4b–B4a runs per site. Bars show 95% intervals. The explicit-table effect is largest at Site A.</a:t>
            </a:r>
          </a:p>
        </p:txBody>
      </p:sp>
    </p:spTree>
    <p:extLst>
      <p:ext uri="{BB962C8B-B14F-4D97-AF65-F5344CB8AC3E}">
        <p14:creationId xmlns:p14="http://schemas.microsoft.com/office/powerpoint/2010/main" val="1687522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BCF4BA-FD07-4F9E-83C0-8D97146B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E2: restoring a path and meeting the deadline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DC104-374A-4FF7-BB7B-B4943049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BCC36-1863-4FE4-A256-B6F3FCC3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D0C7A-53B2-431A-A734-2B7A3AE5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962B4-A1B6-459B-BDC7-DC94CC2B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E5887-DEA8-49C9-9B0F-7A48DB74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15493-8DF1-4B33-9808-5A2C6B6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33EEE-B716-42C7-9A4C-F7D4631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C65F4-F149-49CC-8F13-29835F2A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EBFCD-79C9-4848-A03B-39F38202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75432-A30D-48FC-B152-B64843EE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Deadline violations in all runs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381000" y="2057400"/>
          <a:ext xmlns:a="http://schemas.openxmlformats.org/drawingml/2006/main" cx="5476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306e785ca6420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57BAB-2055-4FE9-A74F-89BF77B0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Recovered / affected critical chains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20758-4C37-4ED6-AE9E-DBD41F0D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08A13-B163-41F0-B127-FF2A0024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Rule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53109-4966-482F-A81F-69DA03C2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Heuristic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75A28-52C9-4EE9-A7D0-9F88F835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LLM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(B4b)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7C486-010C-4BCE-A4A4-8889D943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670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815D3-C9E9-4EF1-A486-945D2CC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FD761-3876-417E-9C9E-103E01E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DBCB0-CAE1-418D-A20A-707CB549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EFC96-5EBA-470B-98DC-4DFEF100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191/191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174DC-8B05-4616-8C5D-DFC6C72F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249BA-8569-4ACF-9109-9ECA5EE1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08A5E-4FAA-43AE-9FC7-34CD0BFA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0A613A-6764-44A2-A3BD-7B0AF450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2D6FD-F51B-4DB0-A449-9312BF3F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199/199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6E359-0355-4BF3-A6F6-C1C579D9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48E6B-7DBE-4EC1-A455-0DA3F90C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B0129-E413-428C-9F2D-54A47E35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C023B9-EF2F-4ECD-8FC2-29351863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477F60"/>
                </a:solidFill>
                <a:latin typeface="Times New Roman"/>
                <a:ea typeface="Times New Roman"/>
                <a:cs typeface="Times New Roman"/>
              </a:rPr>
              <a:t>200/200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C727D-1935-4EDC-9B6F-109C7DD3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201/201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82A85-8777-4BEB-BC32-676C5CF4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816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Every affected coordinated run restores a path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recovery: not applicable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2DBC2-9621-43FE-854F-9987B80F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rPr>
              <a:t>All-run outcomes: 320 runs per site and policy. Conditional restoration can coexist with substantial lateness.</a:t>
            </a:r>
          </a:p>
        </p:txBody>
      </p:sp>
    </p:spTree>
    <p:extLst>
      <p:ext uri="{BB962C8B-B14F-4D97-AF65-F5344CB8AC3E}">
        <p14:creationId xmlns:p14="http://schemas.microsoft.com/office/powerpoint/2010/main" val="436002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8A72A-B39C-4622-83F8-0813017C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E3: priority-weighted service loss across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652D9-D9FA-4DB5-84B2-022FAC0A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96BA0-3321-47C5-A5C8-0C45A4CA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A0C41-A868-4FED-A247-44D7120E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53953-D294-4B6E-9226-9134222D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E2398-DBDC-4C7F-848B-780731B5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56FBF-9924-4AFE-B464-56FF9F8F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A896D-F1D3-482C-8D76-8B8586A4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F08D3-FC09-474C-8FCE-30A1A5C6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03F87-4055-44DA-B525-92C97F1E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E6216-E5AD-4E92-A93C-9AAD7C5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a8eac087bf4152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BE1CE-0E9C-428B-8816-F12A3C13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b0131b5812456c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CFD53-316F-4EF0-83CE-F7E01B14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65d713f5c14f0d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7A5E3-E4C8-44C7-9408-F2BB495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rPr>
              <a:t>L1/L4: 40 runs per policy. L2/L3: 80. Levels vary in both disturbance structure and mission demand.</a:t>
            </a:r>
          </a:p>
        </p:txBody>
      </p:sp>
    </p:spTree>
    <p:extLst>
      <p:ext uri="{BB962C8B-B14F-4D97-AF65-F5344CB8AC3E}">
        <p14:creationId xmlns:p14="http://schemas.microsoft.com/office/powerpoint/2010/main" val="161295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01E8B-6104-49E6-8FCB-54AAC0AD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E4: observation, execution and input burden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A3F44-028A-452B-9E0C-15BF15C5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548DD-8CF7-423B-B070-32AF7A89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40059-94F4-4DFD-8937-4018727A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B0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77C00-F2C1-491E-84D7-0EDBDD66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D4BCD-022B-4C6F-9881-4185463B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17C01-FA35-4141-9B7E-49C4EDE2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24589-0EBA-412E-AF65-3BDB30C0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A56E3-D461-4C33-B012-DA504740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94D11-D4E9-43D1-8551-4AD3EB5F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15AF9-DB9F-4B38-9A9C-88DECAAA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Observation interval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dfd4d136cc4aa8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F9C58-541B-47F6-8FBA-5A2E8A72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Execution delay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6010e0c4f44178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C99EB-73B4-4B20-B8BD-F18FC416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LLM input burden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af32c0fbe443ff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98619-1ECF-4819-B7A6-B548EF7D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rPr>
              <a:t>20 runs per arm and policy. B2/B4b overlap in (a,b). Panel (c) expands records around a fixed four-aircraft fleet.</a:t>
            </a:r>
          </a:p>
        </p:txBody>
      </p:sp>
    </p:spTree>
    <p:extLst>
      <p:ext uri="{BB962C8B-B14F-4D97-AF65-F5344CB8AC3E}">
        <p14:creationId xmlns:p14="http://schemas.microsoft.com/office/powerpoint/2010/main" val="585242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B290CF-F4EF-4996-A440-5FA4C90C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Execution sequence with a 60 s action delay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CD5C2-E3A8-4594-A9F5-C1B19371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4ADB7-BCA0-491E-B77D-37C97F22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9525000" cy="95"/>
          </a:xfrm>
          <a:custGeom xmlns:a="http://schemas.openxmlformats.org/drawingml/2006/main">
            <a:pathLst>
              <a:path w="9525000" h="9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2B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16C7E-5617-45DE-921E-5878873C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5777A-1614-439A-A280-FA303590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8E608-358E-4907-93F7-2A8B75BA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9111D-E40D-485E-87EF-F5F3D088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360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26061-C3F3-4D43-8A71-F4BC454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4FC92-989B-46B6-B514-9985FD17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420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51657-C6E7-48F7-8C9F-41DF250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827AD-2202-4C32-A105-AE1703E1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480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496E2-4EB2-4DD1-92FD-69EE3BC5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962B7-8729-4984-9469-BE72200E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06985-ADC4-49DA-82B5-F1321AF2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7D7AE-AC9D-4713-BBC4-96542D04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6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E2CF1-1394-441B-84F1-A6F443C3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34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Simulation time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5E915-AFC1-4BD8-B8F0-EA8021E6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383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Air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BE815-AA52-40EE-B14B-938744B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4812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Ground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43EF0-7103-497F-AF44-7338103D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78A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B21F5-0DAB-491B-96A1-1089AF4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F5339-64F0-402A-8D1A-3DC9F837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30505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5ED60-0B98-41AE-AFEE-2C5B9C69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47775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300 s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Initial dispatch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A82AD-4EFB-44D9-AC10-B37B9095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7908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360 s</a:t>
            </a:r>
          </a:p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Failure and replacement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B6CF60-1CD2-42DE-A9D9-2C1B16E5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219575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F659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F8339-0781-4D1C-BF03-C2D0E29F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9575"/>
            <a:ext cx="5417344" cy="95"/>
          </a:xfrm>
          <a:custGeom xmlns:a="http://schemas.openxmlformats.org/drawingml/2006/main">
            <a:pathLst>
              <a:path w="5417344" h="95">
                <a:moveTo>
                  <a:pt x="0" y="0"/>
                </a:moveTo>
                <a:lnTo>
                  <a:pt x="5417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F659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D3824-C8E9-4F40-812C-63ADF30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51FED-363E-4758-9F52-7671BA58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D8A66-A520-42EE-A557-A84DEB1B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319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B2630-0FCB-4815-BB40-1C0D15AB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781" y="2447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D78A3A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58670-9259-4E45-A85C-D91117A6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4314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6AEF70-E045-4D43-9636-C4B1AC6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420 s</a:t>
            </a:r>
          </a:p>
          <a:p xmlns:a="http://schemas.openxmlformats.org/drawingml/2006/main">
            <a:pPr algn="l">
              <a:defRPr sz="172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Ground executes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56F93-0223-46D2-B825-95DE6DF2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919" y="4591050"/>
            <a:ext cx="2066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602 s</a:t>
            </a:r>
          </a:p>
          <a:p xmlns:a="http://schemas.openxmlformats.org/drawingml/2006/main">
            <a:pPr algn="r">
              <a:defRPr sz="172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Mission completes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085F67-8B46-42A7-B1D4-D8AF97C1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052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Ground travel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37DE7E-2AC3-442A-B850-337F93C3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1200150"/>
            <a:ext cx="95" cy="4305300"/>
          </a:xfrm>
          <a:custGeom xmlns:a="http://schemas.openxmlformats.org/drawingml/2006/main">
            <a:pathLst>
              <a:path w="95" h="4305300">
                <a:moveTo>
                  <a:pt x="0" y="0"/>
                </a:moveTo>
                <a:lnTo>
                  <a:pt x="0" y="4305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EBA35D-146F-4EA8-965B-2D2C433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1295400"/>
            <a:ext cx="1647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480 s</a:t>
            </a:r>
          </a:p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AD0BCB-4A47-446D-A9B9-0CF01A51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Pending dispatch is superseded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F1AB1C-D6ED-4133-B803-DDC0D5F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2616D"/>
                </a:solidFill>
                <a:latin typeface="Times New Roman"/>
                <a:ea typeface="Times New Roman"/>
                <a:cs typeface="Times New Roman"/>
              </a:rPr>
              <a:t>Completion duration: 602 − 300 = 302 s. This is a tested queue transition, not a universal delay threshold.</a:t>
            </a:r>
          </a:p>
        </p:txBody>
      </p:sp>
    </p:spTree>
    <p:extLst>
      <p:ext uri="{BB962C8B-B14F-4D97-AF65-F5344CB8AC3E}">
        <p14:creationId xmlns:p14="http://schemas.microsoft.com/office/powerpoint/2010/main" val="1616703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2026-09-11T17:21:20.2760000Z</dcterms:created>
  <dcterms:modified xsi:type="dcterms:W3CDTF">2026-09-11T17:21:20.2760000Z</dcterms:modified>
</coreProperties>
</file>