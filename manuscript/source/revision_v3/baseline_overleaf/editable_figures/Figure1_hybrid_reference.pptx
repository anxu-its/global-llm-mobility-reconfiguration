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93ed15411940c2" /><Relationship Type="http://schemas.openxmlformats.org/officeDocument/2006/relationships/extended-properties" Target="/docProps/app.xml" Id="Rfd76fe2c2b154bd9" /><Relationship Type="http://schemas.openxmlformats.org/officeDocument/2006/relationships/officeDocument" Target="/ppt/presentation.xml" Id="R077617b0bbd143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4b11c03b484a8c"/>
  </p:sldMasterIdLst>
  <p:notesMasterIdLst>
    <p:notesMasterId xmlns:r="http://schemas.openxmlformats.org/officeDocument/2006/relationships" r:id="R13c1d6ff5d6d49d2"/>
  </p:notesMasterIdLst>
  <p:sldIdLst>
    <p:sldId xmlns:r="http://schemas.openxmlformats.org/officeDocument/2006/relationships" id="256" r:id="R228c861f9aea4f67"/>
  </p:sldIdLst>
  <p:sldSz cx="17526000" cy="13144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d56c9a11a6465b" /><Relationship Type="http://schemas.openxmlformats.org/officeDocument/2006/relationships/slideMaster" Target="/ppt/slideMasters/slideMaster1.xml" Id="Rc34b11c03b484a8c" /><Relationship Type="http://schemas.openxmlformats.org/officeDocument/2006/relationships/notesMaster" Target="/ppt/notesMasters/notesMaster1.xml" Id="R13c1d6ff5d6d49d2" /><Relationship Type="http://schemas.openxmlformats.org/officeDocument/2006/relationships/presProps" Target="/ppt/presProps.xml" Id="R29f25ce3d9f44358" /><Relationship Type="http://schemas.openxmlformats.org/officeDocument/2006/relationships/tableStyles" Target="/ppt/tableStyles.xml" Id="R9a69ae972b664768" /><Relationship Type="http://schemas.openxmlformats.org/officeDocument/2006/relationships/slide" Target="/ppt/slides/slide1.xml" Id="R228c861f9aea4f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c099e1169946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8a08a1070a4759" /><Relationship Type="http://schemas.openxmlformats.org/officeDocument/2006/relationships/notesMaster" Target="/ppt/notesMasters/notesMaster1.xml" Id="Rc072037a994e4a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1. Overview of the Ground-Low-Altitude Mobility Manager. Hybrid reference reconstruction: all words, labels and numbers are native editable PowerPoint text; complex text-free illustrations are separately embedded AI-generated assets. Reference: user-provided Gemini figure, supplied 12 September 2026. Individual illustrations and clean map base generated with built-in imagegen for this composition. The map and its scale are schematic. B1 on the map denotes a disrupted link, distinct from policy B1. E1–E3 use A/B/C, E4 uses A. B4a is only an E1 interface ablation. Four primary policies share modeled facts and execution constraints; B2 is a fixed-preference structured comparator. Main findings are conceptual, not quantitative charts. Candidate-interface effects are strongest at Site A. Scientific claims follow paper_final_20260910. No experiment or policy was changed.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fa8245fb434a3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0b18b3bb9243a4" /><Relationship Type="http://schemas.openxmlformats.org/officeDocument/2006/relationships/slideLayout" Target="/ppt/slideLayouts/slideLayout1.xml" Id="Rece53c45964345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e53c45964345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5ff7f3271d4ce9" /><Relationship Type="http://schemas.openxmlformats.org/officeDocument/2006/relationships/image" Target="/ppt/media/image.png" Id="R9183fc471ccf4683" /><Relationship Type="http://schemas.openxmlformats.org/officeDocument/2006/relationships/image" Target="/ppt/media/image2.png" Id="R52930771f7e7439f" /><Relationship Type="http://schemas.openxmlformats.org/officeDocument/2006/relationships/image" Target="/ppt/media/image3.png" Id="R36d6d58d38bb4b27" /><Relationship Type="http://schemas.openxmlformats.org/officeDocument/2006/relationships/image" Target="/ppt/media/image4.png" Id="R9a1be75626294fa7" /><Relationship Type="http://schemas.openxmlformats.org/officeDocument/2006/relationships/image" Target="/ppt/media/image5.png" Id="Rab25218c2b5e48bd" /><Relationship Type="http://schemas.openxmlformats.org/officeDocument/2006/relationships/image" Target="/ppt/media/image6.png" Id="Rd30f8fd3c2ba4ea0" /><Relationship Type="http://schemas.openxmlformats.org/officeDocument/2006/relationships/image" Target="/ppt/media/image7.png" Id="Red82f4a3281e41a6" /><Relationship Type="http://schemas.openxmlformats.org/officeDocument/2006/relationships/image" Target="/ppt/media/image8.png" Id="Rcd9a249f7a9b4eb9" /><Relationship Type="http://schemas.openxmlformats.org/officeDocument/2006/relationships/image" Target="/ppt/media/image9.png" Id="R46fb4ca610cd4252" /><Relationship Type="http://schemas.openxmlformats.org/officeDocument/2006/relationships/image" Target="/ppt/media/image10.png" Id="Rfcbccfcc67034d52" /><Relationship Type="http://schemas.openxmlformats.org/officeDocument/2006/relationships/image" Target="/ppt/media/image11.png" Id="R367ff3d96fb949a2" /><Relationship Type="http://schemas.openxmlformats.org/officeDocument/2006/relationships/image" Target="/ppt/media/image12.png" Id="R117eab57488b4986" /><Relationship Type="http://schemas.openxmlformats.org/officeDocument/2006/relationships/image" Target="/ppt/media/image13.png" Id="Ra4c59e6791844075" /><Relationship Type="http://schemas.openxmlformats.org/officeDocument/2006/relationships/image" Target="/ppt/media/image14.png" Id="Rc0b4d19054da43ca" /><Relationship Type="http://schemas.openxmlformats.org/officeDocument/2006/relationships/image" Target="/ppt/media/image15.png" Id="R5daa7ecdd23e43f3" /><Relationship Type="http://schemas.openxmlformats.org/officeDocument/2006/relationships/image" Target="/ppt/media/image16.png" Id="R255d52d4b083403b" /><Relationship Type="http://schemas.openxmlformats.org/officeDocument/2006/relationships/image" Target="/ppt/media/image17.png" Id="Ra9e4f3a3508f42af" /><Relationship Type="http://schemas.openxmlformats.org/officeDocument/2006/relationships/image" Target="/ppt/media/image18.png" Id="R84e29f88aa2441ac" /><Relationship Type="http://schemas.openxmlformats.org/officeDocument/2006/relationships/image" Target="/ppt/media/image19.png" Id="Re15795b361f34b87" /><Relationship Type="http://schemas.openxmlformats.org/officeDocument/2006/relationships/image" Target="/ppt/media/image20.png" Id="Re7978b705a2f4ae0" /><Relationship Type="http://schemas.openxmlformats.org/officeDocument/2006/relationships/image" Target="/ppt/media/image21.png" Id="R39fdef2fccae423b" /><Relationship Type="http://schemas.openxmlformats.org/officeDocument/2006/relationships/image" Target="/ppt/media/image22.png" Id="R3aaab8d3e48f4aa8" /><Relationship Type="http://schemas.openxmlformats.org/officeDocument/2006/relationships/image" Target="/ppt/media/image23.png" Id="R875aa936dca04402" /><Relationship Type="http://schemas.openxmlformats.org/officeDocument/2006/relationships/notesSlide" Target="/ppt/notesSlides/notesSlide1.xml" Id="R97ec9e70b3df4a3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8" name="Figure 1. Overview of the Ground-Low-Altitude Mobility Manager">
            <a:extLst xmlns:a="http://schemas.openxmlformats.org/drawingml/2006/main">
              <a:ext uri="{FF2B5EF4-FFF2-40B4-BE49-F238E27FC236}">
                <a16:creationId xmlns:a16="http://schemas.microsoft.com/office/drawing/2014/main" id="{7C79E844-E8F7-4D12-8046-24D65A10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"/>
            <a:ext cx="16459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Figure 1. Overview of the Ground-Low-Altitude Mobility Manager</a:t>
            </a:r>
          </a:p>
        </p:txBody>
      </p:sp>
      <p:sp>
        <p:nvSpPr>
          <p:cNvPr id="2" name="object_1">
            <a:extLst xmlns:a="http://schemas.openxmlformats.org/drawingml/2006/main">
              <a:ext uri="{FF2B5EF4-FFF2-40B4-BE49-F238E27FC236}">
                <a16:creationId xmlns:a16="http://schemas.microsoft.com/office/drawing/2014/main" id="{C4C235DE-9282-4054-B780-D910719E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809625"/>
            <a:ext cx="4533900" cy="1204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AB0B8"/>
            </a:solidFill>
          </a:ln>
        </p:spPr>
      </p:sp>
      <p:sp>
        <p:nvSpPr>
          <p:cNvPr id="3" name="(a)  Problem context">
            <a:extLst xmlns:a="http://schemas.openxmlformats.org/drawingml/2006/main">
              <a:ext uri="{FF2B5EF4-FFF2-40B4-BE49-F238E27FC236}">
                <a16:creationId xmlns:a16="http://schemas.microsoft.com/office/drawing/2014/main" id="{6CA991E4-B8D6-493E-B802-86E0705B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914400"/>
            <a:ext cx="4210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(a)  Problem context</a:t>
            </a:r>
          </a:p>
        </p:txBody>
      </p:sp>
      <p:sp>
        <p:nvSpPr>
          <p:cNvPr id="4" name="object_2">
            <a:extLst xmlns:a="http://schemas.openxmlformats.org/drawingml/2006/main">
              <a:ext uri="{FF2B5EF4-FFF2-40B4-BE49-F238E27FC236}">
                <a16:creationId xmlns:a16="http://schemas.microsoft.com/office/drawing/2014/main" id="{57762ACD-0E72-4CC4-8B15-BE2A8F32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809625"/>
            <a:ext cx="4057650" cy="1204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AB0B8"/>
            </a:solidFill>
          </a:ln>
        </p:spPr>
      </p:sp>
      <p:sp>
        <p:nvSpPr>
          <p:cNvPr id="5" name="(b)  Manager architecture">
            <a:extLst xmlns:a="http://schemas.openxmlformats.org/drawingml/2006/main">
              <a:ext uri="{FF2B5EF4-FFF2-40B4-BE49-F238E27FC236}">
                <a16:creationId xmlns:a16="http://schemas.microsoft.com/office/drawing/2014/main" id="{9DA951C5-403F-4C46-9D87-52FFAD26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914400"/>
            <a:ext cx="3733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(b)  Manager architecture</a:t>
            </a:r>
          </a:p>
        </p:txBody>
      </p:sp>
      <p:sp>
        <p:nvSpPr>
          <p:cNvPr id="6" name="object_3">
            <a:extLst xmlns:a="http://schemas.openxmlformats.org/drawingml/2006/main">
              <a:ext uri="{FF2B5EF4-FFF2-40B4-BE49-F238E27FC236}">
                <a16:creationId xmlns:a16="http://schemas.microsoft.com/office/drawing/2014/main" id="{45F3B1AB-4543-4BD3-9F27-83739E2A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809625"/>
            <a:ext cx="4810125" cy="1204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AB0B8"/>
            </a:solidFill>
          </a:ln>
        </p:spPr>
      </p:sp>
      <p:sp>
        <p:nvSpPr>
          <p:cNvPr id="7" name="(c)  Experimental program">
            <a:extLst xmlns:a="http://schemas.openxmlformats.org/drawingml/2006/main">
              <a:ext uri="{FF2B5EF4-FFF2-40B4-BE49-F238E27FC236}">
                <a16:creationId xmlns:a16="http://schemas.microsoft.com/office/drawing/2014/main" id="{A28A8920-DC74-4144-93E1-6CF6CD54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914400"/>
            <a:ext cx="4486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(c)  Experimental program</a:t>
            </a:r>
          </a:p>
        </p:txBody>
      </p:sp>
      <p:sp>
        <p:nvSpPr>
          <p:cNvPr id="8" name="object_4">
            <a:extLst xmlns:a="http://schemas.openxmlformats.org/drawingml/2006/main">
              <a:ext uri="{FF2B5EF4-FFF2-40B4-BE49-F238E27FC236}">
                <a16:creationId xmlns:a16="http://schemas.microsoft.com/office/drawing/2014/main" id="{7C2F7A6D-4082-4F9E-92E5-63C26899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4575" y="809625"/>
            <a:ext cx="3695700" cy="1204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AB0B8"/>
            </a:solidFill>
          </a:ln>
        </p:spPr>
      </p:sp>
      <p:sp>
        <p:nvSpPr>
          <p:cNvPr id="9" name="(d)  Main findings">
            <a:extLst xmlns:a="http://schemas.openxmlformats.org/drawingml/2006/main">
              <a:ext uri="{FF2B5EF4-FFF2-40B4-BE49-F238E27FC236}">
                <a16:creationId xmlns:a16="http://schemas.microsoft.com/office/drawing/2014/main" id="{EDD9EFD6-6C6C-485A-B77F-5D231E84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5075" y="914400"/>
            <a:ext cx="3371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(d)  Main findings</a:t>
            </a:r>
          </a:p>
        </p:txBody>
      </p:sp>
      <p:pic>
        <p:nvPicPr>
          <p:cNvPr id="2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83fc471ccf4683"/>
          <a:srcRect xmlns:a="http://schemas.openxmlformats.org/drawingml/2006/main" l="168" t="0" r="1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8600" y="1590675"/>
            <a:ext cx="4248150" cy="8524875"/>
          </a:xfrm>
          <a:prstGeom xmlns:a="http://schemas.openxmlformats.org/drawingml/2006/main" prst="rect">
            <a:avLst/>
          </a:prstGeom>
        </p:spPr>
      </p:pic>
      <p:sp>
        <p:nvSpPr>
          <p:cNvPr id="11" name="N">
            <a:extLst xmlns:a="http://schemas.openxmlformats.org/drawingml/2006/main">
              <a:ext uri="{FF2B5EF4-FFF2-40B4-BE49-F238E27FC236}">
                <a16:creationId xmlns:a16="http://schemas.microsoft.com/office/drawing/2014/main" id="{9A2EA838-5868-404C-902D-5E2DE66C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12" name="path_5">
            <a:extLst xmlns:a="http://schemas.openxmlformats.org/drawingml/2006/main">
              <a:ext uri="{FF2B5EF4-FFF2-40B4-BE49-F238E27FC236}">
                <a16:creationId xmlns:a16="http://schemas.microsoft.com/office/drawing/2014/main" id="{377E7635-21FF-410E-9553-1BE18132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143125"/>
            <a:ext cx="228600" cy="276225"/>
          </a:xfrm>
          <a:custGeom xmlns:a="http://schemas.openxmlformats.org/drawingml/2006/main">
            <a:pathLst>
              <a:path w="228600" h="276225">
                <a:moveTo>
                  <a:pt x="114300" y="0"/>
                </a:moveTo>
                <a:lnTo>
                  <a:pt x="0" y="276225"/>
                </a:lnTo>
                <a:lnTo>
                  <a:pt x="114300" y="190500"/>
                </a:lnTo>
                <a:lnTo>
                  <a:pt x="228600" y="276225"/>
                </a:lnTo>
                <a:close/>
              </a:path>
            </a:pathLst>
          </a:custGeom>
          <a:solidFill xmlns:a="http://schemas.openxmlformats.org/drawingml/2006/main">
            <a:srgbClr val="55709A"/>
          </a:solidFill>
          <a:ln xmlns:a="http://schemas.openxmlformats.org/drawingml/2006/main" w="19050">
            <a:solidFill>
              <a:srgbClr val="24354B"/>
            </a:solidFill>
            <a:prstDash val="solid"/>
          </a:ln>
        </p:spPr>
      </p:sp>
      <p:sp>
        <p:nvSpPr>
          <p:cNvPr id="13" name="path_6">
            <a:extLst xmlns:a="http://schemas.openxmlformats.org/drawingml/2006/main">
              <a:ext uri="{FF2B5EF4-FFF2-40B4-BE49-F238E27FC236}">
                <a16:creationId xmlns:a16="http://schemas.microsoft.com/office/drawing/2014/main" id="{44E228C9-7BE8-4249-9A57-16AA7347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619750"/>
            <a:ext cx="3867150" cy="857250"/>
          </a:xfrm>
          <a:custGeom xmlns:a="http://schemas.openxmlformats.org/drawingml/2006/main">
            <a:pathLst>
              <a:path w="3867150" h="857250">
                <a:moveTo>
                  <a:pt x="0" y="0"/>
                </a:moveTo>
                <a:lnTo>
                  <a:pt x="542925" y="161925"/>
                </a:lnTo>
                <a:lnTo>
                  <a:pt x="1485900" y="609600"/>
                </a:lnTo>
                <a:lnTo>
                  <a:pt x="2800350" y="857250"/>
                </a:lnTo>
                <a:lnTo>
                  <a:pt x="3867150" y="84772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A5ABB5"/>
            </a:solidFill>
            <a:prstDash val="solid"/>
          </a:ln>
        </p:spPr>
      </p:sp>
      <p:sp>
        <p:nvSpPr>
          <p:cNvPr id="14" name="path_7">
            <a:extLst xmlns:a="http://schemas.openxmlformats.org/drawingml/2006/main">
              <a:ext uri="{FF2B5EF4-FFF2-40B4-BE49-F238E27FC236}">
                <a16:creationId xmlns:a16="http://schemas.microsoft.com/office/drawing/2014/main" id="{DDC86A52-986C-49FE-816F-C83E5B36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781675"/>
            <a:ext cx="361950" cy="2162175"/>
          </a:xfrm>
          <a:custGeom xmlns:a="http://schemas.openxmlformats.org/drawingml/2006/main">
            <a:pathLst>
              <a:path w="361950" h="2162175">
                <a:moveTo>
                  <a:pt x="228600" y="0"/>
                </a:moveTo>
                <a:lnTo>
                  <a:pt x="0" y="1000125"/>
                </a:lnTo>
                <a:lnTo>
                  <a:pt x="361950" y="216217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A5ABB5"/>
            </a:solidFill>
            <a:prstDash val="solid"/>
          </a:ln>
        </p:spPr>
      </p:sp>
      <p:sp>
        <p:nvSpPr>
          <p:cNvPr id="15" name="path_8">
            <a:extLst xmlns:a="http://schemas.openxmlformats.org/drawingml/2006/main">
              <a:ext uri="{FF2B5EF4-FFF2-40B4-BE49-F238E27FC236}">
                <a16:creationId xmlns:a16="http://schemas.microsoft.com/office/drawing/2014/main" id="{C997596E-29FA-4278-A0C9-40E6D6E2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467475"/>
            <a:ext cx="3552825" cy="800100"/>
          </a:xfrm>
          <a:custGeom xmlns:a="http://schemas.openxmlformats.org/drawingml/2006/main">
            <a:pathLst>
              <a:path w="3552825" h="800100">
                <a:moveTo>
                  <a:pt x="0" y="314325"/>
                </a:moveTo>
                <a:lnTo>
                  <a:pt x="933450" y="647700"/>
                </a:lnTo>
                <a:lnTo>
                  <a:pt x="1638300" y="800100"/>
                </a:lnTo>
                <a:lnTo>
                  <a:pt x="2495550" y="561975"/>
                </a:lnTo>
                <a:lnTo>
                  <a:pt x="3552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A5ABB5"/>
            </a:solidFill>
            <a:prstDash val="solid"/>
          </a:ln>
        </p:spPr>
      </p:sp>
      <p:sp>
        <p:nvSpPr>
          <p:cNvPr id="16" name="path_9">
            <a:extLst xmlns:a="http://schemas.openxmlformats.org/drawingml/2006/main">
              <a:ext uri="{FF2B5EF4-FFF2-40B4-BE49-F238E27FC236}">
                <a16:creationId xmlns:a16="http://schemas.microsoft.com/office/drawing/2014/main" id="{A86A84B4-0DEE-4C47-98C8-76D9FC4A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7115175"/>
            <a:ext cx="2628900" cy="1609725"/>
          </a:xfrm>
          <a:custGeom xmlns:a="http://schemas.openxmlformats.org/drawingml/2006/main">
            <a:pathLst>
              <a:path w="2628900" h="1609725">
                <a:moveTo>
                  <a:pt x="0" y="0"/>
                </a:moveTo>
                <a:lnTo>
                  <a:pt x="76200" y="885825"/>
                </a:lnTo>
                <a:lnTo>
                  <a:pt x="209550" y="1476375"/>
                </a:lnTo>
                <a:lnTo>
                  <a:pt x="1438275" y="1609725"/>
                </a:lnTo>
                <a:lnTo>
                  <a:pt x="2628900" y="151447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A5ABB5"/>
            </a:solidFill>
            <a:prstDash val="solid"/>
          </a:ln>
        </p:spPr>
      </p:sp>
      <p:sp>
        <p:nvSpPr>
          <p:cNvPr id="17" name="path_10">
            <a:extLst xmlns:a="http://schemas.openxmlformats.org/drawingml/2006/main">
              <a:ext uri="{FF2B5EF4-FFF2-40B4-BE49-F238E27FC236}">
                <a16:creationId xmlns:a16="http://schemas.microsoft.com/office/drawing/2014/main" id="{E800F7DB-8B25-4678-B615-E057986E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7781925"/>
            <a:ext cx="1552575" cy="314325"/>
          </a:xfrm>
          <a:custGeom xmlns:a="http://schemas.openxmlformats.org/drawingml/2006/main">
            <a:pathLst>
              <a:path w="1552575" h="314325">
                <a:moveTo>
                  <a:pt x="0" y="219075"/>
                </a:moveTo>
                <a:lnTo>
                  <a:pt x="1390650" y="314325"/>
                </a:lnTo>
                <a:lnTo>
                  <a:pt x="1552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A5ABB5"/>
            </a:solidFill>
            <a:prstDash val="solid"/>
          </a:ln>
        </p:spPr>
      </p:sp>
      <p:sp>
        <p:nvSpPr>
          <p:cNvPr id="18" name="path_11">
            <a:extLst xmlns:a="http://schemas.openxmlformats.org/drawingml/2006/main">
              <a:ext uri="{FF2B5EF4-FFF2-40B4-BE49-F238E27FC236}">
                <a16:creationId xmlns:a16="http://schemas.microsoft.com/office/drawing/2014/main" id="{3E154BD6-F441-48D3-9B70-B7DD7B6F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7029450"/>
            <a:ext cx="123825" cy="1695450"/>
          </a:xfrm>
          <a:custGeom xmlns:a="http://schemas.openxmlformats.org/drawingml/2006/main">
            <a:pathLst>
              <a:path w="123825" h="1695450">
                <a:moveTo>
                  <a:pt x="123825" y="0"/>
                </a:moveTo>
                <a:lnTo>
                  <a:pt x="28575" y="1066800"/>
                </a:lnTo>
                <a:lnTo>
                  <a:pt x="0" y="16954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A5ABB5"/>
            </a:solidFill>
            <a:prstDash val="solid"/>
          </a:ln>
        </p:spPr>
      </p:sp>
      <p:sp>
        <p:nvSpPr>
          <p:cNvPr id="19" name="path_12">
            <a:extLst xmlns:a="http://schemas.openxmlformats.org/drawingml/2006/main">
              <a:ext uri="{FF2B5EF4-FFF2-40B4-BE49-F238E27FC236}">
                <a16:creationId xmlns:a16="http://schemas.microsoft.com/office/drawing/2014/main" id="{0A5A5944-A61E-4343-B60F-1C60158F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943850"/>
            <a:ext cx="647700" cy="57150"/>
          </a:xfrm>
          <a:custGeom xmlns:a="http://schemas.openxmlformats.org/drawingml/2006/main">
            <a:pathLst>
              <a:path w="647700" h="57150">
                <a:moveTo>
                  <a:pt x="0" y="0"/>
                </a:moveTo>
                <a:lnTo>
                  <a:pt x="64770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A5ABB5"/>
            </a:solidFill>
            <a:prstDash val="solid"/>
          </a:ln>
        </p:spPr>
      </p:sp>
      <p:sp>
        <p:nvSpPr>
          <p:cNvPr id="20" name="path_13">
            <a:extLst xmlns:a="http://schemas.openxmlformats.org/drawingml/2006/main">
              <a:ext uri="{FF2B5EF4-FFF2-40B4-BE49-F238E27FC236}">
                <a16:creationId xmlns:a16="http://schemas.microsoft.com/office/drawing/2014/main" id="{B5C3D32F-0E79-4B38-8BCB-048A8B54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477000"/>
            <a:ext cx="9525" cy="552450"/>
          </a:xfrm>
          <a:custGeom xmlns:a="http://schemas.openxmlformats.org/drawingml/2006/main">
            <a:pathLst>
              <a:path w="9525" h="552450">
                <a:moveTo>
                  <a:pt x="0" y="0"/>
                </a:moveTo>
                <a:lnTo>
                  <a:pt x="9525" y="5524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A5ABB5"/>
            </a:solidFill>
            <a:prstDash val="solid"/>
          </a:ln>
        </p:spPr>
      </p:sp>
      <p:sp>
        <p:nvSpPr>
          <p:cNvPr id="21" name="path_14">
            <a:extLst xmlns:a="http://schemas.openxmlformats.org/drawingml/2006/main">
              <a:ext uri="{FF2B5EF4-FFF2-40B4-BE49-F238E27FC236}">
                <a16:creationId xmlns:a16="http://schemas.microsoft.com/office/drawing/2014/main" id="{490D6CF1-006D-48D5-8F05-991838B8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467475"/>
            <a:ext cx="3190875" cy="1476375"/>
          </a:xfrm>
          <a:custGeom xmlns:a="http://schemas.openxmlformats.org/drawingml/2006/main">
            <a:pathLst>
              <a:path w="3190875" h="1476375">
                <a:moveTo>
                  <a:pt x="0" y="1476375"/>
                </a:moveTo>
                <a:lnTo>
                  <a:pt x="390525" y="1066800"/>
                </a:lnTo>
                <a:lnTo>
                  <a:pt x="571500" y="647700"/>
                </a:lnTo>
                <a:lnTo>
                  <a:pt x="1028700" y="752475"/>
                </a:lnTo>
                <a:lnTo>
                  <a:pt x="1276350" y="800100"/>
                </a:lnTo>
                <a:lnTo>
                  <a:pt x="1733550" y="714375"/>
                </a:lnTo>
                <a:lnTo>
                  <a:pt x="2133600" y="561975"/>
                </a:lnTo>
                <a:lnTo>
                  <a:pt x="2600325" y="361950"/>
                </a:lnTo>
                <a:lnTo>
                  <a:pt x="2809875" y="19050"/>
                </a:lnTo>
                <a:lnTo>
                  <a:pt x="3190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2F659D"/>
            </a:solidFill>
            <a:prstDash val="solid"/>
          </a:ln>
        </p:spPr>
      </p:sp>
      <p:sp>
        <p:nvSpPr>
          <p:cNvPr id="22" name="path_15">
            <a:extLst xmlns:a="http://schemas.openxmlformats.org/drawingml/2006/main">
              <a:ext uri="{FF2B5EF4-FFF2-40B4-BE49-F238E27FC236}">
                <a16:creationId xmlns:a16="http://schemas.microsoft.com/office/drawing/2014/main" id="{2C3C29DA-EC0F-4ED6-BD46-32194612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467475"/>
            <a:ext cx="3200400" cy="2257425"/>
          </a:xfrm>
          <a:custGeom xmlns:a="http://schemas.openxmlformats.org/drawingml/2006/main">
            <a:pathLst>
              <a:path w="3200400" h="2257425">
                <a:moveTo>
                  <a:pt x="0" y="1476375"/>
                </a:moveTo>
                <a:lnTo>
                  <a:pt x="647700" y="1533525"/>
                </a:lnTo>
                <a:lnTo>
                  <a:pt x="781050" y="2124075"/>
                </a:lnTo>
                <a:lnTo>
                  <a:pt x="1447800" y="2238375"/>
                </a:lnTo>
                <a:lnTo>
                  <a:pt x="2009775" y="2257425"/>
                </a:lnTo>
                <a:lnTo>
                  <a:pt x="2647950" y="2247900"/>
                </a:lnTo>
                <a:lnTo>
                  <a:pt x="3200400" y="2162175"/>
                </a:lnTo>
                <a:lnTo>
                  <a:pt x="3162300" y="1790700"/>
                </a:lnTo>
                <a:lnTo>
                  <a:pt x="2952750" y="1209675"/>
                </a:lnTo>
                <a:lnTo>
                  <a:pt x="2771775" y="733425"/>
                </a:lnTo>
                <a:lnTo>
                  <a:pt x="2762250" y="171450"/>
                </a:lnTo>
                <a:lnTo>
                  <a:pt x="3190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F659D"/>
            </a:solidFill>
            <a:prstDash val="dash"/>
          </a:ln>
        </p:spPr>
      </p:sp>
      <p:sp>
        <p:nvSpPr>
          <p:cNvPr id="23" name="path_16">
            <a:extLst xmlns:a="http://schemas.openxmlformats.org/drawingml/2006/main">
              <a:ext uri="{FF2B5EF4-FFF2-40B4-BE49-F238E27FC236}">
                <a16:creationId xmlns:a16="http://schemas.microsoft.com/office/drawing/2014/main" id="{06E387D6-3FEA-4116-B6EF-882CCC367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76825"/>
            <a:ext cx="2209800" cy="876300"/>
          </a:xfrm>
          <a:custGeom xmlns:a="http://schemas.openxmlformats.org/drawingml/2006/main">
            <a:pathLst>
              <a:path w="2209800" h="876300">
                <a:moveTo>
                  <a:pt x="0" y="142875"/>
                </a:moveTo>
                <a:lnTo>
                  <a:pt x="485775" y="0"/>
                </a:lnTo>
                <a:lnTo>
                  <a:pt x="1057275" y="114300"/>
                </a:lnTo>
                <a:lnTo>
                  <a:pt x="1581150" y="333375"/>
                </a:lnTo>
                <a:lnTo>
                  <a:pt x="1914525" y="590550"/>
                </a:lnTo>
                <a:lnTo>
                  <a:pt x="2209800" y="8763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D78A3A"/>
            </a:solidFill>
            <a:prstDash val="dash"/>
          </a:ln>
        </p:spPr>
      </p:sp>
      <p:sp>
        <p:nvSpPr>
          <p:cNvPr id="24" name="path_17">
            <a:extLst xmlns:a="http://schemas.openxmlformats.org/drawingml/2006/main">
              <a:ext uri="{FF2B5EF4-FFF2-40B4-BE49-F238E27FC236}">
                <a16:creationId xmlns:a16="http://schemas.microsoft.com/office/drawing/2014/main" id="{156F4B5B-EC40-4151-A71D-1A47ED2C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705225"/>
            <a:ext cx="2428875" cy="2762250"/>
          </a:xfrm>
          <a:custGeom xmlns:a="http://schemas.openxmlformats.org/drawingml/2006/main">
            <a:pathLst>
              <a:path w="2428875" h="2762250">
                <a:moveTo>
                  <a:pt x="0" y="0"/>
                </a:moveTo>
                <a:lnTo>
                  <a:pt x="504825" y="190500"/>
                </a:lnTo>
                <a:lnTo>
                  <a:pt x="1181100" y="342900"/>
                </a:lnTo>
                <a:lnTo>
                  <a:pt x="1752600" y="571500"/>
                </a:lnTo>
                <a:lnTo>
                  <a:pt x="2124075" y="838200"/>
                </a:lnTo>
                <a:lnTo>
                  <a:pt x="2362200" y="1371600"/>
                </a:lnTo>
                <a:lnTo>
                  <a:pt x="2428875" y="1943100"/>
                </a:lnTo>
                <a:lnTo>
                  <a:pt x="2371725" y="27622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D78A3A"/>
            </a:solidFill>
            <a:prstDash val="dash"/>
          </a:ln>
        </p:spPr>
      </p:sp>
      <p:sp>
        <p:nvSpPr>
          <p:cNvPr id="25" name="path_18">
            <a:extLst xmlns:a="http://schemas.openxmlformats.org/drawingml/2006/main">
              <a:ext uri="{FF2B5EF4-FFF2-40B4-BE49-F238E27FC236}">
                <a16:creationId xmlns:a16="http://schemas.microsoft.com/office/drawing/2014/main" id="{3258260A-A279-4EA2-AF22-C95BFA9E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4933950"/>
            <a:ext cx="2105025" cy="1533525"/>
          </a:xfrm>
          <a:custGeom xmlns:a="http://schemas.openxmlformats.org/drawingml/2006/main">
            <a:pathLst>
              <a:path w="2105025" h="1533525">
                <a:moveTo>
                  <a:pt x="0" y="0"/>
                </a:moveTo>
                <a:lnTo>
                  <a:pt x="542925" y="142875"/>
                </a:lnTo>
                <a:lnTo>
                  <a:pt x="1066800" y="352425"/>
                </a:lnTo>
                <a:lnTo>
                  <a:pt x="1419225" y="695325"/>
                </a:lnTo>
                <a:lnTo>
                  <a:pt x="1714500" y="1162050"/>
                </a:lnTo>
                <a:lnTo>
                  <a:pt x="2105025" y="153352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52935"/>
            </a:solidFill>
            <a:prstDash val="dash"/>
          </a:ln>
        </p:spPr>
      </p:sp>
      <p:sp>
        <p:nvSpPr>
          <p:cNvPr id="26" name="object_19">
            <a:extLst xmlns:a="http://schemas.openxmlformats.org/drawingml/2006/main">
              <a:ext uri="{FF2B5EF4-FFF2-40B4-BE49-F238E27FC236}">
                <a16:creationId xmlns:a16="http://schemas.microsoft.com/office/drawing/2014/main" id="{6EBB0B63-BE55-4533-B022-5FA9C542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283653"/>
            </a:solidFill>
          </a:ln>
        </p:spPr>
      </p:sp>
      <p:sp>
        <p:nvSpPr>
          <p:cNvPr id="27" name="object_20">
            <a:extLst xmlns:a="http://schemas.openxmlformats.org/drawingml/2006/main">
              <a:ext uri="{FF2B5EF4-FFF2-40B4-BE49-F238E27FC236}">
                <a16:creationId xmlns:a16="http://schemas.microsoft.com/office/drawing/2014/main" id="{9670E4E8-0552-4BC3-AE74-171FE152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6162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283653"/>
            </a:solidFill>
          </a:ln>
        </p:spPr>
      </p:sp>
      <p:sp>
        <p:nvSpPr>
          <p:cNvPr id="28" name="object_21">
            <a:extLst xmlns:a="http://schemas.openxmlformats.org/drawingml/2006/main">
              <a:ext uri="{FF2B5EF4-FFF2-40B4-BE49-F238E27FC236}">
                <a16:creationId xmlns:a16="http://schemas.microsoft.com/office/drawing/2014/main" id="{3EFB40E9-FBAC-4963-8DD7-5A86F0A2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64103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283653"/>
            </a:solidFill>
          </a:ln>
        </p:spPr>
      </p:sp>
      <p:sp>
        <p:nvSpPr>
          <p:cNvPr id="29" name="object_22">
            <a:extLst xmlns:a="http://schemas.openxmlformats.org/drawingml/2006/main">
              <a:ext uri="{FF2B5EF4-FFF2-40B4-BE49-F238E27FC236}">
                <a16:creationId xmlns:a16="http://schemas.microsoft.com/office/drawing/2014/main" id="{5D7BCD9C-9F8A-4ADA-BCCD-F9D62BD2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715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283653"/>
            </a:solidFill>
          </a:ln>
        </p:spPr>
      </p:sp>
      <p:sp>
        <p:nvSpPr>
          <p:cNvPr id="30" name="object_23">
            <a:extLst xmlns:a="http://schemas.openxmlformats.org/drawingml/2006/main">
              <a:ext uri="{FF2B5EF4-FFF2-40B4-BE49-F238E27FC236}">
                <a16:creationId xmlns:a16="http://schemas.microsoft.com/office/drawing/2014/main" id="{939AC47A-AFD0-4181-AA22-734E5551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70485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283653"/>
            </a:solidFill>
          </a:ln>
        </p:spPr>
      </p:sp>
      <p:sp>
        <p:nvSpPr>
          <p:cNvPr id="31" name="object_24">
            <a:extLst xmlns:a="http://schemas.openxmlformats.org/drawingml/2006/main">
              <a:ext uri="{FF2B5EF4-FFF2-40B4-BE49-F238E27FC236}">
                <a16:creationId xmlns:a16="http://schemas.microsoft.com/office/drawing/2014/main" id="{C77C514B-BEC7-4172-9ACE-1999CB68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6962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283653"/>
            </a:solidFill>
          </a:ln>
        </p:spPr>
      </p:sp>
      <p:sp>
        <p:nvSpPr>
          <p:cNvPr id="32" name="object_25">
            <a:extLst xmlns:a="http://schemas.openxmlformats.org/drawingml/2006/main">
              <a:ext uri="{FF2B5EF4-FFF2-40B4-BE49-F238E27FC236}">
                <a16:creationId xmlns:a16="http://schemas.microsoft.com/office/drawing/2014/main" id="{0355AB6C-9289-448F-913F-20B04EFB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79343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283653"/>
            </a:solidFill>
          </a:ln>
        </p:spPr>
      </p:sp>
      <p:sp>
        <p:nvSpPr>
          <p:cNvPr id="33" name="object_26">
            <a:extLst xmlns:a="http://schemas.openxmlformats.org/drawingml/2006/main">
              <a:ext uri="{FF2B5EF4-FFF2-40B4-BE49-F238E27FC236}">
                <a16:creationId xmlns:a16="http://schemas.microsoft.com/office/drawing/2014/main" id="{32404DFC-06C4-45D5-A8A8-2DCF82FA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8029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283653"/>
            </a:solidFill>
          </a:ln>
        </p:spPr>
      </p:sp>
      <p:sp>
        <p:nvSpPr>
          <p:cNvPr id="34" name="object_27">
            <a:extLst xmlns:a="http://schemas.openxmlformats.org/drawingml/2006/main">
              <a:ext uri="{FF2B5EF4-FFF2-40B4-BE49-F238E27FC236}">
                <a16:creationId xmlns:a16="http://schemas.microsoft.com/office/drawing/2014/main" id="{7A80290E-2529-4693-843F-7ADEB7F9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7715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283653"/>
            </a:solidFill>
          </a:ln>
        </p:spPr>
      </p:sp>
      <p:sp>
        <p:nvSpPr>
          <p:cNvPr id="35" name="object_28">
            <a:extLst xmlns:a="http://schemas.openxmlformats.org/drawingml/2006/main">
              <a:ext uri="{FF2B5EF4-FFF2-40B4-BE49-F238E27FC236}">
                <a16:creationId xmlns:a16="http://schemas.microsoft.com/office/drawing/2014/main" id="{BABF92EA-8A31-474C-85E5-F625BABD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86582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283653"/>
            </a:solidFill>
          </a:ln>
        </p:spPr>
      </p:sp>
      <p:sp>
        <p:nvSpPr>
          <p:cNvPr id="36" name="object_29">
            <a:extLst xmlns:a="http://schemas.openxmlformats.org/drawingml/2006/main">
              <a:ext uri="{FF2B5EF4-FFF2-40B4-BE49-F238E27FC236}">
                <a16:creationId xmlns:a16="http://schemas.microsoft.com/office/drawing/2014/main" id="{52A401D7-B74A-419C-B2BB-E6208C7A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85629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283653"/>
            </a:solidFill>
          </a:ln>
        </p:spPr>
      </p:sp>
      <p:sp>
        <p:nvSpPr>
          <p:cNvPr id="37" name="object_30">
            <a:extLst xmlns:a="http://schemas.openxmlformats.org/drawingml/2006/main">
              <a:ext uri="{FF2B5EF4-FFF2-40B4-BE49-F238E27FC236}">
                <a16:creationId xmlns:a16="http://schemas.microsoft.com/office/drawing/2014/main" id="{DF54D43D-8B9F-448E-B064-636DD363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8200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E3F4"/>
          </a:solidFill>
          <a:ln xmlns:a="http://schemas.openxmlformats.org/drawingml/2006/main" w="38100">
            <a:solidFill>
              <a:srgbClr val="2F659D"/>
            </a:solidFill>
          </a:ln>
        </p:spPr>
      </p:sp>
      <p:sp>
        <p:nvSpPr>
          <p:cNvPr id="38" name="path_31">
            <a:extLst xmlns:a="http://schemas.openxmlformats.org/drawingml/2006/main">
              <a:ext uri="{FF2B5EF4-FFF2-40B4-BE49-F238E27FC236}">
                <a16:creationId xmlns:a16="http://schemas.microsoft.com/office/drawing/2014/main" id="{B82262FE-2991-477C-98F6-7B184F98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7124700"/>
            <a:ext cx="285750" cy="285750"/>
          </a:xfrm>
          <a:custGeom xmlns:a="http://schemas.openxmlformats.org/drawingml/2006/main">
            <a:pathLst>
              <a:path w="285750" h="285750">
                <a:moveTo>
                  <a:pt x="0" y="0"/>
                </a:moveTo>
                <a:lnTo>
                  <a:pt x="285750" y="285750"/>
                </a:lnTo>
              </a:path>
            </a:pathLst>
          </a:custGeom>
          <a:noFill xmlns:a="http://schemas.openxmlformats.org/drawingml/2006/main"/>
          <a:ln xmlns:a="http://schemas.openxmlformats.org/drawingml/2006/main" w="114300">
            <a:solidFill>
              <a:srgbClr val="FFFFFF"/>
            </a:solidFill>
            <a:prstDash val="solid"/>
          </a:ln>
        </p:spPr>
      </p:sp>
      <p:sp>
        <p:nvSpPr>
          <p:cNvPr id="39" name="path_32">
            <a:extLst xmlns:a="http://schemas.openxmlformats.org/drawingml/2006/main">
              <a:ext uri="{FF2B5EF4-FFF2-40B4-BE49-F238E27FC236}">
                <a16:creationId xmlns:a16="http://schemas.microsoft.com/office/drawing/2014/main" id="{D33C2115-2FF1-4E58-944F-241917FF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7124700"/>
            <a:ext cx="285750" cy="285750"/>
          </a:xfrm>
          <a:custGeom xmlns:a="http://schemas.openxmlformats.org/drawingml/2006/main">
            <a:pathLst>
              <a:path w="285750" h="285750">
                <a:moveTo>
                  <a:pt x="0" y="285750"/>
                </a:moveTo>
                <a:lnTo>
                  <a:pt x="285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0">
            <a:solidFill>
              <a:srgbClr val="FFFFFF"/>
            </a:solidFill>
            <a:prstDash val="solid"/>
          </a:ln>
        </p:spPr>
      </p:sp>
      <p:sp>
        <p:nvSpPr>
          <p:cNvPr id="40" name="path_33">
            <a:extLst xmlns:a="http://schemas.openxmlformats.org/drawingml/2006/main">
              <a:ext uri="{FF2B5EF4-FFF2-40B4-BE49-F238E27FC236}">
                <a16:creationId xmlns:a16="http://schemas.microsoft.com/office/drawing/2014/main" id="{B7AFAB90-DA67-4D0F-8284-52340D1F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7124700"/>
            <a:ext cx="285750" cy="285750"/>
          </a:xfrm>
          <a:custGeom xmlns:a="http://schemas.openxmlformats.org/drawingml/2006/main">
            <a:pathLst>
              <a:path w="285750" h="285750">
                <a:moveTo>
                  <a:pt x="0" y="0"/>
                </a:moveTo>
                <a:lnTo>
                  <a:pt x="285750" y="28575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B52935"/>
            </a:solidFill>
            <a:prstDash val="solid"/>
          </a:ln>
        </p:spPr>
      </p:sp>
      <p:sp>
        <p:nvSpPr>
          <p:cNvPr id="41" name="path_34">
            <a:extLst xmlns:a="http://schemas.openxmlformats.org/drawingml/2006/main">
              <a:ext uri="{FF2B5EF4-FFF2-40B4-BE49-F238E27FC236}">
                <a16:creationId xmlns:a16="http://schemas.microsoft.com/office/drawing/2014/main" id="{E1A58972-E63D-43DA-8CCF-D5EC164C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7124700"/>
            <a:ext cx="285750" cy="285750"/>
          </a:xfrm>
          <a:custGeom xmlns:a="http://schemas.openxmlformats.org/drawingml/2006/main">
            <a:pathLst>
              <a:path w="285750" h="285750">
                <a:moveTo>
                  <a:pt x="0" y="285750"/>
                </a:moveTo>
                <a:lnTo>
                  <a:pt x="285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B52935"/>
            </a:solidFill>
            <a:prstDash val="solid"/>
          </a:ln>
        </p:spPr>
      </p:sp>
      <p:sp>
        <p:nvSpPr>
          <p:cNvPr id="42" name="object_35">
            <a:extLst xmlns:a="http://schemas.openxmlformats.org/drawingml/2006/main">
              <a:ext uri="{FF2B5EF4-FFF2-40B4-BE49-F238E27FC236}">
                <a16:creationId xmlns:a16="http://schemas.microsoft.com/office/drawing/2014/main" id="{3C763464-983B-4D26-999D-06C66AAA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6657975"/>
            <a:ext cx="438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2935"/>
          </a:solidFill>
          <a:ln xmlns:a="http://schemas.openxmlformats.org/drawingml/2006/main" w="9525">
            <a:solidFill>
              <a:srgbClr val="B52935"/>
            </a:solidFill>
          </a:ln>
        </p:spPr>
      </p:sp>
      <p:sp>
        <p:nvSpPr>
          <p:cNvPr id="43" name="B1">
            <a:extLst xmlns:a="http://schemas.openxmlformats.org/drawingml/2006/main">
              <a:ext uri="{FF2B5EF4-FFF2-40B4-BE49-F238E27FC236}">
                <a16:creationId xmlns:a16="http://schemas.microsoft.com/office/drawing/2014/main" id="{E02B7F75-C4B1-4822-BEEF-B990B250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6657975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B1</a:t>
            </a:r>
          </a:p>
        </p:txBody>
      </p:sp>
      <p:sp>
        <p:nvSpPr>
          <p:cNvPr id="44" name="object_36">
            <a:extLst xmlns:a="http://schemas.openxmlformats.org/drawingml/2006/main">
              <a:ext uri="{FF2B5EF4-FFF2-40B4-BE49-F238E27FC236}">
                <a16:creationId xmlns:a16="http://schemas.microsoft.com/office/drawing/2014/main" id="{AF744E7F-D284-4358-98FF-BB4BA34A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673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E45"/>
          </a:solidFill>
          <a:ln xmlns:a="http://schemas.openxmlformats.org/drawingml/2006/main" w="22860">
            <a:solidFill>
              <a:srgbClr val="B87229"/>
            </a:solidFill>
          </a:ln>
        </p:spPr>
      </p:sp>
      <p:sp>
        <p:nvSpPr>
          <p:cNvPr id="45" name="V">
            <a:extLst xmlns:a="http://schemas.openxmlformats.org/drawingml/2006/main">
              <a:ext uri="{FF2B5EF4-FFF2-40B4-BE49-F238E27FC236}">
                <a16:creationId xmlns:a16="http://schemas.microsoft.com/office/drawing/2014/main" id="{45241D8D-5EAC-475D-BB87-5EE15016A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768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V</a:t>
            </a:r>
          </a:p>
        </p:txBody>
      </p:sp>
      <p:sp>
        <p:nvSpPr>
          <p:cNvPr id="46" name="V1">
            <a:extLst xmlns:a="http://schemas.openxmlformats.org/drawingml/2006/main">
              <a:ext uri="{FF2B5EF4-FFF2-40B4-BE49-F238E27FC236}">
                <a16:creationId xmlns:a16="http://schemas.microsoft.com/office/drawing/2014/main" id="{9ACD7F3D-5B33-47F7-901A-11AC0166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410200"/>
            <a:ext cx="457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V1</a:t>
            </a:r>
          </a:p>
        </p:txBody>
      </p:sp>
      <p:sp>
        <p:nvSpPr>
          <p:cNvPr id="47" name="object_37">
            <a:extLst xmlns:a="http://schemas.openxmlformats.org/drawingml/2006/main">
              <a:ext uri="{FF2B5EF4-FFF2-40B4-BE49-F238E27FC236}">
                <a16:creationId xmlns:a16="http://schemas.microsoft.com/office/drawing/2014/main" id="{E446156F-B6A7-4346-81C6-A2BE1D88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8007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E45"/>
          </a:solidFill>
          <a:ln xmlns:a="http://schemas.openxmlformats.org/drawingml/2006/main" w="22860">
            <a:solidFill>
              <a:srgbClr val="B87229"/>
            </a:solidFill>
          </a:ln>
        </p:spPr>
      </p:sp>
      <p:sp>
        <p:nvSpPr>
          <p:cNvPr id="48" name="V">
            <a:extLst xmlns:a="http://schemas.openxmlformats.org/drawingml/2006/main">
              <a:ext uri="{FF2B5EF4-FFF2-40B4-BE49-F238E27FC236}">
                <a16:creationId xmlns:a16="http://schemas.microsoft.com/office/drawing/2014/main" id="{D5BA84F5-0561-4A76-8FFE-DFA07D82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8102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V</a:t>
            </a:r>
          </a:p>
        </p:txBody>
      </p:sp>
      <p:sp>
        <p:nvSpPr>
          <p:cNvPr id="49" name="V2">
            <a:extLst xmlns:a="http://schemas.openxmlformats.org/drawingml/2006/main">
              <a:ext uri="{FF2B5EF4-FFF2-40B4-BE49-F238E27FC236}">
                <a16:creationId xmlns:a16="http://schemas.microsoft.com/office/drawing/2014/main" id="{65355B0D-1022-4353-91F5-A34C8233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6143625"/>
            <a:ext cx="457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V2</a:t>
            </a:r>
          </a:p>
        </p:txBody>
      </p:sp>
      <p:sp>
        <p:nvSpPr>
          <p:cNvPr id="50" name="object_38">
            <a:extLst xmlns:a="http://schemas.openxmlformats.org/drawingml/2006/main">
              <a:ext uri="{FF2B5EF4-FFF2-40B4-BE49-F238E27FC236}">
                <a16:creationId xmlns:a16="http://schemas.microsoft.com/office/drawing/2014/main" id="{D0D4600F-4FBA-4E8B-81F5-7BE8198C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3910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E45"/>
          </a:solidFill>
          <a:ln xmlns:a="http://schemas.openxmlformats.org/drawingml/2006/main" w="22860">
            <a:solidFill>
              <a:srgbClr val="B87229"/>
            </a:solidFill>
          </a:ln>
        </p:spPr>
      </p:sp>
      <p:sp>
        <p:nvSpPr>
          <p:cNvPr id="51" name="V">
            <a:extLst xmlns:a="http://schemas.openxmlformats.org/drawingml/2006/main">
              <a:ext uri="{FF2B5EF4-FFF2-40B4-BE49-F238E27FC236}">
                <a16:creationId xmlns:a16="http://schemas.microsoft.com/office/drawing/2014/main" id="{69730941-9844-4D39-A149-A827E73C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005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V</a:t>
            </a:r>
          </a:p>
        </p:txBody>
      </p:sp>
      <p:sp>
        <p:nvSpPr>
          <p:cNvPr id="52" name="V3">
            <a:extLst xmlns:a="http://schemas.openxmlformats.org/drawingml/2006/main">
              <a:ext uri="{FF2B5EF4-FFF2-40B4-BE49-F238E27FC236}">
                <a16:creationId xmlns:a16="http://schemas.microsoft.com/office/drawing/2014/main" id="{C3F90AAF-5F28-41D8-9709-C0521AB8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733925"/>
            <a:ext cx="457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V3</a:t>
            </a:r>
          </a:p>
        </p:txBody>
      </p:sp>
      <p:pic>
        <p:nvPicPr>
          <p:cNvPr id="2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930771f7e7439f"/>
          <a:stretch xmlns:a="http://schemas.openxmlformats.org/drawingml/2006/main"/>
        </p:blipFill>
        <p:spPr>
          <a:xfrm xmlns:a="http://schemas.openxmlformats.org/drawingml/2006/main">
            <a:off x="1362075" y="3325859"/>
            <a:ext cx="666750" cy="549183"/>
          </a:xfrm>
          <a:prstGeom xmlns:a="http://schemas.openxmlformats.org/drawingml/2006/main" prst="rect">
            <a:avLst/>
          </a:prstGeom>
        </p:spPr>
      </p:pic>
      <p:sp>
        <p:nvSpPr>
          <p:cNvPr id="54" name="Existing&#10;service">
            <a:extLst xmlns:a="http://schemas.openxmlformats.org/drawingml/2006/main">
              <a:ext uri="{FF2B5EF4-FFF2-40B4-BE49-F238E27FC236}">
                <a16:creationId xmlns:a16="http://schemas.microsoft.com/office/drawing/2014/main" id="{E31B8585-8611-434A-89CB-95B158FF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248978"/>
            <a:ext cx="1238250" cy="617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777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B77730"/>
                </a:solidFill>
                <a:latin typeface="Times New Roman"/>
                <a:ea typeface="Times New Roman"/>
                <a:cs typeface="Times New Roman"/>
              </a:rPr>
              <a:t>Existing</a:t>
            </a:r>
          </a:p>
          <a:p xmlns:a="http://schemas.openxmlformats.org/drawingml/2006/main">
            <a:pPr algn="l">
              <a:defRPr sz="2025" b="1">
                <a:solidFill>
                  <a:srgbClr val="B777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B77730"/>
                </a:solidFill>
                <a:latin typeface="Times New Roman"/>
                <a:ea typeface="Times New Roman"/>
                <a:cs typeface="Times New Roman"/>
              </a:rPr>
              <a:t>service</a:t>
            </a:r>
          </a:p>
        </p:txBody>
      </p:sp>
      <p:pic>
        <p:nvPicPr>
          <p:cNvPr id="2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d6d58d38bb4b27"/>
          <a:stretch xmlns:a="http://schemas.openxmlformats.org/drawingml/2006/main"/>
        </p:blipFill>
        <p:spPr>
          <a:xfrm xmlns:a="http://schemas.openxmlformats.org/drawingml/2006/main">
            <a:off x="1685925" y="4544253"/>
            <a:ext cx="666750" cy="550793"/>
          </a:xfrm>
          <a:prstGeom xmlns:a="http://schemas.openxmlformats.org/drawingml/2006/main" prst="rect">
            <a:avLst/>
          </a:prstGeom>
        </p:spPr>
      </p:pic>
      <p:sp>
        <p:nvSpPr>
          <p:cNvPr id="56" name="Emergency&#10;mission">
            <a:extLst xmlns:a="http://schemas.openxmlformats.org/drawingml/2006/main">
              <a:ext uri="{FF2B5EF4-FFF2-40B4-BE49-F238E27FC236}">
                <a16:creationId xmlns:a16="http://schemas.microsoft.com/office/drawing/2014/main" id="{42C09E49-F747-4859-A1CC-F5843FA5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477703"/>
            <a:ext cx="1333500" cy="617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529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B52935"/>
                </a:solidFill>
                <a:latin typeface="Times New Roman"/>
                <a:ea typeface="Times New Roman"/>
                <a:cs typeface="Times New Roman"/>
              </a:rPr>
              <a:t>Emergency</a:t>
            </a:r>
          </a:p>
          <a:p xmlns:a="http://schemas.openxmlformats.org/drawingml/2006/main">
            <a:pPr algn="l">
              <a:defRPr sz="2025" b="1">
                <a:solidFill>
                  <a:srgbClr val="B529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B52935"/>
                </a:solidFill>
                <a:latin typeface="Times New Roman"/>
                <a:ea typeface="Times New Roman"/>
                <a:cs typeface="Times New Roman"/>
              </a:rPr>
              <a:t>mission</a:t>
            </a:r>
          </a:p>
        </p:txBody>
      </p:sp>
      <p:pic>
        <p:nvPicPr>
          <p:cNvPr id="2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1be75626294fa7"/>
          <a:stretch xmlns:a="http://schemas.openxmlformats.org/drawingml/2006/main"/>
        </p:blipFill>
        <p:spPr>
          <a:xfrm xmlns:a="http://schemas.openxmlformats.org/drawingml/2006/main">
            <a:off x="400050" y="7978126"/>
            <a:ext cx="381000" cy="541048"/>
          </a:xfrm>
          <a:prstGeom xmlns:a="http://schemas.openxmlformats.org/drawingml/2006/main" prst="rect">
            <a:avLst/>
          </a:prstGeom>
        </p:spPr>
      </p:pic>
      <p:sp>
        <p:nvSpPr>
          <p:cNvPr id="58" name="D1">
            <a:extLst xmlns:a="http://schemas.openxmlformats.org/drawingml/2006/main">
              <a:ext uri="{FF2B5EF4-FFF2-40B4-BE49-F238E27FC236}">
                <a16:creationId xmlns:a16="http://schemas.microsoft.com/office/drawing/2014/main" id="{96541279-DE6B-461B-9666-146C61A4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8115300"/>
            <a:ext cx="514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D1</a:t>
            </a:r>
          </a:p>
        </p:txBody>
      </p:sp>
      <p:pic>
        <p:nvPicPr>
          <p:cNvPr id="2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25218c2b5e48bd"/>
          <a:stretch xmlns:a="http://schemas.openxmlformats.org/drawingml/2006/main"/>
        </p:blipFill>
        <p:spPr>
          <a:xfrm xmlns:a="http://schemas.openxmlformats.org/drawingml/2006/main">
            <a:off x="3876675" y="6233118"/>
            <a:ext cx="457200" cy="449664"/>
          </a:xfrm>
          <a:prstGeom xmlns:a="http://schemas.openxmlformats.org/drawingml/2006/main" prst="rect">
            <a:avLst/>
          </a:prstGeom>
        </p:spPr>
      </p:pic>
      <p:sp>
        <p:nvSpPr>
          <p:cNvPr id="60" name="H1">
            <a:extLst xmlns:a="http://schemas.openxmlformats.org/drawingml/2006/main">
              <a:ext uri="{FF2B5EF4-FFF2-40B4-BE49-F238E27FC236}">
                <a16:creationId xmlns:a16="http://schemas.microsoft.com/office/drawing/2014/main" id="{DC299FED-0A2D-4E40-9100-35A42D01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6734175"/>
            <a:ext cx="514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H1</a:t>
            </a:r>
          </a:p>
        </p:txBody>
      </p:sp>
      <p:sp>
        <p:nvSpPr>
          <p:cNvPr id="61" name="object_39">
            <a:extLst xmlns:a="http://schemas.openxmlformats.org/drawingml/2006/main">
              <a:ext uri="{FF2B5EF4-FFF2-40B4-BE49-F238E27FC236}">
                <a16:creationId xmlns:a16="http://schemas.microsoft.com/office/drawing/2014/main" id="{D628FE39-B2AC-4F6C-9D34-63F5BB1D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9582150"/>
            <a:ext cx="25812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2" name="path_40">
            <a:extLst xmlns:a="http://schemas.openxmlformats.org/drawingml/2006/main">
              <a:ext uri="{FF2B5EF4-FFF2-40B4-BE49-F238E27FC236}">
                <a16:creationId xmlns:a16="http://schemas.microsoft.com/office/drawing/2014/main" id="{B254A4AE-D269-4497-B517-A1F6A876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9915525"/>
            <a:ext cx="1485900" cy="95"/>
          </a:xfrm>
          <a:custGeom xmlns:a="http://schemas.openxmlformats.org/drawingml/2006/main">
            <a:pathLst>
              <a:path w="1485900" h="95">
                <a:moveTo>
                  <a:pt x="0" y="0"/>
                </a:moveTo>
                <a:lnTo>
                  <a:pt x="1485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C2430"/>
            </a:solidFill>
            <a:prstDash val="solid"/>
          </a:ln>
        </p:spPr>
      </p:sp>
      <p:sp>
        <p:nvSpPr>
          <p:cNvPr id="63" name="path_41">
            <a:extLst xmlns:a="http://schemas.openxmlformats.org/drawingml/2006/main">
              <a:ext uri="{FF2B5EF4-FFF2-40B4-BE49-F238E27FC236}">
                <a16:creationId xmlns:a16="http://schemas.microsoft.com/office/drawing/2014/main" id="{48C0FF8F-A775-41FF-9486-40FE3F30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9820275"/>
            <a:ext cx="95" cy="123825"/>
          </a:xfrm>
          <a:custGeom xmlns:a="http://schemas.openxmlformats.org/drawingml/2006/main">
            <a:pathLst>
              <a:path w="95" h="123825">
                <a:moveTo>
                  <a:pt x="0" y="0"/>
                </a:moveTo>
                <a:lnTo>
                  <a:pt x="0" y="1238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C2430"/>
            </a:solidFill>
            <a:prstDash val="solid"/>
          </a:ln>
        </p:spPr>
      </p:sp>
      <p:sp>
        <p:nvSpPr>
          <p:cNvPr id="64" name="path_42">
            <a:extLst xmlns:a="http://schemas.openxmlformats.org/drawingml/2006/main">
              <a:ext uri="{FF2B5EF4-FFF2-40B4-BE49-F238E27FC236}">
                <a16:creationId xmlns:a16="http://schemas.microsoft.com/office/drawing/2014/main" id="{60247D47-79C7-49B8-AC3A-EBFACDDE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9820275"/>
            <a:ext cx="95" cy="123825"/>
          </a:xfrm>
          <a:custGeom xmlns:a="http://schemas.openxmlformats.org/drawingml/2006/main">
            <a:pathLst>
              <a:path w="95" h="123825">
                <a:moveTo>
                  <a:pt x="0" y="0"/>
                </a:moveTo>
                <a:lnTo>
                  <a:pt x="0" y="1238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C2430"/>
            </a:solidFill>
            <a:prstDash val="solid"/>
          </a:ln>
        </p:spPr>
      </p:sp>
      <p:sp>
        <p:nvSpPr>
          <p:cNvPr id="65" name="path_43">
            <a:extLst xmlns:a="http://schemas.openxmlformats.org/drawingml/2006/main">
              <a:ext uri="{FF2B5EF4-FFF2-40B4-BE49-F238E27FC236}">
                <a16:creationId xmlns:a16="http://schemas.microsoft.com/office/drawing/2014/main" id="{D6C26971-EA29-4354-A465-58502C70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9820275"/>
            <a:ext cx="95" cy="123825"/>
          </a:xfrm>
          <a:custGeom xmlns:a="http://schemas.openxmlformats.org/drawingml/2006/main">
            <a:pathLst>
              <a:path w="95" h="123825">
                <a:moveTo>
                  <a:pt x="0" y="0"/>
                </a:moveTo>
                <a:lnTo>
                  <a:pt x="0" y="1238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C2430"/>
            </a:solidFill>
            <a:prstDash val="solid"/>
          </a:ln>
        </p:spPr>
      </p:sp>
      <p:sp>
        <p:nvSpPr>
          <p:cNvPr id="66" name="0">
            <a:extLst xmlns:a="http://schemas.openxmlformats.org/drawingml/2006/main">
              <a:ext uri="{FF2B5EF4-FFF2-40B4-BE49-F238E27FC236}">
                <a16:creationId xmlns:a16="http://schemas.microsoft.com/office/drawing/2014/main" id="{3BED94C8-96B5-4B80-BF10-5ADDF6EF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9592628"/>
            <a:ext cx="295275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67" name="2">
            <a:extLst xmlns:a="http://schemas.openxmlformats.org/drawingml/2006/main">
              <a:ext uri="{FF2B5EF4-FFF2-40B4-BE49-F238E27FC236}">
                <a16:creationId xmlns:a16="http://schemas.microsoft.com/office/drawing/2014/main" id="{1DF6C771-91A1-4C2F-828D-593EE7235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9592628"/>
            <a:ext cx="295275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68" name="4 km">
            <a:extLst xmlns:a="http://schemas.openxmlformats.org/drawingml/2006/main">
              <a:ext uri="{FF2B5EF4-FFF2-40B4-BE49-F238E27FC236}">
                <a16:creationId xmlns:a16="http://schemas.microsoft.com/office/drawing/2014/main" id="{3BD1548A-B3E9-4E5F-9BF4-48801313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9592628"/>
            <a:ext cx="619125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4 km</a:t>
            </a:r>
          </a:p>
        </p:txBody>
      </p:sp>
      <p:sp>
        <p:nvSpPr>
          <p:cNvPr id="69" name="Schematic scale">
            <a:extLst xmlns:a="http://schemas.openxmlformats.org/drawingml/2006/main">
              <a:ext uri="{FF2B5EF4-FFF2-40B4-BE49-F238E27FC236}">
                <a16:creationId xmlns:a16="http://schemas.microsoft.com/office/drawing/2014/main" id="{9C154185-4486-448B-AB9B-08C7977A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9782175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5D646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D646A"/>
                </a:solidFill>
                <a:latin typeface="Times New Roman"/>
                <a:ea typeface="Times New Roman"/>
                <a:cs typeface="Times New Roman"/>
              </a:rPr>
              <a:t>Schematic scale</a:t>
            </a:r>
          </a:p>
        </p:txBody>
      </p:sp>
      <p:sp>
        <p:nvSpPr>
          <p:cNvPr id="70" name="object_44">
            <a:extLst xmlns:a="http://schemas.openxmlformats.org/drawingml/2006/main">
              <a:ext uri="{FF2B5EF4-FFF2-40B4-BE49-F238E27FC236}">
                <a16:creationId xmlns:a16="http://schemas.microsoft.com/office/drawing/2014/main" id="{132978FD-6B6F-4F88-A60E-FB22356C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0239375"/>
            <a:ext cx="424815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AB0B8"/>
            </a:solidFill>
          </a:ln>
        </p:spPr>
      </p:sp>
      <p:sp>
        <p:nvSpPr>
          <p:cNvPr id="71" name="path_45">
            <a:extLst xmlns:a="http://schemas.openxmlformats.org/drawingml/2006/main">
              <a:ext uri="{FF2B5EF4-FFF2-40B4-BE49-F238E27FC236}">
                <a16:creationId xmlns:a16="http://schemas.microsoft.com/office/drawing/2014/main" id="{9AAB5421-9DA2-4C30-9FDB-E6B38CF6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0391775"/>
            <a:ext cx="95" cy="2133600"/>
          </a:xfrm>
          <a:custGeom xmlns:a="http://schemas.openxmlformats.org/drawingml/2006/main">
            <a:pathLst>
              <a:path w="95" h="2133600">
                <a:moveTo>
                  <a:pt x="0" y="0"/>
                </a:moveTo>
                <a:lnTo>
                  <a:pt x="0" y="21336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C8CDD2"/>
            </a:solidFill>
            <a:prstDash val="solid"/>
          </a:ln>
        </p:spPr>
      </p:sp>
      <p:sp>
        <p:nvSpPr>
          <p:cNvPr id="72" name="path_46">
            <a:extLst xmlns:a="http://schemas.openxmlformats.org/drawingml/2006/main">
              <a:ext uri="{FF2B5EF4-FFF2-40B4-BE49-F238E27FC236}">
                <a16:creationId xmlns:a16="http://schemas.microsoft.com/office/drawing/2014/main" id="{D2930634-301C-4ED2-9AF6-0A745693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44175"/>
            <a:ext cx="457200" cy="95"/>
          </a:xfrm>
          <a:custGeom xmlns:a="http://schemas.openxmlformats.org/drawingml/2006/main">
            <a:pathLst>
              <a:path w="457200" h="9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A5ABB5"/>
            </a:solidFill>
            <a:prstDash val="solid"/>
          </a:ln>
        </p:spPr>
      </p:sp>
      <p:sp>
        <p:nvSpPr>
          <p:cNvPr id="73" name="Road network">
            <a:extLst xmlns:a="http://schemas.openxmlformats.org/drawingml/2006/main">
              <a:ext uri="{FF2B5EF4-FFF2-40B4-BE49-F238E27FC236}">
                <a16:creationId xmlns:a16="http://schemas.microsoft.com/office/drawing/2014/main" id="{963CC805-19DA-4C81-B5F9-A2E91A5B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037272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Road network</a:t>
            </a:r>
          </a:p>
        </p:txBody>
      </p:sp>
      <p:sp>
        <p:nvSpPr>
          <p:cNvPr id="74" name="path_47">
            <a:extLst xmlns:a="http://schemas.openxmlformats.org/drawingml/2006/main">
              <a:ext uri="{FF2B5EF4-FFF2-40B4-BE49-F238E27FC236}">
                <a16:creationId xmlns:a16="http://schemas.microsoft.com/office/drawing/2014/main" id="{DCE86C0E-2AAD-45B3-838C-DD3F6FB2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887075"/>
            <a:ext cx="457200" cy="95"/>
          </a:xfrm>
          <a:custGeom xmlns:a="http://schemas.openxmlformats.org/drawingml/2006/main">
            <a:pathLst>
              <a:path w="457200" h="9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F659D"/>
            </a:solidFill>
            <a:prstDash val="solid"/>
          </a:ln>
        </p:spPr>
      </p:sp>
      <p:sp>
        <p:nvSpPr>
          <p:cNvPr id="75" name="Baseline route">
            <a:extLst xmlns:a="http://schemas.openxmlformats.org/drawingml/2006/main">
              <a:ext uri="{FF2B5EF4-FFF2-40B4-BE49-F238E27FC236}">
                <a16:creationId xmlns:a16="http://schemas.microsoft.com/office/drawing/2014/main" id="{CC8FAC04-FDC9-4DE8-8631-B6E24CC0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071562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Baseline route</a:t>
            </a:r>
          </a:p>
        </p:txBody>
      </p:sp>
      <p:sp>
        <p:nvSpPr>
          <p:cNvPr id="76" name="path_48">
            <a:extLst xmlns:a="http://schemas.openxmlformats.org/drawingml/2006/main">
              <a:ext uri="{FF2B5EF4-FFF2-40B4-BE49-F238E27FC236}">
                <a16:creationId xmlns:a16="http://schemas.microsoft.com/office/drawing/2014/main" id="{BD20C8B1-37EF-4723-A7F4-A5EABD65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1229975"/>
            <a:ext cx="457200" cy="95"/>
          </a:xfrm>
          <a:custGeom xmlns:a="http://schemas.openxmlformats.org/drawingml/2006/main">
            <a:pathLst>
              <a:path w="457200" h="9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F659D"/>
            </a:solidFill>
            <a:prstDash val="dash"/>
          </a:ln>
        </p:spPr>
      </p:sp>
      <p:sp>
        <p:nvSpPr>
          <p:cNvPr id="77" name="Detour route">
            <a:extLst xmlns:a="http://schemas.openxmlformats.org/drawingml/2006/main">
              <a:ext uri="{FF2B5EF4-FFF2-40B4-BE49-F238E27FC236}">
                <a16:creationId xmlns:a16="http://schemas.microsoft.com/office/drawing/2014/main" id="{9D0C8E25-D417-4306-99F1-DF3FA671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105852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Detour route</a:t>
            </a:r>
          </a:p>
        </p:txBody>
      </p:sp>
      <p:sp>
        <p:nvSpPr>
          <p:cNvPr id="78" name="path_49">
            <a:extLst xmlns:a="http://schemas.openxmlformats.org/drawingml/2006/main">
              <a:ext uri="{FF2B5EF4-FFF2-40B4-BE49-F238E27FC236}">
                <a16:creationId xmlns:a16="http://schemas.microsoft.com/office/drawing/2014/main" id="{7F3B342A-6BEA-4E6E-8A10-95607A13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1572875"/>
            <a:ext cx="457200" cy="95"/>
          </a:xfrm>
          <a:custGeom xmlns:a="http://schemas.openxmlformats.org/drawingml/2006/main">
            <a:pathLst>
              <a:path w="457200" h="9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D78A3A"/>
            </a:solidFill>
            <a:prstDash val="dash"/>
          </a:ln>
        </p:spPr>
      </p:sp>
      <p:sp>
        <p:nvSpPr>
          <p:cNvPr id="79" name="Low-altitude route">
            <a:extLst xmlns:a="http://schemas.openxmlformats.org/drawingml/2006/main">
              <a:ext uri="{FF2B5EF4-FFF2-40B4-BE49-F238E27FC236}">
                <a16:creationId xmlns:a16="http://schemas.microsoft.com/office/drawing/2014/main" id="{FFE167DA-0026-45B7-A31A-AB640EBA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140142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38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38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Low-altitude route</a:t>
            </a:r>
          </a:p>
        </p:txBody>
      </p:sp>
      <p:sp>
        <p:nvSpPr>
          <p:cNvPr id="80" name="(eVTOL/UAV)">
            <a:extLst xmlns:a="http://schemas.openxmlformats.org/drawingml/2006/main">
              <a:ext uri="{FF2B5EF4-FFF2-40B4-BE49-F238E27FC236}">
                <a16:creationId xmlns:a16="http://schemas.microsoft.com/office/drawing/2014/main" id="{5B7C9D48-CE56-4576-B692-1DE25F6D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1744325"/>
            <a:ext cx="152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(eVTOL/UAV)</a:t>
            </a:r>
          </a:p>
        </p:txBody>
      </p:sp>
      <p:sp>
        <p:nvSpPr>
          <p:cNvPr id="81" name="path_50">
            <a:extLst xmlns:a="http://schemas.openxmlformats.org/drawingml/2006/main">
              <a:ext uri="{FF2B5EF4-FFF2-40B4-BE49-F238E27FC236}">
                <a16:creationId xmlns:a16="http://schemas.microsoft.com/office/drawing/2014/main" id="{FF7CE19C-AE8B-4A6D-820F-231767A5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25325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228600"/>
                </a:lnTo>
              </a:path>
            </a:pathLst>
          </a:custGeom>
          <a:noFill xmlns:a="http://schemas.openxmlformats.org/drawingml/2006/main"/>
          <a:ln xmlns:a="http://schemas.openxmlformats.org/drawingml/2006/main" w="114300">
            <a:solidFill>
              <a:srgbClr val="FFFFFF"/>
            </a:solidFill>
            <a:prstDash val="solid"/>
          </a:ln>
        </p:spPr>
      </p:sp>
      <p:sp>
        <p:nvSpPr>
          <p:cNvPr id="82" name="path_51">
            <a:extLst xmlns:a="http://schemas.openxmlformats.org/drawingml/2006/main">
              <a:ext uri="{FF2B5EF4-FFF2-40B4-BE49-F238E27FC236}">
                <a16:creationId xmlns:a16="http://schemas.microsoft.com/office/drawing/2014/main" id="{DE69DF44-AED8-4A0C-BBA1-03B82DFE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25325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22860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0">
            <a:solidFill>
              <a:srgbClr val="FFFFFF"/>
            </a:solidFill>
            <a:prstDash val="solid"/>
          </a:ln>
        </p:spPr>
      </p:sp>
      <p:sp>
        <p:nvSpPr>
          <p:cNvPr id="83" name="path_52">
            <a:extLst xmlns:a="http://schemas.openxmlformats.org/drawingml/2006/main">
              <a:ext uri="{FF2B5EF4-FFF2-40B4-BE49-F238E27FC236}">
                <a16:creationId xmlns:a16="http://schemas.microsoft.com/office/drawing/2014/main" id="{11F53A17-1443-4494-B895-E18F12E2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25325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22860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B52935"/>
            </a:solidFill>
            <a:prstDash val="solid"/>
          </a:ln>
        </p:spPr>
      </p:sp>
      <p:sp>
        <p:nvSpPr>
          <p:cNvPr id="84" name="path_53">
            <a:extLst xmlns:a="http://schemas.openxmlformats.org/drawingml/2006/main">
              <a:ext uri="{FF2B5EF4-FFF2-40B4-BE49-F238E27FC236}">
                <a16:creationId xmlns:a16="http://schemas.microsoft.com/office/drawing/2014/main" id="{3489396B-F84E-4874-831D-5600213E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25325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22860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B52935"/>
            </a:solidFill>
            <a:prstDash val="solid"/>
          </a:ln>
        </p:spPr>
      </p:sp>
      <p:sp>
        <p:nvSpPr>
          <p:cNvPr id="85" name="Disrupted link">
            <a:extLst xmlns:a="http://schemas.openxmlformats.org/drawingml/2006/main">
              <a:ext uri="{FF2B5EF4-FFF2-40B4-BE49-F238E27FC236}">
                <a16:creationId xmlns:a16="http://schemas.microsoft.com/office/drawing/2014/main" id="{24BCFD60-38B7-4914-8E70-3AF74A09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207770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Disrupted link</a:t>
            </a:r>
          </a:p>
        </p:txBody>
      </p:sp>
      <p:sp>
        <p:nvSpPr>
          <p:cNvPr id="86" name="D1">
            <a:extLst xmlns:a="http://schemas.openxmlformats.org/drawingml/2006/main">
              <a:ext uri="{FF2B5EF4-FFF2-40B4-BE49-F238E27FC236}">
                <a16:creationId xmlns:a16="http://schemas.microsoft.com/office/drawing/2014/main" id="{CA0EB5BE-D1D0-42E0-9042-F3827E07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03822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D1</a:t>
            </a:r>
          </a:p>
        </p:txBody>
      </p:sp>
      <p:sp>
        <p:nvSpPr>
          <p:cNvPr id="87" name="Logistics">
            <a:extLst xmlns:a="http://schemas.openxmlformats.org/drawingml/2006/main">
              <a:ext uri="{FF2B5EF4-FFF2-40B4-BE49-F238E27FC236}">
                <a16:creationId xmlns:a16="http://schemas.microsoft.com/office/drawing/2014/main" id="{801495F4-09AB-45EB-9DB8-849A8A6D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0382250"/>
            <a:ext cx="11144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Logistics</a:t>
            </a:r>
          </a:p>
        </p:txBody>
      </p:sp>
      <p:sp>
        <p:nvSpPr>
          <p:cNvPr id="88" name="H1">
            <a:extLst xmlns:a="http://schemas.openxmlformats.org/drawingml/2006/main">
              <a:ext uri="{FF2B5EF4-FFF2-40B4-BE49-F238E27FC236}">
                <a16:creationId xmlns:a16="http://schemas.microsoft.com/office/drawing/2014/main" id="{1E56A781-5103-43ED-B525-C41C773B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07442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H1</a:t>
            </a:r>
          </a:p>
        </p:txBody>
      </p:sp>
      <p:sp>
        <p:nvSpPr>
          <p:cNvPr id="89" name="Hospital">
            <a:extLst xmlns:a="http://schemas.openxmlformats.org/drawingml/2006/main">
              <a:ext uri="{FF2B5EF4-FFF2-40B4-BE49-F238E27FC236}">
                <a16:creationId xmlns:a16="http://schemas.microsoft.com/office/drawing/2014/main" id="{297C2F39-7CC6-4521-9D5B-28835416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0744200"/>
            <a:ext cx="11144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Hospital</a:t>
            </a:r>
          </a:p>
        </p:txBody>
      </p:sp>
      <p:sp>
        <p:nvSpPr>
          <p:cNvPr id="90" name="object_54">
            <a:extLst xmlns:a="http://schemas.openxmlformats.org/drawingml/2006/main">
              <a:ext uri="{FF2B5EF4-FFF2-40B4-BE49-F238E27FC236}">
                <a16:creationId xmlns:a16="http://schemas.microsoft.com/office/drawing/2014/main" id="{0D955B98-2E98-4C76-9064-E83586D8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11252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E45"/>
          </a:solidFill>
          <a:ln xmlns:a="http://schemas.openxmlformats.org/drawingml/2006/main" w="19050">
            <a:solidFill>
              <a:srgbClr val="B87229"/>
            </a:solidFill>
          </a:ln>
        </p:spPr>
      </p:sp>
      <p:sp>
        <p:nvSpPr>
          <p:cNvPr id="91" name="V">
            <a:extLst xmlns:a="http://schemas.openxmlformats.org/drawingml/2006/main">
              <a:ext uri="{FF2B5EF4-FFF2-40B4-BE49-F238E27FC236}">
                <a16:creationId xmlns:a16="http://schemas.microsoft.com/office/drawing/2014/main" id="{12185149-A0CC-48A9-A04C-0022890B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11347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V</a:t>
            </a:r>
          </a:p>
        </p:txBody>
      </p:sp>
      <p:sp>
        <p:nvSpPr>
          <p:cNvPr id="92" name="Vertiport">
            <a:extLst xmlns:a="http://schemas.openxmlformats.org/drawingml/2006/main">
              <a:ext uri="{FF2B5EF4-FFF2-40B4-BE49-F238E27FC236}">
                <a16:creationId xmlns:a16="http://schemas.microsoft.com/office/drawing/2014/main" id="{FAD36F02-10D8-4CAD-AD58-4D033F23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1115675"/>
            <a:ext cx="1114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Vertiport</a:t>
            </a:r>
          </a:p>
        </p:txBody>
      </p:sp>
      <p:pic>
        <p:nvPicPr>
          <p:cNvPr id="3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0f8fd3c2ba4ea0"/>
          <a:stretch xmlns:a="http://schemas.openxmlformats.org/drawingml/2006/main"/>
        </p:blipFill>
        <p:spPr>
          <a:xfrm xmlns:a="http://schemas.openxmlformats.org/drawingml/2006/main">
            <a:off x="2727586" y="11620500"/>
            <a:ext cx="393179" cy="323850"/>
          </a:xfrm>
          <a:prstGeom xmlns:a="http://schemas.openxmlformats.org/drawingml/2006/main" prst="rect">
            <a:avLst/>
          </a:prstGeom>
        </p:spPr>
      </p:pic>
      <p:sp>
        <p:nvSpPr>
          <p:cNvPr id="94" name="Existing">
            <a:extLst xmlns:a="http://schemas.openxmlformats.org/drawingml/2006/main">
              <a:ext uri="{FF2B5EF4-FFF2-40B4-BE49-F238E27FC236}">
                <a16:creationId xmlns:a16="http://schemas.microsoft.com/office/drawing/2014/main" id="{00719F84-14C9-4E94-9080-82EC2C18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1601450"/>
            <a:ext cx="11144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Existing</a:t>
            </a:r>
          </a:p>
        </p:txBody>
      </p:sp>
      <p:pic>
        <p:nvPicPr>
          <p:cNvPr id="3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82f4a3281e41a6"/>
          <a:stretch xmlns:a="http://schemas.openxmlformats.org/drawingml/2006/main"/>
        </p:blipFill>
        <p:spPr>
          <a:xfrm xmlns:a="http://schemas.openxmlformats.org/drawingml/2006/main">
            <a:off x="2728161" y="12077700"/>
            <a:ext cx="392029" cy="323850"/>
          </a:xfrm>
          <a:prstGeom xmlns:a="http://schemas.openxmlformats.org/drawingml/2006/main" prst="rect">
            <a:avLst/>
          </a:prstGeom>
        </p:spPr>
      </p:pic>
      <p:sp>
        <p:nvSpPr>
          <p:cNvPr id="96" name="Emergency">
            <a:extLst xmlns:a="http://schemas.openxmlformats.org/drawingml/2006/main">
              <a:ext uri="{FF2B5EF4-FFF2-40B4-BE49-F238E27FC236}">
                <a16:creationId xmlns:a16="http://schemas.microsoft.com/office/drawing/2014/main" id="{FF666D94-4E94-4E74-9891-6504C887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2058650"/>
            <a:ext cx="1209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Emergency</a:t>
            </a:r>
          </a:p>
        </p:txBody>
      </p:sp>
      <p:sp>
        <p:nvSpPr>
          <p:cNvPr id="97" name="object_55">
            <a:extLst xmlns:a="http://schemas.openxmlformats.org/drawingml/2006/main">
              <a:ext uri="{FF2B5EF4-FFF2-40B4-BE49-F238E27FC236}">
                <a16:creationId xmlns:a16="http://schemas.microsoft.com/office/drawing/2014/main" id="{BC811D0F-9BA4-4411-901A-8B32C5D1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781175"/>
            <a:ext cx="247650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AAB0B8"/>
            </a:solidFill>
          </a:ln>
        </p:spPr>
      </p:sp>
      <p:pic>
        <p:nvPicPr>
          <p:cNvPr id="3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9a249f7a9b4eb9"/>
          <a:stretch xmlns:a="http://schemas.openxmlformats.org/drawingml/2006/main"/>
        </p:blipFill>
        <p:spPr>
          <a:xfrm xmlns:a="http://schemas.openxmlformats.org/drawingml/2006/main">
            <a:off x="5229225" y="1608505"/>
            <a:ext cx="1514475" cy="1335939"/>
          </a:xfrm>
          <a:prstGeom xmlns:a="http://schemas.openxmlformats.org/drawingml/2006/main" prst="rect">
            <a:avLst/>
          </a:prstGeom>
        </p:spPr>
      </p:pic>
      <p:sp>
        <p:nvSpPr>
          <p:cNvPr id="99" name="Global state">
            <a:extLst xmlns:a="http://schemas.openxmlformats.org/drawingml/2006/main">
              <a:ext uri="{FF2B5EF4-FFF2-40B4-BE49-F238E27FC236}">
                <a16:creationId xmlns:a16="http://schemas.microsoft.com/office/drawing/2014/main" id="{BE4F34CE-BF4F-4994-A71E-4FB44BC0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05000"/>
            <a:ext cx="14954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Global state</a:t>
            </a:r>
          </a:p>
        </p:txBody>
      </p:sp>
      <p:sp>
        <p:nvSpPr>
          <p:cNvPr id="100" name="object_56">
            <a:extLst xmlns:a="http://schemas.openxmlformats.org/drawingml/2006/main">
              <a:ext uri="{FF2B5EF4-FFF2-40B4-BE49-F238E27FC236}">
                <a16:creationId xmlns:a16="http://schemas.microsoft.com/office/drawing/2014/main" id="{53748D19-335B-4786-8280-0D62B4FE4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730" y="2838355"/>
            <a:ext cx="191" cy="19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" name="object_57">
            <a:extLst xmlns:a="http://schemas.openxmlformats.org/drawingml/2006/main">
              <a:ext uri="{FF2B5EF4-FFF2-40B4-BE49-F238E27FC236}">
                <a16:creationId xmlns:a16="http://schemas.microsoft.com/office/drawing/2014/main" id="{DDC58FAA-5A45-423F-9049-496BC3361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730" y="3219355"/>
            <a:ext cx="191" cy="19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9" name=""/>
          <p:cNvCxnSpPr>
            <a:stCxn xmlns:a="http://schemas.openxmlformats.org/drawingml/2006/main" id="100" idx="6"/>
            <a:endCxn xmlns:a="http://schemas.openxmlformats.org/drawingml/2006/main" id="101" idx="2"/>
          </p:cNvCxnSpPr>
          <p:nvPr/>
        </p:nvCxnSpPr>
        <p:spPr>
          <a:xfrm xmlns:a="http://schemas.openxmlformats.org/drawingml/2006/main" flipH="1">
            <a:off x="6981730" y="2838451"/>
            <a:ext cx="191" cy="381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86AA4"/>
            </a:solidFill>
            <a:prstDash val="solid"/>
            <a:tailEnd type="triangle" w="med" len="med"/>
          </a:ln>
        </p:spPr>
      </p:cxnSp>
      <p:sp>
        <p:nvSpPr>
          <p:cNvPr id="103" name="object_58">
            <a:extLst xmlns:a="http://schemas.openxmlformats.org/drawingml/2006/main">
              <a:ext uri="{FF2B5EF4-FFF2-40B4-BE49-F238E27FC236}">
                <a16:creationId xmlns:a16="http://schemas.microsoft.com/office/drawing/2014/main" id="{FF0138BC-7C18-44F2-9376-1980B9ED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314700"/>
            <a:ext cx="247650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AAB0B8"/>
            </a:solidFill>
          </a:ln>
        </p:spPr>
      </p:sp>
      <p:pic>
        <p:nvPicPr>
          <p:cNvPr id="3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fb4ca610cd4252"/>
          <a:stretch xmlns:a="http://schemas.openxmlformats.org/drawingml/2006/main"/>
        </p:blipFill>
        <p:spPr>
          <a:xfrm xmlns:a="http://schemas.openxmlformats.org/drawingml/2006/main">
            <a:off x="5346767" y="3124200"/>
            <a:ext cx="1279392" cy="1371600"/>
          </a:xfrm>
          <a:prstGeom xmlns:a="http://schemas.openxmlformats.org/drawingml/2006/main" prst="rect">
            <a:avLst/>
          </a:prstGeom>
        </p:spPr>
      </p:pic>
      <p:sp>
        <p:nvSpPr>
          <p:cNvPr id="105" name="Candidate&#10;generator">
            <a:extLst xmlns:a="http://schemas.openxmlformats.org/drawingml/2006/main">
              <a:ext uri="{FF2B5EF4-FFF2-40B4-BE49-F238E27FC236}">
                <a16:creationId xmlns:a16="http://schemas.microsoft.com/office/drawing/2014/main" id="{5B623647-3B22-4783-95C1-1F9BFFD7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38525"/>
            <a:ext cx="14954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Candidate</a:t>
            </a:r>
          </a:p>
          <a:p xmlns:a="http://schemas.openxmlformats.org/drawingml/2006/main">
            <a:pPr algn="l">
              <a:defRPr sz="21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generator</a:t>
            </a:r>
          </a:p>
        </p:txBody>
      </p:sp>
      <p:sp>
        <p:nvSpPr>
          <p:cNvPr id="106" name="object_59">
            <a:extLst xmlns:a="http://schemas.openxmlformats.org/drawingml/2006/main">
              <a:ext uri="{FF2B5EF4-FFF2-40B4-BE49-F238E27FC236}">
                <a16:creationId xmlns:a16="http://schemas.microsoft.com/office/drawing/2014/main" id="{D7BC284E-1603-46B4-BFD0-72EC953D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730" y="4371880"/>
            <a:ext cx="191" cy="19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7" name="object_60">
            <a:extLst xmlns:a="http://schemas.openxmlformats.org/drawingml/2006/main">
              <a:ext uri="{FF2B5EF4-FFF2-40B4-BE49-F238E27FC236}">
                <a16:creationId xmlns:a16="http://schemas.microsoft.com/office/drawing/2014/main" id="{E7EF0214-3E02-48BF-81FA-5EF9F7EB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730" y="4752880"/>
            <a:ext cx="191" cy="19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5" name=""/>
          <p:cNvCxnSpPr>
            <a:stCxn xmlns:a="http://schemas.openxmlformats.org/drawingml/2006/main" id="106" idx="6"/>
            <a:endCxn xmlns:a="http://schemas.openxmlformats.org/drawingml/2006/main" id="107" idx="2"/>
          </p:cNvCxnSpPr>
          <p:nvPr/>
        </p:nvCxnSpPr>
        <p:spPr>
          <a:xfrm xmlns:a="http://schemas.openxmlformats.org/drawingml/2006/main" flipH="1">
            <a:off x="6981730" y="4371976"/>
            <a:ext cx="191" cy="381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86AA4"/>
            </a:solidFill>
            <a:prstDash val="solid"/>
            <a:tailEnd type="triangle" w="med" len="med"/>
          </a:ln>
        </p:spPr>
      </p:cxnSp>
      <p:sp>
        <p:nvSpPr>
          <p:cNvPr id="109" name="object_61">
            <a:extLst xmlns:a="http://schemas.openxmlformats.org/drawingml/2006/main">
              <a:ext uri="{FF2B5EF4-FFF2-40B4-BE49-F238E27FC236}">
                <a16:creationId xmlns:a16="http://schemas.microsoft.com/office/drawing/2014/main" id="{F9907AD6-DF8F-4634-9380-F8AC475B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848225"/>
            <a:ext cx="247650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AAB0B8"/>
            </a:solidFill>
          </a:ln>
        </p:spPr>
      </p:sp>
      <p:pic>
        <p:nvPicPr>
          <p:cNvPr id="3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bccfcc67034d52"/>
          <a:stretch xmlns:a="http://schemas.openxmlformats.org/drawingml/2006/main"/>
        </p:blipFill>
        <p:spPr>
          <a:xfrm xmlns:a="http://schemas.openxmlformats.org/drawingml/2006/main">
            <a:off x="5270988" y="4657725"/>
            <a:ext cx="1430948" cy="1371600"/>
          </a:xfrm>
          <a:prstGeom xmlns:a="http://schemas.openxmlformats.org/drawingml/2006/main" prst="rect">
            <a:avLst/>
          </a:prstGeom>
        </p:spPr>
      </p:pic>
      <p:sp>
        <p:nvSpPr>
          <p:cNvPr id="111" name="Executable&#10;interface">
            <a:extLst xmlns:a="http://schemas.openxmlformats.org/drawingml/2006/main">
              <a:ext uri="{FF2B5EF4-FFF2-40B4-BE49-F238E27FC236}">
                <a16:creationId xmlns:a16="http://schemas.microsoft.com/office/drawing/2014/main" id="{7E62065C-74C3-481A-BFBF-3627A9B4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72050"/>
            <a:ext cx="14954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Executable</a:t>
            </a:r>
          </a:p>
          <a:p xmlns:a="http://schemas.openxmlformats.org/drawingml/2006/main">
            <a:pPr algn="l">
              <a:defRPr sz="21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interface</a:t>
            </a:r>
          </a:p>
        </p:txBody>
      </p:sp>
      <p:sp>
        <p:nvSpPr>
          <p:cNvPr id="112" name="object_62">
            <a:extLst xmlns:a="http://schemas.openxmlformats.org/drawingml/2006/main">
              <a:ext uri="{FF2B5EF4-FFF2-40B4-BE49-F238E27FC236}">
                <a16:creationId xmlns:a16="http://schemas.microsoft.com/office/drawing/2014/main" id="{7AED2AF4-F188-4760-B322-4B56F153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730" y="5905405"/>
            <a:ext cx="191" cy="19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3" name="object_63">
            <a:extLst xmlns:a="http://schemas.openxmlformats.org/drawingml/2006/main">
              <a:ext uri="{FF2B5EF4-FFF2-40B4-BE49-F238E27FC236}">
                <a16:creationId xmlns:a16="http://schemas.microsoft.com/office/drawing/2014/main" id="{FAD23FD9-DBA5-4B8B-9E59-6455C405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730" y="6381655"/>
            <a:ext cx="191" cy="19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1" name=""/>
          <p:cNvCxnSpPr>
            <a:stCxn xmlns:a="http://schemas.openxmlformats.org/drawingml/2006/main" id="112" idx="6"/>
            <a:endCxn xmlns:a="http://schemas.openxmlformats.org/drawingml/2006/main" id="113" idx="2"/>
          </p:cNvCxnSpPr>
          <p:nvPr/>
        </p:nvCxnSpPr>
        <p:spPr>
          <a:xfrm xmlns:a="http://schemas.openxmlformats.org/drawingml/2006/main" flipH="1">
            <a:off x="6981730" y="5905500"/>
            <a:ext cx="191" cy="476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86AA4"/>
            </a:solidFill>
            <a:prstDash val="solid"/>
            <a:tailEnd type="triangle" w="med" len="med"/>
          </a:ln>
        </p:spPr>
      </p:cxnSp>
      <p:sp>
        <p:nvSpPr>
          <p:cNvPr id="115" name="object_64">
            <a:extLst xmlns:a="http://schemas.openxmlformats.org/drawingml/2006/main">
              <a:ext uri="{FF2B5EF4-FFF2-40B4-BE49-F238E27FC236}">
                <a16:creationId xmlns:a16="http://schemas.microsoft.com/office/drawing/2014/main" id="{BC5F3D02-9008-46BE-9A9D-341246E0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6477000"/>
            <a:ext cx="2476500" cy="1743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5"/>
          </a:solidFill>
          <a:ln xmlns:a="http://schemas.openxmlformats.org/drawingml/2006/main" w="16193">
            <a:solidFill>
              <a:srgbClr val="AAB0B8"/>
            </a:solidFill>
          </a:ln>
        </p:spPr>
      </p:sp>
      <p:pic>
        <p:nvPicPr>
          <p:cNvPr id="3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7ff3d96fb949a2"/>
          <a:stretch xmlns:a="http://schemas.openxmlformats.org/drawingml/2006/main"/>
        </p:blipFill>
        <p:spPr>
          <a:xfrm xmlns:a="http://schemas.openxmlformats.org/drawingml/2006/main">
            <a:off x="5357813" y="6286500"/>
            <a:ext cx="1257300" cy="1143000"/>
          </a:xfrm>
          <a:prstGeom xmlns:a="http://schemas.openxmlformats.org/drawingml/2006/main" prst="rect">
            <a:avLst/>
          </a:prstGeom>
        </p:spPr>
      </p:pic>
      <p:sp>
        <p:nvSpPr>
          <p:cNvPr id="117" name="Supervisor&#10;policy">
            <a:extLst xmlns:a="http://schemas.openxmlformats.org/drawingml/2006/main">
              <a:ext uri="{FF2B5EF4-FFF2-40B4-BE49-F238E27FC236}">
                <a16:creationId xmlns:a16="http://schemas.microsoft.com/office/drawing/2014/main" id="{1938A5BB-E5DB-46EC-BE08-C49FC743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600825"/>
            <a:ext cx="14954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Supervisor</a:t>
            </a:r>
          </a:p>
          <a:p xmlns:a="http://schemas.openxmlformats.org/drawingml/2006/main">
            <a:pPr algn="l">
              <a:defRPr sz="217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policy</a:t>
            </a:r>
          </a:p>
        </p:txBody>
      </p:sp>
      <p:sp>
        <p:nvSpPr>
          <p:cNvPr id="118" name="object_65">
            <a:extLst xmlns:a="http://schemas.openxmlformats.org/drawingml/2006/main">
              <a:ext uri="{FF2B5EF4-FFF2-40B4-BE49-F238E27FC236}">
                <a16:creationId xmlns:a16="http://schemas.microsoft.com/office/drawing/2014/main" id="{A7348F12-33C4-4B10-8C2E-62A34990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730" y="8315230"/>
            <a:ext cx="191" cy="19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9" name="object_66">
            <a:extLst xmlns:a="http://schemas.openxmlformats.org/drawingml/2006/main">
              <a:ext uri="{FF2B5EF4-FFF2-40B4-BE49-F238E27FC236}">
                <a16:creationId xmlns:a16="http://schemas.microsoft.com/office/drawing/2014/main" id="{27B4FB65-CCB9-49CE-B2E0-ACC5CA3F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730" y="8420005"/>
            <a:ext cx="191" cy="19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7" name=""/>
          <p:cNvCxnSpPr>
            <a:stCxn xmlns:a="http://schemas.openxmlformats.org/drawingml/2006/main" id="118" idx="6"/>
            <a:endCxn xmlns:a="http://schemas.openxmlformats.org/drawingml/2006/main" id="119" idx="2"/>
          </p:cNvCxnSpPr>
          <p:nvPr/>
        </p:nvCxnSpPr>
        <p:spPr>
          <a:xfrm xmlns:a="http://schemas.openxmlformats.org/drawingml/2006/main" flipH="1">
            <a:off x="6981730" y="8315325"/>
            <a:ext cx="191" cy="1047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86AA4"/>
            </a:solidFill>
            <a:prstDash val="solid"/>
            <a:tailEnd type="triangle" w="med" len="med"/>
          </a:ln>
        </p:spPr>
      </p:cxnSp>
      <p:sp>
        <p:nvSpPr>
          <p:cNvPr id="121" name="object_67">
            <a:extLst xmlns:a="http://schemas.openxmlformats.org/drawingml/2006/main">
              <a:ext uri="{FF2B5EF4-FFF2-40B4-BE49-F238E27FC236}">
                <a16:creationId xmlns:a16="http://schemas.microsoft.com/office/drawing/2014/main" id="{F86DF716-925C-4221-B351-2FD3DA05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8515350"/>
            <a:ext cx="247650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AAB0B8"/>
            </a:solidFill>
          </a:ln>
        </p:spPr>
      </p:sp>
      <p:pic>
        <p:nvPicPr>
          <p:cNvPr id="3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7eab57488b4986"/>
          <a:stretch xmlns:a="http://schemas.openxmlformats.org/drawingml/2006/main"/>
        </p:blipFill>
        <p:spPr>
          <a:xfrm xmlns:a="http://schemas.openxmlformats.org/drawingml/2006/main">
            <a:off x="5229225" y="8338602"/>
            <a:ext cx="1514475" cy="1344097"/>
          </a:xfrm>
          <a:prstGeom xmlns:a="http://schemas.openxmlformats.org/drawingml/2006/main" prst="rect">
            <a:avLst/>
          </a:prstGeom>
        </p:spPr>
      </p:pic>
      <p:sp>
        <p:nvSpPr>
          <p:cNvPr id="123" name="Safety &amp;&#10;feasibility">
            <a:extLst xmlns:a="http://schemas.openxmlformats.org/drawingml/2006/main">
              <a:ext uri="{FF2B5EF4-FFF2-40B4-BE49-F238E27FC236}">
                <a16:creationId xmlns:a16="http://schemas.microsoft.com/office/drawing/2014/main" id="{18D1AC1B-C23C-4F08-905F-9E3B1F0D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8639175"/>
            <a:ext cx="14954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Safety &amp;</a:t>
            </a:r>
          </a:p>
          <a:p xmlns:a="http://schemas.openxmlformats.org/drawingml/2006/main">
            <a:pPr algn="l">
              <a:defRPr sz="21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feasibility</a:t>
            </a:r>
          </a:p>
        </p:txBody>
      </p:sp>
      <p:sp>
        <p:nvSpPr>
          <p:cNvPr id="124" name="object_68">
            <a:extLst xmlns:a="http://schemas.openxmlformats.org/drawingml/2006/main">
              <a:ext uri="{FF2B5EF4-FFF2-40B4-BE49-F238E27FC236}">
                <a16:creationId xmlns:a16="http://schemas.microsoft.com/office/drawing/2014/main" id="{9B516A7C-E431-4B8B-B45F-46AE96A3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730" y="9572530"/>
            <a:ext cx="191" cy="19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5" name="object_69">
            <a:extLst xmlns:a="http://schemas.openxmlformats.org/drawingml/2006/main">
              <a:ext uri="{FF2B5EF4-FFF2-40B4-BE49-F238E27FC236}">
                <a16:creationId xmlns:a16="http://schemas.microsoft.com/office/drawing/2014/main" id="{97D40798-98F3-44E4-8DC8-E0FCE603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730" y="10096405"/>
            <a:ext cx="191" cy="19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3" name=""/>
          <p:cNvCxnSpPr>
            <a:stCxn xmlns:a="http://schemas.openxmlformats.org/drawingml/2006/main" id="124" idx="6"/>
            <a:endCxn xmlns:a="http://schemas.openxmlformats.org/drawingml/2006/main" id="125" idx="2"/>
          </p:cNvCxnSpPr>
          <p:nvPr/>
        </p:nvCxnSpPr>
        <p:spPr>
          <a:xfrm xmlns:a="http://schemas.openxmlformats.org/drawingml/2006/main" flipH="1">
            <a:off x="6981730" y="9572626"/>
            <a:ext cx="191" cy="523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86AA4"/>
            </a:solidFill>
            <a:prstDash val="solid"/>
            <a:tailEnd type="triangle" w="med" len="med"/>
          </a:ln>
        </p:spPr>
      </p:cxnSp>
      <p:sp>
        <p:nvSpPr>
          <p:cNvPr id="127" name="object_70">
            <a:extLst xmlns:a="http://schemas.openxmlformats.org/drawingml/2006/main">
              <a:ext uri="{FF2B5EF4-FFF2-40B4-BE49-F238E27FC236}">
                <a16:creationId xmlns:a16="http://schemas.microsoft.com/office/drawing/2014/main" id="{EAAB7F92-3C27-4906-89D8-CA26710E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0191750"/>
            <a:ext cx="247650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AAB0B8"/>
            </a:solidFill>
          </a:ln>
        </p:spPr>
      </p:sp>
      <p:pic>
        <p:nvPicPr>
          <p:cNvPr id="3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c59e6791844075"/>
          <a:stretch xmlns:a="http://schemas.openxmlformats.org/drawingml/2006/main"/>
        </p:blipFill>
        <p:spPr>
          <a:xfrm xmlns:a="http://schemas.openxmlformats.org/drawingml/2006/main">
            <a:off x="5367299" y="10001250"/>
            <a:ext cx="1238327" cy="1371600"/>
          </a:xfrm>
          <a:prstGeom xmlns:a="http://schemas.openxmlformats.org/drawingml/2006/main" prst="rect">
            <a:avLst/>
          </a:prstGeom>
        </p:spPr>
      </p:pic>
      <p:sp>
        <p:nvSpPr>
          <p:cNvPr id="129" name="Executor">
            <a:extLst xmlns:a="http://schemas.openxmlformats.org/drawingml/2006/main">
              <a:ext uri="{FF2B5EF4-FFF2-40B4-BE49-F238E27FC236}">
                <a16:creationId xmlns:a16="http://schemas.microsoft.com/office/drawing/2014/main" id="{A1497A47-E674-4B7E-BBCB-7B700641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0315575"/>
            <a:ext cx="14954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Executor</a:t>
            </a:r>
          </a:p>
        </p:txBody>
      </p:sp>
      <p:sp>
        <p:nvSpPr>
          <p:cNvPr id="130" name="object_71">
            <a:extLst xmlns:a="http://schemas.openxmlformats.org/drawingml/2006/main">
              <a:ext uri="{FF2B5EF4-FFF2-40B4-BE49-F238E27FC236}">
                <a16:creationId xmlns:a16="http://schemas.microsoft.com/office/drawing/2014/main" id="{4CC5176A-62B2-41F5-B5C9-60F32AE1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11763375"/>
            <a:ext cx="3409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C"/>
          </a:solidFill>
          <a:ln xmlns:a="http://schemas.openxmlformats.org/drawingml/2006/main" w="16193">
            <a:solidFill>
              <a:srgbClr val="AAB0B8"/>
            </a:solidFill>
          </a:ln>
        </p:spPr>
      </p:sp>
      <p:pic>
        <p:nvPicPr>
          <p:cNvPr id="3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b4d19054da43ca"/>
          <a:stretch xmlns:a="http://schemas.openxmlformats.org/drawingml/2006/main"/>
        </p:blipFill>
        <p:spPr>
          <a:xfrm xmlns:a="http://schemas.openxmlformats.org/drawingml/2006/main">
            <a:off x="5264150" y="11849100"/>
            <a:ext cx="806450" cy="714375"/>
          </a:xfrm>
          <a:prstGeom xmlns:a="http://schemas.openxmlformats.org/drawingml/2006/main" prst="rect">
            <a:avLst/>
          </a:prstGeom>
        </p:spPr>
      </p:pic>
      <p:sp>
        <p:nvSpPr>
          <p:cNvPr id="132" name="SUMO + BlueSky">
            <a:extLst xmlns:a="http://schemas.openxmlformats.org/drawingml/2006/main">
              <a:ext uri="{FF2B5EF4-FFF2-40B4-BE49-F238E27FC236}">
                <a16:creationId xmlns:a16="http://schemas.microsoft.com/office/drawing/2014/main" id="{C90BC79F-B9CC-4C6D-84B3-F9DDD512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1906250"/>
            <a:ext cx="2076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SUMO + BlueSky</a:t>
            </a:r>
          </a:p>
        </p:txBody>
      </p:sp>
      <p:sp>
        <p:nvSpPr>
          <p:cNvPr id="133" name="object_72">
            <a:extLst xmlns:a="http://schemas.openxmlformats.org/drawingml/2006/main">
              <a:ext uri="{FF2B5EF4-FFF2-40B4-BE49-F238E27FC236}">
                <a16:creationId xmlns:a16="http://schemas.microsoft.com/office/drawing/2014/main" id="{6F6B8843-D9B7-4581-B9D4-5049D5EF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730" y="11277505"/>
            <a:ext cx="191" cy="19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4" name="object_73">
            <a:extLst xmlns:a="http://schemas.openxmlformats.org/drawingml/2006/main">
              <a:ext uri="{FF2B5EF4-FFF2-40B4-BE49-F238E27FC236}">
                <a16:creationId xmlns:a16="http://schemas.microsoft.com/office/drawing/2014/main" id="{BEA4947D-978F-479A-AA52-659B607A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730" y="11668030"/>
            <a:ext cx="191" cy="19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2" name=""/>
          <p:cNvCxnSpPr>
            <a:stCxn xmlns:a="http://schemas.openxmlformats.org/drawingml/2006/main" id="133" idx="6"/>
            <a:endCxn xmlns:a="http://schemas.openxmlformats.org/drawingml/2006/main" id="134" idx="2"/>
          </p:cNvCxnSpPr>
          <p:nvPr/>
        </p:nvCxnSpPr>
        <p:spPr>
          <a:xfrm xmlns:a="http://schemas.openxmlformats.org/drawingml/2006/main" flipH="1">
            <a:off x="6981730" y="11277601"/>
            <a:ext cx="191" cy="390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86AA4"/>
            </a:solidFill>
            <a:prstDash val="solid"/>
            <a:tailEnd type="triangle" w="med" len="med"/>
          </a:ln>
        </p:spPr>
      </p:cxnSp>
      <p:sp>
        <p:nvSpPr>
          <p:cNvPr id="136" name="path_74">
            <a:extLst xmlns:a="http://schemas.openxmlformats.org/drawingml/2006/main">
              <a:ext uri="{FF2B5EF4-FFF2-40B4-BE49-F238E27FC236}">
                <a16:creationId xmlns:a16="http://schemas.microsoft.com/office/drawing/2014/main" id="{F92EE7CC-6DBF-49D2-88BC-4D493185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876675"/>
            <a:ext cx="95" cy="3714750"/>
          </a:xfrm>
          <a:custGeom xmlns:a="http://schemas.openxmlformats.org/drawingml/2006/main">
            <a:pathLst>
              <a:path w="95" h="3714750">
                <a:moveTo>
                  <a:pt x="0" y="0"/>
                </a:moveTo>
                <a:lnTo>
                  <a:pt x="0" y="371475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7954A3"/>
            </a:solidFill>
            <a:prstDash val="dash"/>
          </a:ln>
        </p:spPr>
      </p:sp>
      <p:sp>
        <p:nvSpPr>
          <p:cNvPr id="137" name="object_75">
            <a:extLst xmlns:a="http://schemas.openxmlformats.org/drawingml/2006/main">
              <a:ext uri="{FF2B5EF4-FFF2-40B4-BE49-F238E27FC236}">
                <a16:creationId xmlns:a16="http://schemas.microsoft.com/office/drawing/2014/main" id="{F93E4409-8F32-41B0-AF0F-C703E2B9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630" y="3876580"/>
            <a:ext cx="191" cy="19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8" name="object_76">
            <a:extLst xmlns:a="http://schemas.openxmlformats.org/drawingml/2006/main">
              <a:ext uri="{FF2B5EF4-FFF2-40B4-BE49-F238E27FC236}">
                <a16:creationId xmlns:a16="http://schemas.microsoft.com/office/drawing/2014/main" id="{3BC2B4B7-4B78-4BEE-9F1F-D55FD375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330" y="3876580"/>
            <a:ext cx="191" cy="19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6" name=""/>
          <p:cNvCxnSpPr>
            <a:stCxn xmlns:a="http://schemas.openxmlformats.org/drawingml/2006/main" id="137" idx="6"/>
            <a:endCxn xmlns:a="http://schemas.openxmlformats.org/drawingml/2006/main" id="138" idx="2"/>
          </p:cNvCxnSpPr>
          <p:nvPr/>
        </p:nvCxnSpPr>
        <p:spPr>
          <a:xfrm xmlns:a="http://schemas.openxmlformats.org/drawingml/2006/main">
            <a:off x="5038821" y="3876676"/>
            <a:ext cx="266509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7954A3"/>
            </a:solidFill>
            <a:prstDash val="dash"/>
            <a:tailEnd type="triangle" w="med" len="med"/>
          </a:ln>
        </p:spPr>
      </p:cxnSp>
      <p:sp>
        <p:nvSpPr>
          <p:cNvPr id="140" name="object_77">
            <a:extLst xmlns:a="http://schemas.openxmlformats.org/drawingml/2006/main">
              <a:ext uri="{FF2B5EF4-FFF2-40B4-BE49-F238E27FC236}">
                <a16:creationId xmlns:a16="http://schemas.microsoft.com/office/drawing/2014/main" id="{6F1C9321-9837-4099-867A-687A98D3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630" y="7591330"/>
            <a:ext cx="191" cy="19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1" name="object_78">
            <a:extLst xmlns:a="http://schemas.openxmlformats.org/drawingml/2006/main">
              <a:ext uri="{FF2B5EF4-FFF2-40B4-BE49-F238E27FC236}">
                <a16:creationId xmlns:a16="http://schemas.microsoft.com/office/drawing/2014/main" id="{448A8EBD-2879-449A-9B2F-26DD11E4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330" y="7591330"/>
            <a:ext cx="191" cy="19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9" name=""/>
          <p:cNvCxnSpPr>
            <a:stCxn xmlns:a="http://schemas.openxmlformats.org/drawingml/2006/main" id="140" idx="6"/>
            <a:endCxn xmlns:a="http://schemas.openxmlformats.org/drawingml/2006/main" id="141" idx="2"/>
          </p:cNvCxnSpPr>
          <p:nvPr/>
        </p:nvCxnSpPr>
        <p:spPr>
          <a:xfrm xmlns:a="http://schemas.openxmlformats.org/drawingml/2006/main">
            <a:off x="5038821" y="7591425"/>
            <a:ext cx="266509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7954A3"/>
            </a:solidFill>
            <a:prstDash val="dash"/>
            <a:tailEnd type="triangle" w="med" len="med"/>
          </a:ln>
        </p:spPr>
      </p:cxnSp>
      <p:sp>
        <p:nvSpPr>
          <p:cNvPr id="143" name="object_79">
            <a:extLst xmlns:a="http://schemas.openxmlformats.org/drawingml/2006/main">
              <a:ext uri="{FF2B5EF4-FFF2-40B4-BE49-F238E27FC236}">
                <a16:creationId xmlns:a16="http://schemas.microsoft.com/office/drawing/2014/main" id="{E0059910-9949-48A5-9CE8-6C3C0749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553075"/>
            <a:ext cx="742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4" name="Shared&#10;data">
            <a:extLst xmlns:a="http://schemas.openxmlformats.org/drawingml/2006/main">
              <a:ext uri="{FF2B5EF4-FFF2-40B4-BE49-F238E27FC236}">
                <a16:creationId xmlns:a16="http://schemas.microsoft.com/office/drawing/2014/main" id="{6F71BA51-1762-4174-BF6E-5DA0628D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5610225"/>
            <a:ext cx="7334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7954A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7954A3"/>
                </a:solidFill>
                <a:latin typeface="Times New Roman"/>
                <a:ea typeface="Times New Roman"/>
                <a:cs typeface="Times New Roman"/>
              </a:rPr>
              <a:t>Shared</a:t>
            </a:r>
          </a:p>
          <a:p xmlns:a="http://schemas.openxmlformats.org/drawingml/2006/main">
            <a:pPr algn="ctr">
              <a:defRPr sz="1800" b="0">
                <a:solidFill>
                  <a:srgbClr val="7954A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7954A3"/>
                </a:solidFill>
                <a:latin typeface="Times New Roman"/>
                <a:ea typeface="Times New Roman"/>
                <a:cs typeface="Times New Roman"/>
              </a:rPr>
              <a:t>data</a:t>
            </a:r>
          </a:p>
        </p:txBody>
      </p:sp>
      <p:sp>
        <p:nvSpPr>
          <p:cNvPr id="145" name="path_80">
            <a:extLst xmlns:a="http://schemas.openxmlformats.org/drawingml/2006/main">
              <a:ext uri="{FF2B5EF4-FFF2-40B4-BE49-F238E27FC236}">
                <a16:creationId xmlns:a16="http://schemas.microsoft.com/office/drawing/2014/main" id="{DD676A2B-BE06-4F35-86C8-2DD52E0D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95575"/>
            <a:ext cx="95" cy="7943850"/>
          </a:xfrm>
          <a:custGeom xmlns:a="http://schemas.openxmlformats.org/drawingml/2006/main">
            <a:pathLst>
              <a:path w="95" h="7943850">
                <a:moveTo>
                  <a:pt x="0" y="0"/>
                </a:moveTo>
                <a:lnTo>
                  <a:pt x="0" y="794385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D78A3A"/>
            </a:solidFill>
            <a:prstDash val="dash"/>
          </a:ln>
        </p:spPr>
      </p:sp>
      <p:sp>
        <p:nvSpPr>
          <p:cNvPr id="146" name="object_81">
            <a:extLst xmlns:a="http://schemas.openxmlformats.org/drawingml/2006/main">
              <a:ext uri="{FF2B5EF4-FFF2-40B4-BE49-F238E27FC236}">
                <a16:creationId xmlns:a16="http://schemas.microsoft.com/office/drawing/2014/main" id="{33324E23-78AD-4345-A2B5-947D737D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455" y="2695480"/>
            <a:ext cx="191" cy="19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7" name="object_82">
            <a:extLst xmlns:a="http://schemas.openxmlformats.org/drawingml/2006/main">
              <a:ext uri="{FF2B5EF4-FFF2-40B4-BE49-F238E27FC236}">
                <a16:creationId xmlns:a16="http://schemas.microsoft.com/office/drawing/2014/main" id="{4F4B6F35-88F8-4A4F-B32C-D3491F1C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530" y="2695480"/>
            <a:ext cx="191" cy="19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5" name=""/>
          <p:cNvCxnSpPr>
            <a:stCxn xmlns:a="http://schemas.openxmlformats.org/drawingml/2006/main" id="146" idx="6"/>
            <a:endCxn xmlns:a="http://schemas.openxmlformats.org/drawingml/2006/main" id="147" idx="2"/>
          </p:cNvCxnSpPr>
          <p:nvPr/>
        </p:nvCxnSpPr>
        <p:spPr>
          <a:xfrm xmlns:a="http://schemas.openxmlformats.org/drawingml/2006/main" flipH="1">
            <a:off x="8429530" y="2695576"/>
            <a:ext cx="162116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D78A3A"/>
            </a:solidFill>
            <a:prstDash val="dash"/>
            <a:tailEnd type="triangle" w="med" len="med"/>
          </a:ln>
        </p:spPr>
      </p:cxnSp>
      <p:sp>
        <p:nvSpPr>
          <p:cNvPr id="149" name="object_83">
            <a:extLst xmlns:a="http://schemas.openxmlformats.org/drawingml/2006/main">
              <a:ext uri="{FF2B5EF4-FFF2-40B4-BE49-F238E27FC236}">
                <a16:creationId xmlns:a16="http://schemas.microsoft.com/office/drawing/2014/main" id="{B6291E26-B9A2-4B73-9183-D37788C6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530" y="10639330"/>
            <a:ext cx="191" cy="19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0" name="object_84">
            <a:extLst xmlns:a="http://schemas.openxmlformats.org/drawingml/2006/main">
              <a:ext uri="{FF2B5EF4-FFF2-40B4-BE49-F238E27FC236}">
                <a16:creationId xmlns:a16="http://schemas.microsoft.com/office/drawing/2014/main" id="{F771AD0F-7B43-4882-844D-1553C77F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455" y="10639330"/>
            <a:ext cx="191" cy="19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8" name=""/>
          <p:cNvCxnSpPr>
            <a:stCxn xmlns:a="http://schemas.openxmlformats.org/drawingml/2006/main" id="149" idx="6"/>
            <a:endCxn xmlns:a="http://schemas.openxmlformats.org/drawingml/2006/main" id="150" idx="2"/>
          </p:cNvCxnSpPr>
          <p:nvPr/>
        </p:nvCxnSpPr>
        <p:spPr>
          <a:xfrm xmlns:a="http://schemas.openxmlformats.org/drawingml/2006/main">
            <a:off x="8429721" y="10639426"/>
            <a:ext cx="161734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D78A3A"/>
            </a:solidFill>
            <a:prstDash val="dash"/>
            <a:tailEnd type="triangle" w="med" len="med"/>
          </a:ln>
        </p:spPr>
      </p:cxnSp>
      <p:sp>
        <p:nvSpPr>
          <p:cNvPr id="152" name="object_85">
            <a:extLst xmlns:a="http://schemas.openxmlformats.org/drawingml/2006/main">
              <a:ext uri="{FF2B5EF4-FFF2-40B4-BE49-F238E27FC236}">
                <a16:creationId xmlns:a16="http://schemas.microsoft.com/office/drawing/2014/main" id="{451B4D20-C5F6-46F0-8D71-76997256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9544050"/>
            <a:ext cx="10382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3" name="Feedback">
            <a:extLst xmlns:a="http://schemas.openxmlformats.org/drawingml/2006/main">
              <a:ext uri="{FF2B5EF4-FFF2-40B4-BE49-F238E27FC236}">
                <a16:creationId xmlns:a16="http://schemas.microsoft.com/office/drawing/2014/main" id="{9037FBBB-AB7F-4E46-9D18-FFCAAF00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9544050"/>
            <a:ext cx="981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AE6C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AE6C32"/>
                </a:solidFill>
                <a:latin typeface="Times New Roman"/>
                <a:ea typeface="Times New Roman"/>
                <a:cs typeface="Times New Roman"/>
              </a:rPr>
              <a:t>Feedback</a:t>
            </a:r>
          </a:p>
        </p:txBody>
      </p:sp>
      <p:sp>
        <p:nvSpPr>
          <p:cNvPr id="154" name="B0 Ground    B1 Rule">
            <a:extLst xmlns:a="http://schemas.openxmlformats.org/drawingml/2006/main">
              <a:ext uri="{FF2B5EF4-FFF2-40B4-BE49-F238E27FC236}">
                <a16:creationId xmlns:a16="http://schemas.microsoft.com/office/drawing/2014/main" id="{20332E06-9E75-4989-8FA7-972BB009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74866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B0 Ground    B1 Rule</a:t>
            </a:r>
          </a:p>
        </p:txBody>
      </p:sp>
      <p:sp>
        <p:nvSpPr>
          <p:cNvPr id="155" name="B2 Heuristic  B4b LLM">
            <a:extLst xmlns:a="http://schemas.openxmlformats.org/drawingml/2006/main">
              <a:ext uri="{FF2B5EF4-FFF2-40B4-BE49-F238E27FC236}">
                <a16:creationId xmlns:a16="http://schemas.microsoft.com/office/drawing/2014/main" id="{15FA6206-828B-4166-94A7-9D5AFCCB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7734300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B2 Heuristic  B4b LLM</a:t>
            </a:r>
          </a:p>
        </p:txBody>
      </p:sp>
      <p:sp>
        <p:nvSpPr>
          <p:cNvPr id="156" name="B4a: interface ablation">
            <a:extLst xmlns:a="http://schemas.openxmlformats.org/drawingml/2006/main">
              <a:ext uri="{FF2B5EF4-FFF2-40B4-BE49-F238E27FC236}">
                <a16:creationId xmlns:a16="http://schemas.microsoft.com/office/drawing/2014/main" id="{335C4F00-1E35-436E-988C-ACFF9C32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7991475"/>
            <a:ext cx="2390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870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68707A"/>
                </a:solidFill>
                <a:latin typeface="Times New Roman"/>
                <a:ea typeface="Times New Roman"/>
                <a:cs typeface="Times New Roman"/>
              </a:rPr>
              <a:t>B4a: interface ablation</a:t>
            </a:r>
          </a:p>
        </p:txBody>
      </p:sp>
      <p:sp>
        <p:nvSpPr>
          <p:cNvPr id="157" name="Control input">
            <a:extLst xmlns:a="http://schemas.openxmlformats.org/drawingml/2006/main">
              <a:ext uri="{FF2B5EF4-FFF2-40B4-BE49-F238E27FC236}">
                <a16:creationId xmlns:a16="http://schemas.microsoft.com/office/drawing/2014/main" id="{D91CAB36-D92E-42F1-956F-2D470B34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1315700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477F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477F60"/>
                </a:solidFill>
                <a:latin typeface="Times New Roman"/>
                <a:ea typeface="Times New Roman"/>
                <a:cs typeface="Times New Roman"/>
              </a:rPr>
              <a:t>Control input</a:t>
            </a:r>
          </a:p>
        </p:txBody>
      </p:sp>
      <p:sp>
        <p:nvSpPr>
          <p:cNvPr id="158" name="Scenarios">
            <a:extLst xmlns:a="http://schemas.openxmlformats.org/drawingml/2006/main">
              <a:ext uri="{FF2B5EF4-FFF2-40B4-BE49-F238E27FC236}">
                <a16:creationId xmlns:a16="http://schemas.microsoft.com/office/drawing/2014/main" id="{09E84BCE-BAFB-49D5-AAAB-04E822352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609725"/>
            <a:ext cx="2409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Scenarios</a:t>
            </a:r>
          </a:p>
        </p:txBody>
      </p:sp>
      <p:sp>
        <p:nvSpPr>
          <p:cNvPr id="159" name="path_86">
            <a:extLst xmlns:a="http://schemas.openxmlformats.org/drawingml/2006/main">
              <a:ext uri="{FF2B5EF4-FFF2-40B4-BE49-F238E27FC236}">
                <a16:creationId xmlns:a16="http://schemas.microsoft.com/office/drawing/2014/main" id="{873A490F-98D2-4EC6-952C-F2405327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00250"/>
            <a:ext cx="4467225" cy="95"/>
          </a:xfrm>
          <a:custGeom xmlns:a="http://schemas.openxmlformats.org/drawingml/2006/main">
            <a:pathLst>
              <a:path w="4467225" h="95">
                <a:moveTo>
                  <a:pt x="0" y="0"/>
                </a:moveTo>
                <a:lnTo>
                  <a:pt x="4467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AAB0B8"/>
            </a:solidFill>
            <a:prstDash val="dash"/>
          </a:ln>
        </p:spPr>
      </p:sp>
      <p:sp>
        <p:nvSpPr>
          <p:cNvPr id="160" name="path_87">
            <a:extLst xmlns:a="http://schemas.openxmlformats.org/drawingml/2006/main">
              <a:ext uri="{FF2B5EF4-FFF2-40B4-BE49-F238E27FC236}">
                <a16:creationId xmlns:a16="http://schemas.microsoft.com/office/drawing/2014/main" id="{F8C812BE-AEEC-47F2-B735-A021E04E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152650"/>
            <a:ext cx="95" cy="5943600"/>
          </a:xfrm>
          <a:custGeom xmlns:a="http://schemas.openxmlformats.org/drawingml/2006/main">
            <a:pathLst>
              <a:path w="95" h="5943600">
                <a:moveTo>
                  <a:pt x="0" y="0"/>
                </a:moveTo>
                <a:lnTo>
                  <a:pt x="0" y="59436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AAB0B8"/>
            </a:solidFill>
            <a:prstDash val="dash"/>
          </a:ln>
        </p:spPr>
      </p:sp>
      <p:sp>
        <p:nvSpPr>
          <p:cNvPr id="161" name="path_88">
            <a:extLst xmlns:a="http://schemas.openxmlformats.org/drawingml/2006/main">
              <a:ext uri="{FF2B5EF4-FFF2-40B4-BE49-F238E27FC236}">
                <a16:creationId xmlns:a16="http://schemas.microsoft.com/office/drawing/2014/main" id="{0ACF0615-55DC-4A8F-81AB-D99E8F50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086350"/>
            <a:ext cx="4467225" cy="95"/>
          </a:xfrm>
          <a:custGeom xmlns:a="http://schemas.openxmlformats.org/drawingml/2006/main">
            <a:pathLst>
              <a:path w="4467225" h="95">
                <a:moveTo>
                  <a:pt x="0" y="0"/>
                </a:moveTo>
                <a:lnTo>
                  <a:pt x="4467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AAB0B8"/>
            </a:solidFill>
            <a:prstDash val="dash"/>
          </a:ln>
        </p:spPr>
      </p:sp>
      <p:sp>
        <p:nvSpPr>
          <p:cNvPr id="162" name="object_89">
            <a:extLst xmlns:a="http://schemas.openxmlformats.org/drawingml/2006/main">
              <a:ext uri="{FF2B5EF4-FFF2-40B4-BE49-F238E27FC236}">
                <a16:creationId xmlns:a16="http://schemas.microsoft.com/office/drawing/2014/main" id="{C6F771AB-F7F2-44DB-92C6-9DBA20EB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219325"/>
            <a:ext cx="552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AA4"/>
          </a:solidFill>
          <a:ln xmlns:a="http://schemas.openxmlformats.org/drawingml/2006/main" w="12383">
            <a:solidFill>
              <a:srgbClr val="41536B"/>
            </a:solidFill>
          </a:ln>
        </p:spPr>
      </p:sp>
      <p:sp>
        <p:nvSpPr>
          <p:cNvPr id="163" name="E1">
            <a:extLst xmlns:a="http://schemas.openxmlformats.org/drawingml/2006/main">
              <a:ext uri="{FF2B5EF4-FFF2-40B4-BE49-F238E27FC236}">
                <a16:creationId xmlns:a16="http://schemas.microsoft.com/office/drawing/2014/main" id="{BD7C33F6-239A-4134-8999-E00335D2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21932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E1</a:t>
            </a:r>
          </a:p>
        </p:txBody>
      </p:sp>
      <p:sp>
        <p:nvSpPr>
          <p:cNvPr id="164" name="Air support&#10;disruption">
            <a:extLst xmlns:a="http://schemas.openxmlformats.org/drawingml/2006/main">
              <a:ext uri="{FF2B5EF4-FFF2-40B4-BE49-F238E27FC236}">
                <a16:creationId xmlns:a16="http://schemas.microsoft.com/office/drawing/2014/main" id="{034317A7-F211-4853-A684-5D31D82B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190750"/>
            <a:ext cx="152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Air support</a:t>
            </a:r>
          </a:p>
          <a:p xmlns:a="http://schemas.openxmlformats.org/drawingml/2006/main">
            <a:pPr algn="l">
              <a:defRPr sz="18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disruption</a:t>
            </a:r>
          </a:p>
        </p:txBody>
      </p:sp>
      <p:pic>
        <p:nvPicPr>
          <p:cNvPr id="4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aa7ecdd23e43f3"/>
          <a:stretch xmlns:a="http://schemas.openxmlformats.org/drawingml/2006/main"/>
        </p:blipFill>
        <p:spPr>
          <a:xfrm xmlns:a="http://schemas.openxmlformats.org/drawingml/2006/main">
            <a:off x="9024013" y="2943225"/>
            <a:ext cx="2106874" cy="2076450"/>
          </a:xfrm>
          <a:prstGeom xmlns:a="http://schemas.openxmlformats.org/drawingml/2006/main" prst="rect">
            <a:avLst/>
          </a:prstGeom>
        </p:spPr>
      </p:pic>
      <p:sp>
        <p:nvSpPr>
          <p:cNvPr id="166" name="object_90">
            <a:extLst xmlns:a="http://schemas.openxmlformats.org/drawingml/2006/main">
              <a:ext uri="{FF2B5EF4-FFF2-40B4-BE49-F238E27FC236}">
                <a16:creationId xmlns:a16="http://schemas.microsoft.com/office/drawing/2014/main" id="{FE4A183B-109E-421F-8CE4-F97D30AC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19325"/>
            <a:ext cx="552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AA4"/>
          </a:solidFill>
          <a:ln xmlns:a="http://schemas.openxmlformats.org/drawingml/2006/main" w="12383">
            <a:solidFill>
              <a:srgbClr val="41536B"/>
            </a:solidFill>
          </a:ln>
        </p:spPr>
      </p:sp>
      <p:sp>
        <p:nvSpPr>
          <p:cNvPr id="167" name="E2">
            <a:extLst xmlns:a="http://schemas.openxmlformats.org/drawingml/2006/main">
              <a:ext uri="{FF2B5EF4-FFF2-40B4-BE49-F238E27FC236}">
                <a16:creationId xmlns:a16="http://schemas.microsoft.com/office/drawing/2014/main" id="{F0D12A04-98AA-4F06-B13A-CEB7118B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1932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E2</a:t>
            </a:r>
          </a:p>
        </p:txBody>
      </p:sp>
      <p:sp>
        <p:nvSpPr>
          <p:cNvPr id="168" name="Air-layer&#10;reconfiguration">
            <a:extLst xmlns:a="http://schemas.openxmlformats.org/drawingml/2006/main">
              <a:ext uri="{FF2B5EF4-FFF2-40B4-BE49-F238E27FC236}">
                <a16:creationId xmlns:a16="http://schemas.microsoft.com/office/drawing/2014/main" id="{0E71A8D3-0052-4146-A28B-AC0C85BB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2190750"/>
            <a:ext cx="152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Air-layer</a:t>
            </a:r>
          </a:p>
          <a:p xmlns:a="http://schemas.openxmlformats.org/drawingml/2006/main">
            <a:pPr algn="l">
              <a:defRPr sz="18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reconfiguration</a:t>
            </a:r>
          </a:p>
        </p:txBody>
      </p:sp>
      <p:pic>
        <p:nvPicPr>
          <p:cNvPr id="4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5d52d4b083403b"/>
          <a:stretch xmlns:a="http://schemas.openxmlformats.org/drawingml/2006/main"/>
        </p:blipFill>
        <p:spPr>
          <a:xfrm xmlns:a="http://schemas.openxmlformats.org/drawingml/2006/main">
            <a:off x="11342264" y="2943225"/>
            <a:ext cx="2099522" cy="2076450"/>
          </a:xfrm>
          <a:prstGeom xmlns:a="http://schemas.openxmlformats.org/drawingml/2006/main" prst="rect">
            <a:avLst/>
          </a:prstGeom>
        </p:spPr>
      </p:pic>
      <p:sp>
        <p:nvSpPr>
          <p:cNvPr id="170" name="object_91">
            <a:extLst xmlns:a="http://schemas.openxmlformats.org/drawingml/2006/main">
              <a:ext uri="{FF2B5EF4-FFF2-40B4-BE49-F238E27FC236}">
                <a16:creationId xmlns:a16="http://schemas.microsoft.com/office/drawing/2014/main" id="{22931680-EF40-410F-B11E-6A531275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5286375"/>
            <a:ext cx="552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2383">
            <a:solidFill>
              <a:srgbClr val="41536B"/>
            </a:solidFill>
          </a:ln>
        </p:spPr>
      </p:sp>
      <p:sp>
        <p:nvSpPr>
          <p:cNvPr id="171" name="E3">
            <a:extLst xmlns:a="http://schemas.openxmlformats.org/drawingml/2006/main">
              <a:ext uri="{FF2B5EF4-FFF2-40B4-BE49-F238E27FC236}">
                <a16:creationId xmlns:a16="http://schemas.microsoft.com/office/drawing/2014/main" id="{09B426A4-3E17-4679-BCB0-C0F042DD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528637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E3</a:t>
            </a:r>
          </a:p>
        </p:txBody>
      </p:sp>
      <p:sp>
        <p:nvSpPr>
          <p:cNvPr id="172" name="Compound&#10;disturbance">
            <a:extLst xmlns:a="http://schemas.openxmlformats.org/drawingml/2006/main">
              <a:ext uri="{FF2B5EF4-FFF2-40B4-BE49-F238E27FC236}">
                <a16:creationId xmlns:a16="http://schemas.microsoft.com/office/drawing/2014/main" id="{57F380F4-0103-4C74-85F6-71655F22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5257800"/>
            <a:ext cx="152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Compound</a:t>
            </a:r>
          </a:p>
          <a:p xmlns:a="http://schemas.openxmlformats.org/drawingml/2006/main">
            <a:pPr algn="l">
              <a:defRPr sz="18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disturbance</a:t>
            </a:r>
          </a:p>
        </p:txBody>
      </p:sp>
      <p:pic>
        <p:nvPicPr>
          <p:cNvPr id="4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e4f3a3508f42af"/>
          <a:stretch xmlns:a="http://schemas.openxmlformats.org/drawingml/2006/main"/>
        </p:blipFill>
        <p:spPr>
          <a:xfrm xmlns:a="http://schemas.openxmlformats.org/drawingml/2006/main">
            <a:off x="9092860" y="6010275"/>
            <a:ext cx="1969180" cy="2076450"/>
          </a:xfrm>
          <a:prstGeom xmlns:a="http://schemas.openxmlformats.org/drawingml/2006/main" prst="rect">
            <a:avLst/>
          </a:prstGeom>
        </p:spPr>
      </p:pic>
      <p:sp>
        <p:nvSpPr>
          <p:cNvPr id="174" name="object_92">
            <a:extLst xmlns:a="http://schemas.openxmlformats.org/drawingml/2006/main">
              <a:ext uri="{FF2B5EF4-FFF2-40B4-BE49-F238E27FC236}">
                <a16:creationId xmlns:a16="http://schemas.microsoft.com/office/drawing/2014/main" id="{1B0831A1-75D3-4741-8DDC-9981455C2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5286375"/>
            <a:ext cx="552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2383">
            <a:solidFill>
              <a:srgbClr val="41536B"/>
            </a:solidFill>
          </a:ln>
        </p:spPr>
      </p:sp>
      <p:sp>
        <p:nvSpPr>
          <p:cNvPr id="175" name="E4">
            <a:extLst xmlns:a="http://schemas.openxmlformats.org/drawingml/2006/main">
              <a:ext uri="{FF2B5EF4-FFF2-40B4-BE49-F238E27FC236}">
                <a16:creationId xmlns:a16="http://schemas.microsoft.com/office/drawing/2014/main" id="{82E572F5-90DA-4AFC-BC74-6E2EF037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528637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E4</a:t>
            </a:r>
          </a:p>
        </p:txBody>
      </p:sp>
      <p:sp>
        <p:nvSpPr>
          <p:cNvPr id="176" name="Observation&#10;sensitivity">
            <a:extLst xmlns:a="http://schemas.openxmlformats.org/drawingml/2006/main">
              <a:ext uri="{FF2B5EF4-FFF2-40B4-BE49-F238E27FC236}">
                <a16:creationId xmlns:a16="http://schemas.microsoft.com/office/drawing/2014/main" id="{A10E9EA7-218F-4D47-9304-01F10A8E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5257800"/>
            <a:ext cx="152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Observation</a:t>
            </a:r>
          </a:p>
          <a:p xmlns:a="http://schemas.openxmlformats.org/drawingml/2006/main">
            <a:pPr algn="l">
              <a:defRPr sz="18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sensitivity</a:t>
            </a:r>
          </a:p>
        </p:txBody>
      </p:sp>
      <p:pic>
        <p:nvPicPr>
          <p:cNvPr id="4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e29f88aa2441ac"/>
          <a:stretch xmlns:a="http://schemas.openxmlformats.org/drawingml/2006/main"/>
        </p:blipFill>
        <p:spPr>
          <a:xfrm xmlns:a="http://schemas.openxmlformats.org/drawingml/2006/main">
            <a:off x="11334750" y="6085906"/>
            <a:ext cx="2114550" cy="1925187"/>
          </a:xfrm>
          <a:prstGeom xmlns:a="http://schemas.openxmlformats.org/drawingml/2006/main" prst="rect">
            <a:avLst/>
          </a:prstGeom>
        </p:spPr>
      </p:pic>
      <p:sp>
        <p:nvSpPr>
          <p:cNvPr id="178" name="path_93">
            <a:extLst xmlns:a="http://schemas.openxmlformats.org/drawingml/2006/main">
              <a:ext uri="{FF2B5EF4-FFF2-40B4-BE49-F238E27FC236}">
                <a16:creationId xmlns:a16="http://schemas.microsoft.com/office/drawing/2014/main" id="{C8A04489-4512-4929-B625-8785D6BC7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8286750"/>
            <a:ext cx="4467225" cy="95"/>
          </a:xfrm>
          <a:custGeom xmlns:a="http://schemas.openxmlformats.org/drawingml/2006/main">
            <a:pathLst>
              <a:path w="4467225" h="95">
                <a:moveTo>
                  <a:pt x="0" y="0"/>
                </a:moveTo>
                <a:lnTo>
                  <a:pt x="4467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AAB0B8"/>
            </a:solidFill>
            <a:prstDash val="solid"/>
          </a:ln>
        </p:spPr>
      </p:sp>
      <p:sp>
        <p:nvSpPr>
          <p:cNvPr id="179" name="Study sites">
            <a:extLst xmlns:a="http://schemas.openxmlformats.org/drawingml/2006/main">
              <a:ext uri="{FF2B5EF4-FFF2-40B4-BE49-F238E27FC236}">
                <a16:creationId xmlns:a16="http://schemas.microsoft.com/office/drawing/2014/main" id="{3AF40ED5-BE50-4CD6-93ED-878BFF0A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8420100"/>
            <a:ext cx="381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Study sites</a:t>
            </a:r>
          </a:p>
        </p:txBody>
      </p:sp>
      <p:sp>
        <p:nvSpPr>
          <p:cNvPr id="180" name="path_94">
            <a:extLst xmlns:a="http://schemas.openxmlformats.org/drawingml/2006/main">
              <a:ext uri="{FF2B5EF4-FFF2-40B4-BE49-F238E27FC236}">
                <a16:creationId xmlns:a16="http://schemas.microsoft.com/office/drawing/2014/main" id="{4FB5C43A-FD1F-4C52-AE0F-39A6A802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8886825"/>
            <a:ext cx="4467225" cy="95"/>
          </a:xfrm>
          <a:custGeom xmlns:a="http://schemas.openxmlformats.org/drawingml/2006/main">
            <a:pathLst>
              <a:path w="4467225" h="95">
                <a:moveTo>
                  <a:pt x="0" y="0"/>
                </a:moveTo>
                <a:lnTo>
                  <a:pt x="4467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AAB0B8"/>
            </a:solidFill>
            <a:prstDash val="dash"/>
          </a:ln>
        </p:spPr>
      </p:sp>
      <p:sp>
        <p:nvSpPr>
          <p:cNvPr id="181" name="Site A">
            <a:extLst xmlns:a="http://schemas.openxmlformats.org/drawingml/2006/main">
              <a:ext uri="{FF2B5EF4-FFF2-40B4-BE49-F238E27FC236}">
                <a16:creationId xmlns:a16="http://schemas.microsoft.com/office/drawing/2014/main" id="{BFE99A72-CEAA-437D-A598-B1176C7A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9010650"/>
            <a:ext cx="14382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Site A</a:t>
            </a:r>
          </a:p>
        </p:txBody>
      </p:sp>
      <p:sp>
        <p:nvSpPr>
          <p:cNvPr id="182" name="Urban&#10;(meshed)">
            <a:extLst xmlns:a="http://schemas.openxmlformats.org/drawingml/2006/main">
              <a:ext uri="{FF2B5EF4-FFF2-40B4-BE49-F238E27FC236}">
                <a16:creationId xmlns:a16="http://schemas.microsoft.com/office/drawing/2014/main" id="{BB902820-4EFC-429E-B8D0-895A662D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9382125"/>
            <a:ext cx="14668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Urban</a:t>
            </a:r>
          </a:p>
          <a:p xmlns:a="http://schemas.openxmlformats.org/drawingml/2006/main">
            <a:pPr algn="ctr">
              <a:defRPr sz="195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(meshed)</a:t>
            </a:r>
          </a:p>
        </p:txBody>
      </p:sp>
      <p:pic>
        <p:nvPicPr>
          <p:cNvPr id="4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5795b361f34b87"/>
          <a:stretch xmlns:a="http://schemas.openxmlformats.org/drawingml/2006/main"/>
        </p:blipFill>
        <p:spPr>
          <a:xfrm xmlns:a="http://schemas.openxmlformats.org/drawingml/2006/main">
            <a:off x="9048750" y="10220808"/>
            <a:ext cx="1381125" cy="1361109"/>
          </a:xfrm>
          <a:prstGeom xmlns:a="http://schemas.openxmlformats.org/drawingml/2006/main" prst="rect">
            <a:avLst/>
          </a:prstGeom>
        </p:spPr>
      </p:pic>
      <p:sp>
        <p:nvSpPr>
          <p:cNvPr id="184" name="Dense network&#10;Route choices">
            <a:extLst xmlns:a="http://schemas.openxmlformats.org/drawingml/2006/main">
              <a:ext uri="{FF2B5EF4-FFF2-40B4-BE49-F238E27FC236}">
                <a16:creationId xmlns:a16="http://schemas.microsoft.com/office/drawing/2014/main" id="{9A3BD265-73A7-4B2E-9864-5A93FD75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1782425"/>
            <a:ext cx="1409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Dense network</a:t>
            </a:r>
          </a:p>
          <a:p xmlns:a="http://schemas.openxmlformats.org/drawingml/2006/main">
            <a:pPr algn="ctr">
              <a:defRPr sz="172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Route choices</a:t>
            </a:r>
          </a:p>
        </p:txBody>
      </p:sp>
      <p:sp>
        <p:nvSpPr>
          <p:cNvPr id="185" name="path_95">
            <a:extLst xmlns:a="http://schemas.openxmlformats.org/drawingml/2006/main">
              <a:ext uri="{FF2B5EF4-FFF2-40B4-BE49-F238E27FC236}">
                <a16:creationId xmlns:a16="http://schemas.microsoft.com/office/drawing/2014/main" id="{52B373B2-CF00-4DDE-A7E8-E3EF3D03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9029700"/>
            <a:ext cx="95" cy="3486150"/>
          </a:xfrm>
          <a:custGeom xmlns:a="http://schemas.openxmlformats.org/drawingml/2006/main">
            <a:pathLst>
              <a:path w="95" h="3486150">
                <a:moveTo>
                  <a:pt x="0" y="0"/>
                </a:moveTo>
                <a:lnTo>
                  <a:pt x="0" y="348615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AAB0B8"/>
            </a:solidFill>
            <a:prstDash val="dash"/>
          </a:ln>
        </p:spPr>
      </p:sp>
      <p:sp>
        <p:nvSpPr>
          <p:cNvPr id="186" name="Site B">
            <a:extLst xmlns:a="http://schemas.openxmlformats.org/drawingml/2006/main">
              <a:ext uri="{FF2B5EF4-FFF2-40B4-BE49-F238E27FC236}">
                <a16:creationId xmlns:a16="http://schemas.microsoft.com/office/drawing/2014/main" id="{9F166F8A-FC83-40F0-A8AA-72FC7F3B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9010650"/>
            <a:ext cx="14382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Site B</a:t>
            </a:r>
          </a:p>
        </p:txBody>
      </p:sp>
      <p:sp>
        <p:nvSpPr>
          <p:cNvPr id="187" name="River&#10;(barrier)">
            <a:extLst xmlns:a="http://schemas.openxmlformats.org/drawingml/2006/main">
              <a:ext uri="{FF2B5EF4-FFF2-40B4-BE49-F238E27FC236}">
                <a16:creationId xmlns:a16="http://schemas.microsoft.com/office/drawing/2014/main" id="{61C6DCD9-461B-4DBD-9962-38C25A81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9382125"/>
            <a:ext cx="14668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River</a:t>
            </a:r>
          </a:p>
          <a:p xmlns:a="http://schemas.openxmlformats.org/drawingml/2006/main">
            <a:pPr algn="ctr">
              <a:defRPr sz="195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(barrier)</a:t>
            </a:r>
          </a:p>
        </p:txBody>
      </p:sp>
      <p:pic>
        <p:nvPicPr>
          <p:cNvPr id="4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978b705a2f4ae0"/>
          <a:stretch xmlns:a="http://schemas.openxmlformats.org/drawingml/2006/main"/>
        </p:blipFill>
        <p:spPr>
          <a:xfrm xmlns:a="http://schemas.openxmlformats.org/drawingml/2006/main">
            <a:off x="10544175" y="10226435"/>
            <a:ext cx="1381125" cy="1349854"/>
          </a:xfrm>
          <a:prstGeom xmlns:a="http://schemas.openxmlformats.org/drawingml/2006/main" prst="rect">
            <a:avLst/>
          </a:prstGeom>
        </p:spPr>
      </p:pic>
      <p:sp>
        <p:nvSpPr>
          <p:cNvPr id="189" name="River crossing&#10;Limited links">
            <a:extLst xmlns:a="http://schemas.openxmlformats.org/drawingml/2006/main">
              <a:ext uri="{FF2B5EF4-FFF2-40B4-BE49-F238E27FC236}">
                <a16:creationId xmlns:a16="http://schemas.microsoft.com/office/drawing/2014/main" id="{6672C0DD-FF9E-4F8F-9590-4BD6239E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11782425"/>
            <a:ext cx="1409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River crossing</a:t>
            </a:r>
          </a:p>
          <a:p xmlns:a="http://schemas.openxmlformats.org/drawingml/2006/main">
            <a:pPr algn="ctr">
              <a:defRPr sz="172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Limited links</a:t>
            </a:r>
          </a:p>
        </p:txBody>
      </p:sp>
      <p:sp>
        <p:nvSpPr>
          <p:cNvPr id="190" name="path_96">
            <a:extLst xmlns:a="http://schemas.openxmlformats.org/drawingml/2006/main">
              <a:ext uri="{FF2B5EF4-FFF2-40B4-BE49-F238E27FC236}">
                <a16:creationId xmlns:a16="http://schemas.microsoft.com/office/drawing/2014/main" id="{0713988B-60A0-4CB9-B3C0-D989E315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9029700"/>
            <a:ext cx="95" cy="3486150"/>
          </a:xfrm>
          <a:custGeom xmlns:a="http://schemas.openxmlformats.org/drawingml/2006/main">
            <a:pathLst>
              <a:path w="95" h="3486150">
                <a:moveTo>
                  <a:pt x="0" y="0"/>
                </a:moveTo>
                <a:lnTo>
                  <a:pt x="0" y="348615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AAB0B8"/>
            </a:solidFill>
            <a:prstDash val="dash"/>
          </a:ln>
        </p:spPr>
      </p:sp>
      <p:sp>
        <p:nvSpPr>
          <p:cNvPr id="191" name="Site C">
            <a:extLst xmlns:a="http://schemas.openxmlformats.org/drawingml/2006/main">
              <a:ext uri="{FF2B5EF4-FFF2-40B4-BE49-F238E27FC236}">
                <a16:creationId xmlns:a16="http://schemas.microsoft.com/office/drawing/2014/main" id="{ECDEB13D-E0C5-4470-84B9-D1A0C96B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1025" y="9010650"/>
            <a:ext cx="14382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Site C</a:t>
            </a:r>
          </a:p>
        </p:txBody>
      </p:sp>
      <p:sp>
        <p:nvSpPr>
          <p:cNvPr id="192" name="Suburban&#10;(sparse)">
            <a:extLst xmlns:a="http://schemas.openxmlformats.org/drawingml/2006/main">
              <a:ext uri="{FF2B5EF4-FFF2-40B4-BE49-F238E27FC236}">
                <a16:creationId xmlns:a16="http://schemas.microsoft.com/office/drawing/2014/main" id="{BBF993A6-E4CE-415E-8B22-7FA63CE6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975" y="9382125"/>
            <a:ext cx="14668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Suburban</a:t>
            </a:r>
          </a:p>
          <a:p xmlns:a="http://schemas.openxmlformats.org/drawingml/2006/main">
            <a:pPr algn="ctr">
              <a:defRPr sz="195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(sparse)</a:t>
            </a:r>
          </a:p>
        </p:txBody>
      </p:sp>
      <p:pic>
        <p:nvPicPr>
          <p:cNvPr id="4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fdef2fccae423b"/>
          <a:stretch xmlns:a="http://schemas.openxmlformats.org/drawingml/2006/main"/>
        </p:blipFill>
        <p:spPr>
          <a:xfrm xmlns:a="http://schemas.openxmlformats.org/drawingml/2006/main">
            <a:off x="12039600" y="10208134"/>
            <a:ext cx="1381125" cy="1386458"/>
          </a:xfrm>
          <a:prstGeom xmlns:a="http://schemas.openxmlformats.org/drawingml/2006/main" prst="rect">
            <a:avLst/>
          </a:prstGeom>
        </p:spPr>
      </p:pic>
      <p:sp>
        <p:nvSpPr>
          <p:cNvPr id="194" name="Sparse network&#10;Longer trips">
            <a:extLst xmlns:a="http://schemas.openxmlformats.org/drawingml/2006/main">
              <a:ext uri="{FF2B5EF4-FFF2-40B4-BE49-F238E27FC236}">
                <a16:creationId xmlns:a16="http://schemas.microsoft.com/office/drawing/2014/main" id="{CA287916-223C-4A44-8957-7304314A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11782425"/>
            <a:ext cx="1409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Sparse network</a:t>
            </a:r>
          </a:p>
          <a:p xmlns:a="http://schemas.openxmlformats.org/drawingml/2006/main">
            <a:pPr algn="ctr">
              <a:defRPr sz="172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Longer trips</a:t>
            </a:r>
          </a:p>
        </p:txBody>
      </p:sp>
      <p:sp>
        <p:nvSpPr>
          <p:cNvPr id="195" name="path_97">
            <a:extLst xmlns:a="http://schemas.openxmlformats.org/drawingml/2006/main">
              <a:ext uri="{FF2B5EF4-FFF2-40B4-BE49-F238E27FC236}">
                <a16:creationId xmlns:a16="http://schemas.microsoft.com/office/drawing/2014/main" id="{E6F12BB6-7B1E-45DD-97A0-0AAC7BCB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1590675"/>
            <a:ext cx="3352800" cy="95"/>
          </a:xfrm>
          <a:custGeom xmlns:a="http://schemas.openxmlformats.org/drawingml/2006/main">
            <a:pathLst>
              <a:path w="3352800" h="95">
                <a:moveTo>
                  <a:pt x="0" y="0"/>
                </a:moveTo>
                <a:lnTo>
                  <a:pt x="335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AAB0B8"/>
            </a:solidFill>
            <a:prstDash val="solid"/>
          </a:ln>
        </p:spPr>
      </p:sp>
      <p:sp>
        <p:nvSpPr>
          <p:cNvPr id="196" name="object_98">
            <a:extLst xmlns:a="http://schemas.openxmlformats.org/drawingml/2006/main">
              <a:ext uri="{FF2B5EF4-FFF2-40B4-BE49-F238E27FC236}">
                <a16:creationId xmlns:a16="http://schemas.microsoft.com/office/drawing/2014/main" id="{43A64EB3-80FE-48BD-A4DE-D1D9FB5A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1714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6AA4"/>
          </a:solidFill>
          <a:ln xmlns:a="http://schemas.openxmlformats.org/drawingml/2006/main" w="9525">
            <a:solidFill>
              <a:srgbClr val="386AA4"/>
            </a:solidFill>
          </a:ln>
        </p:spPr>
      </p:sp>
      <p:sp>
        <p:nvSpPr>
          <p:cNvPr id="197" name="1">
            <a:extLst xmlns:a="http://schemas.openxmlformats.org/drawingml/2006/main">
              <a:ext uri="{FF2B5EF4-FFF2-40B4-BE49-F238E27FC236}">
                <a16:creationId xmlns:a16="http://schemas.microsoft.com/office/drawing/2014/main" id="{98CE30AE-2842-4B3D-B05F-476C2C28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6025" y="1724025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98" name="Coordination helps">
            <a:extLst xmlns:a="http://schemas.openxmlformats.org/drawingml/2006/main">
              <a:ext uri="{FF2B5EF4-FFF2-40B4-BE49-F238E27FC236}">
                <a16:creationId xmlns:a16="http://schemas.microsoft.com/office/drawing/2014/main" id="{256C8B2E-1562-406A-B13B-B1BE85B7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1695450"/>
            <a:ext cx="26765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13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13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Coordination helps</a:t>
            </a:r>
          </a:p>
        </p:txBody>
      </p:sp>
      <p:sp>
        <p:nvSpPr>
          <p:cNvPr id="199" name="object_99">
            <a:extLst xmlns:a="http://schemas.openxmlformats.org/drawingml/2006/main">
              <a:ext uri="{FF2B5EF4-FFF2-40B4-BE49-F238E27FC236}">
                <a16:creationId xmlns:a16="http://schemas.microsoft.com/office/drawing/2014/main" id="{BE689CCE-ECA9-4ACA-AFEF-F19E8985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46958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9525">
            <a:solidFill>
              <a:srgbClr val="D78A3A"/>
            </a:solidFill>
          </a:ln>
        </p:spPr>
      </p:sp>
      <p:sp>
        <p:nvSpPr>
          <p:cNvPr id="200" name="2">
            <a:extLst xmlns:a="http://schemas.openxmlformats.org/drawingml/2006/main">
              <a:ext uri="{FF2B5EF4-FFF2-40B4-BE49-F238E27FC236}">
                <a16:creationId xmlns:a16="http://schemas.microsoft.com/office/drawing/2014/main" id="{15FC8D80-3805-4CC1-8795-689D11AB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6025" y="47053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201" name="Timely recovery matters">
            <a:extLst xmlns:a="http://schemas.openxmlformats.org/drawingml/2006/main">
              <a:ext uri="{FF2B5EF4-FFF2-40B4-BE49-F238E27FC236}">
                <a16:creationId xmlns:a16="http://schemas.microsoft.com/office/drawing/2014/main" id="{5E69AB55-E082-4096-B67E-85E89B96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4676775"/>
            <a:ext cx="26765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13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13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Timely recovery matters</a:t>
            </a:r>
          </a:p>
        </p:txBody>
      </p:sp>
      <p:sp>
        <p:nvSpPr>
          <p:cNvPr id="202" name="object_100">
            <a:extLst xmlns:a="http://schemas.openxmlformats.org/drawingml/2006/main">
              <a:ext uri="{FF2B5EF4-FFF2-40B4-BE49-F238E27FC236}">
                <a16:creationId xmlns:a16="http://schemas.microsoft.com/office/drawing/2014/main" id="{F942122C-170F-4783-A506-967452C0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8295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9525">
            <a:solidFill>
              <a:srgbClr val="7954A3"/>
            </a:solidFill>
          </a:ln>
        </p:spPr>
      </p:sp>
      <p:sp>
        <p:nvSpPr>
          <p:cNvPr id="203" name="3">
            <a:extLst xmlns:a="http://schemas.openxmlformats.org/drawingml/2006/main">
              <a:ext uri="{FF2B5EF4-FFF2-40B4-BE49-F238E27FC236}">
                <a16:creationId xmlns:a16="http://schemas.microsoft.com/office/drawing/2014/main" id="{31B5BA24-0E03-44CD-AF38-F7BA831C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6025" y="7839075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204" name="Interface shapes choices">
            <a:extLst xmlns:a="http://schemas.openxmlformats.org/drawingml/2006/main">
              <a:ext uri="{FF2B5EF4-FFF2-40B4-BE49-F238E27FC236}">
                <a16:creationId xmlns:a16="http://schemas.microsoft.com/office/drawing/2014/main" id="{54C071D4-B0E3-4147-85B5-4DA52D98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7810500"/>
            <a:ext cx="26765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13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13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Interface shapes choices</a:t>
            </a:r>
          </a:p>
        </p:txBody>
      </p:sp>
      <p:sp>
        <p:nvSpPr>
          <p:cNvPr id="205" name="object_101">
            <a:extLst xmlns:a="http://schemas.openxmlformats.org/drawingml/2006/main">
              <a:ext uri="{FF2B5EF4-FFF2-40B4-BE49-F238E27FC236}">
                <a16:creationId xmlns:a16="http://schemas.microsoft.com/office/drawing/2014/main" id="{793E3BA5-F97F-453E-881E-0BD3625C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108394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9525">
            <a:solidFill>
              <a:srgbClr val="477F60"/>
            </a:solidFill>
          </a:ln>
        </p:spPr>
      </p:sp>
      <p:sp>
        <p:nvSpPr>
          <p:cNvPr id="206" name="4">
            <a:extLst xmlns:a="http://schemas.openxmlformats.org/drawingml/2006/main">
              <a:ext uri="{FF2B5EF4-FFF2-40B4-BE49-F238E27FC236}">
                <a16:creationId xmlns:a16="http://schemas.microsoft.com/office/drawing/2014/main" id="{9FC50769-1A63-41A5-855C-4ADC73F5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6025" y="10848975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207" name="Delay changes outcomes">
            <a:extLst xmlns:a="http://schemas.openxmlformats.org/drawingml/2006/main">
              <a:ext uri="{FF2B5EF4-FFF2-40B4-BE49-F238E27FC236}">
                <a16:creationId xmlns:a16="http://schemas.microsoft.com/office/drawing/2014/main" id="{9A7B6AE5-4CF3-43D2-9579-28B3A6DDF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10820400"/>
            <a:ext cx="26765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13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13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Delay changes outcomes</a:t>
            </a:r>
          </a:p>
        </p:txBody>
      </p:sp>
      <p:sp>
        <p:nvSpPr>
          <p:cNvPr id="208" name="path_102">
            <a:extLst xmlns:a="http://schemas.openxmlformats.org/drawingml/2006/main">
              <a:ext uri="{FF2B5EF4-FFF2-40B4-BE49-F238E27FC236}">
                <a16:creationId xmlns:a16="http://schemas.microsoft.com/office/drawing/2014/main" id="{EE02D7D0-114C-4F11-A088-2B3D0F3B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4524375"/>
            <a:ext cx="3352800" cy="95"/>
          </a:xfrm>
          <a:custGeom xmlns:a="http://schemas.openxmlformats.org/drawingml/2006/main">
            <a:pathLst>
              <a:path w="3352800" h="95">
                <a:moveTo>
                  <a:pt x="0" y="0"/>
                </a:moveTo>
                <a:lnTo>
                  <a:pt x="335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AAB0B8"/>
            </a:solidFill>
            <a:prstDash val="solid"/>
          </a:ln>
        </p:spPr>
      </p:sp>
      <p:sp>
        <p:nvSpPr>
          <p:cNvPr id="209" name="path_103">
            <a:extLst xmlns:a="http://schemas.openxmlformats.org/drawingml/2006/main">
              <a:ext uri="{FF2B5EF4-FFF2-40B4-BE49-F238E27FC236}">
                <a16:creationId xmlns:a16="http://schemas.microsoft.com/office/drawing/2014/main" id="{26981ED0-6C0A-4CAC-A283-3A7FF079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639050"/>
            <a:ext cx="3352800" cy="95"/>
          </a:xfrm>
          <a:custGeom xmlns:a="http://schemas.openxmlformats.org/drawingml/2006/main">
            <a:pathLst>
              <a:path w="3352800" h="95">
                <a:moveTo>
                  <a:pt x="0" y="0"/>
                </a:moveTo>
                <a:lnTo>
                  <a:pt x="335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AAB0B8"/>
            </a:solidFill>
            <a:prstDash val="solid"/>
          </a:ln>
        </p:spPr>
      </p:sp>
      <p:sp>
        <p:nvSpPr>
          <p:cNvPr id="210" name="path_104">
            <a:extLst xmlns:a="http://schemas.openxmlformats.org/drawingml/2006/main">
              <a:ext uri="{FF2B5EF4-FFF2-40B4-BE49-F238E27FC236}">
                <a16:creationId xmlns:a16="http://schemas.microsoft.com/office/drawing/2014/main" id="{84372BAD-20C5-4B38-B5C3-E836E260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10620375"/>
            <a:ext cx="3352800" cy="95"/>
          </a:xfrm>
          <a:custGeom xmlns:a="http://schemas.openxmlformats.org/drawingml/2006/main">
            <a:pathLst>
              <a:path w="3352800" h="95">
                <a:moveTo>
                  <a:pt x="0" y="0"/>
                </a:moveTo>
                <a:lnTo>
                  <a:pt x="335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AAB0B8"/>
            </a:solidFill>
            <a:prstDash val="solid"/>
          </a:ln>
        </p:spPr>
      </p:sp>
      <p:sp>
        <p:nvSpPr>
          <p:cNvPr id="211" name="path_105">
            <a:extLst xmlns:a="http://schemas.openxmlformats.org/drawingml/2006/main">
              <a:ext uri="{FF2B5EF4-FFF2-40B4-BE49-F238E27FC236}">
                <a16:creationId xmlns:a16="http://schemas.microsoft.com/office/drawing/2014/main" id="{459A3C79-26F1-486B-ABD6-A8B7F350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3857625"/>
            <a:ext cx="3067050" cy="95"/>
          </a:xfrm>
          <a:custGeom xmlns:a="http://schemas.openxmlformats.org/drawingml/2006/main">
            <a:pathLst>
              <a:path w="3067050" h="95">
                <a:moveTo>
                  <a:pt x="0" y="0"/>
                </a:moveTo>
                <a:lnTo>
                  <a:pt x="3067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B78"/>
            </a:solidFill>
            <a:prstDash val="solid"/>
          </a:ln>
        </p:spPr>
      </p:sp>
      <p:sp>
        <p:nvSpPr>
          <p:cNvPr id="212" name="object_106">
            <a:extLst xmlns:a="http://schemas.openxmlformats.org/drawingml/2006/main">
              <a:ext uri="{FF2B5EF4-FFF2-40B4-BE49-F238E27FC236}">
                <a16:creationId xmlns:a16="http://schemas.microsoft.com/office/drawing/2014/main" id="{C798573E-4E37-49E2-9CF0-AC3FAB2A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700" y="3333750"/>
            <a:ext cx="295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9D1"/>
          </a:solidFill>
          <a:ln xmlns:a="http://schemas.openxmlformats.org/drawingml/2006/main" w="17145">
            <a:solidFill>
              <a:srgbClr val="526179"/>
            </a:solidFill>
          </a:ln>
        </p:spPr>
      </p:sp>
      <p:sp>
        <p:nvSpPr>
          <p:cNvPr id="213" name="object_107">
            <a:extLst xmlns:a="http://schemas.openxmlformats.org/drawingml/2006/main">
              <a:ext uri="{FF2B5EF4-FFF2-40B4-BE49-F238E27FC236}">
                <a16:creationId xmlns:a16="http://schemas.microsoft.com/office/drawing/2014/main" id="{09F40AFA-A49B-45DA-A314-733F42F49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0" y="3105150"/>
            <a:ext cx="295275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0C9"/>
          </a:solidFill>
          <a:ln xmlns:a="http://schemas.openxmlformats.org/drawingml/2006/main" w="17145">
            <a:solidFill>
              <a:srgbClr val="526179"/>
            </a:solidFill>
          </a:ln>
        </p:spPr>
      </p:sp>
      <p:sp>
        <p:nvSpPr>
          <p:cNvPr id="214" name="object_108">
            <a:extLst xmlns:a="http://schemas.openxmlformats.org/drawingml/2006/main">
              <a:ext uri="{FF2B5EF4-FFF2-40B4-BE49-F238E27FC236}">
                <a16:creationId xmlns:a16="http://schemas.microsoft.com/office/drawing/2014/main" id="{0B0CCD9C-6336-4EDE-B5BD-E1EC1B35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2450" y="3276600"/>
            <a:ext cx="2952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C0E0"/>
          </a:solidFill>
          <a:ln xmlns:a="http://schemas.openxmlformats.org/drawingml/2006/main" w="17145">
            <a:solidFill>
              <a:srgbClr val="526179"/>
            </a:solidFill>
          </a:ln>
        </p:spPr>
      </p:sp>
      <p:sp>
        <p:nvSpPr>
          <p:cNvPr id="215" name="object_109">
            <a:extLst xmlns:a="http://schemas.openxmlformats.org/drawingml/2006/main">
              <a:ext uri="{FF2B5EF4-FFF2-40B4-BE49-F238E27FC236}">
                <a16:creationId xmlns:a16="http://schemas.microsoft.com/office/drawing/2014/main" id="{0619FC9E-4E29-4321-BCB8-BE0F2600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2025" y="3057525"/>
            <a:ext cx="2952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9ACD"/>
          </a:solidFill>
          <a:ln xmlns:a="http://schemas.openxmlformats.org/drawingml/2006/main" w="17145">
            <a:solidFill>
              <a:srgbClr val="526179"/>
            </a:solidFill>
          </a:ln>
        </p:spPr>
      </p:sp>
      <p:sp>
        <p:nvSpPr>
          <p:cNvPr id="216" name="object_110">
            <a:extLst xmlns:a="http://schemas.openxmlformats.org/drawingml/2006/main">
              <a:ext uri="{FF2B5EF4-FFF2-40B4-BE49-F238E27FC236}">
                <a16:creationId xmlns:a16="http://schemas.microsoft.com/office/drawing/2014/main" id="{FD6CEB7E-E3C8-4084-A6E2-03920C4A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1600" y="2667000"/>
            <a:ext cx="2952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8FC7"/>
          </a:solidFill>
          <a:ln xmlns:a="http://schemas.openxmlformats.org/drawingml/2006/main" w="17145">
            <a:solidFill>
              <a:srgbClr val="526179"/>
            </a:solidFill>
          </a:ln>
        </p:spPr>
      </p:sp>
      <p:sp>
        <p:nvSpPr>
          <p:cNvPr id="217" name="path_111">
            <a:extLst xmlns:a="http://schemas.openxmlformats.org/drawingml/2006/main">
              <a:ext uri="{FF2B5EF4-FFF2-40B4-BE49-F238E27FC236}">
                <a16:creationId xmlns:a16="http://schemas.microsoft.com/office/drawing/2014/main" id="{9D6275F2-9F77-4F42-B68D-3DEE4D73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5725" y="2447925"/>
            <a:ext cx="1219200" cy="723900"/>
          </a:xfrm>
          <a:custGeom xmlns:a="http://schemas.openxmlformats.org/drawingml/2006/main">
            <a:pathLst>
              <a:path w="1219200" h="723900">
                <a:moveTo>
                  <a:pt x="0" y="704850"/>
                </a:moveTo>
                <a:lnTo>
                  <a:pt x="390525" y="590550"/>
                </a:lnTo>
                <a:lnTo>
                  <a:pt x="733425" y="400050"/>
                </a:lnTo>
                <a:lnTo>
                  <a:pt x="981075" y="190500"/>
                </a:lnTo>
                <a:lnTo>
                  <a:pt x="1133475" y="0"/>
                </a:lnTo>
                <a:lnTo>
                  <a:pt x="1219200" y="228600"/>
                </a:lnTo>
                <a:lnTo>
                  <a:pt x="1104900" y="200025"/>
                </a:lnTo>
                <a:lnTo>
                  <a:pt x="885825" y="466725"/>
                </a:lnTo>
                <a:lnTo>
                  <a:pt x="523875" y="638175"/>
                </a:lnTo>
                <a:lnTo>
                  <a:pt x="152400" y="723900"/>
                </a:lnTo>
                <a:close/>
              </a:path>
            </a:pathLst>
          </a:custGeom>
          <a:solidFill xmlns:a="http://schemas.openxmlformats.org/drawingml/2006/main">
            <a:srgbClr val="7D9EC8"/>
          </a:solidFill>
          <a:ln xmlns:a="http://schemas.openxmlformats.org/drawingml/2006/main" w="16193">
            <a:solidFill>
              <a:srgbClr val="425978"/>
            </a:solidFill>
            <a:prstDash val="solid"/>
          </a:ln>
        </p:spPr>
      </p:sp>
      <p:sp>
        <p:nvSpPr>
          <p:cNvPr id="218" name="Uncoordinated">
            <a:extLst xmlns:a="http://schemas.openxmlformats.org/drawingml/2006/main">
              <a:ext uri="{FF2B5EF4-FFF2-40B4-BE49-F238E27FC236}">
                <a16:creationId xmlns:a16="http://schemas.microsoft.com/office/drawing/2014/main" id="{73E7FC9F-A4BE-4AEC-B2BF-78AEA8C3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1275" y="3943350"/>
            <a:ext cx="1504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Uncoordinated</a:t>
            </a:r>
          </a:p>
        </p:txBody>
      </p:sp>
      <p:sp>
        <p:nvSpPr>
          <p:cNvPr id="219" name="Coordinated">
            <a:extLst xmlns:a="http://schemas.openxmlformats.org/drawingml/2006/main">
              <a:ext uri="{FF2B5EF4-FFF2-40B4-BE49-F238E27FC236}">
                <a16:creationId xmlns:a16="http://schemas.microsoft.com/office/drawing/2014/main" id="{49E754F8-4C1C-4612-AA53-5018A94A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0" y="394335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Coordinated</a:t>
            </a:r>
          </a:p>
        </p:txBody>
      </p:sp>
      <p:sp>
        <p:nvSpPr>
          <p:cNvPr id="220" name="path_112">
            <a:extLst xmlns:a="http://schemas.openxmlformats.org/drawingml/2006/main">
              <a:ext uri="{FF2B5EF4-FFF2-40B4-BE49-F238E27FC236}">
                <a16:creationId xmlns:a16="http://schemas.microsoft.com/office/drawing/2014/main" id="{A77E1C07-DABF-47C1-9E2C-5E62C689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5670681"/>
            <a:ext cx="2762250" cy="520569"/>
          </a:xfrm>
          <a:custGeom xmlns:a="http://schemas.openxmlformats.org/drawingml/2006/main">
            <a:pathLst>
              <a:path w="2762250" h="520569">
                <a:moveTo>
                  <a:pt x="0" y="520569"/>
                </a:moveTo>
                <a:lnTo>
                  <a:pt x="43160" y="482732"/>
                </a:lnTo>
                <a:lnTo>
                  <a:pt x="86320" y="445108"/>
                </a:lnTo>
                <a:lnTo>
                  <a:pt x="129480" y="407907"/>
                </a:lnTo>
                <a:lnTo>
                  <a:pt x="172641" y="371337"/>
                </a:lnTo>
                <a:lnTo>
                  <a:pt x="215801" y="335601"/>
                </a:lnTo>
                <a:lnTo>
                  <a:pt x="258961" y="300893"/>
                </a:lnTo>
                <a:lnTo>
                  <a:pt x="302121" y="267403"/>
                </a:lnTo>
                <a:lnTo>
                  <a:pt x="345281" y="235308"/>
                </a:lnTo>
                <a:lnTo>
                  <a:pt x="388441" y="204776"/>
                </a:lnTo>
                <a:lnTo>
                  <a:pt x="431602" y="175961"/>
                </a:lnTo>
                <a:lnTo>
                  <a:pt x="474762" y="149006"/>
                </a:lnTo>
                <a:lnTo>
                  <a:pt x="517922" y="124039"/>
                </a:lnTo>
                <a:lnTo>
                  <a:pt x="561082" y="101170"/>
                </a:lnTo>
                <a:lnTo>
                  <a:pt x="604242" y="80497"/>
                </a:lnTo>
                <a:lnTo>
                  <a:pt x="647402" y="62098"/>
                </a:lnTo>
                <a:lnTo>
                  <a:pt x="690563" y="46035"/>
                </a:lnTo>
                <a:lnTo>
                  <a:pt x="733723" y="32354"/>
                </a:lnTo>
                <a:lnTo>
                  <a:pt x="776883" y="21082"/>
                </a:lnTo>
                <a:lnTo>
                  <a:pt x="820043" y="12227"/>
                </a:lnTo>
                <a:lnTo>
                  <a:pt x="863203" y="5781"/>
                </a:lnTo>
                <a:lnTo>
                  <a:pt x="906363" y="1720"/>
                </a:lnTo>
                <a:lnTo>
                  <a:pt x="949523" y="0"/>
                </a:lnTo>
                <a:lnTo>
                  <a:pt x="992684" y="564"/>
                </a:lnTo>
                <a:lnTo>
                  <a:pt x="1035844" y="3338"/>
                </a:lnTo>
                <a:lnTo>
                  <a:pt x="1079004" y="8233"/>
                </a:lnTo>
                <a:lnTo>
                  <a:pt x="1122164" y="15148"/>
                </a:lnTo>
                <a:lnTo>
                  <a:pt x="1165324" y="23968"/>
                </a:lnTo>
                <a:lnTo>
                  <a:pt x="1208484" y="34569"/>
                </a:lnTo>
                <a:lnTo>
                  <a:pt x="1251645" y="46814"/>
                </a:lnTo>
                <a:lnTo>
                  <a:pt x="1294805" y="60560"/>
                </a:lnTo>
                <a:lnTo>
                  <a:pt x="1337965" y="75655"/>
                </a:lnTo>
                <a:lnTo>
                  <a:pt x="1381125" y="91944"/>
                </a:lnTo>
                <a:lnTo>
                  <a:pt x="1424285" y="109265"/>
                </a:lnTo>
                <a:lnTo>
                  <a:pt x="1467445" y="127456"/>
                </a:lnTo>
                <a:lnTo>
                  <a:pt x="1510605" y="146352"/>
                </a:lnTo>
                <a:lnTo>
                  <a:pt x="1553766" y="165791"/>
                </a:lnTo>
                <a:lnTo>
                  <a:pt x="1596926" y="185610"/>
                </a:lnTo>
                <a:lnTo>
                  <a:pt x="1640086" y="205653"/>
                </a:lnTo>
                <a:lnTo>
                  <a:pt x="1683246" y="225766"/>
                </a:lnTo>
                <a:lnTo>
                  <a:pt x="1726406" y="245805"/>
                </a:lnTo>
                <a:lnTo>
                  <a:pt x="1769566" y="265629"/>
                </a:lnTo>
                <a:lnTo>
                  <a:pt x="1812727" y="285111"/>
                </a:lnTo>
                <a:lnTo>
                  <a:pt x="1855887" y="304130"/>
                </a:lnTo>
                <a:lnTo>
                  <a:pt x="1899047" y="322579"/>
                </a:lnTo>
                <a:lnTo>
                  <a:pt x="1942207" y="340362"/>
                </a:lnTo>
                <a:lnTo>
                  <a:pt x="1985367" y="357393"/>
                </a:lnTo>
                <a:lnTo>
                  <a:pt x="2028527" y="373603"/>
                </a:lnTo>
                <a:lnTo>
                  <a:pt x="2071688" y="388935"/>
                </a:lnTo>
                <a:lnTo>
                  <a:pt x="2114848" y="403346"/>
                </a:lnTo>
                <a:lnTo>
                  <a:pt x="2158008" y="416808"/>
                </a:lnTo>
                <a:lnTo>
                  <a:pt x="2201168" y="429305"/>
                </a:lnTo>
                <a:lnTo>
                  <a:pt x="2244328" y="440837"/>
                </a:lnTo>
                <a:lnTo>
                  <a:pt x="2287488" y="451417"/>
                </a:lnTo>
                <a:lnTo>
                  <a:pt x="2330648" y="461072"/>
                </a:lnTo>
                <a:lnTo>
                  <a:pt x="2373809" y="469841"/>
                </a:lnTo>
                <a:lnTo>
                  <a:pt x="2416969" y="477775"/>
                </a:lnTo>
                <a:lnTo>
                  <a:pt x="2460129" y="484936"/>
                </a:lnTo>
                <a:lnTo>
                  <a:pt x="2503289" y="491398"/>
                </a:lnTo>
                <a:lnTo>
                  <a:pt x="2546449" y="497243"/>
                </a:lnTo>
                <a:lnTo>
                  <a:pt x="2589609" y="502559"/>
                </a:lnTo>
                <a:lnTo>
                  <a:pt x="2632770" y="507446"/>
                </a:lnTo>
                <a:lnTo>
                  <a:pt x="2675930" y="512005"/>
                </a:lnTo>
                <a:lnTo>
                  <a:pt x="2719090" y="516342"/>
                </a:lnTo>
                <a:lnTo>
                  <a:pt x="2762250" y="520569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2F659D"/>
            </a:solidFill>
            <a:prstDash val="solid"/>
          </a:ln>
        </p:spPr>
      </p:sp>
      <p:sp>
        <p:nvSpPr>
          <p:cNvPr id="221" name="path_113">
            <a:extLst xmlns:a="http://schemas.openxmlformats.org/drawingml/2006/main">
              <a:ext uri="{FF2B5EF4-FFF2-40B4-BE49-F238E27FC236}">
                <a16:creationId xmlns:a16="http://schemas.microsoft.com/office/drawing/2014/main" id="{CFCD1FD7-0642-4AB9-9B8E-D28C920C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5934075"/>
            <a:ext cx="2762250" cy="514350"/>
          </a:xfrm>
          <a:custGeom xmlns:a="http://schemas.openxmlformats.org/drawingml/2006/main">
            <a:pathLst>
              <a:path w="2762250" h="514350">
                <a:moveTo>
                  <a:pt x="0" y="257175"/>
                </a:moveTo>
                <a:lnTo>
                  <a:pt x="43160" y="282383"/>
                </a:lnTo>
                <a:lnTo>
                  <a:pt x="86320" y="307347"/>
                </a:lnTo>
                <a:lnTo>
                  <a:pt x="129480" y="331829"/>
                </a:lnTo>
                <a:lnTo>
                  <a:pt x="172641" y="355592"/>
                </a:lnTo>
                <a:lnTo>
                  <a:pt x="215801" y="378406"/>
                </a:lnTo>
                <a:lnTo>
                  <a:pt x="258961" y="400054"/>
                </a:lnTo>
                <a:lnTo>
                  <a:pt x="302121" y="420325"/>
                </a:lnTo>
                <a:lnTo>
                  <a:pt x="345281" y="439025"/>
                </a:lnTo>
                <a:lnTo>
                  <a:pt x="388441" y="455974"/>
                </a:lnTo>
                <a:lnTo>
                  <a:pt x="431602" y="471008"/>
                </a:lnTo>
                <a:lnTo>
                  <a:pt x="474762" y="483983"/>
                </a:lnTo>
                <a:lnTo>
                  <a:pt x="517922" y="494774"/>
                </a:lnTo>
                <a:lnTo>
                  <a:pt x="561082" y="503276"/>
                </a:lnTo>
                <a:lnTo>
                  <a:pt x="604242" y="509408"/>
                </a:lnTo>
                <a:lnTo>
                  <a:pt x="647402" y="513112"/>
                </a:lnTo>
                <a:lnTo>
                  <a:pt x="690563" y="514350"/>
                </a:lnTo>
                <a:lnTo>
                  <a:pt x="733723" y="513112"/>
                </a:lnTo>
                <a:lnTo>
                  <a:pt x="776883" y="509408"/>
                </a:lnTo>
                <a:lnTo>
                  <a:pt x="820043" y="503276"/>
                </a:lnTo>
                <a:lnTo>
                  <a:pt x="863203" y="494774"/>
                </a:lnTo>
                <a:lnTo>
                  <a:pt x="906363" y="483983"/>
                </a:lnTo>
                <a:lnTo>
                  <a:pt x="949523" y="471008"/>
                </a:lnTo>
                <a:lnTo>
                  <a:pt x="992684" y="455974"/>
                </a:lnTo>
                <a:lnTo>
                  <a:pt x="1035844" y="439025"/>
                </a:lnTo>
                <a:lnTo>
                  <a:pt x="1079004" y="420325"/>
                </a:lnTo>
                <a:lnTo>
                  <a:pt x="1122164" y="400054"/>
                </a:lnTo>
                <a:lnTo>
                  <a:pt x="1165324" y="378406"/>
                </a:lnTo>
                <a:lnTo>
                  <a:pt x="1208484" y="355592"/>
                </a:lnTo>
                <a:lnTo>
                  <a:pt x="1251645" y="331829"/>
                </a:lnTo>
                <a:lnTo>
                  <a:pt x="1294805" y="307347"/>
                </a:lnTo>
                <a:lnTo>
                  <a:pt x="1337965" y="282383"/>
                </a:lnTo>
                <a:lnTo>
                  <a:pt x="1381125" y="257175"/>
                </a:lnTo>
                <a:lnTo>
                  <a:pt x="1424285" y="231967"/>
                </a:lnTo>
                <a:lnTo>
                  <a:pt x="1467445" y="207003"/>
                </a:lnTo>
                <a:lnTo>
                  <a:pt x="1510605" y="182521"/>
                </a:lnTo>
                <a:lnTo>
                  <a:pt x="1553766" y="158758"/>
                </a:lnTo>
                <a:lnTo>
                  <a:pt x="1596926" y="135944"/>
                </a:lnTo>
                <a:lnTo>
                  <a:pt x="1640086" y="114296"/>
                </a:lnTo>
                <a:lnTo>
                  <a:pt x="1683246" y="94025"/>
                </a:lnTo>
                <a:lnTo>
                  <a:pt x="1726406" y="75325"/>
                </a:lnTo>
                <a:lnTo>
                  <a:pt x="1769566" y="58376"/>
                </a:lnTo>
                <a:lnTo>
                  <a:pt x="1812727" y="43342"/>
                </a:lnTo>
                <a:lnTo>
                  <a:pt x="1855887" y="30367"/>
                </a:lnTo>
                <a:lnTo>
                  <a:pt x="1899047" y="19576"/>
                </a:lnTo>
                <a:lnTo>
                  <a:pt x="1942207" y="11074"/>
                </a:lnTo>
                <a:lnTo>
                  <a:pt x="1985367" y="4942"/>
                </a:lnTo>
                <a:lnTo>
                  <a:pt x="2028527" y="1238"/>
                </a:lnTo>
                <a:lnTo>
                  <a:pt x="2071688" y="0"/>
                </a:lnTo>
                <a:lnTo>
                  <a:pt x="2114848" y="1238"/>
                </a:lnTo>
                <a:lnTo>
                  <a:pt x="2158008" y="4942"/>
                </a:lnTo>
                <a:lnTo>
                  <a:pt x="2201168" y="11074"/>
                </a:lnTo>
                <a:lnTo>
                  <a:pt x="2244328" y="19576"/>
                </a:lnTo>
                <a:lnTo>
                  <a:pt x="2287488" y="30367"/>
                </a:lnTo>
                <a:lnTo>
                  <a:pt x="2330648" y="43342"/>
                </a:lnTo>
                <a:lnTo>
                  <a:pt x="2373809" y="58376"/>
                </a:lnTo>
                <a:lnTo>
                  <a:pt x="2416969" y="75325"/>
                </a:lnTo>
                <a:lnTo>
                  <a:pt x="2460129" y="94025"/>
                </a:lnTo>
                <a:lnTo>
                  <a:pt x="2503289" y="114296"/>
                </a:lnTo>
                <a:lnTo>
                  <a:pt x="2546449" y="135944"/>
                </a:lnTo>
                <a:lnTo>
                  <a:pt x="2589609" y="158758"/>
                </a:lnTo>
                <a:lnTo>
                  <a:pt x="2632770" y="182521"/>
                </a:lnTo>
                <a:lnTo>
                  <a:pt x="2675930" y="207003"/>
                </a:lnTo>
                <a:lnTo>
                  <a:pt x="2719090" y="231967"/>
                </a:lnTo>
                <a:lnTo>
                  <a:pt x="2762250" y="25717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898B94"/>
            </a:solidFill>
            <a:prstDash val="dash"/>
          </a:ln>
        </p:spPr>
      </p:sp>
      <p:sp>
        <p:nvSpPr>
          <p:cNvPr id="222" name="object_114">
            <a:extLst xmlns:a="http://schemas.openxmlformats.org/drawingml/2006/main">
              <a:ext uri="{FF2B5EF4-FFF2-40B4-BE49-F238E27FC236}">
                <a16:creationId xmlns:a16="http://schemas.microsoft.com/office/drawing/2014/main" id="{69D65A13-C0B5-4697-8A6E-EA1C4592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6096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D5EC"/>
          </a:solidFill>
          <a:ln xmlns:a="http://schemas.openxmlformats.org/drawingml/2006/main" w="28575">
            <a:solidFill>
              <a:srgbClr val="2F659D"/>
            </a:solidFill>
          </a:ln>
        </p:spPr>
      </p:sp>
      <p:sp>
        <p:nvSpPr>
          <p:cNvPr id="223" name="object_115">
            <a:extLst xmlns:a="http://schemas.openxmlformats.org/drawingml/2006/main">
              <a:ext uri="{FF2B5EF4-FFF2-40B4-BE49-F238E27FC236}">
                <a16:creationId xmlns:a16="http://schemas.microsoft.com/office/drawing/2014/main" id="{72078714-2E23-435D-8AAF-9C930C04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6096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C0C2"/>
          </a:solidFill>
          <a:ln xmlns:a="http://schemas.openxmlformats.org/drawingml/2006/main" w="28575">
            <a:solidFill>
              <a:srgbClr val="B52935"/>
            </a:solidFill>
          </a:ln>
        </p:spPr>
      </p:sp>
      <p:sp>
        <p:nvSpPr>
          <p:cNvPr id="224" name="object_116">
            <a:extLst xmlns:a="http://schemas.openxmlformats.org/drawingml/2006/main">
              <a:ext uri="{FF2B5EF4-FFF2-40B4-BE49-F238E27FC236}">
                <a16:creationId xmlns:a16="http://schemas.microsoft.com/office/drawing/2014/main" id="{9C9B0CAC-6D8A-4369-A658-F6FA5569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5705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9525">
            <a:solidFill>
              <a:srgbClr val="2F659D"/>
            </a:solidFill>
          </a:ln>
        </p:spPr>
      </p:sp>
      <p:sp>
        <p:nvSpPr>
          <p:cNvPr id="225" name="path_117">
            <a:extLst xmlns:a="http://schemas.openxmlformats.org/drawingml/2006/main">
              <a:ext uri="{FF2B5EF4-FFF2-40B4-BE49-F238E27FC236}">
                <a16:creationId xmlns:a16="http://schemas.microsoft.com/office/drawing/2014/main" id="{A91CAD93-87EC-4E21-BCBC-DEBA0E2A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7625" y="5810250"/>
            <a:ext cx="95" cy="714375"/>
          </a:xfrm>
          <a:custGeom xmlns:a="http://schemas.openxmlformats.org/drawingml/2006/main">
            <a:pathLst>
              <a:path w="95" h="714375">
                <a:moveTo>
                  <a:pt x="0" y="0"/>
                </a:moveTo>
                <a:lnTo>
                  <a:pt x="0" y="71437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2F659D"/>
            </a:solidFill>
            <a:prstDash val="dash"/>
          </a:ln>
        </p:spPr>
      </p:sp>
      <p:sp>
        <p:nvSpPr>
          <p:cNvPr id="226" name="Start">
            <a:extLst xmlns:a="http://schemas.openxmlformats.org/drawingml/2006/main">
              <a:ext uri="{FF2B5EF4-FFF2-40B4-BE49-F238E27FC236}">
                <a16:creationId xmlns:a16="http://schemas.microsoft.com/office/drawing/2014/main" id="{E089E05E-B09F-4C82-B023-74AC24AA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3175" y="6343650"/>
            <a:ext cx="619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Start</a:t>
            </a:r>
          </a:p>
        </p:txBody>
      </p:sp>
      <p:sp>
        <p:nvSpPr>
          <p:cNvPr id="227" name="End">
            <a:extLst xmlns:a="http://schemas.openxmlformats.org/drawingml/2006/main">
              <a:ext uri="{FF2B5EF4-FFF2-40B4-BE49-F238E27FC236}">
                <a16:creationId xmlns:a16="http://schemas.microsoft.com/office/drawing/2014/main" id="{8D8FD56D-AED8-45F2-A6F6-2A659857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97325" y="6343650"/>
            <a:ext cx="5429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End</a:t>
            </a:r>
          </a:p>
        </p:txBody>
      </p:sp>
      <p:sp>
        <p:nvSpPr>
          <p:cNvPr id="228" name="Reconfigure">
            <a:extLst xmlns:a="http://schemas.openxmlformats.org/drawingml/2006/main">
              <a:ext uri="{FF2B5EF4-FFF2-40B4-BE49-F238E27FC236}">
                <a16:creationId xmlns:a16="http://schemas.microsoft.com/office/drawing/2014/main" id="{B5DD4E73-27DE-47D7-9730-0D6A7C84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5362575"/>
            <a:ext cx="1447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Reconfigure</a:t>
            </a:r>
          </a:p>
        </p:txBody>
      </p:sp>
      <p:sp>
        <p:nvSpPr>
          <p:cNvPr id="229" name="path_118">
            <a:extLst xmlns:a="http://schemas.openxmlformats.org/drawingml/2006/main">
              <a:ext uri="{FF2B5EF4-FFF2-40B4-BE49-F238E27FC236}">
                <a16:creationId xmlns:a16="http://schemas.microsoft.com/office/drawing/2014/main" id="{BB88D0FA-D793-4AD9-A994-615BEC70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9400" y="6896100"/>
            <a:ext cx="647700" cy="95"/>
          </a:xfrm>
          <a:custGeom xmlns:a="http://schemas.openxmlformats.org/drawingml/2006/main">
            <a:pathLst>
              <a:path w="647700" h="95">
                <a:moveTo>
                  <a:pt x="0" y="0"/>
                </a:moveTo>
                <a:lnTo>
                  <a:pt x="647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2F659D"/>
            </a:solidFill>
            <a:prstDash val="solid"/>
          </a:ln>
        </p:spPr>
      </p:sp>
      <p:sp>
        <p:nvSpPr>
          <p:cNvPr id="230" name="Timely recovery">
            <a:extLst xmlns:a="http://schemas.openxmlformats.org/drawingml/2006/main">
              <a:ext uri="{FF2B5EF4-FFF2-40B4-BE49-F238E27FC236}">
                <a16:creationId xmlns:a16="http://schemas.microsoft.com/office/drawing/2014/main" id="{55E59198-4B33-414A-A0E3-C7003CF6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6724650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Timely recovery</a:t>
            </a:r>
          </a:p>
        </p:txBody>
      </p:sp>
      <p:sp>
        <p:nvSpPr>
          <p:cNvPr id="231" name="path_119">
            <a:extLst xmlns:a="http://schemas.openxmlformats.org/drawingml/2006/main">
              <a:ext uri="{FF2B5EF4-FFF2-40B4-BE49-F238E27FC236}">
                <a16:creationId xmlns:a16="http://schemas.microsoft.com/office/drawing/2014/main" id="{A30E5D70-D5B0-4E2E-82CA-A8716BE5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9400" y="7258050"/>
            <a:ext cx="647700" cy="95"/>
          </a:xfrm>
          <a:custGeom xmlns:a="http://schemas.openxmlformats.org/drawingml/2006/main">
            <a:pathLst>
              <a:path w="647700" h="95">
                <a:moveTo>
                  <a:pt x="0" y="0"/>
                </a:moveTo>
                <a:lnTo>
                  <a:pt x="647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898B94"/>
            </a:solidFill>
            <a:prstDash val="dash"/>
          </a:ln>
        </p:spPr>
      </p:sp>
      <p:sp>
        <p:nvSpPr>
          <p:cNvPr id="232" name="Delayed recovery">
            <a:extLst xmlns:a="http://schemas.openxmlformats.org/drawingml/2006/main">
              <a:ext uri="{FF2B5EF4-FFF2-40B4-BE49-F238E27FC236}">
                <a16:creationId xmlns:a16="http://schemas.microsoft.com/office/drawing/2014/main" id="{516C9EF1-76FF-4DEA-9B7B-6D28E6F2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70866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Delayed recovery</a:t>
            </a:r>
          </a:p>
        </p:txBody>
      </p:sp>
      <p:pic>
        <p:nvPicPr>
          <p:cNvPr id="4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aab8d3e48f4aa8"/>
          <a:stretch xmlns:a="http://schemas.openxmlformats.org/drawingml/2006/main"/>
        </p:blipFill>
        <p:spPr>
          <a:xfrm xmlns:a="http://schemas.openxmlformats.org/drawingml/2006/main">
            <a:off x="14473899" y="8543925"/>
            <a:ext cx="2303728" cy="1781175"/>
          </a:xfrm>
          <a:prstGeom xmlns:a="http://schemas.openxmlformats.org/drawingml/2006/main" prst="rect">
            <a:avLst/>
          </a:prstGeom>
        </p:spPr>
      </p:pic>
      <p:sp>
        <p:nvSpPr>
          <p:cNvPr id="234" name="Air">
            <a:extLst xmlns:a="http://schemas.openxmlformats.org/drawingml/2006/main">
              <a:ext uri="{FF2B5EF4-FFF2-40B4-BE49-F238E27FC236}">
                <a16:creationId xmlns:a16="http://schemas.microsoft.com/office/drawing/2014/main" id="{6A1ED329-6208-46AB-B45E-8E56FA82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6525" y="10201275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Air</a:t>
            </a:r>
          </a:p>
        </p:txBody>
      </p:sp>
      <p:sp>
        <p:nvSpPr>
          <p:cNvPr id="235" name="Ground">
            <a:extLst xmlns:a="http://schemas.openxmlformats.org/drawingml/2006/main">
              <a:ext uri="{FF2B5EF4-FFF2-40B4-BE49-F238E27FC236}">
                <a16:creationId xmlns:a16="http://schemas.microsoft.com/office/drawing/2014/main" id="{97043BA2-D359-4482-BCEC-AD154C73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44850" y="10201275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Ground</a:t>
            </a:r>
          </a:p>
        </p:txBody>
      </p:sp>
      <p:pic>
        <p:nvPicPr>
          <p:cNvPr id="4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5aa936dca04402"/>
          <a:stretch xmlns:a="http://schemas.openxmlformats.org/drawingml/2006/main"/>
        </p:blipFill>
        <p:spPr>
          <a:xfrm xmlns:a="http://schemas.openxmlformats.org/drawingml/2006/main">
            <a:off x="14531170" y="11534775"/>
            <a:ext cx="2132034" cy="952500"/>
          </a:xfrm>
          <a:prstGeom xmlns:a="http://schemas.openxmlformats.org/drawingml/2006/main" prst="rect">
            <a:avLst/>
          </a:prstGeom>
        </p:spPr>
      </p:pic>
      <p:sp>
        <p:nvSpPr>
          <p:cNvPr id="237" name="Observation / execution delay">
            <a:extLst xmlns:a="http://schemas.openxmlformats.org/drawingml/2006/main">
              <a:ext uri="{FF2B5EF4-FFF2-40B4-BE49-F238E27FC236}">
                <a16:creationId xmlns:a16="http://schemas.microsoft.com/office/drawing/2014/main" id="{288EEBFA-476C-4647-A19D-791797C4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0325" y="124301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Observation / execution delay</a:t>
            </a:r>
          </a:p>
        </p:txBody>
      </p:sp>
    </p:spTree>
    <p:extLst>
      <p:ext uri="{BB962C8B-B14F-4D97-AF65-F5344CB8AC3E}">
        <p14:creationId xmlns:p14="http://schemas.microsoft.com/office/powerpoint/2010/main" val="15453802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2026-09-11T17:19:50.4240000Z</dcterms:created>
  <dcterms:modified xsi:type="dcterms:W3CDTF">2026-09-11T17:19:50.4240000Z</dcterms:modified>
</coreProperties>
</file>