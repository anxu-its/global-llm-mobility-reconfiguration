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9437e9939a4281" /><Relationship Type="http://schemas.openxmlformats.org/officeDocument/2006/relationships/extended-properties" Target="/docProps/app.xml" Id="R61c495ca82864cbc" /><Relationship Type="http://schemas.openxmlformats.org/officeDocument/2006/relationships/officeDocument" Target="/ppt/presentation.xml" Id="Rf5316b2072674d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9b16b5b9f142a0"/>
  </p:sldMasterIdLst>
  <p:notesMasterIdLst>
    <p:notesMasterId xmlns:r="http://schemas.openxmlformats.org/officeDocument/2006/relationships" r:id="Radb24bb1ae8b4820"/>
  </p:notesMasterIdLst>
  <p:sldIdLst>
    <p:sldId xmlns:r="http://schemas.openxmlformats.org/officeDocument/2006/relationships" id="256" r:id="Rdc31eace0d2b4fab"/>
    <p:sldId xmlns:r="http://schemas.openxmlformats.org/officeDocument/2006/relationships" id="257" r:id="R3ef8b7d709f24fd3"/>
    <p:sldId xmlns:r="http://schemas.openxmlformats.org/officeDocument/2006/relationships" id="258" r:id="R94d7b723beb846af"/>
    <p:sldId xmlns:r="http://schemas.openxmlformats.org/officeDocument/2006/relationships" id="259" r:id="Ref99c4f498f94417"/>
    <p:sldId xmlns:r="http://schemas.openxmlformats.org/officeDocument/2006/relationships" id="260" r:id="Rcb466ed3ef634083"/>
    <p:sldId xmlns:r="http://schemas.openxmlformats.org/officeDocument/2006/relationships" id="261" r:id="Rf1b9e78752f142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51747e73ab4442" /><Relationship Type="http://schemas.openxmlformats.org/officeDocument/2006/relationships/slideMaster" Target="/ppt/slideMasters/slideMaster1.xml" Id="Rf99b16b5b9f142a0" /><Relationship Type="http://schemas.openxmlformats.org/officeDocument/2006/relationships/notesMaster" Target="/ppt/notesMasters/notesMaster1.xml" Id="Radb24bb1ae8b4820" /><Relationship Type="http://schemas.openxmlformats.org/officeDocument/2006/relationships/presProps" Target="/ppt/presProps.xml" Id="Rfffe3d7e41e743bf" /><Relationship Type="http://schemas.openxmlformats.org/officeDocument/2006/relationships/tableStyles" Target="/ppt/tableStyles.xml" Id="R4d9b47d293fa43e1" /><Relationship Type="http://schemas.openxmlformats.org/officeDocument/2006/relationships/slide" Target="/ppt/slides/slide1.xml" Id="Rdc31eace0d2b4fab" /><Relationship Type="http://schemas.openxmlformats.org/officeDocument/2006/relationships/slide" Target="/ppt/slides/slide2.xml" Id="R3ef8b7d709f24fd3" /><Relationship Type="http://schemas.openxmlformats.org/officeDocument/2006/relationships/slide" Target="/ppt/slides/slide3.xml" Id="R94d7b723beb846af" /><Relationship Type="http://schemas.openxmlformats.org/officeDocument/2006/relationships/slide" Target="/ppt/slides/slide4.xml" Id="Ref99c4f498f94417" /><Relationship Type="http://schemas.openxmlformats.org/officeDocument/2006/relationships/slide" Target="/ppt/slides/slide5.xml" Id="Rcb466ed3ef634083" /><Relationship Type="http://schemas.openxmlformats.org/officeDocument/2006/relationships/slide" Target="/ppt/slides/slide6.xml" Id="Rf1b9e78752f142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1a541561c140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9ff8e94a29444d" /><Relationship Type="http://schemas.openxmlformats.org/officeDocument/2006/relationships/notesMaster" Target="/ppt/notesMasters/notesMaster1.xml" Id="R91c3cc65654748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da3ba258754fde" /><Relationship Type="http://schemas.openxmlformats.org/officeDocument/2006/relationships/notesMaster" Target="/ppt/notesMasters/notesMaster1.xml" Id="R9eae1b20818c42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deff9e711740d4" /><Relationship Type="http://schemas.openxmlformats.org/officeDocument/2006/relationships/notesMaster" Target="/ppt/notesMasters/notesMaster1.xml" Id="R71d76a54f0df45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104d4a06954ac8" /><Relationship Type="http://schemas.openxmlformats.org/officeDocument/2006/relationships/notesMaster" Target="/ppt/notesMasters/notesMaster1.xml" Id="R396dffea146244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cbbdda532441da" /><Relationship Type="http://schemas.openxmlformats.org/officeDocument/2006/relationships/notesMaster" Target="/ppt/notesMasters/notesMaster1.xml" Id="Rf68e2a48c57443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159014c3d54243" /><Relationship Type="http://schemas.openxmlformats.org/officeDocument/2006/relationships/notesMaster" Target="/ppt/notesMasters/notesMaster1.xml" Id="R0957650bcef548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3. E1: completion time, deadline violations and incumbent service damage. Means and 95% seed-block intervals from 240 runs per site-policy, 20 seed blocks. Zero-width intervals remain points.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4. E1 first-decision candidate geometry for all 720 matched scenario-seed states. B2 first states used once because snapshots match B1/B2/B4b. Coincident coordinates are aggregated, marker area proportional to count. Negative best margin indicates no predicted timely alternative. Lower matrices report actual air selections, percent and row denominator.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5. E2 all-run deadline outcomes (320 runs per policy/site) and separately reported recovered/affected primary air-chain counts. Outcomes are composition percentages, without a new interval estimate. All affected coordinated runs establish a replacement path; denominators remain explicit.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6. E3 upper heatmaps contain every level/policy mean (40 runs in L1/L4; 80 in L2/L3). Common loss scale 0–400. Lower plots show paired B4b−B0 loss difference with 95% seed-block intervals. Levels are categorical changes in disturbance and demand.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7. E4 Site A. Curves connect evaluated settings, without interpolation claims. 20 runs per policy/arm. B2 and B4b overlap; B1 also overlaps in execution waits 0–30 s. Timely service requires completion duration ≤180 s. Aircraft record burden changes input size around four active aircraft.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8. E4B D60 representative deterministic event sequence. B0 duplicates retain due time; B4b changes pending air to ground at the fault. Dashed segments are pending commands, solid segments actual transport. Deadline at 480 s.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622ca4639146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b199b948a547ab" /><Relationship Type="http://schemas.openxmlformats.org/officeDocument/2006/relationships/slideLayout" Target="/ppt/slideLayouts/slideLayout1.xml" Id="Rb6836daf370243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836daf370243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8938053a148fc" /><Relationship Type="http://schemas.openxmlformats.org/officeDocument/2006/relationships/notesSlide" Target="/ppt/notesSlides/notesSlide1.xml" Id="Rc05908b5b2ac42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f2c8e75984a0b" /><Relationship Type="http://schemas.openxmlformats.org/officeDocument/2006/relationships/notesSlide" Target="/ppt/notesSlides/notesSlide2.xml" Id="R50c87ffdb60d4f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2e1f22b414256" /><Relationship Type="http://schemas.openxmlformats.org/officeDocument/2006/relationships/chart" Target="/ppt/slides/charts/chart1.xml" Id="R80c66a437d234da4" /><Relationship Type="http://schemas.openxmlformats.org/officeDocument/2006/relationships/chart" Target="/ppt/slides/charts/chart2.xml" Id="Rff3914fe62974a9a" /><Relationship Type="http://schemas.openxmlformats.org/officeDocument/2006/relationships/chart" Target="/ppt/slides/charts/chart3.xml" Id="Re0dda9a420ed4451" /><Relationship Type="http://schemas.openxmlformats.org/officeDocument/2006/relationships/notesSlide" Target="/ppt/notesSlides/notesSlide3.xml" Id="Radceb3ed96194a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ae7b9782b4216" /><Relationship Type="http://schemas.openxmlformats.org/officeDocument/2006/relationships/notesSlide" Target="/ppt/notesSlides/notesSlide4.xml" Id="R39e2fe332b6241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8f878d0554947" /><Relationship Type="http://schemas.openxmlformats.org/officeDocument/2006/relationships/chart" Target="/ppt/slides/charts/chart4.xml" Id="R7d1db3bf2b6a44a5" /><Relationship Type="http://schemas.openxmlformats.org/officeDocument/2006/relationships/chart" Target="/ppt/slides/charts/chart5.xml" Id="Ra7a38c93136f4d38" /><Relationship Type="http://schemas.openxmlformats.org/officeDocument/2006/relationships/chart" Target="/ppt/slides/charts/chart6.xml" Id="R7675255f99de48aa" /><Relationship Type="http://schemas.openxmlformats.org/officeDocument/2006/relationships/notesSlide" Target="/ppt/notesSlides/notesSlide5.xml" Id="Rbb63f074a5c64c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7f4a33e054a82" /><Relationship Type="http://schemas.openxmlformats.org/officeDocument/2006/relationships/notesSlide" Target="/ppt/notesSlides/notesSlide6.xml" Id="Rc9b760b7d4854b7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60.9375</c:v>
                </c:pt>
                <c:pt idx="1">
                  <c:v>62.5</c:v>
                </c:pt>
                <c:pt idx="2">
                  <c:v>62.5</c:v>
                </c:pt>
                <c:pt idx="3">
                  <c:v>0</c:v>
                </c:pt>
              </c:numCache>
            </c:numRef>
          </c:val>
          <c:dLbls>
            <c:dLbl>
              <c:idx val="3"/>
              <c:delete val="1"/>
            </c:dLbl>
          </c:dLbls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39.0625</c:v>
                </c:pt>
                <c:pt idx="1">
                  <c:v>37.5</c:v>
                </c:pt>
                <c:pt idx="2">
                  <c:v>37.5</c:v>
                </c:pt>
                <c:pt idx="3">
                  <c:v>100</c:v>
                </c:pt>
              </c:numCache>
            </c:numRef>
          </c:val>
        </c:ser>
        <c:dLbls>
          <c:numFmt formatCode="0.##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Runs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62.5</c:v>
                </c:pt>
                <c:pt idx="1">
                  <c:v>62.5</c:v>
                </c:pt>
                <c:pt idx="2">
                  <c:v>62.5</c:v>
                </c:pt>
                <c:pt idx="3">
                  <c:v>0</c:v>
                </c:pt>
              </c:numCache>
            </c:numRef>
          </c:val>
          <c:dLbls>
            <c:dLbl>
              <c:idx val="3"/>
              <c:delete val="1"/>
            </c:dLbl>
          </c:dLbls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37.5</c:v>
                </c:pt>
                <c:pt idx="1">
                  <c:v>37.5</c:v>
                </c:pt>
                <c:pt idx="2">
                  <c:v>37.5</c:v>
                </c:pt>
                <c:pt idx="3">
                  <c:v>100</c:v>
                </c:pt>
              </c:numCache>
            </c:numRef>
          </c:val>
        </c:ser>
        <c:dLbls>
          <c:numFmt formatCode="0.##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Runs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37.1875</c:v>
                </c:pt>
                <c:pt idx="1">
                  <c:v>37.5</c:v>
                </c:pt>
                <c:pt idx="2">
                  <c:v>37.5</c:v>
                </c:pt>
                <c:pt idx="3">
                  <c:v>0</c:v>
                </c:pt>
              </c:numCache>
            </c:numRef>
          </c:val>
          <c:dLbls>
            <c:dLbl>
              <c:idx val="3"/>
              <c:delete val="1"/>
            </c:dLbl>
          </c:dLbls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62.8125</c:v>
                </c:pt>
                <c:pt idx="1">
                  <c:v>62.5</c:v>
                </c:pt>
                <c:pt idx="2">
                  <c:v>62.5</c:v>
                </c:pt>
                <c:pt idx="3">
                  <c:v>100</c:v>
                </c:pt>
              </c:numCache>
            </c:numRef>
          </c:val>
        </c:ser>
        <c:dLbls>
          <c:numFmt formatCode="0.##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Runs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ns0:solidFill xmlns:ns0="http://schemas.openxmlformats.org/drawingml/2006/main">
                <ns0:srgbClr val="7B858E"/>
              </ns0:solidFill>
              <ns1:ln xmlns:ns1="http://schemas.openxmlformats.org/drawingml/2006/main" w="12700">
                <ns1:solidFill>
                  <ns1:srgbClr val="7B858E"/>
                </ns1:solidFill>
              </ns1:ln>
            </c:spPr>
          </c:marker>
          <c:dPt>
            <c:idx val="0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1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2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3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4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xVal>
            <c:numRef>
              <c:f>'Chart Data'!$A$2:$A$6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192</c:v>
                </c:pt>
                <c:pt idx="1">
                  <c:v>212</c:v>
                </c:pt>
                <c:pt idx="2">
                  <c:v>253</c:v>
                </c:pt>
                <c:pt idx="3">
                  <c:v>253</c:v>
                </c:pt>
                <c:pt idx="4">
                  <c:v>482</c:v>
                </c:pt>
              </c:numCache>
            </c:numRef>
          </c:yVal>
          <c:smooth val="0"/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ns2:solidFill xmlns:ns2="http://schemas.openxmlformats.org/drawingml/2006/main">
                <ns2:srgbClr val="D78A3A"/>
              </ns2:solidFill>
              <ns3:ln xmlns:ns3="http://schemas.openxmlformats.org/drawingml/2006/main" w="12700">
                <ns3:solidFill>
                  <ns3:srgbClr val="D78A3A"/>
                </ns3:solidFill>
              </ns3:ln>
            </c:spPr>
          </c:marker>
          <c:dPt>
            <c:idx val="0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1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2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3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4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xVal>
            <c:numRef>
              <c:f>'Chart Data'!$C$2:$C$6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Data'!$D$2:$D$6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521</c:v>
                </c:pt>
              </c:numCache>
            </c:numRef>
          </c:yVal>
          <c:smooth val="0"/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ns4:solidFill xmlns:ns4="http://schemas.openxmlformats.org/drawingml/2006/main">
                <ns4:srgbClr val="FFFFFF"/>
              </ns4:solidFill>
              <ns5:ln xmlns:ns5="http://schemas.openxmlformats.org/drawingml/2006/main" w="12700">
                <ns5:solidFill>
                  <ns5:srgbClr val="477F60"/>
                </ns5:solidFill>
              </ns5:ln>
            </c:spPr>
          </c:marker>
          <c:dPt>
            <c:idx val="0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1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2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3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4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xVal>
            <c:numRef>
              <c:f>'Chart Data'!$E$2:$E$6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Data'!$F$2:$F$6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  <c:smooth val="0"/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ns6:solidFill xmlns:ns6="http://schemas.openxmlformats.org/drawingml/2006/main">
                <ns6:srgbClr val="7954A3"/>
              </ns6:solidFill>
              <ns7:ln xmlns:ns7="http://schemas.openxmlformats.org/drawingml/2006/main" w="12700">
                <ns7:solidFill>
                  <ns7:srgbClr val="7954A3"/>
                </ns7:solidFill>
              </ns7:ln>
            </c:spPr>
          </c:marker>
          <c:dPt>
            <c:idx val="0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1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2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3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4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xVal>
            <c:numRef>
              <c:f>'Chart Data'!$G$2:$G$6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Data'!$H$2:$H$6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  <c:smooth val="0"/>
        </c:ser>
        <c:ser>
          <c:idx val="4"/>
          <c:order val="4"/>
          <c:tx>
            <c:v>Service window</c:v>
          </c:tx>
          <c:spPr>
            <a:ln xmlns:a="http://schemas.openxmlformats.org/drawingml/2006/main" w="11430">
              <a:solidFill>
                <a:srgbClr val="B89898"/>
              </a:solidFill>
              <a:prstDash val="dash"/>
            </a:ln>
          </c:spPr>
          <c:marker>
            <c:symbol val="none"/>
            <c:size val="2"/>
            <c:spPr>
              <ns8:solidFill xmlns:ns8="http://schemas.openxmlformats.org/drawingml/2006/main">
                <ns8:srgbClr val="B89898"/>
              </ns8:solidFill>
              <ns9:ln xmlns:ns9="http://schemas.openxmlformats.org/drawingml/2006/main" w="12700">
                <ns9:solidFill>
                  <ns9:srgbClr val="B89898"/>
                </ns9:solidFill>
              </ns9:ln>
            </c:spPr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300</c:v>
                </c:pt>
              </c:numCache>
            </c:numRef>
          </c:xVal>
          <c:yVal>
            <c:numRef>
              <c:f>'Chart Data'!$J$2:$J$3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3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Interval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ns0:solidFill xmlns:ns0="http://schemas.openxmlformats.org/drawingml/2006/main">
                <ns0:srgbClr val="7B858E"/>
              </ns0:solidFill>
              <ns1:ln xmlns:ns1="http://schemas.openxmlformats.org/drawingml/2006/main" w="12700">
                <ns1:solidFill>
                  <ns1:srgbClr val="7B858E"/>
                </ns1:solidFill>
              </ns1:ln>
            </c:spPr>
          </c:marker>
          <c:dPt>
            <c:idx val="0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1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2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3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4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5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6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xVal>
            <c:numRef>
              <c:f>'Chart Data'!$A$2:$A$8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Data'!$B$2:$B$8</c:f>
              <c:numCache>
                <c:formatCode>General</c:formatCode>
                <c:ptCount val="7"/>
                <c:pt idx="0">
                  <c:v>182</c:v>
                </c:pt>
                <c:pt idx="1">
                  <c:v>183</c:v>
                </c:pt>
                <c:pt idx="2">
                  <c:v>187</c:v>
                </c:pt>
                <c:pt idx="3">
                  <c:v>192</c:v>
                </c:pt>
                <c:pt idx="4">
                  <c:v>202</c:v>
                </c:pt>
                <c:pt idx="5">
                  <c:v>212</c:v>
                </c:pt>
                <c:pt idx="6">
                  <c:v>242</c:v>
                </c:pt>
              </c:numCache>
            </c:numRef>
          </c:yVal>
          <c:smooth val="0"/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ns2:solidFill xmlns:ns2="http://schemas.openxmlformats.org/drawingml/2006/main">
                <ns2:srgbClr val="D78A3A"/>
              </ns2:solidFill>
              <ns3:ln xmlns:ns3="http://schemas.openxmlformats.org/drawingml/2006/main" w="12700">
                <ns3:solidFill>
                  <ns3:srgbClr val="D78A3A"/>
                </ns3:solidFill>
              </ns3:ln>
            </c:spPr>
          </c:marker>
          <c:dPt>
            <c:idx val="0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1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2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3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4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5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6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xVal>
            <c:numRef>
              <c:f>'Chart Data'!$C$2:$C$8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Data'!$D$2:$D$8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341</c:v>
                </c:pt>
              </c:numCache>
            </c:numRef>
          </c:yVal>
          <c:smooth val="0"/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ns4:solidFill xmlns:ns4="http://schemas.openxmlformats.org/drawingml/2006/main">
                <ns4:srgbClr val="FFFFFF"/>
              </ns4:solidFill>
              <ns5:ln xmlns:ns5="http://schemas.openxmlformats.org/drawingml/2006/main" w="12700">
                <ns5:solidFill>
                  <ns5:srgbClr val="477F60"/>
                </ns5:solidFill>
              </ns5:ln>
            </c:spPr>
          </c:marker>
          <c:dPt>
            <c:idx val="0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1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2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3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4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5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6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xVal>
            <c:numRef>
              <c:f>'Chart Data'!$E$2:$E$8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Data'!$F$2:$F$8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  <c:smooth val="0"/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ns6:solidFill xmlns:ns6="http://schemas.openxmlformats.org/drawingml/2006/main">
                <ns6:srgbClr val="7954A3"/>
              </ns6:solidFill>
              <ns7:ln xmlns:ns7="http://schemas.openxmlformats.org/drawingml/2006/main" w="12700">
                <ns7:solidFill>
                  <ns7:srgbClr val="7954A3"/>
                </ns7:solidFill>
              </ns7:ln>
            </c:spPr>
          </c:marker>
          <c:dPt>
            <c:idx val="0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1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2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3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4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5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6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xVal>
            <c:numRef>
              <c:f>'Chart Data'!$G$2:$G$8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Data'!$H$2:$H$8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  <c:smooth val="0"/>
        </c:ser>
        <c:ser>
          <c:idx val="4"/>
          <c:order val="4"/>
          <c:tx>
            <c:v>Service window</c:v>
          </c:tx>
          <c:spPr>
            <a:ln xmlns:a="http://schemas.openxmlformats.org/drawingml/2006/main" w="11430">
              <a:solidFill>
                <a:srgbClr val="B89898"/>
              </a:solidFill>
              <a:prstDash val="dash"/>
            </a:ln>
          </c:spPr>
          <c:marker>
            <c:symbol val="none"/>
            <c:size val="2"/>
            <c:spPr>
              <ns8:solidFill xmlns:ns8="http://schemas.openxmlformats.org/drawingml/2006/main">
                <ns8:srgbClr val="B89898"/>
              </ns8:solidFill>
              <ns9:ln xmlns:ns9="http://schemas.openxmlformats.org/drawingml/2006/main" w="12700">
                <ns9:solidFill>
                  <ns9:srgbClr val="B89898"/>
                </ns9:solidFill>
              </ns9:ln>
            </c:spPr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60</c:v>
                </c:pt>
              </c:numCache>
            </c:numRef>
          </c:xVal>
          <c:yVal>
            <c:numRef>
              <c:f>'Chart Data'!$J$2:$J$3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Wait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2860">
              <a:solidFill>
                <a:srgbClr val="7954A3"/>
              </a:solidFill>
            </a:ln>
          </c:spPr>
          <c:marker>
            <c:symbol val="diamond"/>
            <c:size val="8"/>
            <c:spPr>
              <ns0:solidFill xmlns:ns0="http://schemas.openxmlformats.org/drawingml/2006/main">
                <ns0:srgbClr val="7954A3"/>
              </ns0:solidFill>
              <ns1:ln xmlns:ns1="http://schemas.openxmlformats.org/drawingml/2006/main" w="12700">
                <ns1:solidFill>
                  <ns1:srgbClr val="7954A3"/>
                </ns1:solidFill>
              </ns1:ln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50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3.98212195</c:v>
                </c:pt>
                <c:pt idx="1">
                  <c:v>5.920625</c:v>
                </c:pt>
                <c:pt idx="2">
                  <c:v>9.588725</c:v>
                </c:pt>
                <c:pt idx="3">
                  <c:v>13.256675</c:v>
                </c:pt>
                <c:pt idx="4">
                  <c:v>20.593475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Tokens / call (×10³)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6"/>
      </c:valAx>
      <c:valAx>
        <c:axId val="48650112"/>
        <c:scaling>
          <c:orientation val="minMax"/>
          <c:max val="5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Aircraft records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D5C8C294-DBAF-48E2-AA7F-57604C91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68B3F-812F-4E5B-ACFC-6E940E14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Completion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17B58-B1B5-4C3F-BEDF-9D6CEEB9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A1F68-58E0-4E19-B176-14108D1C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AAC31-249F-48E6-828A-8385B7A4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E48EF-0EF9-4BDC-A567-F2A6FC7D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FCE18-5270-4B0A-B280-EF639815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B0D75-FB64-4C9C-A95D-2FCA035A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70949-D6FB-4C62-8949-98C27349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E5114-D6E6-4B3E-BDD5-EA23C06D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59DCD-7752-461E-83AA-E7942D08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99D153-89A1-4F66-9552-F1C97543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116B2-BCBE-44D1-86BC-3CD8321C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Time (s)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3D385-FB08-4692-B132-C02B36EB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E0E74-B7D5-4203-B8CC-EB80F6CB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C4B25-D1F3-45CC-AF00-B4DABB2E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C8E4D2-0D74-475A-8C57-FDEC4FC3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DA90F-EB0E-455D-9E47-67A4DE34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24DD90-9672-45EE-866F-DDC420FE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924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C575FB-90A9-4347-A320-7DD2E2C6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83B8E9-2F5B-4AFE-8373-D3C1E286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876" y="1809750"/>
            <a:ext cx="24836" cy="95"/>
          </a:xfrm>
          <a:custGeom xmlns:a="http://schemas.openxmlformats.org/drawingml/2006/main">
            <a:pathLst>
              <a:path w="24836" h="95">
                <a:moveTo>
                  <a:pt x="0" y="0"/>
                </a:moveTo>
                <a:lnTo>
                  <a:pt x="248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36E52D-7C5A-4682-87BC-473AA5C7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876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1C954E-932B-496C-A4A2-97361400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712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F48FD3-8E9F-4F9F-B33B-5687D06E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44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A6885D-FDCA-45A1-8200-D767FEE6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2E16BA-D37F-4754-B3A1-BE0C44C3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10" y="2114550"/>
            <a:ext cx="6325" cy="95"/>
          </a:xfrm>
          <a:custGeom xmlns:a="http://schemas.openxmlformats.org/drawingml/2006/main">
            <a:pathLst>
              <a:path w="6325" h="95">
                <a:moveTo>
                  <a:pt x="0" y="0"/>
                </a:moveTo>
                <a:lnTo>
                  <a:pt x="6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2293CE-85B7-45B1-A59E-EC09A8B0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10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B44D36-0117-4CB4-A9B9-00AD77C0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34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2B34F9-50F2-40E2-8D3C-22C26FC7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922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C2B620-05B1-44A3-AF3C-FC19D2B0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2B3274-64CF-4EB2-A7C4-9EC716F3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999" y="2419350"/>
            <a:ext cx="11316" cy="95"/>
          </a:xfrm>
          <a:custGeom xmlns:a="http://schemas.openxmlformats.org/drawingml/2006/main">
            <a:pathLst>
              <a:path w="11316" h="95">
                <a:moveTo>
                  <a:pt x="0" y="0"/>
                </a:moveTo>
                <a:lnTo>
                  <a:pt x="113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78C4D1-3B8F-4E3B-9B58-69A17B3B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999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2FF07C-060B-461E-BCBD-550DEE3E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315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E6A464-EEA6-4B51-BDC9-3AFF0D83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507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1AE5F0-8CCA-494C-ACC1-8BD86F7F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B987A3-537F-4929-92D5-C32AB6D8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3365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A39037-311C-40D2-87FD-336B12D3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60C47C-D81C-4F36-AA11-5C4F416D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D6620B-D0AD-42CD-90F5-09A33067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50DEBA-9B21-4D3C-B090-C3CD25EE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042C49-0E5F-4713-B8D0-F213DDB1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471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C7EE86-D45B-4F9E-9E59-878AA2D1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95A9A9-C7D2-4721-8223-B36A9BA2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457575"/>
            <a:ext cx="18298" cy="95"/>
          </a:xfrm>
          <a:custGeom xmlns:a="http://schemas.openxmlformats.org/drawingml/2006/main"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293BAA2-D4DD-402C-A3C8-C0BB8B64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C6F75B-D56B-4E54-BF82-E8EF988B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87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4AF15C-C197-4008-BBC3-6BAC9D53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88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5D558C-C64F-41A5-92C6-D7886039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2BF3F8-1105-459A-A99A-DF2478F9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762375"/>
            <a:ext cx="18298" cy="95"/>
          </a:xfrm>
          <a:custGeom xmlns:a="http://schemas.openxmlformats.org/drawingml/2006/main"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7253BE-E073-49DF-A7C9-AC2E53CA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4020C4-182E-4AAB-B371-E3808306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87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499BB9-B135-4943-A008-889DD0AE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88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24C5A63-D3A9-4668-9151-ECFA04A3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5B1CD6-CA24-4E91-A2AF-5E62D6C9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558" y="4067175"/>
            <a:ext cx="31211" cy="95"/>
          </a:xfrm>
          <a:custGeom xmlns:a="http://schemas.openxmlformats.org/drawingml/2006/main">
            <a:pathLst>
              <a:path w="31211" h="95">
                <a:moveTo>
                  <a:pt x="0" y="0"/>
                </a:moveTo>
                <a:lnTo>
                  <a:pt x="312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D9B08F6-90AB-4DD9-8603-6F812DD4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558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0A6C5F-AFEB-478B-8FD9-61DF436A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69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D683B2-16E4-44A9-88FE-64E1C754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013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C83DC33-D301-411B-BDDD-165133BC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3D5C1C-7869-46CF-BBD1-BA131517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18147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9FE584E-23AE-416E-811E-EFFD878D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A7432C7-F46B-484C-9370-7011BCFA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7FB079D-B5F5-4D30-BD58-A7E3ABE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75A8BB2-A016-49BD-9C46-2F76AE40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5278CD8-D3A2-4F3D-93C8-3BF26656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449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B48BDC7-931B-4E98-83C0-772B4619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3140E79-50B8-40BC-BF6A-AA22EE5D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105400"/>
            <a:ext cx="44633" cy="95"/>
          </a:xfrm>
          <a:custGeom xmlns:a="http://schemas.openxmlformats.org/drawingml/2006/main"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8B4CC07-1DD1-470C-BCB6-3C74DE81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0DDC755-255C-4495-8965-CA5267B4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165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E7D4F97-AFD8-48EC-9E41-A2353228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699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E98E7FF-9248-4DD5-94C0-E72832EA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A79FAAC-03B3-4C2E-AE36-2DA40BEC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410200"/>
            <a:ext cx="44633" cy="95"/>
          </a:xfrm>
          <a:custGeom xmlns:a="http://schemas.openxmlformats.org/drawingml/2006/main"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E60AD05-2869-4758-A1B3-4E13F407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6E7CAE6-8F7E-4B60-B047-05C37C4D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165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6973BFA-FA37-476A-ACE4-9002671D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699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D739592-0E2A-414C-B0A2-E2C09E14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B3955F3-13A2-4E1D-BA99-022EC4F0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541" y="5715000"/>
            <a:ext cx="46271" cy="95"/>
          </a:xfrm>
          <a:custGeom xmlns:a="http://schemas.openxmlformats.org/drawingml/2006/main">
            <a:pathLst>
              <a:path w="46271" h="95">
                <a:moveTo>
                  <a:pt x="0" y="0"/>
                </a:moveTo>
                <a:lnTo>
                  <a:pt x="462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852F9C4-6F11-457D-8757-6BD89EAE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541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696B999-1A1B-41E0-B53E-D9CF75EB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812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4CA275C-B483-4E91-9E9F-726AA158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526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5C78ECB-56AB-468E-A310-51187871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BA71515-901B-4400-81A8-9D42264A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Missed deadlines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3BCE5E0-52CD-4E6C-B299-D08D63A0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099B147-06BF-4773-86A9-411A65EC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7C93092-DEB6-47C3-A24A-AA27FB0F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8CEBA04-29D6-4634-B063-C36F5CD3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85332A9-191C-4694-8BEE-B60BA8D7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B8699DD-6C15-4F6E-A85F-57A4D4A4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056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06AC9E9-BDC5-4DE7-8337-45862C5B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FC02DFF-C3CA-40CC-9E5B-D8361C48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713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7AE7877-6FC2-4716-8C04-E7E56CEC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844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B4F004B-89BF-4F30-A996-195310B1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E3B43D2-51F6-4518-B913-3C28CC65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5A7DDC8-46B7-48B8-8B50-1C65E2FB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70BCDA2-5F64-4EEC-9C9D-47683558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634D95C-3693-4094-8DD8-9E464B81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2A95670-DDEE-4BAA-AEE5-9AAAC841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363161D-5BB1-4DA1-B582-631CBB3F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B28EF7F-151F-41E6-A7EF-8B9AE25D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AC2D2C7-DDBC-419C-B968-3DA0A797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A42AA35-D759-4CB7-8BC6-0FA94C97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4EC93A4-CE7A-4B28-A28A-EC69F720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CFB9A12-4C6A-4936-B29E-D0EAB9E0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8097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2D21EB9-4218-4689-AE24-11C46546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A9C26E8-8B8F-48C8-A2A2-1E66845A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6074D02-C9F8-4D07-AAE0-073C0BA3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381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425EE29-22F4-4299-9E5E-6ECEB8F1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0BD62AC-2429-47D7-A1C0-A04FDEB0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114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E5AE6D4-1A51-4A55-9102-C28B9D12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469042E-8A7C-44E0-8BE9-680A00D8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539A8DC-09E0-4DE5-BC39-969F79D1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344E21D-6DF4-42F6-B29D-44FBB777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B83C38F-5E11-42F5-8730-22EBAF75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4193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2A371FB-ECA7-44BF-B235-CB88CBAE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F27615D-1543-4153-8511-914AD61A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88A89DC-85C6-480B-B948-44FEA534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06DE878-CD28-4E07-8442-CD9FAB6B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F028C22-7633-4243-9337-A6FD60AB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3365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1969561-7E27-4292-A429-62D3AC46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BC0F4C5-3271-434E-8A8D-443359D6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633E405-74C0-49F7-896D-1CF3D2EF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EA717F0-64F0-425F-8A91-247A8C95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40F317A-D440-4DF5-BC35-368A536D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CECF83C-ACE4-4F05-AA5A-7DD38321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44FECD0-626E-4FD1-85F6-93CBD852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575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71F2670-0572-44E1-A59A-8C49E1B4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D8203BD-16C7-4A7D-881A-FEED4C12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02256EB-CB97-4230-8344-F514A062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9167EFB-8D0B-4D61-9D4D-B46946C2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41CE9A0-091B-428C-9827-465318C2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623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C29CFD4-8513-4AEB-AF62-3B4A5DE7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E3F76B3-734A-4408-9592-601C88F5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0E7CC6E-3F43-47C6-B9BC-7F2CFB55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542BCB2-7178-41B2-8362-C58B533D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7BE1556-8E03-429C-812A-03AA84B6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671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CFC6745-FD59-4546-8316-004BBF2C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4821392-F89C-410A-9BCE-447C118C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918415D-7E86-4893-80B4-551CE1E1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19F0699-3806-46AB-8CA9-663ECBEA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01023E2-BBF1-41BF-A262-E32F86BA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18147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1ADE3DA-5AD8-4061-BE0B-744FB5E7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F25B64B-7B3D-4E60-9B8B-2B559BA4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A984B85-0E42-47E5-AA6D-38E8BB50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F997183-108D-4F38-86F9-B259A66E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2B77263-C4BD-4360-A6E2-6C5E04D9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913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03653EF-BC7F-4897-A4D4-CC407963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A2E1AC7-91C4-4CC8-96BA-1857B290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1054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E4C9A29-3837-40B9-8B1E-736046E8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AE1E369-C303-4917-BEBA-9D3DB61C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CC019EB-07CE-48C9-9958-93C6E4E6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594A9EB-1D8C-4DA3-83F1-6CFC1839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A9107F3-1B9A-4A6C-A3B8-EE2CBF18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4102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0E54D78-9736-4961-8925-A6CF4CB4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B2E9DA4-C88F-4D8C-858B-3A5AEC4D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D74E018-13C4-4089-BF3F-B5A20D22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304EB4C-C3B4-46D8-8344-951C78AD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C438F9F-25BB-4998-A7E3-9669531D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7150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DE247168-83DD-46AB-945C-7526730C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F30B22E2-CA48-4890-BE10-77A98A0C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170EB2D-DA80-42B5-ABB1-7EC7AF26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A107EF14-D086-4AFB-BE3D-0BEA22BE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40A1B6B4-CBA3-4829-828D-1A7F2004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Incumbent damage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BCC7771-C725-4E32-BC42-52DF4052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8C92EF7-53D5-42B7-823B-384AC9BF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8668DFA-E440-41A5-A262-565B9121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C34AC781-123F-4A01-AC84-6B7FD2B0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AFC894C-DF02-4F64-8967-0F677297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22409BC2-C4D5-4198-8C4A-F3ADDF97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4D4A036-7154-479D-A8BC-7895EC76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2A648B2-54C6-42B7-82CE-3DA14C5C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C3291F67-6803-41B1-992B-2F9A3172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BF27768-AC98-40A1-8EE0-77D1E1BB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301AF300-EF15-4346-8D36-B74AD599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Damaged services / run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CDBB7A06-5152-490C-8903-693D1991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1FF3CA1-7C12-456A-BC49-C87E58E8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187C0A74-ACEF-4992-BD70-E23D38AF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6F2FC265-4D03-451A-9983-62BBC1FF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BCA82AF-420D-42C2-B355-578C2CFD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5CBF3FEC-254E-4EB8-B5DD-B66790EA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498733BF-69B6-41DA-B533-E50CDB85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01CEF3B3-8CF8-434E-B280-04239804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8097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B48CD24-787B-40F4-A85C-E5A43471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7B2170EB-6468-44FD-9464-BAE1070A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708B98D9-9278-487F-A29B-99ECCC30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76E13678-8A91-4DFA-A262-6BB8D5CC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94A28E6C-6AA5-4FD9-A8C2-F5E9E7D8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59" y="2114550"/>
            <a:ext cx="165926" cy="95"/>
          </a:xfrm>
          <a:custGeom xmlns:a="http://schemas.openxmlformats.org/drawingml/2006/main">
            <a:pathLst>
              <a:path w="165926" h="95">
                <a:moveTo>
                  <a:pt x="0" y="0"/>
                </a:moveTo>
                <a:lnTo>
                  <a:pt x="1659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EE974900-BC73-4EA8-A1CF-C678065A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59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643F4880-D6E4-4BAE-A30D-FC3A7903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685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04D9749F-84EE-412D-A5B0-69E05B03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572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6E0FC6A-A9AD-479D-9B4D-65C42354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D908D53C-8161-4DD8-A965-C5084525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359" y="2419350"/>
            <a:ext cx="177382" cy="95"/>
          </a:xfrm>
          <a:custGeom xmlns:a="http://schemas.openxmlformats.org/drawingml/2006/main">
            <a:pathLst>
              <a:path w="177382" h="95">
                <a:moveTo>
                  <a:pt x="0" y="0"/>
                </a:moveTo>
                <a:lnTo>
                  <a:pt x="1773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6CDED218-6662-4AF7-ADF8-391B5F3E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359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E143FAD1-2A2E-489B-B449-D54D11BB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41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61B972B-EEB3-46A7-AF3D-39095178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523FC382-B7DA-4151-A03D-AEFF6156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D33709C-89E7-4DDB-9931-88452A4E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C755A478-09A2-4419-B1EE-B891C55E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050E4C59-ED63-4143-B26E-2F68FB31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9C990804-952F-4965-9E5C-63FF3E23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FB248A0F-8065-4DF9-A7D5-A2EDC8C1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DE148D28-0015-405B-98BE-7AA3929A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E2C2AF6F-2397-4285-AF2D-63F5A8C9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9A6E86B0-78F3-47B3-8FC9-68D832BB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575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F6FBB25A-E650-457F-9B0D-B9F9E05B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81A19DEE-9F4E-47FA-AD7A-A20636DA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4E3663B2-0BF2-4796-8AB0-B5A2D78E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FCE6FBEA-9BFB-46D4-AC9A-08DB674C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2261550-C6E5-4870-A9D8-4EAB5EDC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623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DB7FECE9-4C1F-41BD-BA7B-9741FE73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A0334CAB-51A7-4234-9CB5-C7A52DB9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EE45A98F-2B93-4C60-A640-8E2DBF00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B86EB4D0-56BA-449F-924F-5D6D9214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6FBB558B-CFAA-4DD8-8141-08BF1B89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789" y="4067175"/>
            <a:ext cx="129288" cy="95"/>
          </a:xfrm>
          <a:custGeom xmlns:a="http://schemas.openxmlformats.org/drawingml/2006/main">
            <a:pathLst>
              <a:path w="129288" h="95">
                <a:moveTo>
                  <a:pt x="0" y="0"/>
                </a:moveTo>
                <a:lnTo>
                  <a:pt x="12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6C95FAF9-3611-415E-B3EE-BFE4B7F6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789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948EF799-5F28-4BD8-8E27-94AC60B8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077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E0501A4E-7206-4B0C-B527-BAE4E16F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6283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8AD4B94E-D90D-4D37-8DBB-16AB5679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C6D469ED-D745-4DF1-858C-4D5CC45D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8147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1268269A-E654-465E-9D08-2728635C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49EB3760-3DFC-41A0-ACA7-0A4931E1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829E4234-561D-499B-93B4-522E975E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ADA03C6-B668-4725-97E6-880D3E94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E02B0F6A-CFBB-484A-A1FB-AB96BE74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B1FC9537-BB37-43F9-A06F-4EFE1F98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CC7A15DF-E9DC-4866-945E-92450E66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1054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1F51AE0F-8E7A-42B7-9453-C9B81D05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E95CC256-ADC2-4A4D-8B53-AFB125C9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74F84AFF-4472-4240-AAB6-2DCC66F4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9E9C00DC-FBEE-4822-8A5A-CB112DED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8806F307-ACB7-4471-A4A7-CC8BD0DB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4102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6B59336E-4268-4787-8BEF-197F224A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B80C2A51-4D39-4F73-8275-76B1DBC7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48E93700-F2B7-424A-AE32-85B9763F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7BFA7BD8-4FBC-4BCA-9663-F9767DCC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70A48BB0-66D0-4AAD-A9AE-C3431FA8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7150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9B66FA15-9DFE-4C48-A88F-EEA9F540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21E3BD2F-F3A3-4B47-99AF-3A27D6A9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924679DE-C015-4AE5-B05B-278C8361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</p:spTree>
    <p:extLst>
      <p:ext uri="{BB962C8B-B14F-4D97-AF65-F5344CB8AC3E}">
        <p14:creationId xmlns:p14="http://schemas.microsoft.com/office/powerpoint/2010/main" val="8268715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041C2EA-56E6-4CED-8A4F-6EFABC15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0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F179B-BF4A-4A4F-8D6E-A18FE200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477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Preemptive 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59326-3C5A-4CB1-90B6-8DF19055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5722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46C80-1A89-4394-BA43-B257E4E3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64770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Other air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DD687-76BD-498C-BB2C-02F2A393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4864B-1D5A-4AC9-82EB-461BD6E5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C7F6F-52F3-4369-9AE1-36C3157A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9A0EB-760A-412F-9F15-AE1A184E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DDA66-E73E-4460-AD09-412A36E0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D5392-3A1C-46DA-96DD-8FC96AA4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78787-B3A8-4AAD-A648-FD1BBAC0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4156E-62CE-4F2E-BD9A-24358ECF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26354-E420-4F3F-B328-639B44DF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86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CAF8B-9C41-4E2E-8DF8-D881A3B0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FC00D-96D9-4641-B5C1-A72A643F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4DE8D9-DA30-497C-BEEF-6B6360D9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73B3A-1599-44C3-BD8E-ABBF919F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2BB24C-D16B-4D97-83FC-919E47DE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22F228-B9D3-4911-BDCA-0E8E5D4B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761705-90B0-4162-98E3-B446CB82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3226C6-E398-4341-800C-56544D9F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1D0069-4ED4-4C36-9066-75A2A302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38D67E-4F4F-483E-8F36-606B8663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1D7503-FE57-4B2C-B071-FDB03744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DD15A5-F1B7-4D1C-9E9D-7A5CC70D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06D1B9-B0FA-4BBA-BF8A-E6D9A89D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21" y="30275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3CA478-4499-448B-87F0-02777C64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602" y="30681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F36066-875F-4DD6-A16E-374A83F4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625" y="30404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30DA51-1D2A-4F5C-8409-35928346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79" y="301807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B737F2-2EA5-4119-A4DA-1DF1602C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668" y="298744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785B40-9841-477D-99AF-DC6ADBB2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854" y="29918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19AFCC-DDD9-419B-A696-5C9BFAE3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12" y="29446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63C6BC-7BCC-4E18-B113-10F55A1D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53" y="298343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44DCEF-2EA0-40F7-BBBE-BAA162F8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478" y="310859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938ADD-BE89-416F-8C9F-83447B65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983" y="309995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48494D-B4C9-467B-8A09-E6C0C3CF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589" y="297256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8E2CE4-B3F4-477B-8AD0-E7FDC074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12" y="3100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C5750B-EA6D-4572-A52B-232F2B46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73" y="298986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6F1507-33C4-46C8-9221-C225482D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63" y="31136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DAC369-2413-43EF-AC16-52AAB660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57" y="31136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C85649-A43C-44C9-93D3-94D39E75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08" y="30778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0A8324-7006-4154-936E-27DAEEB4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67" y="309674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F5B0CE-B694-4393-8EDD-8061C6A8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671" y="30323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968F01-520F-4C48-AEE2-3F924963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313" y="302010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C2BB62-0485-479F-8480-E4B1B5CB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55" y="294070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5CA043-2F66-4BD6-945F-29F23A00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306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60DD5D-664B-466E-9464-996A0784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21" y="22140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0DF3AA-6395-4B9C-A814-AAA7425E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602" y="22545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4448EF-645D-4E47-AF34-744DD036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625" y="222693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63B1A5F-98B5-4CE0-A818-A11C951A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79" y="22045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4E2E7F-E4C8-4AD0-897F-511B9B87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668" y="217390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4E9A8A-6852-4D7B-93FC-68EE9D1C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854" y="21782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0672FEC-61D5-4D6B-9845-65AB986D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12" y="21311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5425D6-210B-4BDF-8CAF-CA355A5D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53" y="21698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91ED6E-D5EE-46D1-AD59-7CBB64B7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478" y="229505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4E079F2-AEA4-4541-9A6F-2739939D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983" y="228640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5C7DA10-E74E-4FC4-8CBD-8593E128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589" y="215901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BEF1AC9-9B75-42C7-A818-34E516B4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12" y="228729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2523FBB-B534-438B-9D5F-404E8E85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73" y="21763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1EED9B3-FDFE-488F-BBE9-810C8E5A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63" y="23001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AB50532-62C4-4AB9-8042-1F246E36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57" y="23001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32D486D-F3D0-4B46-9618-0413DFA4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08" y="22642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A0CDB53-ABEB-4969-8362-88326321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67" y="228320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BB677F4-2145-452F-B7D8-9E932228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671" y="22188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004BE50-8DF4-4E53-9262-6EB9687E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313" y="220655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2F6A35D-D368-4F04-9D3E-E6B6C17D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55" y="212715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278DB48-9EA7-4F14-B850-50B9525E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306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DB12705-6212-42D9-BD29-DB2A0E8A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60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1D222F2-336D-4D1C-895C-A28F2EC2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4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C5B5328-1F3A-4BBD-AA74-856B438F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64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207F7AF-B85A-4B12-BC7B-33F2F6F5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19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8E81E0B-87C2-474E-A3CF-46FB2C61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708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425B6B7-99BA-4C86-ACB8-53FFF1D9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94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E0C9730-6F02-4ECB-84B7-0D37FEAE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5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B95F27-CCFD-475E-B674-86A8070B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9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8915FCD-6E45-43D3-BE24-B6541EB3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1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A8B9D19-B24B-43E6-9742-7EAFE11D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2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DE201EC-D836-4F8B-9CE1-094A9447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29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F92D60B-E9D9-4380-932E-87223524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51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00A65A1-56B4-44E3-8548-DD21D60D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1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58BE0C3-7A56-4EAF-85F0-1CF78407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CE4EE95-207B-4C9E-82FC-6FCE0B30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32999AE-8A6F-4393-BDCA-30B8352B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48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FD846CA-1681-46A7-8E7E-A4E34645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0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02147C3-4362-486D-A43E-89032DD1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10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C276773-2A79-4481-B04E-D4DCE537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5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18F424D-ED08-440A-8F30-8A41218F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95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4304434-6113-4CD3-A2A6-B20FE7C7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346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A627312-7C18-41BC-B009-361A2A45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60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9ED1B4F-DB0C-4BFF-A609-2BEBC6EC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4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111FFFB-15FE-412C-BF0F-3FEE63E6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64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120317D-617D-44BB-87EF-A8E12EF8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19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8C56F77-DB9E-4055-80E6-4FC91B6F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708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34886A9-1AF0-4553-B613-F9D58787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94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1DB4DC3-18BA-4AAF-8AA5-18ED7CD2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5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B5CF1FE-BAC1-49BA-BBBC-1D2AA5A4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9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8563459-B491-401C-94E4-DC677487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1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95DAF99-F101-4455-852F-F7920B77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2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EF59C3B-45B5-4539-855E-D7ADB1B1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29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4848ADD-0232-4B25-BB52-C1822562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51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655C336-B40D-47C3-9FA9-21C4E826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1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3616285-BCAB-4FF2-BEE5-918EFB41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F807E6E-2A95-4BCF-8905-FEF99F9A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835F93F-5BB6-40BF-B2C2-86DD159D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48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C18A650-FA64-4F82-82EF-5A7D3D3F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0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9FD2684-F5EB-4F69-9698-AAF26237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10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64BD1A3-D163-4A8B-90B8-EF2D294B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5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DD1FF17-6DE1-42D5-A2A1-0F5862A9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95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E5D91C3-6EAB-4758-BD5B-0BF38DEE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346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B014B9F-22B7-4184-85DF-FE58AC67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017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1509442-441D-45B4-8BAF-8D6F82BA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9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64A531B-383F-447D-B098-BA5E777C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821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1F792C6-4094-453C-8761-F51E08C2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276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9B67FC2-B362-4C9C-9B2A-F9C9FD78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65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5016D22-7C8D-44BC-9142-556AE5DE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050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989BA5C-1176-4855-941F-28EAD7DF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0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A4E9DD7-6F53-4307-AFA4-EAAB29AC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4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FDCE53B-AC01-40D2-9384-70555011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674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24FD378-9CCA-40DA-BB40-2B92052A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7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3FD3B17-A163-4834-AF1D-A59609E9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785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E4BB928-433C-4142-9C02-08F83EC8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0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89FD8BC-EF7D-4E12-822C-99D301EE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6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335F21F-5174-4AE7-BE52-0EE59F02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7BED9A4-0F5F-478B-A8A3-C119D577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3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D54D31E-6597-460D-B18F-739896D8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04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18E1224-2948-48E9-A71E-3723E47D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74FD0D2-4F55-47C9-A4CF-4AA4F3CA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67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C678578-F2BB-4F96-9B13-774E3150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10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376C91A-A69D-4B0E-ABD5-D38F3494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52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D4CF735-3897-49FC-952A-6B75F511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02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AFF92B7-870C-48F1-BB26-D313EC7C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017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65894E1-F8EB-4A0D-B7F8-E000A3C9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9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ED735A4-4AF1-4D15-85BB-A8E80501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821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CA28F99-4BCC-48AC-9A4C-4F9593E0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276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015BF94-1455-40F2-89D2-A4BD690A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65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A8DC373-8013-4F1A-A7F9-51A0F4DC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050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C7D2B65-A7A7-43FB-992C-1CDE48EE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0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2A56D87-CA6C-4FA2-8685-7D394144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4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60AD681-0021-412C-9FBC-8C52A9BA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674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C35C21B-707F-4ACA-8990-3D1FBBB2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7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6F2D62F-D416-4AE3-8558-BF177768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785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85500A6-5B49-45CA-9001-1AC5727D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0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B6EDE3F-2EA5-41DD-818C-3D2DBEA8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6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FA1752B-8E2C-4764-903B-D257E7E6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0A6A06B-1DFE-43B9-8F9A-03906AE4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3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EA084C0-E764-47AB-8FCD-5D7ADF45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04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0D9C5AA-FB64-48B7-AD23-4F5B3016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6E78155-A6C3-446A-A9E6-3C3717D3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67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AC5C680-5C31-4A90-832B-A29306B7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10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5F7EE7B-7693-4EA2-94FC-19E2DA5C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52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2356D83-D8AA-42EA-B0C6-9728569A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02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A003831-0C85-4A14-B468-8289F56F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F8208BF-6FFC-40B0-BD86-DD0FDE0D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(d) Air selection (%)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B928B7F7-3E55-4541-86F5-1FE47DA8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5BA5B17-43A5-4041-8718-CFF6C38B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D0EEB0A0-6C97-42CD-A569-25E9B15C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3532220-E5B2-4096-8881-10D3BE0D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386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EAB9E7A-8B91-40D9-903E-ECFD8E55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1617B2C9-97A3-42A8-8844-407869BA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4E663CF-D1C2-4B33-A649-CDFEDBE2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6C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69F20B3-E9CF-484B-BAFF-6E6AB6FD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8C1EDE70-5FCA-42CE-8E1A-98B52AA1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6C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036141B-2249-432B-A6CE-036925D3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1653CCC9-6EE1-441C-BC92-E8D39BDD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577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2D45672-C20A-4938-8314-03CC77C1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958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E1D9D6D-8B57-44AD-9E9A-B9FA0A7F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678C75BE-1D8F-401F-AC6D-B5B77423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39321A6-8B21-4506-8E2D-26C05FD3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70ED819-E1B5-4589-8CCA-29A018C5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01565AB-081E-4500-AD78-005D5E07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EC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4CCE183-8296-48BD-9D6A-C9AEB320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B69BEA60-4ED7-4031-9270-7D03227E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14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3C06B22-2472-4405-A093-71B30DF0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530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F91A3382-A99C-4089-B266-CB1D55D8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2404DD8-B3D2-487C-86B6-F9E19A4C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654524C9-D9E3-470A-BE22-57A1CF24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ED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D689150-E842-43FA-8CA7-58991751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C368359-D35B-4832-8D07-4BD365C4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BBD1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E409AD54-B425-41E3-8D23-8A38116C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71CFCE4A-6FF3-4D7C-AB4B-2131593F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721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n=40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B459BCD0-AFEE-4D38-9F74-94B97301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90DA98C8-93A0-4C17-8C5A-0E7F98B5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8C5C7F2E-BEB3-46F6-AA31-C5273DAF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5DB22F20-009E-4915-9D27-ED573A36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3EB5A700-5AC9-4CF1-997A-27A15504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8B0B97FB-BF96-4510-BE9D-B9CA9640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7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711473F7-51A1-4043-ACF2-36DB654D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E40CD29E-D418-4546-B331-82EF1AFD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26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A809788-9C3F-4D63-B7B9-2774D08D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78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4AB3F872-DB0E-4047-B2FA-ABB7A69C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0465A229-DC13-47B5-8EEA-AFEC286E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28A5B35F-D1C6-4676-808F-B4D60790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63992949-C603-4F0B-8062-8219BD87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3174678-2622-4615-9583-A0926026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FCC4C41C-08D1-4A46-9C7E-71B83251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C73E2B2-C173-4F20-81E9-7F4DCEA0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466450AD-EC60-4CCA-9CDF-AEC8B925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3F4A6B9A-8AD4-42D6-9854-24324E88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2AFE19C0-2C64-435F-9E98-19DB091C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FE4B79AC-CCB6-416F-B6F2-09D8B093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69CB5C16-5CA0-4FD4-9D4D-6A46087A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7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507B1AE7-8BFB-40D8-9AA1-5423F553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991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9E8D58B3-B205-456C-BC5A-8B2DAD3C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509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35855A9A-3649-482A-9335-2A05F453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774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C8CBAD4B-501C-407A-BBAC-A407326B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166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8A79D341-4C93-4E92-A38E-CC16E078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839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7CAAF9B5-8030-4482-A97E-7641C74B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01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72EA3100-8936-41B1-8DDD-2F1B0154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062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D0402BFA-071A-4091-B294-816C70D9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116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A493B6A7-C02A-4779-81BC-8E9B8A09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56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3549AC9B-6D72-4AF3-9A9F-1F49D3D9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124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B34D9664-D944-46EE-A6F1-478FF9E1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245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E6FF570B-6BA3-4492-A560-776AD9D2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053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EE784FF6-FF67-446F-A9F8-D3132A15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546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5209941F-AE6D-4C62-B228-C7C38C66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463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1D479814-C63D-41CD-8CB8-99A286AC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338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A8B39420-5328-49AD-9F6F-6EB1B4D2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885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5BA1F196-198E-4D67-BBF2-A2233E22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752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F6CBD5E0-CFA2-46AA-82FA-9891E7C3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950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69D059DC-31C7-4863-9C2C-49A44854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526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891F514B-1E35-421D-A95D-49506D3C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129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63E7ACED-429F-49F1-BB5B-6504FFE2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344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92F5AC76-1A74-4BE6-8AFE-1A8CF22D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991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E819E9A5-D4F0-4BF3-A60E-52E2DBDF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509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F22677A1-769F-41FB-B835-2E269737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774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0BCBBA58-832A-4E2F-A2A2-C1BD673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166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FA500116-7CB6-4D4E-B35A-598CB4BA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839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88661C3A-084B-4EE1-80D7-98E628AF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01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7C9A119C-599C-481E-9A9A-70F811EB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062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8EAB5162-CE8E-42F1-8B2A-DB8392C7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116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7B513B29-6141-4EDD-9A61-14761A93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56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8EE2CBFA-B8F7-4E30-97AE-2C78D59E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124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C223EA1B-18CA-487F-B5C3-3638BB2D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245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22E0CBE3-7FCE-46C1-8F76-2CD09166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053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CCCF03B9-7467-4666-8CC1-AC9BE101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546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634CA1D3-6E71-49EC-B0A2-330F9394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463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CAA9AE30-7CCE-48A5-B873-856EF1A0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338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A60A590A-D60D-456A-9509-4C377FEF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885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57C10214-78D0-4EBC-A33D-6AF65D1A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752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D55B49DF-93C5-4929-81F8-B1520887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950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A54A3C31-F150-4B8A-A3BE-66EA047D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526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3BF9CE7A-AC51-41D3-9FCC-2786B448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129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50E85D84-7B19-4523-8527-2F704BAF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344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1272F18A-CC1B-462C-8011-A4E9AA18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375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38987485-3E89-4AED-A420-7736AF64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892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C3CE7C8F-E183-4941-8649-0D89E6C3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158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27DC4DAE-E727-477E-930F-9751722F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550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8511C473-4D57-45C2-B463-47F9E875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223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85D3836B-2B15-4D20-8008-0CA11D6E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84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9779D02A-C5DD-4831-A328-93E5830C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446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C7C57510-D523-418F-912D-B1AB4008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500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CD7AC54A-EC4E-4161-945D-5EB4605B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840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4BB6AF5A-114A-4FB1-AFF4-925C9838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508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27CC4B28-8E9B-44A3-967F-623C1B6A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629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7C3A9936-6B6A-44B7-A0FD-7B49DA0F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36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9394E7EB-3558-4026-BD07-533870B1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29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7A4A6D41-67E6-4259-BA27-DB19C564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846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1554DE63-A1A2-4E9F-922C-6D59FA61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721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ECDAE586-3A66-4E53-8517-C97C0ED1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69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694AA6B7-2332-4DDD-B339-690B3F4C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36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77082931-4E9C-4C15-856F-EB026864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33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5FE92F30-054B-4F72-BEA1-4CF74DC9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910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87D833CB-189E-45BE-BA3B-5A03B91C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512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B19CB4E7-AF5A-467E-845C-BDA18E15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727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5C8964FA-1CE7-43AD-8DD7-BCBFC903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375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DFCF531D-0423-4D24-A42E-1F4EE3FB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892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6F3F1380-D83B-405C-954B-69EF7E1B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158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CAD03F00-B554-4BB7-A14B-0E51C771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550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D63E2831-C178-4186-AC4C-2BCCF928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223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17172ACB-D131-4727-989C-5B7D695A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84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B26733BD-74D9-44E4-AB8A-A31A82BD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446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001791CA-8A46-4031-93C9-135EBC9C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500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95BE5710-FC8E-4714-AA3D-DE54C154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840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51B43DB0-283A-427D-9582-5148E759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508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E44E8578-627F-4F7B-8172-D7CFFEC4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629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65AC4BE5-A2D4-4BB5-99C2-C7146867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36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84E8A345-3D4E-445B-8ED1-4C6A14C1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29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3593E353-9B5C-440B-A483-ACE1ECCF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846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EFB78C08-4A30-49B8-8649-427EC9DC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721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5EF99958-A668-4002-A951-BDB11802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69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A5B53DE9-F3F0-4F26-8F91-AA382442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36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BD3D72CD-2E0C-4A39-93ED-1118F44E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33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2E8006FD-FA3A-4AC7-8D84-310A2CC6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910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4AADC55E-0AE8-4EE9-9140-C5D4018B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512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4DEBDC45-AE59-45B2-A500-8DF04D26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727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73B81101-A95E-40B6-BFA8-8607F149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457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B6CAE19F-84CE-4B76-B0EC-FDBD53D9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975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B0B9B8CB-4D60-44E0-8C9B-CB3DA9A4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240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404F6CBD-097F-4E01-953C-E22FB0C9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632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4595D7C3-E12C-48A7-8376-0D7D5BD7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305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9EA1A2AF-27EC-4884-86E3-B84C365F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767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DB0499C4-ADC1-431B-8FA4-ADF87BBA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28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903182FF-F14C-43F8-9911-0C13C342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582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A6E77EC9-E65A-4C10-80E4-F5D17587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922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B7664C74-2A25-4148-8FEC-A632DA47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590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04147C75-2775-499F-BB41-4B929972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11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391032FA-2B30-4DD8-8621-6DBEB94A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519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9EE792E6-F1A1-4498-8A3F-932AF1CF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011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C084D66E-4A0C-4B97-94F3-F35BAEFD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928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A22A3D9F-C5DB-4C7E-9E86-5B51EB16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804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734858F3-F215-48F0-9E7A-70CE0153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51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B8340140-7E71-422E-A237-CF9BEA56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218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E38658EA-D96D-46E7-82E8-214D113F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415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77C8E24D-355D-4982-A3E1-B9E06578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992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BE96163E-3C89-4E92-965F-8813EBD8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94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49D0A0CB-FFF0-48A6-BD92-B757189B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809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4CC33B13-E49E-4927-80FE-11D3E33F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457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5CF30B4A-1AB7-4845-82E2-6EF3DE30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975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235F00DD-016E-4E71-AC45-9B12A052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240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81BD2D27-A667-4FBA-93F6-ECCB5FC6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632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DF8BB08C-81D7-4BB4-B2E5-D0D771E0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305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BB9581B2-5188-4C83-8EB3-4ACFFE14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767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F818AD15-87D9-4EF7-9E65-C92E274C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28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37537245-72E8-4525-A54C-00EDA2F1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582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A0000B86-65B0-40B1-B468-86A053D2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922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561C3CCF-B2F0-40ED-B7CD-78759CE0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590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9AA02698-D1CC-4C9B-A068-7B577F71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11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90C23DC8-F8C2-4E2E-BEDB-CA55D3F7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519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DA063CC1-2336-4C9B-8293-AC97910E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011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76A9269D-6767-4974-83A9-89EA1136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928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D5F14385-E264-43E5-88DC-8D5651DA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804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5C6355F1-6EA9-4AB5-B64C-52201A04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51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470829BD-FAE0-48DF-B2B8-8362CB2E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218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C39BA3AA-A19D-4FC8-84B7-CA8207E1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415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E21BC8C8-884F-4011-9794-CE3744C4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992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C6E033D8-5702-4A1D-AC07-79471C02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94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DA1F070E-D71D-4E62-885F-98CF3539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809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15446295-61DD-4942-89BB-C801E84E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D745D110-7EFB-480D-84E0-8C922BC3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(e) Air selection (%)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F41BB482-E344-4F46-BC2D-BE750943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65EA4873-E02C-42BC-9170-74EC89B3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1A502C70-FF84-4054-9174-B2AAE667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99CEFC6A-66D8-4264-8EDC-8116EE30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386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6D983CDE-30A1-4601-85CF-D1A8B75B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4F4858B7-2604-49FD-AFA0-5601CAC7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1AE99D15-AB00-42B8-8BA2-A58A765C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6022591C-FF57-4F6C-AD4D-CE348B0C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D1A56984-7DA1-4B9C-A13F-AC9774E5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FED53F09-AEAA-49DA-BCFA-3EAB5FFC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AEA2349D-D7FA-4D12-90EF-3C25C878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6577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597EA7EF-E032-44D5-9E85-2450ADF6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0958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43538240-6A9E-4FFC-A05E-7780B87D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4A982E43-4E49-41BC-A357-264998DE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77F58E09-70AD-4FCD-A2CA-81B0B6F5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2E91D2DC-402C-43EC-B39E-38A7EA49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4749F28D-3193-4C86-A588-0F64B7B8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81A9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75B8470C-86E2-4E11-9FE3-95E330D9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95</a:t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5A9C7756-1A4A-4080-90C1-3DB1288B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114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n=60</a:t>
            </a:r>
          </a:p>
        </p:txBody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D579D3A6-063D-491C-949A-E4CC2055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530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EC0315EB-D195-4869-A5CE-1449A1FE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93402C52-1285-421D-AC06-5C2FDE3F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F1C27652-D351-4572-BB8E-A451AF0D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3C75E05A-A400-4474-849D-DF878562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0C89626E-7659-467A-84E6-E6AE3394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FBAC2F06-2E47-44B3-8AA0-4F395BDE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486B93C2-1ACF-4DDA-841D-0E155B5D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5721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n=0</a:t>
            </a:r>
          </a:p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1E4AF89A-4BAA-493E-9BCF-F0343FF6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E8F31534-A0A8-4149-93B5-6CC4EF8B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362A6929-F24F-4E69-8065-B52CC7B6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F772F34E-231A-4E07-9BE4-EB3496C4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50CCA8A1-C509-4EAB-8CE5-7479EC16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8DA55DFA-EBE9-4C25-99D5-28BB72FF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8EC10D67-0A3D-4138-B30E-38A3640F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42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DF525DD2-6C79-4040-8F13-3D5F0191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18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E2B6B1B4-E57D-4474-8540-A715C0D3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71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16E0C694-45D5-4ADA-B38F-9E87EFFC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62015953-5DE2-4A17-8E2D-5F346687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3AB48D7C-7C82-4551-9B60-C194318F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71DCC1FC-31A2-4BFA-A9E8-6986CC88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86D2BA82-7AD0-4071-90CC-5A336473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8AF88015-C34E-410F-8EF2-7079739F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AA6323D1-EE2B-4048-B99D-2D605F1E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2650B0F0-3CD8-4915-B2C1-C689A699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63DE69FE-E586-4929-96B1-4E95E966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1F86A734-E92E-4DCC-AD2C-BDB0578E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3160DFC0-95FD-4508-BE78-2BE35522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7C76E6C6-F1EF-4289-BE3A-CA211E7B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5EFA1FC0-174C-4E2F-A2F0-47A15A13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879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68A5E512-CF19-4FAC-AA9E-C9695980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289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B4BA447A-62A1-4527-9B8E-CBE2B07C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270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A1ECD7FF-D3AD-40D9-9C51-D97841AA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61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6EB54FDF-3C42-4870-A65C-CBC70F69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554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79541035-0D5C-418B-80DB-55E8BA34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09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23389D90-C0FA-4EBD-ABFB-A0EDE564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301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FB155EFA-9D35-4904-AFB8-94102B2D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755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41AC438E-BD6D-4595-9A40-367D5D2E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225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8E4EAFFB-E6BF-4337-A5B1-D941749D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286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7201DB16-D89E-496C-BB57-05AC09BA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144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DD6EB71B-D117-4F36-AB5F-A077DA9A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50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FFBB09A4-B953-44C9-937E-55EEB2DE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331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AD23BDAD-B21B-46B0-96D5-33499041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260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7FAF680F-807D-43D4-9CE2-A7D1C35A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808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B3D43395-D5BF-41FD-A61F-41B262A8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449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0B45BFEA-C861-4AB5-85ED-0120D79D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642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829BE4FA-D05E-4C1A-8BC9-6513A0E6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414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B80B2EBC-49DB-4A9E-BE53-282EF596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307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19ADAB49-B643-4DB3-9495-0B9CC72F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119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DC0EDA41-5184-4F32-80AA-0B781ABF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632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13042AD4-E342-4836-8B0D-F2CB9463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879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80F0B079-6176-4FBE-9BDB-ED65B7D9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289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EE30D5C6-9781-437D-99C6-0DAF1169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270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3E1FC490-1614-464C-82EE-FEA5749F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61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67E6C70B-74A6-4ECF-86CD-74F3B527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554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12299DDC-8F52-487D-A5B8-54026943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09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06E2198A-3C64-483B-A3F8-8F8A349E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301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EA3CE02A-620E-4D3F-B7A5-077CF606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755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1A75CEDD-0AFA-4CFC-8684-E509E858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225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37A8A0DF-223E-4EB1-98AD-5A4D46E8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286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819F693C-41FD-40BD-A4F9-9765665A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144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FD4BDEF3-2127-4B39-9988-E5C2BD62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50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C190C7A2-A8F9-47FB-8EF5-0C651528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331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839E7D1A-F9B7-405E-A142-3F1AE4E1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260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30DA62F2-A0D0-4587-BFAC-A7DDF592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808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CADF89E1-4DB4-4CC2-ADE9-9FC45273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449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D904A8AA-A697-42C8-A8CA-0FF1B5AA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642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E5B7B871-302A-420D-B0C6-A2286AC8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414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C7D0857C-929B-4276-9873-4600D9D8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307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72F938C9-A4F3-46FF-879B-AE9BDC74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119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E835259C-FF5F-4AB9-95BC-8D8B1FF9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632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5BD3E5C5-5CC3-48FC-A407-B5CC893D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985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FF5E1B01-4B7E-4CDF-ADDE-560D9B18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396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CC53E8D8-36FA-4751-91BD-570429A1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376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98086049-1D3B-41F9-8957-05984E88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567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A4B849E7-84F5-48C8-9369-D8361595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660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CD9D4079-F9EC-48B1-8A18-ED8AF722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615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7D785F4A-D867-49DD-B474-B07ABCE1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407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AFADA5F8-271D-4BBA-8CC2-B6086310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61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3EB1810D-3B49-4D30-9E64-8192D81B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331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1070D150-68D2-4498-9F12-13339C29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392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EE7100F7-365E-4C87-9DDA-FBBCFCA3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250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F4F5BDC3-2EDC-4A97-B787-01F71C76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956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5E16D775-98A3-423E-B9A6-6E2EF0A1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437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8B01A411-50FC-4321-83B9-A2F385A3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366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E809B8B5-34F1-4BAA-83D9-54FB2CCE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914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C9FF6218-A38C-4758-A45E-12F9E63D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555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72655087-5414-436E-8591-045438E0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748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04507462-348C-49F6-8F65-D6F427D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520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5ACDFF58-7C76-4663-9DEC-B3DD9DCF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413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232033CB-1CFD-42AE-A548-90D27070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25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53831377-9667-48F4-A7B8-B596903A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738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4CADE750-3DF3-4DAE-9F8E-D46F852B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985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465D1D81-48E4-41DF-89C3-6A0FD78F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396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DBCFB675-C09C-4393-93B9-252E8DF7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376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09DDFF99-6B82-470A-8FCA-E4C5F82F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567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7DF81961-EBCC-40CC-B36C-BC4889D4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660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F40B96F4-EFD3-4CAB-9C00-B695BBB3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615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F13EC8A1-414C-4C3D-BDB0-E1B6AB40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407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80A08498-F1A5-406A-94D7-C4E2EAC5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61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2C5FDAB0-8C98-4D75-A07C-EF8A68D8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331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2D2113F6-047E-46F2-8B66-8831EC62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392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A26D9BF6-BBBB-4930-8ECF-BFB52137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250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3DBDD8F9-C046-4EE0-BCE3-9181BB40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956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9FF0021E-6463-4DC0-9CE5-E7A73F6C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437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C6A3372C-C13C-45F2-969C-448595E7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366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01C42D5B-D152-4DB1-8CE3-15673228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914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33DA3930-2242-4EFF-8349-9CD9E5AF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555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C3F75B89-1897-4B30-9984-0361E738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748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755EE5BA-7564-4ECC-BBDF-78774646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520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E69D309C-1BB3-47D0-89DB-45BF23D6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413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748A6065-07DD-4871-B5D9-FC6A219F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25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368BB274-8B1B-4667-BF63-03656198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738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C35F7539-AAB8-46AF-B52D-559091D6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010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7F6552EE-2A70-4E54-B64D-9329968F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20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73ABEDD6-D2B1-494E-92C5-4A8757A0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401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3694243A-EB49-4D21-965A-AACB5733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592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A789AA0F-C08F-411A-9820-5C571698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685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20AB7198-DB5B-430A-B545-3C1D0D49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640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5A595C5E-C347-43C5-BCDD-D81DA339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432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32AF198A-2F2A-491F-A063-77AF42A4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86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F0741E22-5B53-428A-8851-6203E4B2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356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AEFB4589-1201-4D7E-B994-D0392676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417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3C254E91-2D21-4A3F-B186-DA593306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275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221A2EE4-7905-48FA-8AD0-E74E151D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81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F4D8F7DA-7A4D-4209-82BC-80FCB3F0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462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F121EC23-9AF8-4BA0-9102-643ECE10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391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CAEC89DF-DA2B-42D3-94E4-51A4AE7D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939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979716A2-BDBF-45CA-BE33-6AFFD0AF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580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8FA063E2-CBBE-469E-9216-928B29A5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773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A9C666C7-4B84-4C2D-BC89-ECC5A66F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545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62C22797-A8AB-431F-83B2-7CEAB4CC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38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C81D2E78-AE80-4628-8CFB-B184A7FC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250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BD937960-7324-4244-A7EE-E9B18991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763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6BA10EAD-6E9C-48E8-9FB6-9E92987D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010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106F309C-2F8B-45FA-B42A-A1381A61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20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94F6A44A-2C22-413E-A380-794F470D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401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58E7F915-6363-44F3-9F80-242C7940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592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8C6341A3-28CB-41FE-A509-0447D0CC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685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9749837F-92FC-4579-9271-4E8D74EC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640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AA2EA492-E06D-4FC2-9BF1-2B06CB15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432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1E5E2C8B-800C-44F3-8B69-07DF074C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86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4DCCE21F-7DE4-4650-AFD9-B3DF9B46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356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41C7D939-D243-46FF-AA46-0D81288C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417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9EF16504-7C21-44D0-A5DE-EE797D67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275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28B8CF3D-2774-4344-A32F-25795C57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81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1BCAEC01-5448-4AD9-998C-3384327D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462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71047D47-6DC8-453A-BE54-3DB5FDD0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391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B355F061-C0C9-49F1-89BD-BAD6158D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939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6DFF5D41-1691-4089-9543-5372EF47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580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1868B057-06E7-4EB5-9940-7CA68E75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773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961E824F-8724-4B4B-AACD-C18A2F0D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545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F071495F-B992-416B-81B8-297C639E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38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0EAB47A0-0C1E-4A2E-9391-861B7194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250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BC1185DC-8F2A-4A28-B1A1-06771CDC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763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65A1A33F-8CB6-4E9F-8D9D-2BCCB3AB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2407BA85-B486-4A6D-83FA-2472BE14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(f) Air selection (%)</a:t>
            </a:r>
          </a:p>
        </p:txBody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2907BDEC-D44A-469C-8C9B-E447D4C9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FD60FBB8-C372-4A9C-9AFB-42927829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FBC8B77B-C878-4600-942A-73DE4CCD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A2384ACC-F733-43C3-863B-B5EBA0A1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386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35EB31E5-7F99-4813-BD8B-7871907A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C7C8D0A9-EE27-49EE-94D6-8E191EC0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74A07DEE-A486-49E4-A97D-8DE91C77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5ECC741C-A19A-4F98-9F51-16B48A09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A6966F67-5CDD-4A83-BEA1-51A0EED2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CEC2BB34-36E3-469B-A8EB-484FAA0A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25CCC6AE-9008-4DF6-A3E2-580096DC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6577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n=193</a:t>
            </a:r>
          </a:p>
        </p:txBody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CFDDFDA2-5E53-48E4-A9DB-449516AE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958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5F2336AD-D739-42EB-B129-D567708C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23E43096-8E8C-4795-829F-A5836E07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43DFE3CF-3272-4D92-BF20-F2ABAE55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64987928-916A-4FD2-8591-D61A6037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1EADFB8B-6F5E-43A0-93D1-7B2C6A4B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5FAAA451-0D2A-4238-AD11-8FA7212B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0CB7A74D-E88E-4390-95D6-B6EEC8E6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114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5BC2B86E-3462-4174-8DE8-25233ADF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530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769BC529-68D5-477C-B8D2-8FFFEFB5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0F8C9AC4-FC20-4EA5-8EB7-198BED20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EC80E74A-467E-4570-ABC4-721ECC8E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5F8CFE2F-AC8C-4A1E-90AC-C71052A1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09A4A61F-30A4-4164-8D65-ACC4CA5E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16DF8CDD-35AE-4780-9F42-D12BFA77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D0E9602E-927E-4CE0-BFFD-1ED30A3D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5721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n=27</a:t>
            </a:r>
          </a:p>
        </p:txBody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6B8B7F50-585E-4032-88F1-9AE2DD0B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5528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Ground ETA − air ETA (s)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B0BAA1B-70A1-4A4E-95B4-B997368A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229350"/>
            <a:ext cx="1143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A  Other timely states     B  Faster preemptive air vs timely ground     C  No timely option</a:t>
            </a:r>
          </a:p>
        </p:txBody>
      </p:sp>
    </p:spTree>
    <p:extLst>
      <p:ext uri="{BB962C8B-B14F-4D97-AF65-F5344CB8AC3E}">
        <p14:creationId xmlns:p14="http://schemas.microsoft.com/office/powerpoint/2010/main" val="4259348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71538F-203D-4D6E-9609-10B6B747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704850"/>
            <a:ext cx="180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A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4411C-B5A0-4974-8EEE-2AA164B0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6000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On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0BE00-ECBF-45C2-A8A6-C445C3D3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04850"/>
            <a:ext cx="180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0A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6B09C-26B2-469A-8FB9-CFFA9E55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00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316DB-F745-4719-BEA3-74A730AC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56288-8310-4379-ADFF-2033B9BA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285750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c66a437d234da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B2182-7977-4097-BBEA-D2B14436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91100"/>
            <a:ext cx="3581400" cy="95"/>
          </a:xfrm>
          <a:custGeom xmlns:a="http://schemas.openxmlformats.org/drawingml/2006/main">
            <a:pathLst>
              <a:path w="3581400" h="9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1E5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28EDF-3013-48DA-A43F-6F43C2B1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1054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8C64F-F368-4E20-A284-D022E8F7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524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0EA29-43D4-409C-B6DB-F02A52F8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5245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31F0D-7779-447B-83F5-C29C8BD3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848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2957B-2E16-493F-BCB8-ED7F3D49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848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CE20E-0CC9-433C-BE69-81A666F6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1722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BA198-BD8D-42EC-82CB-85DD196A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61722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191 / 191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3BA4C-CF46-4C98-9D21-BF6B948B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B6A27-BAFF-4A4F-9CC9-ECD2A591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4257675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3914fe62974a9a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4D7C0-ABB3-46B2-9DA4-F3188DB3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91100"/>
            <a:ext cx="3581400" cy="95"/>
          </a:xfrm>
          <a:custGeom xmlns:a="http://schemas.openxmlformats.org/drawingml/2006/main">
            <a:pathLst>
              <a:path w="3581400" h="9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1E5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42BBED-377E-4D19-9436-D998934E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1054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68CD0-289D-41BE-B9C7-1D9F746E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24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D5B1C4-0A25-4D25-9175-F456B697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245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4CD934-DB81-4FE9-8644-55B375A2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48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1EDA8C-77A8-4483-96D4-36D8B61D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848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9E7AA5-DDE3-425A-A87E-4A27F579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722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E55FB8-4ACB-4C77-A56E-2E929780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722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199 / 199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955524-63FE-426D-8F2C-4E5E176E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F95494-FDA6-4DF9-967D-4392D03B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8229600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dda9a420ed4451"/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5A429A-4C9C-4F7E-B20C-E7A9D728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91100"/>
            <a:ext cx="3581400" cy="95"/>
          </a:xfrm>
          <a:custGeom xmlns:a="http://schemas.openxmlformats.org/drawingml/2006/main">
            <a:pathLst>
              <a:path w="3581400" h="9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1E5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E2ABC2-527E-41B6-A880-911EBAC6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054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1E84AC-ED9B-41AB-8076-EA6957D7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524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02A738-0BCB-47DA-BDC8-36458559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5245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C43F10-7161-4D92-9DC0-9F93C183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848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38D7A7-D9B0-4C5A-9DF1-76A3243F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848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011088-EC14-4F65-A608-F67EEC0B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1722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722833-8760-4B22-803A-7D33E79C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1722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201 / 201</a:t>
            </a:r>
          </a:p>
        </p:txBody>
      </p:sp>
    </p:spTree>
    <p:extLst>
      <p:ext uri="{BB962C8B-B14F-4D97-AF65-F5344CB8AC3E}">
        <p14:creationId xmlns:p14="http://schemas.microsoft.com/office/powerpoint/2010/main" val="4535732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C77A9FA8-8DCB-4B00-86BB-CEDFA6C5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5BB07-7582-49A6-847E-D91F8067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1F26C-7D36-4F76-8EE3-A8D13203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67D9E-C25D-421C-A454-EDB38FB1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3863B-9A0B-4E52-B8E1-09C0DE60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BC910-26E2-42DB-BBE7-4443E9F9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2EEDB-2756-4924-9570-A2360EE6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9B24A-D9D5-47A4-AC1E-F9255869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28CA7-A614-4A37-AEDC-31428C43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08BA4-140A-4E8D-8553-E6E8346C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A33F2-507A-4206-A3BE-2BDCDDBE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6DCC7-1453-4C42-9DC1-257EA6E5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4A219-20A1-45AB-9DF2-57260AA4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545AF-31F3-4A8E-BC56-C4BF3042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7DC1C-EC12-4BD7-8474-4F7FCC8C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DDC426-4C70-4160-ADCB-B386FE0D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57519A-78BB-45FB-95B4-27206E29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49CF59-7113-44BD-919F-E2CE3AE5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2F202D-2FB6-4D01-A4D4-E41C04CF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D61C51-F2F5-423B-8AAC-88D1C996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981B9C-EC24-4F34-872E-251CADC9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A9F133-61B2-4312-8275-5F40E978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C0747-3FBD-49E5-B7C7-A47A8A2F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74BD49-B19F-4DA9-8A98-D9BCAB4A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4BA91C-AE37-49F0-A6FC-91D16F70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6A9859-8B4E-4412-A08A-3983165E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5068FC-4A48-4037-9BD8-2666817C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F57DB6-2E0A-4687-B0AD-4CE07186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025E36-3774-4CCC-B62F-718979B8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406A7B-C33C-4067-BD74-713AE9B4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D3603B-2198-42A7-8F94-C6D92456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4A889D-8DEF-48D5-AAF4-CFA58BE4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BCD0E6-2678-434D-8606-F4247491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D5828D-B274-40FF-8F7F-AC45053F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8957F1-0C3C-44D1-8692-CFD673EA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A241F0-A21D-4370-9234-D504EE06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3C582D-F470-43D9-AB7C-C5BB91A6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C779A2-CB98-4C64-8690-862280A6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3E95E2-FD52-4D6D-851E-BEE37EE3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AC8487-DDB8-4247-8E62-7C47D6FC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1.7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29D43A-C292-4943-9DAB-8C1CDF3A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9D3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76AB5C-B108-4050-A177-D1710BD1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123.4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7D4968-8866-4DEA-9ED3-4F475339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814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BEABA3-0E9D-4DED-AECB-818BA82F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814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D17A27-A0F6-4513-994C-EFD5FCF5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0859FB-0FD5-4AA1-8FAD-C4C0731B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66C689-CE56-4982-B9E4-61784132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0D8C00-2FE7-40B1-9C02-D3B48175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8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413F4A-A1B6-49BA-B4F3-1382F361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4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0033EC-7632-464F-8AAB-6F437760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0E1C320-D1C1-450B-A77A-FCA3CA85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B28F67D-2E13-4A98-A517-63817BF3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43A1483-C35C-45C1-BA76-9E449B94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447D9E9-AE96-4360-BEA4-812A9EDB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44" y="4362450"/>
            <a:ext cx="156299" cy="95"/>
          </a:xfrm>
          <a:custGeom xmlns:a="http://schemas.openxmlformats.org/drawingml/2006/main">
            <a:pathLst>
              <a:path w="156299" h="95">
                <a:moveTo>
                  <a:pt x="0" y="0"/>
                </a:moveTo>
                <a:lnTo>
                  <a:pt x="156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286EEF4-C181-4008-B28A-F8AD9465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44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9EFF07-9ACE-4337-9483-87D7FC0C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442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F8E8BAD-7800-4779-BD5A-F09FAE9D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380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5B776E4-29FA-4FE8-B6B9-1D5A8AB2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52C88E0-46F9-4DCE-AA70-84A74029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EA2C826-88C4-4504-8232-02D674EB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56B4D69-EBC6-43F6-A5FE-D50426C9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9EF310C-95FE-4D08-9DAE-8D181FB3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563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695A946-1D9C-4F53-A287-37DA88E2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7100A02-83D3-4F6C-960C-C7869187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477" y="5162550"/>
            <a:ext cx="43959" cy="95"/>
          </a:xfrm>
          <a:custGeom xmlns:a="http://schemas.openxmlformats.org/drawingml/2006/main">
            <a:pathLst>
              <a:path w="43959" h="95">
                <a:moveTo>
                  <a:pt x="0" y="0"/>
                </a:moveTo>
                <a:lnTo>
                  <a:pt x="439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2277036-6B21-402E-81C1-31E3510F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477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2BDEF90-8928-4409-A508-E0FCC203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436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FA41442-93C4-4D23-A951-AE1A5F0D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544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FB32C29-33A0-4E93-819E-BFAF105B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004DE74-6CC4-45EC-836F-7D9031A6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759" y="5562600"/>
            <a:ext cx="87918" cy="95"/>
          </a:xfrm>
          <a:custGeom xmlns:a="http://schemas.openxmlformats.org/drawingml/2006/main">
            <a:pathLst>
              <a:path w="87918" h="95">
                <a:moveTo>
                  <a:pt x="0" y="0"/>
                </a:moveTo>
                <a:lnTo>
                  <a:pt x="87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28B7F4B-523A-448E-A063-FD0551A7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759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5469D7C-84E3-42B4-84C1-0F0281AD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677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A86A4F4-B802-4B62-87AC-23F0A3D7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805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6A9E040-66DD-4F41-968C-163C19DE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74B1AF1-07C9-4D9F-9A4C-234F360E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40F8933-2213-4E05-8B55-F2262ACA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88EA138-9CC6-4853-987B-4C72C65B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4487AD3-41EA-45FE-9C7F-2D5A0CD1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F66D1B7-21F0-45A6-9800-44492BFC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07EFA03-23C2-4E85-9C4E-8261134F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10B3593-1080-44E6-86A6-36278BF9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32608E7-9482-42CE-8922-9E1776E1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3AA8EA2-0763-4E72-84B1-7A58956D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8EF50AE-0C75-45FA-804B-1C7423DA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1E69698-0FA3-4A00-A630-AD78E807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ABC6719-B5E2-4932-92E7-05A3C813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0E15D26-ED20-482F-8939-336EC0CD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258FB1B-FE77-4566-B2BE-55961BD8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3508090-FB0B-47B1-8F26-C4A4717E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43344CB-E054-4705-A0A3-40CE5272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DDA6E1A-0819-4C48-9BFA-D54E0393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3422633-1CCE-4E62-B506-0956CBC4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9245794-F5E6-4F8B-993D-7FAB45C6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7C1F861-5A06-4D8C-88CA-F1496B6E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039F969-C706-4853-9084-D9D401AE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518EC5F-33B7-4C6D-901C-A6EC4515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4828476-8F44-40B2-8743-97C37F26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252C5E3-2421-4861-8948-E217E8C9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2A6A960-7A1E-453A-BDF6-956262F5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24A6529-F144-421F-8C06-CB93B30C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CA4BE6A-187B-4CC5-A84D-FDA9C57B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05E5993-4711-4A2C-B94A-86F171C5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079CDBC-959F-408A-905D-C2A99EFD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356D63B-BBD9-43D6-9392-CA02D7AB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3B629F8-95F0-40CC-B4BB-8EAE3342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E9607F1-050E-4A08-856D-945BC88B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BC4923F-A408-4D05-8882-66BBB8A8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4BEA445-C80F-4A14-BD04-BE2CEC03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52B5D14-930D-4627-8370-A0CD589C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60E0803-072C-40DB-B2DF-835E69B3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FD43406-CAB9-468F-85C1-425C312F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11EBB13-6D50-48FE-8DA7-10EB41D6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7FFBF27-9F0F-4BD0-8B77-24A6E5DC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2A0D967-36FC-4ACB-9820-53CE74B0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60CD387-1F04-4E61-BF2A-A4946BF4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15D77E4-1FF7-4D4B-AA0C-3E14068D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814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1F9DFE3-A12A-4CF5-88AB-10784C2E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814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361D0D2-0AA7-45C6-A4CF-B1C1EA42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A407130-A86A-468C-A6BA-A43BC83C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20EEE16-A8AB-4069-8E1E-8E80B41E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2FBE706-BB77-41FC-AB9F-7A404DFD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5E70050-ED1E-458A-A80A-B2EF23B6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3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59CD404-56ED-427E-95A0-50D85973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D916BCC-F1DD-40C8-8B0C-075F8B0F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9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E9B0F3C-818A-4585-B8A0-428B940F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00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C91DCBC-DDAF-4D08-A06E-EFC4B234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D2D03A4-76FE-482B-9EE8-AA347AF6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624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ED7C700-2F1E-4154-BADC-0286E266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5A5F1D4-A783-4439-B50F-F32A8343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FE213BB-B9C4-41AC-98A8-F29ACCB3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968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7EF9B9F-5D4B-496E-910D-E734AD6B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16EED61-3BCE-44CD-867D-3DAD07F4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C3B6B4B-1CEE-427F-B1A6-36D05FF2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BDB8C42-6BC2-45B2-87A3-FDC82D5D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63FB471-D170-4289-86FA-D217C7A7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728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14FD288-D840-473D-BA4F-211C0E2B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C8AF9B2-3D2D-4A98-858A-E28ED216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62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D46B9FB-7437-46E1-A062-2EB359CA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DE30E1C-954E-4D95-9380-35B3F020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F40383C-465F-451C-A783-52F225C1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968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6BF2330-A5F0-43BF-BD38-A53998E1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3A46FC1-2FFA-43E8-84A6-B08A2902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62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9C70729-A8AE-419F-9ED7-C9161BF5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C77CEB6-ACED-468A-B922-B79E9289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DC19869-0347-4926-B609-60431A6A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728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BC66204-C072-4D20-A721-C3A2BD08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B5CD603-8A8F-4F4E-8611-C3DC7AFC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51E7C84-DDC1-4ECF-983C-9573BD4B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39D1AA7-71B8-4CEB-A8BC-96516607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F074F36-FEFC-4A7C-A42B-11DB01D2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3467568-046E-4584-A037-77CDB5E9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0EBB1FA-0693-4704-87C0-3FC3146D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F7029AE-312B-4F90-AF04-D9F230ED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A6E62CC-A618-4FB2-9442-37C89D8C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446220C-D1EC-4EC9-A880-735B566F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2076CAF-B1E3-4D0C-B121-0DA11C12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6D17961-EE83-4CAB-A616-04B206B7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0CF1E2A-AB1E-4658-8044-B818B4CF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4C36817-18A3-4687-BC0A-AFF9B956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C043A7E-BCA6-416A-8691-9E225201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68F4B7F-A119-4B34-8ADD-AB093E53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4513A06-FEFE-4B8C-9B7A-672BC3AB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1020D438-28F8-4C77-B36F-4A555528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1F50F37-EF76-458E-8F28-C8816413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9FD6EC5-A4A4-45AD-ABD4-5F682946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354ABE43-3B02-4101-A42A-F0405646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48D6EDFD-4E93-4A67-B65F-7DA178FB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C2308B4-E3F5-4F51-9067-54CD1655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486B756-4DD2-4438-921B-A455F5B4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8EC4F31-5174-4FE2-B33D-C4301B53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8C1EB9E9-9BED-4CC8-B8D2-64819C24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66ACCE0-B9CC-4FC1-85DF-74CD9155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5773B1AD-C29B-43CC-BCE8-9B36F33F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6E29F582-A8F8-44DD-A637-A08E685B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C40B672-0C53-4CC4-9907-5998DE8F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9DECFA7-46C7-42BD-B72F-2D464E34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83489B9E-446E-4C86-A915-A1E44A0E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67084E2-072F-4349-BEEB-377C134E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F80666D-1D42-4A59-B82A-F2BC4189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9968B08-BA55-4D17-906A-7557C726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C5DCD8EC-0D3F-45CD-BF74-AE1ECB4E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B1F48F7F-DD0F-4BAA-8D18-0157B016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691547A-5B91-4D88-BF70-58CF860F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256AD302-7477-4598-88BB-1EA648C9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C81BA55-E2FD-4EA3-8626-C4F0616A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0CDDEC9-85E3-4BD5-A92F-E92D429A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37D7D45C-B0D1-4C07-A35B-4C96874C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7AADB93A-A008-4507-8602-B5C27E59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814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B2E41DC9-0DC4-47CC-8AC6-CBBA62FD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7814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69AB5CF-339A-48B0-A20F-E901EC4A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AA12FD4A-5467-476A-B169-57DADDD6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B078A6AD-C70E-4DFB-809F-CFB739CC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C688F771-E6B2-415D-8B82-8D10C18F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7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05636F34-4DE6-4A8E-B4EF-0EBE4DB9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22060957-DAA7-4182-9151-562C4E55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799D626D-ECF1-4EDC-80CA-7C4BC5A6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8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5977CC78-4A01-4912-BDE8-17AA0B32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46F659AE-F02B-4B8C-9ECB-845DE8EF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5E0BA17E-62FF-4605-AC86-D0B60F16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624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A962DB1-D87F-40B1-922B-CCB46BD1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0C720E64-B031-44ED-8AB7-7C8F7815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EC1DDA39-2BC7-4283-8256-86013DC8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33536363-7ED4-4743-B494-5A2C99F5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E3EFD87-F57E-4E41-817A-86E40865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9AC80978-3659-410C-872F-AFC300CE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9F10ED12-B5BE-4B58-BA94-93C6D2DD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50E3DDAD-0A0B-4349-AE4A-E9716DFB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6722D98F-DECA-4493-ADF7-923E60D0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2FDD35D8-8C1E-4FD3-A800-33A83504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62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4ECF6965-02BB-4947-BA55-5BD8BF67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ACF8D7AF-A11C-4176-8402-55AD2CD4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06D0F279-EF1D-415D-96D9-26BE9494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893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DED70A80-8D96-4600-BA51-F0966FF3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FB210CCD-1B5F-4E62-A3FA-A5B6E71A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62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B9D7DB04-4301-4163-B0A6-73B5CB47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5E3C9AFF-AD24-45E8-9D16-F0796CB2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F9614D3A-5BA1-4601-9E43-105E3DFE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8FE3FF27-7FE5-4B19-80A4-5AE40905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A5E46B0C-2A7F-4881-A2B1-79BF0998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1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74490490-0E0C-4FEE-9088-0ED6034C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5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067CA41C-7708-4EF8-9CEF-7278DDB9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2B625550-3901-40B3-AC48-4073EBEB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4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85D63A68-D315-46E2-8004-A3F221A4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8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6C821B4F-1192-4949-9197-69CA5794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2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0F4"/>
          </a:solidFill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B7B7146F-ECF2-45AB-BE67-98F471C0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72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3"/>
          </a:solidFill>
          <a:ln xmlns:a="http://schemas.openxmlformats.org/drawingml/2006/main" w="0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131BC576-7479-45D5-B50B-ED41CD0E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1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1"/>
          </a:solidFill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06C04BD5-51F8-4A18-BA02-C749D934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0"/>
          </a:solidFill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7FF91211-81FD-4649-81B9-7FDFA275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F"/>
          </a:solidFill>
          <a:ln xmlns:a="http://schemas.openxmlformats.org/drawingml/2006/main" w="0">
            <a:noFill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A1E512C5-D5AD-4583-B6F1-7023FC2E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4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8ED"/>
          </a:solidFill>
          <a:ln xmlns:a="http://schemas.openxmlformats.org/drawingml/2006/main" w="0">
            <a:noFill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12B78968-5CA7-4B99-8435-1BB04393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8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C"/>
          </a:solidFill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84AA6618-1E6A-4A8C-8AED-D26E0F76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3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5EB"/>
          </a:solidFill>
          <a:ln xmlns:a="http://schemas.openxmlformats.org/drawingml/2006/main" w="0">
            <a:noFill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BAE0B143-DB59-4002-B262-1083AD38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67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9"/>
          </a:solidFill>
          <a:ln xmlns:a="http://schemas.openxmlformats.org/drawingml/2006/main" w="0">
            <a:noFill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44893BA3-D77E-4C07-B52C-922B9548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1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2E8"/>
          </a:solidFill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C4EA6DC5-13AB-40F2-B2B7-2DCBDC8D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6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F3DD6871-FABC-45B1-94B3-6712F103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05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5"/>
          </a:solidFill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1318C928-22AF-43B2-AD69-F164E698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4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4"/>
          </a:solidFill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D2076EBC-ACCB-44CF-872C-A9D4F954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9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E3"/>
          </a:solidFill>
          <a:ln xmlns:a="http://schemas.openxmlformats.org/drawingml/2006/main" w="0">
            <a:noFill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E28CDA8-471A-4B49-B238-75431688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AE1"/>
          </a:solidFill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843D07DD-09BC-4D9F-A775-123D86AF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78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E0"/>
          </a:solidFill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C583262A-7FDD-40FD-AB95-084E9949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21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F"/>
          </a:solidFill>
          <a:ln xmlns:a="http://schemas.openxmlformats.org/drawingml/2006/main" w="0">
            <a:noFill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AB1F02BE-1F23-4082-88E2-13BC5150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64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D"/>
          </a:solidFill>
          <a:ln xmlns:a="http://schemas.openxmlformats.org/drawingml/2006/main" w="0">
            <a:noFill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FB7CC09A-C58F-4CD7-B26C-23A08E59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08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4014B158-BD53-4258-86CB-9FA57C9F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51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B"/>
          </a:solidFill>
          <a:ln xmlns:a="http://schemas.openxmlformats.org/drawingml/2006/main" w="0">
            <a:noFill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9C401818-850F-4A21-A07D-002D651B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94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0D9"/>
          </a:solidFill>
          <a:ln xmlns:a="http://schemas.openxmlformats.org/drawingml/2006/main" w="0">
            <a:noFill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28B9B3AC-196B-41A6-996C-91AC9839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537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FD8"/>
          </a:solidFill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5D8E00FE-0867-4F36-BE49-3AEED8C1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DD7"/>
          </a:solidFill>
          <a:ln xmlns:a="http://schemas.openxmlformats.org/drawingml/2006/main" w="0">
            <a:noFill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CC6FD77E-00FB-41F9-814C-05C420E8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24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D5"/>
          </a:solidFill>
          <a:ln xmlns:a="http://schemas.openxmlformats.org/drawingml/2006/main" w="0">
            <a:noFill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F7AE767F-62EC-4D20-902A-CC21424A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AD4"/>
          </a:solidFill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6D69365B-93A4-471B-922B-ECB05427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10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D3"/>
          </a:solidFill>
          <a:ln xmlns:a="http://schemas.openxmlformats.org/drawingml/2006/main" w="0">
            <a:noFill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225F8D90-A54A-44B8-84D7-AA6868D7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1"/>
          </a:solidFill>
          <a:ln xmlns:a="http://schemas.openxmlformats.org/drawingml/2006/main" w="0">
            <a:noFill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A59BDB3D-3CF8-4C21-BDE0-6C5C26AE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97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0"/>
          </a:solidFill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7D9AD67-CA61-4B29-954B-C2DB66AB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40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3CF"/>
          </a:solidFill>
          <a:ln xmlns:a="http://schemas.openxmlformats.org/drawingml/2006/main" w="0">
            <a:noFill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5D86A36B-ECB3-45D5-8DAE-A34935AD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83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C2CD"/>
          </a:solidFill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483AEBBF-BD20-4799-AF73-89CFF722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C0CC"/>
          </a:solidFill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E3FC49C7-FAF5-48FE-A223-1F93033B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70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FCB"/>
          </a:solidFill>
          <a:ln xmlns:a="http://schemas.openxmlformats.org/drawingml/2006/main" w="0">
            <a:noFill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79C901F9-1A98-457D-983A-CA36DD79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113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DC9"/>
          </a:solidFill>
          <a:ln xmlns:a="http://schemas.openxmlformats.org/drawingml/2006/main" w="0">
            <a:noFill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7E447FCF-300D-401C-8DDD-EE87DD70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56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BBC8"/>
          </a:solidFill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3477BD05-ACBC-44D9-AE52-3D942005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AC7"/>
          </a:solidFill>
          <a:ln xmlns:a="http://schemas.openxmlformats.org/drawingml/2006/main" w="0">
            <a:noFill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D2FA5A57-47DD-44B4-A72B-F0A11956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4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8C5"/>
          </a:solidFill>
          <a:ln xmlns:a="http://schemas.openxmlformats.org/drawingml/2006/main" w="0">
            <a:noFill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5B8DA406-873D-43D0-97CF-EE402C94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8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B7C4"/>
          </a:solidFill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2D029C5C-CD3E-4920-B29F-85C92149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2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5C3"/>
          </a:solidFill>
          <a:ln xmlns:a="http://schemas.openxmlformats.org/drawingml/2006/main" w="0">
            <a:noFill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3AAAE33E-2190-4A36-9B8D-0E660A9F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7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B3C1"/>
          </a:solidFill>
          <a:ln xmlns:a="http://schemas.openxmlformats.org/drawingml/2006/main" w="0">
            <a:noFill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A3E12E4A-991D-4547-9EE6-50FF7B6A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2C0"/>
          </a:solidFill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2CBD3905-D929-4C06-BD34-6DF1FFBD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5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BF"/>
          </a:solidFill>
          <a:ln xmlns:a="http://schemas.openxmlformats.org/drawingml/2006/main" w="0">
            <a:noFill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232C8AB4-38F1-4D79-856C-EEB77418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02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AFBD"/>
          </a:solidFill>
          <a:ln xmlns:a="http://schemas.openxmlformats.org/drawingml/2006/main" w="0">
            <a:noFill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0654EC38-0B29-4D83-9009-BBE0D93F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4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DBC"/>
          </a:solidFill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3C9A7BAE-4EB8-4C6F-9FD6-CFB6C1A1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8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ABBB"/>
          </a:solidFill>
          <a:ln xmlns:a="http://schemas.openxmlformats.org/drawingml/2006/main" w="0">
            <a:noFill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5D0B9A78-959C-4565-9A90-E7523AD2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AB9"/>
          </a:solidFill>
          <a:ln xmlns:a="http://schemas.openxmlformats.org/drawingml/2006/main" w="0">
            <a:noFill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D8F39A62-4B81-4DA5-B79D-F4C74A47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7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A8B8"/>
          </a:solidFill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C030F622-C610-4633-A8A0-537B58BC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1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6B7"/>
          </a:solidFill>
          <a:ln xmlns:a="http://schemas.openxmlformats.org/drawingml/2006/main" w="0">
            <a:noFill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5DD145C7-8E44-4B56-9EF7-52731950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6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5B5"/>
          </a:solidFill>
          <a:ln xmlns:a="http://schemas.openxmlformats.org/drawingml/2006/main" w="0">
            <a:noFill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6CD673C5-4B6A-4849-AE9F-C3B351B5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3B4"/>
          </a:solidFill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93894A86-1E0A-4792-8C5F-C2DDAB39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4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2B3"/>
          </a:solidFill>
          <a:ln xmlns:a="http://schemas.openxmlformats.org/drawingml/2006/main" w="0">
            <a:noFill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100189F4-9033-46F4-8162-D54C383B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9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A0B1"/>
          </a:solidFill>
          <a:ln xmlns:a="http://schemas.openxmlformats.org/drawingml/2006/main" w="0">
            <a:noFill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3893A0D3-6079-42BA-8460-BC0AFB19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5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EB0"/>
          </a:solidFill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B00CD6CA-27E3-45B7-93D3-FCAD50FB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7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9DAF"/>
          </a:solidFill>
          <a:ln xmlns:a="http://schemas.openxmlformats.org/drawingml/2006/main" w="0">
            <a:noFill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240D5CDD-7DC5-47A0-8ABB-BA00DFB4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2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0">
            <a:noFill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398BCFAB-07A3-4374-A2B6-AFB31DE6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AAC"/>
          </a:solidFill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14A7A773-9DFC-421D-A0CD-D9FDAB6D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8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8AB"/>
          </a:solidFill>
          <a:ln xmlns:a="http://schemas.openxmlformats.org/drawingml/2006/main" w="0">
            <a:noFill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B4E9A37A-0677-4703-A167-0BAC7B44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51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6A9"/>
          </a:solidFill>
          <a:ln xmlns:a="http://schemas.openxmlformats.org/drawingml/2006/main" w="0">
            <a:noFill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C74E9B0D-5E1C-42F8-9F4C-D7C141B5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94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5A8"/>
          </a:solidFill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1BC44289-E3E9-48AF-BEED-197D5E66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93A7"/>
          </a:solidFill>
          <a:ln xmlns:a="http://schemas.openxmlformats.org/drawingml/2006/main" w="0">
            <a:noFill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7FB27E41-DCE3-4A75-85D7-010D2751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81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5"/>
          </a:solidFill>
          <a:ln xmlns:a="http://schemas.openxmlformats.org/drawingml/2006/main" w="0">
            <a:noFill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95FDD763-26DE-42CA-8C98-92867640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4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0A4"/>
          </a:solidFill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4FE2AC3D-98FD-4EA6-AE64-B367AB9F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67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8EA3"/>
          </a:solidFill>
          <a:ln xmlns:a="http://schemas.openxmlformats.org/drawingml/2006/main" w="0">
            <a:noFill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9D1A470B-CBF1-4C93-A993-BBEDBA5D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11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DA1"/>
          </a:solidFill>
          <a:ln xmlns:a="http://schemas.openxmlformats.org/drawingml/2006/main" w="0">
            <a:noFill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212E36CE-006F-42AD-B940-9084DA43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54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8BA0"/>
          </a:solidFill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85467F19-2BB2-499A-8C9B-4D86DE47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A9F"/>
          </a:solidFill>
          <a:ln xmlns:a="http://schemas.openxmlformats.org/drawingml/2006/main" w="0">
            <a:noFill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62B19B7C-EDDE-4AE3-B326-AFF75957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40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89D"/>
          </a:solidFill>
          <a:ln xmlns:a="http://schemas.openxmlformats.org/drawingml/2006/main" w="0">
            <a:noFill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706242CD-7918-46B7-950D-2FBC7DCA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4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869C"/>
          </a:solidFill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347F7186-E024-4E72-A690-0964B848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27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859B"/>
          </a:solidFill>
          <a:ln xmlns:a="http://schemas.openxmlformats.org/drawingml/2006/main" w="0">
            <a:noFill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098049B0-6D2E-4BC8-B6BE-7B691C17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70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399"/>
          </a:solidFill>
          <a:ln xmlns:a="http://schemas.openxmlformats.org/drawingml/2006/main" w="0">
            <a:noFill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89AEC963-5C21-4052-BBA9-833859A8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13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98"/>
          </a:solidFill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0C4618B8-0291-4F1B-A6BE-FC2F7B54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57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097"/>
          </a:solidFill>
          <a:ln xmlns:a="http://schemas.openxmlformats.org/drawingml/2006/main" w="0">
            <a:noFill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323D56DE-997A-4D25-9BAC-5F25B10F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00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E95"/>
          </a:solidFill>
          <a:ln xmlns:a="http://schemas.openxmlformats.org/drawingml/2006/main" w="0">
            <a:noFill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3F1B217D-4376-4300-8D66-7FB0C1A0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43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D94"/>
          </a:solidFill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59CCA491-23E0-4338-94C1-C0BA353D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86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B93"/>
          </a:solidFill>
          <a:ln xmlns:a="http://schemas.openxmlformats.org/drawingml/2006/main" w="0">
            <a:noFill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E0140F8D-FB7B-4485-889F-CFB88FA5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7A91"/>
          </a:solidFill>
          <a:ln xmlns:a="http://schemas.openxmlformats.org/drawingml/2006/main" w="0">
            <a:noFill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FC433856-D1DE-469C-A139-9041FE48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90"/>
          </a:solidFill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BD6BC75A-38A8-4902-BD2A-85CD1AEC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1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68F"/>
          </a:solidFill>
          <a:ln xmlns:a="http://schemas.openxmlformats.org/drawingml/2006/main" w="0">
            <a:noFill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B78C3398-2EE1-419F-90BF-04390415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5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58D"/>
          </a:solidFill>
          <a:ln xmlns:a="http://schemas.openxmlformats.org/drawingml/2006/main" w="0">
            <a:noFill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74403E0F-C1CA-438E-A333-23E36767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0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38C"/>
          </a:solidFill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8AD37032-F25F-4263-80AD-04B6484A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4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18B"/>
          </a:solidFill>
          <a:ln xmlns:a="http://schemas.openxmlformats.org/drawingml/2006/main" w="0">
            <a:noFill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96380A70-D44B-4A4E-B7D7-FE6E2606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8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089"/>
          </a:solidFill>
          <a:ln xmlns:a="http://schemas.openxmlformats.org/drawingml/2006/main" w="0">
            <a:noFill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B23287B3-2F04-40CE-BE7E-A7D70677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327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E88"/>
          </a:solidFill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FEEE0BD8-AB49-42AB-AD3E-C82F0D89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D87"/>
          </a:solidFill>
          <a:ln xmlns:a="http://schemas.openxmlformats.org/drawingml/2006/main" w="0">
            <a:noFill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85BF3107-51B0-42B3-A824-504FA6A2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B85"/>
          </a:solidFill>
          <a:ln xmlns:a="http://schemas.openxmlformats.org/drawingml/2006/main" w="0">
            <a:noFill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7F9C2C02-991F-4C0D-925D-5E0310DD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984"/>
          </a:solidFill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53E30B14-828C-48A5-B5C0-A3DCA202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0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883"/>
          </a:solidFill>
          <a:ln xmlns:a="http://schemas.openxmlformats.org/drawingml/2006/main" w="0">
            <a:noFill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05E9C1B1-772A-40AF-B013-7C01DB9C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6681"/>
          </a:solidFill>
          <a:ln xmlns:a="http://schemas.openxmlformats.org/drawingml/2006/main" w="0">
            <a:noFill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85915B9F-543A-4B76-BCAC-DAA8A469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9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C92C8215-1BE9-4C5C-A355-1AC66D00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3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37F"/>
          </a:solidFill>
          <a:ln xmlns:a="http://schemas.openxmlformats.org/drawingml/2006/main" w="0">
            <a:noFill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F2C0ED40-78A3-45AD-A1C8-53541DD2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D"/>
          </a:solidFill>
          <a:ln xmlns:a="http://schemas.openxmlformats.org/drawingml/2006/main" w="0">
            <a:noFill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CA4BC831-4131-4F20-BEF2-4BF67906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07C"/>
          </a:solidFill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22B45A26-C5DC-49E9-A05C-3EA589F9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2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E7B"/>
          </a:solidFill>
          <a:ln xmlns:a="http://schemas.openxmlformats.org/drawingml/2006/main" w="0">
            <a:noFill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184D0032-077D-4A69-8B68-520E7275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D79"/>
          </a:solidFill>
          <a:ln xmlns:a="http://schemas.openxmlformats.org/drawingml/2006/main" w="0">
            <a:noFill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4E92B288-481A-4823-B5A6-16BBDBB0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5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AE7E9770-5437-4C8A-A01D-E9540559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200400"/>
            <a:ext cx="352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547763CD-23DD-47FE-94AA-7C1FA3F2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00400"/>
            <a:ext cx="561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201BC5A3-A04E-4F5B-BD90-81B67CDF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0400"/>
            <a:ext cx="92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SWL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36113ABA-7561-446D-A8A3-1E74EF71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6429375"/>
            <a:ext cx="914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Paired change in SWL (negative values indicate lower loss)</a:t>
            </a:r>
          </a:p>
        </p:txBody>
      </p:sp>
    </p:spTree>
    <p:extLst>
      <p:ext uri="{BB962C8B-B14F-4D97-AF65-F5344CB8AC3E}">
        <p14:creationId xmlns:p14="http://schemas.microsoft.com/office/powerpoint/2010/main" val="7184156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A780FD-994F-4B3F-90AC-74648200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B858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F690A-9EED-4A83-808E-1D2B3FD7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819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1AC9E-D466-4669-A442-DC928683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A7BD6-AC7A-47C1-8073-C2A29FA9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78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D68B2-521A-458A-9C37-9D4FD985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8191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9EBE7-26DB-483D-B79A-2C2A8C9A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29CAF-D1DA-4BFA-8631-40560362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77F6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CF45E-CD56-4C4B-8003-2102F6D9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3" y="79533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494C8-9069-41D5-94F1-AA60D714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75657-6B3C-4B1D-A721-2B2EF269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12EF3-E8EE-4F86-8BB7-D3FD2666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81915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41719-CDEE-45D6-940E-3154BEB9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5861E-46B9-4E2E-BD2D-13E29C47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C5083-F6E3-4FDE-9878-66269F6A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Observation interval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200025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1db3bf2b6a44a5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D4A108-E8DE-4341-9341-AE9FFA3F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383A47-8DBB-47BF-A1D1-B5782FD9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Execution wait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mlns:a="http://schemas.openxmlformats.org/drawingml/2006/main" x="4171950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a38c93136f4d38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B8CFD-FDC5-417A-8CD3-6EE5ED6A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F7DEDD-BC1D-4EB0-8177-D0350655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Input burden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8143875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75255f99de48aa"/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611CF1-1933-48CA-A186-BE2197AC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619750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every interval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66B589-6ACE-487E-ABF7-272DFD7E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619750"/>
            <a:ext cx="3648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 = B2 = B4b at 0–30 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0DC8DF-3316-4F9D-BC6C-90880E6C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61975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Four active aircraft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FE8F57-8DA7-4F61-8B7C-8551E5E0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019800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180 s service window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05F426-8785-41F7-8267-6E9FA228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019800"/>
            <a:ext cx="3648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60 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4A0EF3-D421-4457-B12E-65403310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01980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5–50 total records</a:t>
            </a:r>
          </a:p>
        </p:txBody>
      </p:sp>
    </p:spTree>
    <p:extLst>
      <p:ext uri="{BB962C8B-B14F-4D97-AF65-F5344CB8AC3E}">
        <p14:creationId xmlns:p14="http://schemas.microsoft.com/office/powerpoint/2010/main" val="1250284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642248-DBBB-4117-ACA1-AE8FCEDC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62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11EAD-455D-411A-A35A-F8548D67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"/>
            <a:ext cx="8353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B0: repeated ground command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1E022-F196-4B06-802D-AE329F06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0040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87EDB-FFF6-47A2-944B-D2011F2D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0400"/>
            <a:ext cx="8353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B4b: air replaced by 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02C7A-449A-43BA-96DF-0FFB4F57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971550"/>
            <a:ext cx="4388048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79EE9-812B-46DF-8653-6A4CE0D5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742950"/>
            <a:ext cx="95" cy="1914525"/>
          </a:xfrm>
          <a:custGeom xmlns:a="http://schemas.openxmlformats.org/drawingml/2006/main">
            <a:pathLst>
              <a:path w="95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52935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ED836-56FB-4DBD-9C86-A71612B6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3914775"/>
            <a:ext cx="4388048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A603F-207D-453F-9187-DD07D98A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3686175"/>
            <a:ext cx="95" cy="1914525"/>
          </a:xfrm>
          <a:custGeom xmlns:a="http://schemas.openxmlformats.org/drawingml/2006/main">
            <a:pathLst>
              <a:path w="95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52935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067B2-E382-48D7-A40C-ACC5A184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F8EAC-A01C-4220-942B-5C810FF0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1676400"/>
            <a:ext cx="5704463" cy="95"/>
          </a:xfrm>
          <a:custGeom xmlns:a="http://schemas.openxmlformats.org/drawingml/2006/main"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093D2-9BD7-4C58-8C8C-777151B3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042" y="161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59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855DF-C16A-48B7-B683-6D04A9A2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980" y="1609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74F2DC-8C8F-4B47-B4F3-CA87038D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Selected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82C41-286E-439B-8047-164BDD5E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3622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2D4FB-60F6-433B-B4D2-CB69CDC3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042" y="2057400"/>
            <a:ext cx="1228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EBD37-7F5E-4FB7-9613-BE67838F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542" y="236220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72D41-9E2C-4276-BD97-9E3BB171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205" y="20574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723473-2B8C-47A9-965C-54D6A848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855" y="2362200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542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342281-F0B1-47B9-87FC-FB1CD781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464" y="962025"/>
            <a:ext cx="570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Same command, same due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F14647-C6C1-4837-8CA5-195AB3FC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652" y="6667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900773-944B-488C-AA3B-5DB3226B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352" y="962025"/>
            <a:ext cx="96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52935"/>
                </a:solidFill>
                <a:latin typeface="Arial"/>
                <a:ea typeface="Arial"/>
                <a:cs typeface="Arial"/>
              </a:rPr>
              <a:t>480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5F5E70-D907-45C7-BC05-D9CADE05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00575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D78A3A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3E5B47-E505-4319-B4C9-CF832BC4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517" y="45339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293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192A70-B8C7-49D3-8729-5FE87F77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4600575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B9E00E-716A-4D3A-8BBC-41817A0A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784" y="4600575"/>
            <a:ext cx="5704463" cy="95"/>
          </a:xfrm>
          <a:custGeom xmlns:a="http://schemas.openxmlformats.org/drawingml/2006/main"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8A7BA9-DD05-4005-8C8E-BC5C4755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634" y="4543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59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ACB349-46B5-4009-94FA-FAD57063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572" y="453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3D7EF7-94C4-4262-A868-528B88E0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15302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2860F9-E814-4944-B54E-B66F56DA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167" y="5153025"/>
            <a:ext cx="1704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 fault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C04330-7EC6-4971-A01E-D92F4AC7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459" y="5153025"/>
            <a:ext cx="198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 s execute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CB7FB7-494C-4A1A-8B46-C5A0722E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047" y="51530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602 s complete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E53784-0F2D-4753-8171-89EEEA70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8100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Air selected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8EA430-26FB-44B0-BDB1-0CE050BE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624" y="3810000"/>
            <a:ext cx="3514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New ground command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B01587-D061-4156-A52A-2C3F7E3F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177" y="35147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DA838C-2306-4498-84FF-87881CFA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10029825" cy="95"/>
          </a:xfrm>
          <a:custGeom xmlns:a="http://schemas.openxmlformats.org/drawingml/2006/main">
            <a:pathLst>
              <a:path w="10029825" h="95">
                <a:moveTo>
                  <a:pt x="0" y="0"/>
                </a:moveTo>
                <a:lnTo>
                  <a:pt x="10029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2B259D-04B7-416D-97AD-CAB19D09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270C88-36B4-4344-B602-B4746551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091F5F-CE13-41EB-B5B9-11D16963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759E46-EAEF-41CC-B7BB-BAB324C3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717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E07286-1C03-45ED-9919-4309E665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784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BF6351-707C-4F17-AB5C-55C8EFE6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309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25ADB8-B829-4FD6-A4EB-A6B985BA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643BE1-A4DE-48B9-BD2D-E1A7F194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902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480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53D9D5-5BFA-43DF-9C01-35FF46B3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969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BD9D72-7396-471F-97B0-55949F33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494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E566F6-4DCC-4203-819E-6CDBEBDB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561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C0E2C9-AB20-470D-81B0-7B16F756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3086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A36C69-7BD1-44CE-8C8C-7EE8421B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6334125"/>
            <a:ext cx="2724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Simulation time (s)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8F4C0B-A614-48B3-95E0-7A80634C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486525"/>
            <a:ext cx="571500" cy="95"/>
          </a:xfrm>
          <a:custGeom xmlns:a="http://schemas.openxmlformats.org/drawingml/2006/main"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2707A"/>
            </a:solidFill>
            <a:prstDash val="dash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D095D1-B081-4558-BDF8-8B12FD29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334125"/>
            <a:ext cx="1552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6C6910-81C6-4327-9F2E-B9D30E78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6486525"/>
            <a:ext cx="571500" cy="95"/>
          </a:xfrm>
          <a:custGeom xmlns:a="http://schemas.openxmlformats.org/drawingml/2006/main"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F659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056F02-8D36-448E-A709-63F498DB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63341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Actual transport</a:t>
            </a:r>
          </a:p>
        </p:txBody>
      </p:sp>
    </p:spTree>
    <p:extLst>
      <p:ext uri="{BB962C8B-B14F-4D97-AF65-F5344CB8AC3E}">
        <p14:creationId xmlns:p14="http://schemas.microsoft.com/office/powerpoint/2010/main" val="8295900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2026-09-12T05:27:33.4830000Z</dcterms:created>
  <dcterms:modified xsi:type="dcterms:W3CDTF">2026-09-12T05:27:33.4830000Z</dcterms:modified>
</coreProperties>
</file>