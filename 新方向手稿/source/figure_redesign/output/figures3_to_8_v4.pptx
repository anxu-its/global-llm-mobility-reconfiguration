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d1178cf38a489a" /><Relationship Type="http://schemas.openxmlformats.org/officeDocument/2006/relationships/extended-properties" Target="/docProps/app.xml" Id="R0efcfdea25bf4682" /><Relationship Type="http://schemas.openxmlformats.org/officeDocument/2006/relationships/officeDocument" Target="/ppt/presentation.xml" Id="R9ef267b8759f4a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0513a6066143a4"/>
  </p:sldMasterIdLst>
  <p:notesMasterIdLst>
    <p:notesMasterId xmlns:r="http://schemas.openxmlformats.org/officeDocument/2006/relationships" r:id="Rd22de850122542f6"/>
  </p:notesMasterIdLst>
  <p:sldIdLst>
    <p:sldId xmlns:r="http://schemas.openxmlformats.org/officeDocument/2006/relationships" id="256" r:id="R42a851913cf94fb8"/>
    <p:sldId xmlns:r="http://schemas.openxmlformats.org/officeDocument/2006/relationships" id="257" r:id="R5ab0e892ac4f485b"/>
    <p:sldId xmlns:r="http://schemas.openxmlformats.org/officeDocument/2006/relationships" id="258" r:id="R214e213902a24ca0"/>
    <p:sldId xmlns:r="http://schemas.openxmlformats.org/officeDocument/2006/relationships" id="259" r:id="Rf2d894ba16a949bf"/>
    <p:sldId xmlns:r="http://schemas.openxmlformats.org/officeDocument/2006/relationships" id="260" r:id="Rb8ad5cfd1b16402e"/>
    <p:sldId xmlns:r="http://schemas.openxmlformats.org/officeDocument/2006/relationships" id="261" r:id="R6bde5799bc5e4c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e52a0335ca4ca5" /><Relationship Type="http://schemas.openxmlformats.org/officeDocument/2006/relationships/slideMaster" Target="/ppt/slideMasters/slideMaster1.xml" Id="Rf50513a6066143a4" /><Relationship Type="http://schemas.openxmlformats.org/officeDocument/2006/relationships/notesMaster" Target="/ppt/notesMasters/notesMaster1.xml" Id="Rd22de850122542f6" /><Relationship Type="http://schemas.openxmlformats.org/officeDocument/2006/relationships/presProps" Target="/ppt/presProps.xml" Id="R2615666c452c4dbb" /><Relationship Type="http://schemas.openxmlformats.org/officeDocument/2006/relationships/tableStyles" Target="/ppt/tableStyles.xml" Id="Re0eb979a4ed1465e" /><Relationship Type="http://schemas.openxmlformats.org/officeDocument/2006/relationships/slide" Target="/ppt/slides/slide1.xml" Id="R42a851913cf94fb8" /><Relationship Type="http://schemas.openxmlformats.org/officeDocument/2006/relationships/slide" Target="/ppt/slides/slide2.xml" Id="R5ab0e892ac4f485b" /><Relationship Type="http://schemas.openxmlformats.org/officeDocument/2006/relationships/slide" Target="/ppt/slides/slide3.xml" Id="R214e213902a24ca0" /><Relationship Type="http://schemas.openxmlformats.org/officeDocument/2006/relationships/slide" Target="/ppt/slides/slide4.xml" Id="Rf2d894ba16a949bf" /><Relationship Type="http://schemas.openxmlformats.org/officeDocument/2006/relationships/slide" Target="/ppt/slides/slide5.xml" Id="Rb8ad5cfd1b16402e" /><Relationship Type="http://schemas.openxmlformats.org/officeDocument/2006/relationships/slide" Target="/ppt/slides/slide6.xml" Id="R6bde5799bc5e4c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a388b6b26a41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bd9fabae614b68" /><Relationship Type="http://schemas.openxmlformats.org/officeDocument/2006/relationships/notesMaster" Target="/ppt/notesMasters/notesMaster1.xml" Id="Rc6d737699be449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d6d109cd874dbc" /><Relationship Type="http://schemas.openxmlformats.org/officeDocument/2006/relationships/notesMaster" Target="/ppt/notesMasters/notesMaster1.xml" Id="R2f0aa26c2e4041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fde57dbbc744da" /><Relationship Type="http://schemas.openxmlformats.org/officeDocument/2006/relationships/notesMaster" Target="/ppt/notesMasters/notesMaster1.xml" Id="Rfe52ce69f12148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7067c3acbf41d7" /><Relationship Type="http://schemas.openxmlformats.org/officeDocument/2006/relationships/notesMaster" Target="/ppt/notesMasters/notesMaster1.xml" Id="Rb7a7729012544e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798e23731a4333" /><Relationship Type="http://schemas.openxmlformats.org/officeDocument/2006/relationships/notesMaster" Target="/ppt/notesMasters/notesMaster1.xml" Id="R5f8dc96ac1c54f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c02f3d491e46a0" /><Relationship Type="http://schemas.openxmlformats.org/officeDocument/2006/relationships/notesMaster" Target="/ppt/notesMasters/notesMaster1.xml" Id="Rd33076e0b43749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3. E1: completion time, deadline violations and incumbent service damage. Means and 95% seed-block intervals from 240 runs per site-policy, 20 seed blocks. Zero-width intervals remain points.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4. E1 first-decision candidate geometry for all 720 matched scenario-seed states. B2 first states used once because snapshots match B1/B2/B4b. Coincident coordinates are aggregated, marker area proportional to count. Negative best margin indicates no predicted timely alternative. Lower matrices report actual air selections, percent and row denominator.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5. E2 all-run deadline outcomes (320 runs per policy/site) and separately reported recovered/affected primary air-chain counts. Outcomes are composition percentages, without a new interval estimate. All affected coordinated runs establish a replacement path; denominators remain explicit.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6. E3 upper heatmaps contain every level/policy mean (40 runs in L1/L4; 80 in L2/L3). Common loss scale 0–400. Lower plots show paired B4b−B0 loss difference with 95% seed-block intervals. Levels are categorical changes in disturbance and demand.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7. E4 Site A. Curves connect evaluated settings, without interpolation claims. 20 runs per policy/arm. B2 and B4b overlap; B1 also overlaps in execution waits 0–30 s. Timely service requires completion duration ≤180 s. Aircraft record burden changes input size around four active aircraft.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8. E4B D60 representative deterministic event sequence. B0 duplicates retain due time; B4b changes pending air to ground at the fault. Dashed segments are pending commands, solid segments actual transport. Deadline at 480 s.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0bfe76f8dd46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17e479d87146da" /><Relationship Type="http://schemas.openxmlformats.org/officeDocument/2006/relationships/slideLayout" Target="/ppt/slideLayouts/slideLayout1.xml" Id="Rbefade4d032448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fade4d032448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8f5be11a84bde" /><Relationship Type="http://schemas.openxmlformats.org/officeDocument/2006/relationships/notesSlide" Target="/ppt/notesSlides/notesSlide1.xml" Id="Rc742baf4247546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a84063f8b455f" /><Relationship Type="http://schemas.openxmlformats.org/officeDocument/2006/relationships/notesSlide" Target="/ppt/notesSlides/notesSlide2.xml" Id="Ra5180b80c93043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25edffe844b03" /><Relationship Type="http://schemas.openxmlformats.org/officeDocument/2006/relationships/chart" Target="/ppt/slides/charts/chart1.xml" Id="Rf3b5d2b531b34683" /><Relationship Type="http://schemas.openxmlformats.org/officeDocument/2006/relationships/chart" Target="/ppt/slides/charts/chart2.xml" Id="Rc80a0313095247c9" /><Relationship Type="http://schemas.openxmlformats.org/officeDocument/2006/relationships/chart" Target="/ppt/slides/charts/chart3.xml" Id="R6d9d0e59454747bd" /><Relationship Type="http://schemas.openxmlformats.org/officeDocument/2006/relationships/notesSlide" Target="/ppt/notesSlides/notesSlide3.xml" Id="R175a0851151243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a98e6a06042d6" /><Relationship Type="http://schemas.openxmlformats.org/officeDocument/2006/relationships/notesSlide" Target="/ppt/notesSlides/notesSlide4.xml" Id="Rc0984b02e04441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bda7c00ca49a8" /><Relationship Type="http://schemas.openxmlformats.org/officeDocument/2006/relationships/chart" Target="/ppt/slides/charts/chart4.xml" Id="Rbc4e25d3407c4625" /><Relationship Type="http://schemas.openxmlformats.org/officeDocument/2006/relationships/chart" Target="/ppt/slides/charts/chart5.xml" Id="Rb1fcb4903c1a4bbf" /><Relationship Type="http://schemas.openxmlformats.org/officeDocument/2006/relationships/chart" Target="/ppt/slides/charts/chart6.xml" Id="Rb0d7763e173f4f15" /><Relationship Type="http://schemas.openxmlformats.org/officeDocument/2006/relationships/notesSlide" Target="/ppt/notesSlides/notesSlide5.xml" Id="Rf93e2ede83c149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1ea7932b24beb" /><Relationship Type="http://schemas.openxmlformats.org/officeDocument/2006/relationships/notesSlide" Target="/ppt/notesSlides/notesSlide6.xml" Id="R17d909111527482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B0</c:v>
                </c:pt>
                <c:pt idx="1">
                  <c:v>B1</c:v>
                </c:pt>
                <c:pt idx="2">
                  <c:v>B2</c:v>
                </c:pt>
                <c:pt idx="3">
                  <c:v>B4b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0</c:v>
                </c:pt>
                <c:pt idx="1">
                  <c:v>62.5</c:v>
                </c:pt>
                <c:pt idx="2">
                  <c:v>62.5</c:v>
                </c:pt>
                <c:pt idx="3">
                  <c:v>60.9375</c:v>
                </c:pt>
              </c:numCache>
            </c:numRef>
          </c:val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B0</c:v>
                </c:pt>
                <c:pt idx="1">
                  <c:v>B1</c:v>
                </c:pt>
                <c:pt idx="2">
                  <c:v>B2</c:v>
                </c:pt>
                <c:pt idx="3">
                  <c:v>B4b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100</c:v>
                </c:pt>
                <c:pt idx="1">
                  <c:v>37.5</c:v>
                </c:pt>
                <c:pt idx="2">
                  <c:v>37.5</c:v>
                </c:pt>
                <c:pt idx="3">
                  <c:v>39.0625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Runs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B0</c:v>
                </c:pt>
                <c:pt idx="1">
                  <c:v>B1</c:v>
                </c:pt>
                <c:pt idx="2">
                  <c:v>B2</c:v>
                </c:pt>
                <c:pt idx="3">
                  <c:v>B4b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0</c:v>
                </c:pt>
                <c:pt idx="1">
                  <c:v>62.5</c:v>
                </c:pt>
                <c:pt idx="2">
                  <c:v>62.5</c:v>
                </c:pt>
                <c:pt idx="3">
                  <c:v>62.5</c:v>
                </c:pt>
              </c:numCache>
            </c:numRef>
          </c:val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B0</c:v>
                </c:pt>
                <c:pt idx="1">
                  <c:v>B1</c:v>
                </c:pt>
                <c:pt idx="2">
                  <c:v>B2</c:v>
                </c:pt>
                <c:pt idx="3">
                  <c:v>B4b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100</c:v>
                </c:pt>
                <c:pt idx="1">
                  <c:v>37.5</c:v>
                </c:pt>
                <c:pt idx="2">
                  <c:v>37.5</c:v>
                </c:pt>
                <c:pt idx="3">
                  <c:v>37.5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Runs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B0</c:v>
                </c:pt>
                <c:pt idx="1">
                  <c:v>B1</c:v>
                </c:pt>
                <c:pt idx="2">
                  <c:v>B2</c:v>
                </c:pt>
                <c:pt idx="3">
                  <c:v>B4b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0</c:v>
                </c:pt>
                <c:pt idx="1">
                  <c:v>37.5</c:v>
                </c:pt>
                <c:pt idx="2">
                  <c:v>37.5</c:v>
                </c:pt>
                <c:pt idx="3">
                  <c:v>37.1875</c:v>
                </c:pt>
              </c:numCache>
            </c:numRef>
          </c:val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B0</c:v>
                </c:pt>
                <c:pt idx="1">
                  <c:v>B1</c:v>
                </c:pt>
                <c:pt idx="2">
                  <c:v>B2</c:v>
                </c:pt>
                <c:pt idx="3">
                  <c:v>B4b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100</c:v>
                </c:pt>
                <c:pt idx="1">
                  <c:v>62.5</c:v>
                </c:pt>
                <c:pt idx="2">
                  <c:v>62.5</c:v>
                </c:pt>
                <c:pt idx="3">
                  <c:v>62.8125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Runs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7B858E"/>
              </a:solidFill>
            </c:spPr>
          </c:marker>
          <c:dPt>
            <c:idx val="0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xVal>
            <c:numRef>
              <c:f>'Chart Data'!$A$2:$A$6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192</c:v>
                </c:pt>
                <c:pt idx="1">
                  <c:v>212</c:v>
                </c:pt>
                <c:pt idx="2">
                  <c:v>253</c:v>
                </c:pt>
                <c:pt idx="3">
                  <c:v>253</c:v>
                </c:pt>
                <c:pt idx="4">
                  <c:v>482</c:v>
                </c:pt>
              </c:numCache>
            </c:numRef>
          </c:y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a:solidFill xmlns:a="http://schemas.openxmlformats.org/drawingml/2006/main">
                <a:srgbClr val="D78A3A"/>
              </a:solidFill>
            </c:spPr>
          </c:marker>
          <c:dPt>
            <c:idx val="0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xVal>
            <c:numRef>
              <c:f>'Chart Data'!$C$2:$C$6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Data'!$D$2:$D$6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521</c:v>
                </c:pt>
              </c:numCache>
            </c:numRef>
          </c:y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a:solidFill xmlns:a="http://schemas.openxmlformats.org/drawingml/2006/main">
                <a:srgbClr val="477F60"/>
              </a:solidFill>
            </c:spPr>
          </c:marker>
          <c:dPt>
            <c:idx val="0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xVal>
            <c:numRef>
              <c:f>'Chart Data'!$E$2:$E$6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Data'!$F$2:$F$6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a:solidFill xmlns:a="http://schemas.openxmlformats.org/drawingml/2006/main">
                <a:srgbClr val="7954A3"/>
              </a:solidFill>
            </c:spPr>
          </c:marker>
          <c:dPt>
            <c:idx val="0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xVal>
            <c:numRef>
              <c:f>'Chart Data'!$G$2:$G$6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Data'!$H$2:$H$6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</c:ser>
        <c:ser>
          <c:idx val="4"/>
          <c:order val="4"/>
          <c:tx>
            <c:v>Service window</c:v>
          </c:tx>
          <c:spPr>
            <a:ln xmlns:a="http://schemas.openxmlformats.org/drawingml/2006/main" w="11430">
              <a:solidFill>
                <a:srgbClr val="B89898"/>
              </a:solidFill>
              <a:prstDash val="dash"/>
            </a:ln>
          </c:spPr>
          <c:marker>
            <c:symbol val="none"/>
            <c:size val="2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300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Interval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7B858E"/>
              </a:solidFill>
            </c:spPr>
          </c:marker>
          <c:dPt>
            <c:idx val="0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6"/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xVal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Data'!$B$2:$B$8</c:f>
              <c:numCache>
                <c:formatCode>General</c:formatCode>
                <c:ptCount val="7"/>
                <c:pt idx="0">
                  <c:v>182</c:v>
                </c:pt>
                <c:pt idx="1">
                  <c:v>183</c:v>
                </c:pt>
                <c:pt idx="2">
                  <c:v>187</c:v>
                </c:pt>
                <c:pt idx="3">
                  <c:v>192</c:v>
                </c:pt>
                <c:pt idx="4">
                  <c:v>202</c:v>
                </c:pt>
                <c:pt idx="5">
                  <c:v>212</c:v>
                </c:pt>
                <c:pt idx="6">
                  <c:v>242</c:v>
                </c:pt>
              </c:numCache>
            </c:numRef>
          </c:y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a:solidFill xmlns:a="http://schemas.openxmlformats.org/drawingml/2006/main">
                <a:srgbClr val="D78A3A"/>
              </a:solidFill>
            </c:spPr>
          </c:marker>
          <c:dPt>
            <c:idx val="0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6"/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xVal>
            <c:numRef>
              <c:f>'Chart Data'!$C$2:$C$8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Data'!$D$2:$D$8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341</c:v>
                </c:pt>
              </c:numCache>
            </c:numRef>
          </c:y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a:solidFill xmlns:a="http://schemas.openxmlformats.org/drawingml/2006/main">
                <a:srgbClr val="477F60"/>
              </a:solidFill>
            </c:spPr>
          </c:marker>
          <c:dPt>
            <c:idx val="0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6"/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xVal>
            <c:numRef>
              <c:f>'Chart Data'!$E$2:$E$8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Data'!$F$2:$F$8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a:solidFill xmlns:a="http://schemas.openxmlformats.org/drawingml/2006/main">
                <a:srgbClr val="7954A3"/>
              </a:solidFill>
            </c:spPr>
          </c:marker>
          <c:dPt>
            <c:idx val="0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6"/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xVal>
            <c:numRef>
              <c:f>'Chart Data'!$G$2:$G$8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Data'!$H$2:$H$8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</c:ser>
        <c:ser>
          <c:idx val="4"/>
          <c:order val="4"/>
          <c:tx>
            <c:v>Service window</c:v>
          </c:tx>
          <c:spPr>
            <a:ln xmlns:a="http://schemas.openxmlformats.org/drawingml/2006/main" w="11430">
              <a:solidFill>
                <a:srgbClr val="B89898"/>
              </a:solidFill>
              <a:prstDash val="dash"/>
            </a:ln>
          </c:spPr>
          <c:marker>
            <c:symbol val="none"/>
            <c:size val="2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Wait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2860">
              <a:solidFill>
                <a:srgbClr val="7954A3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7954A3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3.98212195</c:v>
                </c:pt>
                <c:pt idx="1">
                  <c:v>5.920625</c:v>
                </c:pt>
                <c:pt idx="2">
                  <c:v>9.588725</c:v>
                </c:pt>
                <c:pt idx="3">
                  <c:v>13.256675</c:v>
                </c:pt>
                <c:pt idx="4">
                  <c:v>20.593475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Tokens / call (×10³)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Aircraft records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8D917672-73BC-4A22-A098-D7F94319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(a) Completion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62AA5-D960-4D14-85BB-F5C8D04B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A3DD0-4AA8-4DD1-9306-360B682F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56B43-AB5C-471B-83EA-0CE06CAC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2EF8C-8572-4373-85F6-62FA0EBD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BC456-BBD7-4AF5-B4BA-84EB72F2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7F8EF-893F-4208-9801-2861A5ED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B639D-5DE9-4FBE-AECA-92394D0B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321F4-E2EA-40B6-9447-D171C463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27D82-6412-4CF4-B69F-75AE28E4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48DB7-DFAB-4FCC-9596-96165274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8DBA7-680F-47CA-816A-DBE1C8DC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Time (s)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D8234-35B5-447E-8917-4203490C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6555C-3101-44B0-8174-25519C3E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C35FE-0757-49EA-B99C-C18533C2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6611B-E258-467F-84A5-5CF92834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BC58D-943E-4A56-B1D4-18587D9B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04CAE-F6AE-4D54-B2DA-C1BE6EE7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924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CB482-E06F-432B-833D-B3EE24F2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DAAA-FB37-40BE-82DF-E7FC8024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76" y="1809750"/>
            <a:ext cx="24836" cy="95"/>
          </a:xfrm>
          <a:custGeom xmlns:a="http://schemas.openxmlformats.org/drawingml/2006/main">
            <a:pathLst>
              <a:path w="24836" h="95">
                <a:moveTo>
                  <a:pt x="0" y="0"/>
                </a:moveTo>
                <a:lnTo>
                  <a:pt x="248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AE62E-7F9D-4E60-958C-CA4DFE7F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76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425D5B-20A4-48F7-B1B3-D7B7149D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712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040B72-7162-4336-9058-3D9C7DD2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44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88C033-843E-4750-B994-CAC7582B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46586E-87EF-47C6-B807-87A9FD03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10" y="2114550"/>
            <a:ext cx="6325" cy="95"/>
          </a:xfrm>
          <a:custGeom xmlns:a="http://schemas.openxmlformats.org/drawingml/2006/main">
            <a:pathLst>
              <a:path w="6325" h="95">
                <a:moveTo>
                  <a:pt x="0" y="0"/>
                </a:moveTo>
                <a:lnTo>
                  <a:pt x="6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CD44F6-F357-4C4D-AA97-4B866F96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10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478BED-EE55-4F0E-B066-AD1E709D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34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0B4BF2-3006-465C-B3EC-D0288CA6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922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88B261-BA65-4367-AC5B-8B238887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268BA7-42C7-49D2-9E30-0CAA3B28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999" y="2419350"/>
            <a:ext cx="11316" cy="95"/>
          </a:xfrm>
          <a:custGeom xmlns:a="http://schemas.openxmlformats.org/drawingml/2006/main">
            <a:pathLst>
              <a:path w="11316" h="95">
                <a:moveTo>
                  <a:pt x="0" y="0"/>
                </a:moveTo>
                <a:lnTo>
                  <a:pt x="113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C9792C-003E-4CD8-9AB8-3C0ED56E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999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048DC4-5BDA-4621-A397-8AA088E2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31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5905CD-83EE-42E2-8D5B-4A4D0D3F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507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FEA1C3-29A5-4EE0-A127-92C11A7F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55673E-9BF1-4015-9D82-E2E17506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3365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6EA19B-4779-48A3-949C-5279C6F9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A9835E-33E2-4D1D-86A9-8CBB0678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3E16FB-FCC7-4D82-BCE3-5E0417CF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F354B2-8458-416D-AE37-61D0CDD0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2976BD-9C20-40B0-9DC6-3FFFC802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471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586735-D82A-4EFE-9C53-85680BB2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97B5FA-D7F9-4D76-A0C3-6663398F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457575"/>
            <a:ext cx="18298" cy="95"/>
          </a:xfrm>
          <a:custGeom xmlns:a="http://schemas.openxmlformats.org/drawingml/2006/main"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CD1EAF-83AF-4CAF-B5AE-C024B054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17DC64-3C50-4D70-A910-CC8EE229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87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CBE87F-BF77-43CE-B6C7-7B5F1AD1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8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31D712-AF46-4084-A061-6C91E32D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F02056-714D-482F-982F-4C7A7DC3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762375"/>
            <a:ext cx="18298" cy="95"/>
          </a:xfrm>
          <a:custGeom xmlns:a="http://schemas.openxmlformats.org/drawingml/2006/main"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B5ADA5-031D-417A-BF65-1C91102B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FC368A-45FF-4FA7-9C72-304023C1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87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24E301-4767-40A2-9FD2-6E126A2E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8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1E82AD2-FADD-4E9F-9A3A-C5F63255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19DB32-9418-47B9-93E5-54BE8878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58" y="4067175"/>
            <a:ext cx="31211" cy="95"/>
          </a:xfrm>
          <a:custGeom xmlns:a="http://schemas.openxmlformats.org/drawingml/2006/main">
            <a:pathLst>
              <a:path w="31211" h="95">
                <a:moveTo>
                  <a:pt x="0" y="0"/>
                </a:moveTo>
                <a:lnTo>
                  <a:pt x="312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E9B87C-3830-4CD1-95D0-8E0D9A69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58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EAA783-29E1-4365-AA37-43E7A40B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69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04DFB1-89E2-4A1D-835D-9B372C89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013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4AAD521-7835-4E44-BECA-A24781F5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27F97D-81B5-43CC-8DB6-D98F2C5B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18147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1EF44A9-616A-4E5E-B578-C926ACC2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7A06E2E-57E0-4D2A-80F6-A15A39E9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2B3E83E-43BE-4A79-A84C-9B9584E4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40EA2C-6919-4DA8-ABC5-4F63CB6F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9231776-5F5F-4F44-ABE0-B0C3CF95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449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EC7BDD8-FC49-43B9-BCC4-64C945E6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9D2220C-0D02-45BC-AF13-859D432F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105400"/>
            <a:ext cx="44633" cy="95"/>
          </a:xfrm>
          <a:custGeom xmlns:a="http://schemas.openxmlformats.org/drawingml/2006/main"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9FFFE5E-1A3A-457C-AFAE-B452DD20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ABF3C95-F2EC-4451-979D-D986ADD0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65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6E20F96-220E-4624-B0CB-C186EB83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99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1E118A5-AFCE-4ED1-91EB-83BFAE0A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1EC46F3-38AE-4123-AE29-F39B204D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410200"/>
            <a:ext cx="44633" cy="95"/>
          </a:xfrm>
          <a:custGeom xmlns:a="http://schemas.openxmlformats.org/drawingml/2006/main"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8BB9BA0-FB5E-43B1-81C6-06F308A4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5F4A5CF-7800-4295-A002-E27E37B4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65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6150161-D60D-4331-A845-A1DC95F2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99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6E6D399-FDFC-459B-B34D-34BB1334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18E6C5C-4870-4F72-8F44-93DF3096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541" y="5715000"/>
            <a:ext cx="46271" cy="95"/>
          </a:xfrm>
          <a:custGeom xmlns:a="http://schemas.openxmlformats.org/drawingml/2006/main">
            <a:pathLst>
              <a:path w="46271" h="95">
                <a:moveTo>
                  <a:pt x="0" y="0"/>
                </a:moveTo>
                <a:lnTo>
                  <a:pt x="462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08E4B59-43C4-4A75-BA7B-BDCDACD7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541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40557FC-1D87-4422-878D-4E44C6B7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12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0C853F4-8819-4BF1-A32C-3B57B65D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526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67E814F-5EF5-461F-9552-07834CA9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(b) Missed deadlines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2E3989D-34DB-4B04-8DFD-8FF8D868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A27DF7B-4537-474A-A767-C60C671B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1BD9A70-AF08-4CDD-A00E-E50A3A74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35A2D3F-022F-4749-BB72-10B2038A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787F5EA-55A7-4E58-8C9A-6B7C8BC1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B6DE390-7F31-49AC-B2F8-4657D3F9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056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EFA148F-A610-459C-8F59-AB86DF8B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B30B8E3-9BA1-4687-9F53-C78E95F5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252A734-8841-412B-8C2C-EBB5373D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844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2DAE69B-0F53-408F-92B3-9EEBC84C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8399C66-4A84-45A0-8184-E3417EAC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54B36F0-D6BA-4709-B341-508DC503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0D53F68-57A6-476E-883D-3EECB601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27AE403-6A2D-466F-BBB4-975DFABB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02D38A3-3A96-4136-9280-B6A8856A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A360B53-82C0-47AD-8CC2-FDE35D0F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9FF0892-C37B-4FB9-9E85-25F4B44E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C3E0495-6D62-466C-9C09-65B1BA94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A0FFBBF-28E6-4B37-A009-C2926AE4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9ADFEE6-AF9E-4D88-BAEE-89482734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25D312D-3668-4C2C-BE31-37548149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8097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922D47C-3C01-42FD-A4D3-CBBA9EFE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1F1117C-3C10-42FF-8A92-A924F4B9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7843A04-E9D5-4520-9539-94CE93F4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381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A1E8FA4-F7A6-46CA-8CBE-88801FDF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711983E-1481-43B3-AC8A-2B453537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114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D404A15-CC8F-4BC6-BEDB-580A3228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741B3DD-717F-4C16-A5C7-2C28FD52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6A5F511-1853-4460-9EB2-8477329F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B484DF7-7E52-499B-A42A-3E972D31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5753B61-CFCC-42BB-962C-D039623E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4193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7C304FD-E058-4727-9CE6-88655544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24C65A5-B245-4538-9195-130AC88C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E68E2CD-1E3B-4898-B2C3-7D7A280D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301EAF7-784A-4C7A-9449-E137D89A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916BECB-8268-4E26-AF13-BF2E0EC2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3365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AF4298E-E57A-4D75-9958-0E9F89DE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9FE1664-C35F-466A-B66A-F7E78339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6576DB5-DFB0-490D-9440-B84F27A0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E787251-0C7D-4E67-9D9D-08CE670F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A567F68-CA29-41CA-8588-0ABEA272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0C41A9F-ED10-40A9-8B3D-158269B5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B7EA8AE-1330-463E-85D0-EB2578BC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575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91CF145-9E59-4365-8D0E-EED9F8D5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851F6F6-5DB1-4C25-952B-1B1A1923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A4B0975-2878-48F0-9DBD-64A00520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AEBF08C-9A8D-416E-A0A4-4F1A9D11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4447944-C55A-408B-A564-8E4A11AE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623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AF97EA3-202C-46B7-B6C9-3A646974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C2C99E9-2B10-4F35-BFE0-C53D0953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530FF18-CDA2-437E-8EF4-E34BE6C4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D83DF21-ED73-4C61-A143-D0144A03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E9A9B59-0C9F-4500-984D-C0354077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671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F4E7487-572D-4FEA-ABB0-AC5C70CA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E83839-4E94-4354-AD3C-80AF25AC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0084E6C-CA6D-4B03-9050-1EC43619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5FF83CA-29B3-4C83-8DF9-47D9FC95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366C3C0-74E7-426A-8E2F-DE6761EC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18147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8C4EC55-FC82-4C55-AE63-7A46D3BE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5EE40E7-B791-4F02-B66C-AB6E5B88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99AAAA8-FD1A-467B-BEA4-B0DADF0E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A6F96F8-CAAA-4814-8C81-F97B525A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334316D-8B88-4FC6-8340-E330DF88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13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4BC174D-5433-4191-8345-383E262A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E7B0716-2529-4411-BC55-1C58CF37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1054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16E2139-56FA-4B0D-846C-98B8CE55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A3826CA-52D3-4E36-8CEC-154A3CF8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90A5D6F-FE3F-44A4-8005-31AB30F5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1B17F0A-0B64-4136-ABC7-4D1D331F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5CA9163-88D9-4A9B-9D16-850E508D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4102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6BBFC2A-8539-42D5-A410-E26858F7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47E4CD4-4F26-4EB0-BAFF-A7EA3FA3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B3EFB8D-2885-4FDD-8EFE-A5ADC819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40027A5-A624-493F-9111-8CEADB7A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9616740-8209-43B4-8728-BA144B9C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7150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FA31D0E-6845-4547-BF45-76E992B8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B9E6E5C-522B-4F79-A5CE-26372E62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78667C4-CB75-4B8D-A1D8-3CA808FC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89EA726-6682-4E06-961F-62E008E9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(c) Incumbent damage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B21D2A9-2BDD-43AA-9DC9-31A1B4DF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FC9D4C0-26F4-4A63-B26C-879DDF97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5EFFAEE-C918-4CC8-BCB3-97645386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02F80AA-B8CA-4B6D-A732-DF0EDD32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E9A1020-4FE3-4244-9887-680A0673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F3A3692-CE63-47EC-8B7A-F0B8752D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E1B83CB-B1F5-410F-81FF-D18F20C1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33BF311-1227-4EB8-B714-730A7AF6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1A715ED-03A0-48D8-8AC7-379C642A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206D58F-D5DC-42D8-AB25-0FF111F0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FEF3480-06C9-4E01-9EA7-F2CB7151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Damaged services / run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18EB85D-3F7E-42D0-AC9F-762770EF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5E288FB-6E51-4969-A9F0-3A96702B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67BF15E-D09F-43AC-9320-A3B3037D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E3D68B2-F060-4AA8-8C51-D325184C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B367A4E-4C67-4F13-B199-A8B5348F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4765415-4E2A-4591-A3CB-B25B25BD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47E0BA41-91FF-4581-BF1B-FC4D1168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7F5D2C7-47CF-4F52-B4EC-6E17B474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8097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A94800A9-D9FA-4E24-961B-4F139776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2C7696E-7B1E-4845-8220-3A1D3B08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C9585685-17BD-4197-9FB8-D7DA81CA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1F677A5-A4C6-4EF4-BA9D-F0257D58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0EB8D15-B34E-4031-A491-7F6D9052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59" y="2114550"/>
            <a:ext cx="165926" cy="95"/>
          </a:xfrm>
          <a:custGeom xmlns:a="http://schemas.openxmlformats.org/drawingml/2006/main">
            <a:pathLst>
              <a:path w="165926" h="95">
                <a:moveTo>
                  <a:pt x="0" y="0"/>
                </a:moveTo>
                <a:lnTo>
                  <a:pt x="1659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9C12F7A-ACD9-41F5-A212-46DEC50D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59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0E4F900-2BC0-41BD-A4DE-F3A5E8AF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685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B512A640-1E38-4866-9459-FC61B28C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572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D3199E7-31EB-44EB-A29F-369B57D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D8092CC-22A3-4FBC-92E5-15DD9FB5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59" y="2419350"/>
            <a:ext cx="177382" cy="95"/>
          </a:xfrm>
          <a:custGeom xmlns:a="http://schemas.openxmlformats.org/drawingml/2006/main">
            <a:pathLst>
              <a:path w="177382" h="95">
                <a:moveTo>
                  <a:pt x="0" y="0"/>
                </a:moveTo>
                <a:lnTo>
                  <a:pt x="1773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96D9F846-4814-4935-A723-13BC05C8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59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F08C6B87-99C9-4D06-9E99-9F49E4A4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41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74981996-AD7D-4FF0-994B-7AFB2DAD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7C838AB1-A190-4067-A39B-A488068E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B22830F1-92BC-4E59-84A9-0B282711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2F9975F-548F-4585-A293-F76C6BCB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73D04E2-17C3-4458-B188-14EE10F0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572EC69-E021-434E-8270-78971EAB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623E046-2468-4AE0-AD8E-76144C9C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CD990AF3-D17F-4AFF-8EC4-962BAD89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E826DF6-FD58-4EB6-A8E1-E79EA065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94980F17-0A37-4ED6-AA31-FF1B673B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575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2771A29-3288-4A69-AC4D-DB502406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24D2C10-829C-4EC4-83C1-852D950A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F60BAB35-62E1-4770-96A2-FF74D733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E2EA69CD-71A0-4D65-8D0E-18587E05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BE518BD0-534B-4334-A994-2D0E85A9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623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5091DEA5-6746-4541-930E-8370FCF3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598386BB-EEF9-483D-965E-1E7ED677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8D01448C-6734-4CFB-847C-83DB9FAA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8B465BBD-B85D-42F0-8428-0730751E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35596DC-7793-4136-A40A-9688F6DB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789" y="4067175"/>
            <a:ext cx="129288" cy="95"/>
          </a:xfrm>
          <a:custGeom xmlns:a="http://schemas.openxmlformats.org/drawingml/2006/main">
            <a:pathLst>
              <a:path w="129288" h="95">
                <a:moveTo>
                  <a:pt x="0" y="0"/>
                </a:moveTo>
                <a:lnTo>
                  <a:pt x="12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07689BC3-CA73-4741-8A30-3C4A374F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789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7B044ABC-B823-4E16-A146-70FF6A7E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077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62EF3CC8-2314-4171-B50D-74294DD1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6283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9FA9558B-EE43-4414-89F1-90D3A559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032163A-0970-4865-8A01-79316B21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8147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B8FB8EB5-AA70-4824-8BBF-87C4C107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407A7A25-220D-4099-8AD8-33D74545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028DC718-38CA-4076-8981-3EB7B178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E1E7672D-4238-457A-8067-5A7ACE52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2B85369F-77AD-4B14-B80D-67C65108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26F965E-88D0-4D9D-990B-D7865D38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31E55718-6F6A-40BA-A7FA-3B24D7FB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1054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2A5BF8BF-A6B6-4783-A91F-2F173314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7337D469-938D-4843-B077-A2C4DF03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AEE03657-0A24-4FBB-ACC3-08D5A986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3A7CE993-B967-4CD0-81B8-65EB0188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C7BFACC4-2E7A-4F45-981C-92443941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4102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BB9904EF-22E8-4A98-A4F1-0C6AA3B9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EBAA0CA5-8FC8-425F-937F-C718681F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C10C4EE2-2082-4F48-A48D-47077896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E4356643-CBC2-432D-B38B-5465B383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BBCE635D-1ABD-41AF-AA4F-C53F80C6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7150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D4D75971-089A-408A-B901-F1B415CC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1F2EBFBF-D9EC-41D5-98E5-19F1A870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BBEB624-510D-49B7-B33F-ECE6B79E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</p:spTree>
    <p:extLst>
      <p:ext uri="{BB962C8B-B14F-4D97-AF65-F5344CB8AC3E}">
        <p14:creationId xmlns:p14="http://schemas.microsoft.com/office/powerpoint/2010/main" val="599665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FBD7BCA2-9EBB-4371-A6F5-1EA657FC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0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5FFAF-A9F9-46AD-AC1B-DB07C1D5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77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Preemptive 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D30FD-C287-476F-8E94-668ABAA5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572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BF8D1-7E8D-4CE6-8525-265C3A8C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4770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Other air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A1A1A-3A00-4FD0-8BFD-897EAC5F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(a) Site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77714-CC7B-492F-8C90-C5D550F8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CE810-32DF-4A6D-A7C7-9F053EB0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ACBB2-47A3-43DC-A7C8-CB0923B3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16CFF-73E2-474F-A2FB-BB323E00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1BAC5-707F-47A1-8DCC-D59BE85E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3DBD5-044C-4801-9906-06FCC79A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0696F-8220-418C-9433-5787A5E7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6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2C54E-6D31-4A4E-8A7E-2BB6290F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5ABE8-C2BE-473F-9897-BA8BA9DE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6F92D-81ED-439F-B89C-98F09BB8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1F34D-7DBF-44B4-BDEB-5F82F68D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C48059-7422-4467-B108-B24692C1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BFD33-35F2-47A3-8257-60A78501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41A3F-CEC4-4A39-A4A1-96509C68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4EC02F-3003-464C-8341-5643D560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AA2716-9288-4F48-B8CA-51F71982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048810-475D-495D-B721-377A2A5B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FDC2EA-F221-4F48-9672-26662D78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C314F7-B54C-4106-8F5E-5310DC81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0728AB-3BBA-4661-94AA-7D7BA91D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21" y="30275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893FB1-6C8B-4A4E-93BF-8832EC2D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02" y="30681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22DD79-5E9F-4184-8FFC-AC27D55A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5" y="30404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C96205-27C3-4FEC-BBA2-139029E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9" y="301807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5FEF81-A3F6-4687-8248-796FDCB2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68" y="298744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4E19BA-56B3-482D-8786-F4FAA92B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54" y="29918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2FF342-DD14-4DD3-9ED7-C80EA099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2" y="29446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AEF920-5DC1-4C14-B472-995646D6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53" y="298343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72DD62-E50B-4063-A339-9F724F53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78" y="310859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6A67C4-70F3-4950-9BCD-BF7F0C18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3" y="309995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ACD6DB-20DA-49AA-880A-C5FA7501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589" y="297256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2BCF37-9B62-4E50-97F9-E85EC629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12" y="3100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1A741E-6014-4C0F-92F9-A2BDDDBC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73" y="298986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5727B8-BAFF-4687-A3A2-81D42945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63" y="31136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33077A-5AF6-45AF-AAB8-FDC8C8C5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7" y="31136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5D6C01-6D8F-44B5-8E44-4499DA18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08" y="30778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ECBCDA-AC2B-4FD4-B4B8-BD224373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7" y="309674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4D4A76-3102-48B3-A525-00077E3D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71" y="30323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64B3A5-728E-4898-8801-BDF5096C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13" y="302010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9DC885-A270-452E-8B3B-68B55E26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5" y="294070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0D1068-28A2-4CD1-86CE-75DADA5E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306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C427A3-C6A4-4BED-BACE-C21D29E9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21" y="22140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474328-4523-4B14-B753-DB89D995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02" y="22545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09807D-650C-4F3B-BA75-E86CEA2E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5" y="222693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AC0E47-17F8-4F7B-96A4-5CAE2BDB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9" y="22045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17E151-70EF-4A94-A0D3-26436400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68" y="217390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A20D32-4324-436C-9C8D-936E0FE4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54" y="21782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57D827-B5AE-4F8A-9346-687E3FE1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2" y="21311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BC0CFC-E415-4397-8D66-A48ED8DD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53" y="21698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F46E6D-5723-4982-AE19-F53E9A2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78" y="229505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7591B6-2F8B-4D89-BA6A-322D5DB6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3" y="228640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1685A0-C029-4FEA-9967-7057982B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589" y="215901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E2F0FD-5774-432E-A3AB-1C1795E1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12" y="228729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51B3E6F-6574-448E-B0FE-AB469971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73" y="21763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41731E-50CB-466A-A4D0-2243EDED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63" y="23001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CB7AE2C-EBEC-4A69-8799-066E58B2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7" y="23001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4BD749F-FFD7-4E45-AEE7-90D9A5F7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08" y="22642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C9F0735-06D9-4A21-8716-17E77879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7" y="228320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4A2201F-4C5F-484D-85A9-6D9FF090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71" y="22188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BE1A9DA-CE02-4932-8F98-723BDFA0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13" y="220655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B22868C-79C9-445F-AAC4-0DD10710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5" y="212715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F2C124A-CF94-458E-87D0-8BE05319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306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CC1DD01-17F6-4927-A08A-7FDF591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60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C9AE01A-5F14-475B-A35B-7B167061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4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3A85F1F-6497-4D71-A8DB-C4A0219B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64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60ACC5B-BA68-46AA-8EB3-D31BB3C0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19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8C82133-4080-41DB-9AD5-5AD43276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08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38696F7-5BC8-4E62-BF65-70D8620E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94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742364-B86F-439E-B500-D658E5FE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5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9FD6BD8-764F-486C-BC9D-86CCADE4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9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11BACDC-7D6C-43B2-A47D-EFA45460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316B5E6-61DD-4F14-8469-EC96B3CC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2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F0B63B3-3A93-40FC-8380-6AC0E387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29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0139C9D-4D91-4843-BC9D-FC57D724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1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C807C67-0F14-496C-B074-E1D00FDE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1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E4E5377-8CBC-45F8-BDF3-7C6EA440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BAFDBDA-5415-412C-B13F-6B438493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6AB0E40-C2B0-4573-A40B-F8399C62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8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F21E467-F274-4A28-9B46-8DFBFA82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0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78EFD2F-84A0-4FDB-B3CD-F4ACE581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0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BEDA58E-4EB4-4563-B640-1015B023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5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C170458-C98F-4E9E-B44E-D518E086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5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8B8C6CB-97EE-46A7-8A76-B9505E07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46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9D47DA0-8B98-4360-BCFF-B6D29E60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60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712D57B-00BD-40C9-8DC5-4F5C9342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4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85256F0-791A-48BA-8FE5-96C327F4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64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1FADE80-F145-4749-9CE1-7B93AAE4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19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65E9116-7797-4F6A-9A49-961A81D8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08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B38C409-0A3E-49DE-8F1C-60D8D4BF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94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76C39E5-FF42-4924-A911-2A4D7679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5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6C8F168-5396-450F-8B18-2BB4634C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9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E3AE704-031C-4D3B-A04D-1A6A2C9B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A915AA7-299D-4CDB-853C-DAFA2357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2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8EEA93C-D96D-4456-B3C9-0A46BB2D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29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A09FA52-0C2F-469F-A7F0-68B59C4E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1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8F50B2A-6C95-41FA-BA0F-67478DA1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1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9CBD303-107F-4EFB-9AB0-9E6AC950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E5756A4-97EB-439D-A65F-D12D4E7E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541E4FB-E8CE-4F2B-B371-2A2B8D38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8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F495F3B-FFF1-4071-B6CE-6B8DA745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0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96F9D0F-9C1A-4AC0-940E-F1EAB8B5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0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F84DFB7-5B56-460D-90F4-0D67A831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5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ED52F2B-37FD-4BB8-AF51-E0218917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5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67AECF6-2D8E-4BE3-8D2C-2492527C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46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472B656-D9B4-4A31-BE67-06671FC9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17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FF9E784-7034-4665-83FE-0F135E6E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9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DFD2ADA-EA74-44AA-8C8E-F0C062DD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21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8E54A08-6BBC-46CB-A1C8-A516E59B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6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52DC687-B016-47B2-A629-FC43D9ED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65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9AF4045-D1E7-43FF-B435-BCE4AAA2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50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7CDEB99-3D1B-4E31-88D5-4C40D945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0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4516A73-2E0C-4993-9BCB-90919DFF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77C3E80-D441-4BD8-8F1D-FE538D4B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74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931116B-CB37-440E-BE4F-AD71F01D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7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322920A-4522-4D85-9625-CF467E00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85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2D49B34-526A-4E72-8A87-7373CAF9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0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03326F6-C3AF-4632-ADDD-627F09F9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C5D9E99-4E50-4161-AAC3-410ABB54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90510E1-1F0E-441F-84B9-E6D2ACE3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3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6065F9F-535E-4ADD-9EB1-7F1FE3DA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4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56D29D1-9AF4-4F59-96BD-BFE4F9F2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C4FF79D-05E5-4732-A886-4BF01361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67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BBDFE4C-C0FA-4F88-ABFC-BC8B8EB2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10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3A44A89-0798-4006-991C-D5298AA3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52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DEC6939-675F-4E36-9E6D-7230C2D8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02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765DCF2-0B41-4F8E-826C-A726A07F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17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6187A53-440E-48A5-BDE3-B1FB7322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9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4405C2D-E315-47BF-A8D4-C6B74974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21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B58283B-66F6-4CC7-A0AB-815A30F7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6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1688486-C6A2-499B-A9C3-086F1857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65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D94D2EF-C860-45B2-A5CD-8B55871D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50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686BE29-BF82-4DE5-B43F-18549058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0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B6F9259-103C-4113-9410-07942080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3E1F174-BA1C-430E-A373-5C117F11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74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BE7AD73-A049-4F21-86F1-F3000B78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7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16A154F-0F88-45CA-8B60-8CEC8016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85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084F3E8-7170-41DC-82B3-DF6C4B1A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0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B26CCA6-871B-403D-9A2C-7751A412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6744295-6FD3-46C8-BE28-910FFE45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229FC63-1F57-497E-8AE6-EA3130B5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3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FC0CD88-6A38-491B-B88A-CEB81D5A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4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4025C74-5C8A-4579-ACB1-ADA2D2B8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048EA6C-80B2-427E-93E4-99CB1DDD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67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B008737-1057-4874-8CD7-5DF0CD0C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10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D75BAD7-D1B9-4C68-9C8D-0598F1F9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52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E07BF75-FD8D-4543-AB77-19EF8363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02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9BBA0E4-A8BA-487B-A89A-3BDDBD3F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14B9040-941F-4D39-B1C3-69A24F3D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(d) Air selection (%)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0F6A84D-ECCA-4B71-80FC-ADB104D3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305300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1B51ADB-9563-4CF6-BD02-9EC2B209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05300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CB3A30A-FB2D-4470-BFEA-AF37A559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05300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E64EE67-A853-49DC-9B07-F735912C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386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A: Other timely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A2BE428-3CD8-4F13-A85E-93CBEB1C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5624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2B94182-4DCA-45F7-93B9-F79A1DEA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6482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23E67E6-B297-4702-95CE-47101665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624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6C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68E73D2-AEEC-4EA2-8179-EE32F89F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6482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2C756D1-19D3-499D-B8B3-3B24CCBF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5624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6C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6657542-4E0E-44EC-9594-21670E8F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6482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110C53D-600D-4CD5-89E4-F65C1E3F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47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82721FCF-35E3-4D84-92BE-E6129BC5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958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B: Speed / service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FDBDE64-6D51-4850-BEE5-115077B9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0196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D218087E-7C03-4DDB-8D06-E8FD85D3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1054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22C2390-4235-42CC-9E5D-998FCCE9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196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A383772-F3D6-4AA9-A7D9-A730F2B2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054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341B3B7-7C4F-4AE8-B57B-3B5AF15C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0196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EC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5F29593-C8E8-44C9-A11C-E7FFA3C3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1054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C0A7430-BA4A-47DC-BB9D-65E149D5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114925"/>
            <a:ext cx="447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644D73F-5B13-483E-8DA7-F7CF4810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530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C: No timely option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7C2E3FD-E84D-408B-A643-E752607E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4768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40F7112-2B80-497A-A45C-AAC4EB19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5626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77B79E7-5DD7-4A36-8739-57722223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4768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ED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024B2794-86DC-4BBE-B6FA-EAF66D3D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626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BF8C6AA-5CAB-4E39-B9D0-A85C62F2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4768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BD1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E0E5E06-CF9B-4E60-8B86-44360246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5626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59F2E1E-532F-42FA-915F-A94CA5FE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572125"/>
            <a:ext cx="447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n=40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ADD8B5A-4BD1-4293-B9D6-71056712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(b) Site B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FC51D93-8A8D-43AB-A940-BB885E17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F47A4AC-62B5-4F11-B934-41CB3872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61FF58E3-D0C4-4C3A-B8D9-ED465EA3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6F2A4D9-F4AF-489C-8768-A635F66F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69EDCA5-9F68-4A90-995B-E395D185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725DC80-00B7-4CF1-9B9F-08761D62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26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146A2340-371E-4B12-A895-DE96740F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78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8BBAD659-410F-4931-9A6E-50E2D3B8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1F750FF2-71B5-4913-87DD-C140FF7D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05429D0-9D6A-4671-9068-B053E1EE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00A05AA-4DF1-44AE-938A-460A3751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2DA58C9-0636-4E7C-98EB-95E64A99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1473857-BDB4-4891-8EE4-B13AC45A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2B6A8C8-979A-4EDF-8291-306F3845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5BE3BF1-0192-45D2-8352-047CBDE3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5CCD0398-BA77-41BB-9FDD-EF7A95CD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B6735BF6-990D-489A-9AF6-8ECF866F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36E8C6B8-27AD-4C20-85E1-9E760080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5165A14-9F3A-47C3-B0D8-E3E494A5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97646A5D-1C5E-4824-97BA-CC4349F1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991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3F9656B-7BAA-4426-AC4D-D87762C3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09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D428B3A-C739-477D-A389-E71335B0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74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E0347E1-1B59-4D2E-A968-BC5079AC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66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4C0851F-6A6E-4F45-838E-5C5C707A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839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FA26BF0-5BE0-4FD0-8A4A-4232A4D3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87F1CD7E-15FA-4F40-8F39-388AD7E8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2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A9B781D-425E-427C-B006-DB9D3B31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116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F64CC0E-3505-4372-9F72-0D47F5CE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56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3879BF23-4311-402D-98E8-BAC38F8A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124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5D5EAEFC-3475-4FF5-9514-5EAF2CB2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245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062C028-D900-48CD-81E1-C2EA9681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3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0D9CEA32-B05F-4873-A3A6-9EF532BA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546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9E09CFA7-F88C-4061-AC48-412BB53C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463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2C800D7-87BB-47CA-9F39-9481F64C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338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E28F496-A4ED-4E44-8181-00118DE5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885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5B02BD70-F797-4B1E-8108-380BE4E7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52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7EAE6E49-EF78-489B-B026-9F14CA6F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50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5C11F12E-A74D-48A3-86AE-D5FFDAA9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26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431B410E-AFC7-44F4-997F-273175F5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29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EC80D264-6536-4C3A-BE37-EF48B81E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44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1F904A79-DF73-48BE-9BC6-BCCD9B16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991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E84631D4-8809-4A25-B62D-4E10B4EA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09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00917E0D-81AB-460B-9C75-D9BD7DDA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74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A2B7331-7264-4575-B881-7EDAC909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66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7B69CF25-4728-4A2A-8A7F-CF14F0B8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839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DA4F1B5B-45B4-439F-ADEC-8862BA52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8B75F80-E989-4EB1-A281-3E20A22C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2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F7E2AD4-E2DE-4CA6-881A-3FC7CE60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116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505F589A-F194-463B-B3EB-7072A6CA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56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450EB197-01DA-44EA-86AA-DC7F68E8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124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02CE05DD-F9AD-4BB5-B1B1-4232EDE7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245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15F2C632-8A71-4802-AE8B-CE946745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3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B2E9EE95-A1BA-4880-A0BC-E0DCC694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546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2E242099-B2AC-48B2-9839-15E60A5D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463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0CA51D3A-625D-4930-8B24-1CDE180E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338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F848D361-8B27-4653-8B0D-2CE05CB6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885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9E661282-3D0D-4446-9198-D29B048F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52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C35B5357-FE88-4852-B11A-29C8B132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50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EF4E6CF7-8FB1-420C-BCFC-C37AFFF2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26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2835E35B-7FF7-4DB3-9D9A-DA07A711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29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F759DB72-D3B8-45DE-B1F6-8BC130B4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44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EF24E85-EE54-4D8D-AFA4-28FFA254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75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F12AE30F-9B11-4A15-B620-392C3809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892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6A5AF110-2A02-44FC-A47C-04237EA6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58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1F12823B-B4CF-4CB3-94EE-0DCED53C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50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88A2DFB1-18D1-4390-A1BF-B0FDF887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223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3C148C4C-FC66-4B46-8E49-D895CB0D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84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85E4E857-F4AE-458B-9A9F-97404A5C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6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D7197F5C-3C23-48AA-9D8A-57840AA2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00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7266C4AD-CBDA-493E-B0CA-8F400EB6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40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6A7EEACA-3E3C-4E70-9D01-DFF06573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08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C0020881-52C2-4195-90B0-E90598A6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29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C661CDC7-1E43-4393-93EA-A9E94AED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36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AA5E2D26-6D83-43BA-B799-AD8A6305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29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05FEEACC-EAF3-481D-B38C-D2CB0B92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846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C5729563-4373-4668-8AD0-F5BE9980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21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79389B27-282F-4B4D-9D2C-1118CFFE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9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BB3DC6C6-0693-43FA-8F71-EC03BA0D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36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29963771-4DB0-4AC3-AC35-FF48AC86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33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9A18AC47-B755-4FB6-B0A2-6D51896E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910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27BF5FA4-E712-4FAE-AD8F-237E8331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12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2C7C3823-8DC1-4091-A1D1-1E89EFBD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727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2B4E1764-AD6A-45A4-8711-FB68786B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75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FF7EEA04-B982-4662-B3C1-488263EB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892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547D4880-A62B-4714-B5C3-095DC90F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58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1318A39D-38B6-4B67-B1A0-42AC07A8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50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F59CAB7F-7E3A-4986-92FD-8774C68E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223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F85448F-6005-43D1-A29E-4B7635D6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84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7A86C6BC-D57E-4D43-8793-056CCB26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6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D1B6A46F-3633-4ACF-9EB6-8FF37D8D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00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A05BD593-9D87-4FEC-ADAC-E83DC666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40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6450F1BD-F010-4C0A-AF01-3EDB4154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08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62FF8A55-2CDD-4760-A754-F8EA0750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29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A06BE389-214F-47A3-9A4B-49F83CFE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36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31254BB8-B08A-4815-BF92-81159958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29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34921BC9-3BE1-4514-B2E4-0C05488F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846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4D751F6D-0CEC-4E38-80A2-90023680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21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0CB636C4-C302-4B98-9A1A-F7367950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9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6BDD5627-ED4E-4F58-B474-AEF4C961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36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D6F5AB64-7048-43E5-ACA4-42DBAD52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33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0F677CA4-BD1F-47CE-AD3C-87201CC3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910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5C7BCB8A-D44B-4A48-9CBA-84BB1148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12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FC941D61-1575-46C7-82F7-E82B0FF5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727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7925B7A5-10B6-4BBA-A0D6-BA4F9B5F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457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A42C7788-D2DF-4F2A-8FA8-F4AB171F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975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F1260908-3FE6-4A95-BB6B-47B26CB1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240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770A1030-8A1D-4BEA-8FDB-586FA9BD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32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F80EDB5B-7766-4B8D-A30B-F50795D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305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2110894E-10BC-483C-9690-ADD0012A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67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05235D23-8523-4168-BEFB-72063362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8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23B376F4-8E27-4104-9C9C-EFE25665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582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584D2E32-E952-44ED-97CE-5D00B73A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922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9A1D6C70-FAE3-4899-828E-2DA21E40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90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BBAC2FC4-7678-48F7-B7D4-2BE8CB7E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11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F8144101-F3FC-49D8-A973-C0FAACCE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9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2E44BC06-B311-43B9-B9E5-36C1BC62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011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B5AF49B4-401F-4A56-BC6D-324F0AEB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28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9BE335B8-5392-4490-A374-239ADCA7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04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8EF50D15-90F8-4534-A43D-9282072F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51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597170E6-8283-4B27-A0D1-FB1294B3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218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1672AE2B-7801-4ED8-963D-25A7EE8F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15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815EBD2C-4432-4B6B-B2FE-712FBA74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992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AEB03B9F-604E-4DBF-AC77-40BEDF03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94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628CBC38-B9AE-4810-847A-FF7DBDC6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09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54456CA4-34A7-476A-9CC2-9F21A4DC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457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8C49E95F-E493-444B-8F50-EA6ACEBC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975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F57A3E73-DB1E-4B17-982C-CC9FF467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240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73602C9F-076D-4462-AD6E-876CD15C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32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AD0DAF74-28A3-4DD3-95DE-34438E74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305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448FF371-0404-4902-BFBD-0A7F3311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67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B8915E24-25B4-4B1C-9F12-137F6CC4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8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4885A84E-EED4-46CF-B9EB-D3D31EC6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582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475653BD-D4E1-4C31-BFC2-65E15416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922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26545235-19DC-4EC1-8BBB-FE89ED3C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90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B44AF827-AEE2-409B-90B0-4F566ECE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11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2CCD02F3-7F1C-42A1-922E-E1181815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9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507F7F11-1455-4878-BA4F-303DC530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011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0884EC6B-4582-48B1-B71A-EF1C33C0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28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57787601-40B4-43BF-9B03-32BFBC57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04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D320E9D7-2BF8-4468-AAE0-33E11FAA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51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0D07C8E7-3571-44C4-A315-BEE8EA98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218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2AF68CFB-61B4-49A2-8C4C-F49EECE1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15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4DFF2103-C06E-4914-AC99-0A2505B3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992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C7610F3E-43F1-4A6E-BEBC-F05D684B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94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43D9738E-A279-4AAB-8E00-B4D59C71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09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8F7F878C-BCAD-4B38-AA50-54FA0F81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77AA0029-B64A-4CA2-B7BA-93AF4D6B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(e) Air selection (%)</a:t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F368969B-4368-4590-B831-30BBB906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05300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5CDEBB4B-EBA0-4271-B6CB-2F79C1BC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05300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19C73DF0-D9FF-4A3F-92C0-7D5CEC48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05300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000DAA0B-B37A-4467-BC78-ACDCE4F4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386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A: Other timely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DA8AE874-5BCD-4E70-A93E-9BBDFC98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624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D3F1CBBB-FE81-4196-9C17-2D3D8F0E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482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C88965D0-3A9B-4971-BAB8-91CAFB00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624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98EB3557-626E-4EB4-BCA1-B8891AFC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482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6524581F-F9C1-439C-8603-A9A90F08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624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6F0EE615-2B3E-4A52-9869-B27199CF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482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779110B0-CEF8-4B44-9F91-49C8F681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57725"/>
            <a:ext cx="447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C11C0C7A-656B-4F68-87F7-432A976A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0958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B: Speed / service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47391CF9-33D2-4478-9183-224BD357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196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A0570719-6CF0-4926-B91A-AEB16CCA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054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F9B95D04-BECB-4AF6-81C0-1C816021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196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A2D6BE01-3C4F-49D6-8387-C04175A5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1054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8B894FAB-4B87-4413-8856-CCB2F358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196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81A9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1679EBEA-27E7-40B5-A17C-DDF97DAE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1054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E5BE2EA1-A327-4D3D-8982-BCF1CC23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14925"/>
            <a:ext cx="447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n=60</a:t>
            </a:r>
          </a:p>
        </p:txBody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A5B4AFC8-2DE4-4BE9-AB0B-4261480F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530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C: No timely option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7FC3C76F-CAB2-4448-A96F-21F3D61D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4768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1976AA94-F921-4FEC-8CC1-56486FA6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5626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D1CEF63B-B990-40F7-94F4-2D76A8EB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4768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F74667EE-F7BA-4B25-B303-6BD5FFD9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626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F2F05679-1F9D-4B7A-BFB1-D9E3F019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4768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E72E0BC8-E16B-4202-B572-3A49B432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5626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A8BB4907-2ACE-40FF-AFCE-54B87688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572125"/>
            <a:ext cx="447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n=0</a:t>
            </a:r>
          </a:p>
        </p:txBody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6EC3E9E5-F9E0-44AD-AD9E-A749BA10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(c) Site C</a:t>
            </a:r>
          </a:p>
        </p:txBody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2806FE3C-672E-4168-86B6-B41D37C6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536B9E74-9843-4200-8330-03BA4439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E9691B9E-06EC-41A1-B6A3-EE2FB8BF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DBD14C35-3870-469F-8F05-81802659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F6BCB686-F144-4238-8F19-76F67F95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42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3DE774FA-095F-4B70-87E8-DEAF8D2C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18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D6EDF028-5D88-4BD7-9AF1-5D8FC47B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71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584966BC-D70B-46F4-8914-5757AE84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23788696-C705-49DD-8DA6-840CB098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083574D1-3862-4A5C-818C-993A225E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C242D09C-ECC3-47C6-BCB2-511EDB0B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286C57BA-3FC5-45A5-B9C0-ACAF5211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DA2C6237-0A19-4BF8-A1FE-19AE0FB8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6BCAEDAF-93D3-46E9-9625-2D8D126E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FC694120-D404-471B-BD39-EB84D13E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F784FE7A-A97E-48C6-AD75-414BEFA9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CE1285BB-4898-4ED0-BEA8-0520FD45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3BE3006E-07C9-437B-9164-F3A5F0DC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AEC33575-1F1F-4C69-A788-BCA8F75A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4B662C33-BA78-4202-8EE6-C6A15C03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879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08276560-0180-47F8-A4AF-62400A36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289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D43D7726-FC74-4C44-B815-4FE14200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270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32A94D87-88F0-4CBB-8F10-728BA691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61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91780612-26A6-498B-AD39-678C7FE0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554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C251AC6A-F0D0-41B1-B88C-B81ADE2C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09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3FCF9A9D-2660-4268-BE9C-BD4FDADE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301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247CDA75-E385-4143-BB44-1C88237A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755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9EFE97C9-69A5-453E-8134-A26B45AB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225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C01950CA-9778-41FA-A99F-F0A97821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86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1E4043C9-83FD-4F01-B601-763BB5F3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4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2E98AE1E-D08A-4A84-A010-95A0D3AC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50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9479E139-9E42-4762-A5CA-E407ECE5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31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111AA5E9-9CD4-4306-B0FC-43BB6AE9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0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2F5A1595-AF90-42A4-8BD8-02FBC96C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08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ACF2BC08-E4C3-4521-9589-1EBEEF03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49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267972A7-FDFA-4CB0-8C2C-C4250C28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42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B16A0BD8-3EAD-4548-8FC9-6D7ED509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414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C29BF07E-C6B2-4979-849C-C6FF68D1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307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AB54024E-0507-4A27-9718-49129BB3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19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ED649D28-428D-48BC-81F1-817B1759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32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475039EB-9440-4252-B782-700DB962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879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B6ED2DB5-6F09-4679-93E1-63709A86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289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A2C73EA2-D66E-4A50-907A-34E0EAC2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270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E0D127B2-534D-44DE-AA68-B8EDBFC2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61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F8AB6687-812A-4E3D-96C2-B29700BE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554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5937E5DF-5E0E-4F3C-8030-6E821AD0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09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45F041BC-0E37-4103-8728-53414C0B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301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AF8346FC-FF37-4003-BEEA-2001B437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755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0333F148-1C5C-45D6-8D30-5E1487EB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225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D401925E-E7D3-4790-B3D2-1ED217C4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86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808D3CC5-A8C1-4DCB-9EDC-7225E1EB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4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A430C385-9230-4508-B321-9D56676E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50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52A761D7-5D4D-440B-A539-577727BE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31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40EDF73F-15E6-421B-8930-44778F7C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0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DE26E4D7-A4CF-48AD-90EB-C56D7019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08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20449B05-CF36-4136-8C3E-6D4BD526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49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011E48EE-BC8E-45D2-B910-DE59BC21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42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74DAD04F-D3B9-4258-9B45-C2C0FD17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414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BAA91C7D-C84D-40BB-8E50-FEBEBCAB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307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5505C48F-8F42-4455-AB2A-7DB5E4FA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19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F988E7D2-627C-46F3-83E6-C400F18A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32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8A2761D6-871E-44D6-BF2D-B3046ACC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85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F5C72048-D03A-43D5-A8E2-C765736A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96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2902DF3A-F924-4D15-ACDD-51ED17A7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376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D8D3685F-B6C4-4327-8EDC-C114797D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567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A1E4E8E2-BB6D-4E69-BDAB-4D0F043C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660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C1F6176C-3401-4B66-8076-2A2A5030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15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7B55AE5F-3DD3-42F2-A42A-702D96F2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07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0E2D3831-9019-4478-9AA1-266FFC2D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61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66C57312-A6F2-4B7E-A7EA-63F52CCC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31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36E8538D-147E-43D9-A32C-D39F490C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92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4DC08C77-9AF9-4DBD-B17B-E8185454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250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B624882B-F08B-4AAB-A055-2306A29F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56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3DB0C777-267A-4863-B532-D7C5BA2D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37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CF93EC42-F224-473C-80D2-5AA47164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66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682D8857-026A-4F3D-85FE-AD9A8D20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14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CD2F70B4-A159-4C54-9AEC-1C3D4F01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5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84D01586-E2BB-414D-B4E5-B6D60E86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48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2603789E-A470-496F-9C41-CF8F9060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520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6B1CA4BA-2A3F-44FB-AB7E-32D2A6F1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13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20EEF327-D131-4A57-8465-5424B456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25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DAF28F10-3556-4C5E-A517-DFB49DC3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38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70100A2C-E07C-4C32-B962-EDD03110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85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908A8DB3-2C4E-41F4-B393-B250CAF2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96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7E164132-D373-4BE1-8276-78C1F5E9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376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EE325C6A-62A6-449B-9BA5-1EB57EC4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567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CA7C84B2-D82B-41EB-BC1F-12B78D71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660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4524098D-AF56-4314-9869-DABE500A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15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8BEE9D66-46C9-45AF-973E-F2DD3FD4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07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88B002C3-0F39-4BDC-957C-F6AE974F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61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F98AEC58-49DB-44EA-9B98-5F7698A8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31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492236C3-6854-4A55-AE20-D0A185EF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92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963316A5-6DDB-48CE-931F-2BD93430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250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F3665836-2364-4B94-AAD4-0A2FBA57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56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EC3449A2-77AC-4DF8-855D-69A71FEF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37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4F683DD7-A7D2-41AA-A7CA-9AD5B55B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66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C55BCAF3-BEB9-4A2A-A33C-8B8A93AC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14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D8A265DA-B003-47E9-8B81-88AA884D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5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A387B646-DCDE-45BE-91B4-91B084F9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48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F59138DB-1D72-4AC3-9EA5-4DC6597C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520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FD6918AC-3C11-4B31-89F1-FD94A1B7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13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F35C91E0-982C-44EA-AACB-268BC4A4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25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B3A141F4-27F7-4501-94D5-2D3828F3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38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17CEDE69-123A-4CDC-938C-0EA3EE4D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010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CE4113FD-29AE-429E-9593-F4A98EBB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20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AA56FF18-0D4D-44D2-ABAB-20E23408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401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3C6378DA-9D40-49E2-9657-AFCB06DC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592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67EEA971-8005-4134-99E7-7E4741E0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5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CB64E4EE-FD4F-4301-B792-D4E6B4E9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40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896C0465-3CC5-4697-A658-6B7B3D6C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32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329633C2-A1AD-47AE-8FED-A729E4DA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86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8CBFC171-040B-4B22-A0D9-2A6DAA7E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56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19FD4EE2-B7B5-44A7-89DC-160CAAE9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417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928F815C-7217-4113-AD63-BEC50784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75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08AD24D1-1242-4499-B13A-B30C8B6A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81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51056696-A792-45E1-A16B-D4FDDD70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462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A61C5950-19C3-4D83-89DF-029D0532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391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C3F74444-8CFC-40ED-91E1-75044691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939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04ABA623-3767-4AC8-AFF1-CD05F096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80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E5A90A74-4C74-4E89-B631-728F0695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73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AF1A1A38-D5E7-4D78-BD62-CD413C9C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45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68C6AEBB-DC5E-46D9-A351-9B5FC708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38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278EF0C3-81D6-4A45-9373-6A278AF0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250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CCE28A7D-DE75-4830-8B45-A33B6FEA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63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163331C1-842C-4692-ACF9-6F0A50A2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010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60E619A3-3234-4469-AED4-7B34F40A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20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E25F7B44-2AC8-480D-AE49-195D4C84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401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149661D3-CD0D-46E5-B949-E3769E25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592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CAD3AB22-048C-4E55-B37C-739C4E96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5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7A92DEF1-1113-4F53-89F6-5043F8FD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40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D185FA4C-2B1A-4FFA-8FED-7706EAC3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32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F3CFBCD1-F878-4A59-A905-B60AD16F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86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00537AE7-855A-4DF2-9464-27217F30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56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014C6386-3E0A-4CDC-BCB2-8E6B96E2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417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A1B08F88-9AE9-4978-90C6-7881E686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75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59C56762-2328-43F2-BAF1-ACA670AD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81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D746134C-7B9C-46B8-960D-B6AA3B9C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462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92462AC0-D8BC-4C31-A4F6-3F98A103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391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79AED4DB-0DC3-4B9B-8E52-B129EA2B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939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73BD187D-7E97-4C98-9A2B-9393E455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80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0466A611-B284-46C0-B44E-381EFFD2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73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26BE2F9D-5B2E-4550-9E7F-7CF6CF01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45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E43AD5CD-9D6A-45DA-9B8E-F99D1B8F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38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EEC24E6A-B608-48F2-9FF9-AB967FF3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250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1C9EFCF7-502E-4D82-A963-83F6814E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63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FB43A134-5D0E-4DE5-AE3B-9F5AAE5C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63F66A7B-3767-4FCA-A9FE-BCF27D4D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(f) Air selection (%)</a:t>
            </a:r>
          </a:p>
        </p:txBody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2B7ABBEF-D020-4B50-8EE0-7039F94C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305300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B93E1A09-A51B-4B18-96AB-3C1D70F2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305300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3AE498E3-2870-4A27-A514-820B1833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05300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9EE23112-DAB0-4513-AC42-24802052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386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A: Other timely</a:t>
            </a:r>
          </a:p>
        </p:txBody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FC92E829-2BDE-45BC-BE89-0DF75D4B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5624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FAEE2593-F7FF-41FA-AECA-261CC99C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6482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A5E063B4-ACDF-42DA-BF58-4026B2DB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624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262FAFEE-AFF1-4CB5-8311-FD344D94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6482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01063768-9CBF-469B-B5FB-E052684A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5624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C84C4191-AB96-4B1A-82F0-515F1A08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6482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AA5BF34B-AE1C-40CF-95D4-6D4388F7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657725"/>
            <a:ext cx="447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n=193</a:t>
            </a:r>
          </a:p>
        </p:txBody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2E96C236-6BAC-4C2F-92F9-6732DFCA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958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B: Speed / service</a:t>
            </a:r>
          </a:p>
        </p:txBody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9C696EBD-E3CE-4345-802D-5DADEA01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0196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A9B438C2-9DCD-487C-B868-4C4BD599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1054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F0A88188-BDDB-4EE4-8234-AFFE649F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0196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F53E8C3D-9ABF-4066-A681-2FAC817B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1054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DCECB9DA-4973-4F5B-AF5F-FF71AF04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0196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95DE9297-D381-4944-8836-B2FCE525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1054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69E2B509-AB43-4A47-BC8B-D9CEFC1E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5114925"/>
            <a:ext cx="447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1B6A74E1-6655-40FB-BC5D-5DFD510F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530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C: No timely option</a:t>
            </a:r>
          </a:p>
        </p:txBody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8D9AF6E3-0145-41D0-8D74-861C64BB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4768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014190C7-4F94-407F-B15C-777F2DE0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5626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F1FE9664-D8F9-4991-8AF5-4F6CB273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768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DE4D73C2-FC85-41E0-9BCA-9EEF37CB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5626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5648A907-B869-4C58-BDA9-381B525C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476875"/>
            <a:ext cx="676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E416330C-039C-42F0-8E96-7E5A3656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562600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80DD471B-3AF1-4027-8323-BBB58F65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5572125"/>
            <a:ext cx="447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n=27</a:t>
            </a:r>
          </a:p>
        </p:txBody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4460B0B1-0F3A-4AA1-89F1-0AAC7D26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5528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Ground ETA − air ETA (s)</a:t>
            </a:r>
          </a:p>
        </p:txBody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2F74D89A-707F-4DA0-AD7F-9F0907CE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229350"/>
            <a:ext cx="1143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Row A: timely alternatives without the specific speed–preemption conflict</a:t>
            </a:r>
          </a:p>
        </p:txBody>
      </p:sp>
    </p:spTree>
    <p:extLst>
      <p:ext uri="{BB962C8B-B14F-4D97-AF65-F5344CB8AC3E}">
        <p14:creationId xmlns:p14="http://schemas.microsoft.com/office/powerpoint/2010/main" val="1067683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B5D19F-74A5-4B56-AE7B-F2D6F9C8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704850"/>
            <a:ext cx="180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A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3C2A4-30A0-4745-BE3B-DA7158A5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6000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B196A-445A-4522-B8FA-A2A8714B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04850"/>
            <a:ext cx="180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0A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431A8-55C0-41E0-9186-DEA26FA9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00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A703C-BDD8-4E49-BD75-B57FCDD1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(a) Site A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285750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b5d2b531b3468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8D47F-8B99-4C83-A7D6-7DFCA8B0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91100"/>
            <a:ext cx="3581400" cy="95"/>
          </a:xfrm>
          <a:custGeom xmlns:a="http://schemas.openxmlformats.org/drawingml/2006/main"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1E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F687A-D8B3-4564-AD75-C476692A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1054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57488-2769-4AC6-815E-AD702CEA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524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72F75-6114-4274-BAE1-AF8BD355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5245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AC77B-3EAF-48A2-B4C2-8B71BBE3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848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B02F1-9874-4B9B-8612-A3EA11F5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848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79F3D-6027-42AD-A759-00FA28CF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1722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6ED6B-B1D3-421E-9BDE-8A2900D9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61722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191 / 191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EA267-49FF-4E18-9CFE-96B94938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(b) Site B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4257675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0a0313095247c9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8CDDA-6805-4C77-BCB3-90DF96C9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91100"/>
            <a:ext cx="3581400" cy="95"/>
          </a:xfrm>
          <a:custGeom xmlns:a="http://schemas.openxmlformats.org/drawingml/2006/main"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1E5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D623C-E556-443B-A312-4CB8AFF3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1054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0B542C-5304-416D-B226-84B9C065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24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FEF6AB-2DB8-4FB8-9FF0-731772F7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245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390AF5-2B2A-4A25-AB5C-947520FD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BCEB35-A4E0-434D-82C0-F2D85404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48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5B796D-041F-4FC9-B5C2-08A89B82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722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E5CF23-A434-46D0-A7AC-D895FB16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722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199 / 199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48AB5F-BAD6-46D8-A1CB-A0B9A5A6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(c) Site C</a:t>
            </a:r>
          </a:p>
        </p:txBody>
      </p:sp>
      <p:graphicFrame>
        <p:nvGraphicFramePr>
          <p:cNvPr id="60" name="Chart"/>
          <p:cNvGraphicFramePr/>
          <p:nvPr/>
        </p:nvGraphicFramePr>
        <p:xfrm>
          <a:off xmlns:a="http://schemas.openxmlformats.org/drawingml/2006/main" x="8229600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9d0e59454747bd"/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D19BEE-9816-4A11-B97E-EAC99BDB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91100"/>
            <a:ext cx="3581400" cy="95"/>
          </a:xfrm>
          <a:custGeom xmlns:a="http://schemas.openxmlformats.org/drawingml/2006/main"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1E5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FF3667-9A55-4F58-BD56-B219AD4F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054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5D69B7-F1BC-4525-AD4B-760A0C92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524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2BACBB-AEED-402C-9A51-E98CC994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5245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2A975B-DE67-4100-ADF6-B0F705AB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848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E8CCE3-76BB-487A-A2E6-F0CBF758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848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21BA1D-163F-4487-8FC0-8F60E769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1722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70F583-5D0F-48EF-A42D-7A24CC2E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1722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201 / 201</a:t>
            </a:r>
          </a:p>
        </p:txBody>
      </p:sp>
    </p:spTree>
    <p:extLst>
      <p:ext uri="{BB962C8B-B14F-4D97-AF65-F5344CB8AC3E}">
        <p14:creationId xmlns:p14="http://schemas.microsoft.com/office/powerpoint/2010/main" val="5892601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7889897F-CDEB-4AAB-8C68-D1854E0A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(a) Site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6DAA8-E8AA-4331-8010-897B10C8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B555E-6036-49BA-9946-FED14FFA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A5D44-9CBD-45A2-9265-7C6DF956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5E5C9-8610-4885-8032-53B9A8A6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0F87D-D287-4B35-BF45-BEA1226E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B0FC3-95A9-4AB0-B1CD-89859E11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B809A-C82E-4E21-BF39-74DC317D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CFFE8-9F49-47C2-8DCD-6B4D182D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0B48D-CEF9-4860-B631-F730D53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AA7A3-1DEF-4B50-B233-3D278635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3FB9E-30CF-46E3-B47B-E3AD5F09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4CCDD-A221-4E8B-A227-975888BA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D1C8C-0BD9-4324-8F78-B0258C67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B5B552-CFD1-4D4E-A86F-15333E41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251C5-841E-473C-BA5A-3A16E211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D6511-66E1-44F3-9DDF-2B1E7945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B4FF2-ADDE-4871-A5AC-D4FEA2D5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BF2C8-C651-42F8-AA0F-D44347C2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D670D-5BE3-4B36-87CF-D1AABA0A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D7BD4C-80D0-4BDE-82C6-AC38FA63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DB5D02-E66A-4DD5-B16F-DBBE392A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A0FF43-9882-4C69-A74A-025291DB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8CA000-83C7-40EE-830C-A64133AA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A0F80F-7103-4543-BD17-50CF527D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6E27F9-0CB9-4863-BFF9-93C4B9CA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E3583D-465F-4C3B-8C41-B6F13F2E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9015B3-294B-4452-840B-F976C53E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68CEC3-32AD-4B40-939C-34C2F104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C99CFD-5284-4C2F-BC2D-8EA17029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D3A750-8877-41E5-AA44-63014BE5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66A91E-3DEE-407A-BDEC-A271A351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B954AF-6543-451B-9139-04654B52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FB0E5D-5FE3-42F6-B9D5-8F3A1765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CA7184-97D0-42E1-BED9-74221830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24F36F-96BA-4D3D-A559-BDD47361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68427B-D46C-431C-8EA3-0299A8B4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043456-0531-471C-BE3A-DE3A3730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C32AEE-0EB1-4DB0-9B07-0BB0AAF1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1.7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D69997-9E8E-4A58-9C61-7C1B569E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9D3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36F98C-9D38-4F41-BDE9-B59E4B20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123.4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2A5B1A-BC4D-4C5B-B311-B8F7A16A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81425"/>
            <a:ext cx="366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(d) B4b − B0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B71F39-AC0D-4CBB-A982-A7D51BC9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B0F4D1-FE2F-448B-967F-D54BFED8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16C408-D56D-4D28-8D90-91126DC1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F5E205-B6CA-4EC7-96FA-223993C3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887ED3-4FF8-4044-BA1D-C06B9E39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4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1528D2-3408-4803-A4F3-9278176A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22F1BD-C7CE-484A-A223-31850E5B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F4A313-1FB8-475E-B116-1AD27482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5C356F-852E-4EEF-A847-E522C14C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DF057B-992E-4BAA-86EF-354F1928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44" y="4362450"/>
            <a:ext cx="156299" cy="95"/>
          </a:xfrm>
          <a:custGeom xmlns:a="http://schemas.openxmlformats.org/drawingml/2006/main">
            <a:pathLst>
              <a:path w="156299" h="95">
                <a:moveTo>
                  <a:pt x="0" y="0"/>
                </a:moveTo>
                <a:lnTo>
                  <a:pt x="156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9BBC7A-ED88-4F74-8B88-3FE80FC6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44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9C0EBF-8694-4F7D-88D2-DDDF6E55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442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073D3A-5EEE-43D0-AEF8-0A70BC2C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380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223C80-A1A3-4939-A3D7-738C8815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E1AA11-1706-4B59-8359-2EEA8252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AEDD96-22B2-4864-8930-27E0D31E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2D8CCCC-A75D-497F-B05B-BC038720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B402C7-05F9-4C0D-A1F9-00913790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563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E3D1664-4F4E-4292-A4CD-796D641A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D7A4F2-2620-4EF5-B55B-9D071933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77" y="5162550"/>
            <a:ext cx="43959" cy="95"/>
          </a:xfrm>
          <a:custGeom xmlns:a="http://schemas.openxmlformats.org/drawingml/2006/main">
            <a:pathLst>
              <a:path w="43959" h="95">
                <a:moveTo>
                  <a:pt x="0" y="0"/>
                </a:moveTo>
                <a:lnTo>
                  <a:pt x="439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52F131-8244-48E4-B07E-EDEF6174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77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C7710A-CC55-4304-A365-13F3BEA7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436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81EBFD-158A-44D0-ABB1-44CC0EBB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544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294EDC-064D-464B-AFF0-2B3F4B42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C720374-97FF-429F-B101-DE1932B4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59" y="5562600"/>
            <a:ext cx="87918" cy="95"/>
          </a:xfrm>
          <a:custGeom xmlns:a="http://schemas.openxmlformats.org/drawingml/2006/main">
            <a:pathLst>
              <a:path w="87918" h="95">
                <a:moveTo>
                  <a:pt x="0" y="0"/>
                </a:moveTo>
                <a:lnTo>
                  <a:pt x="87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1EB6D39-00A4-4490-9E58-CB5F0758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59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1B0AA9A-3EFC-47F0-A0A7-7538B023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677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A3DADD9-0E1E-4108-95DA-A77B4C15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805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31271AF-56F3-47F3-BA1E-12D3445F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(b) Site B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DB98B86-0165-458B-95E7-1DEBC3C9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AFF088-A5D5-43D4-AA58-807FC790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BD0A2AC-0E12-465E-9E58-6DCA953D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146B2C3-256A-40DB-B93E-6A7E182C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5448724-A65C-47D6-AB16-853D4055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06A9610-0E4C-4FCD-8D40-6C6636CC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4F900AA-DEC3-4B2E-A60E-9B6FEEB2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B21D857-E8BC-4A34-8D4A-53D5FABD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A31CFB5-9FC6-43D5-ADF3-FC4B9E45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51CB205-0BBE-4921-A937-FD9668C8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5A5FABC-AB6A-4DBB-8509-C752D024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714F484-CA43-4269-88AF-2800CAEF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99DD7A3-3DEB-4A80-81E0-25B58867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F8C8D68-C697-41D0-9360-22FF5EDE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1902CF4-3CE2-448A-94BF-543A5E0E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9FC0958-380A-4429-B80F-19B78E65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17E5217-3B07-419F-B170-D562840F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546F621-4A8D-4F6E-884D-8B032215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747D8D6-723C-483F-AF7D-7E594374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1134072-9603-4E9F-A89A-69254626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277B240-F007-43E1-8552-48AF5525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2AEC437-34AC-4E7C-9920-9ABCCE4A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1EE27EA-E8D2-4E98-A704-132C0BC2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4D3884C-B5EB-4D49-9F4C-822D4384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06EB1D7-9F91-4CED-860C-35AB26D7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F4CE0F6-E96C-47F6-8FFD-08A38B8D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CA9754D-E8A7-40EE-B699-1509EEE2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5CCB7F2-2705-4EED-841F-07F0EBDA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8E09EA5-6C46-43E6-AE86-4EBBAF97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6F0C6CB-A624-4CDE-AE0C-DEB733DA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3E31A34-5C35-4540-A3C5-68FD0AAE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F76A185-27BF-4245-9760-7A4BA493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DC309BC-FF3B-4AAD-8224-61C76B28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903E8D6-B198-4209-AEC9-3E2C22A8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24378A4-0770-4CAC-8888-B0950222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7834AAF-5D7C-4B7C-80D7-207BE4B9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E625359-F4D0-4E3E-BB33-E8EB9C44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20BC1B7-6FBE-42C0-BA37-05165FFB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726B97D-7DD0-4CA5-8A4B-EA908695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2554D52-3AE2-4F1B-B43F-A8742796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2356722-F583-46B1-B5BD-CF68FCE6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81425"/>
            <a:ext cx="366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(e) B4b − B0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2BC8341-712C-4D76-A40B-D097D562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00675C5-8AC4-4075-8E99-9EDB1B2A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0520D68-6A3E-439A-9D48-4E70BB69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59F79B4-8B70-4B46-A90D-ADF7F50D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8A79CB8-1CD0-44BD-8153-F8F506D3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3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5F066BF-67DC-46A8-8907-F9DC6B74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F74E8B1-D1A7-49B7-9092-1F082E56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9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C8CB2B7-1475-40F9-8C55-AE61B424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65ADAA1-5B40-4BD7-83A9-AD00954C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5173878-B9FF-42B1-923E-4D1E737C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624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D291D11-DF04-43FD-BB34-E602B431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6EF90EC-1F55-4D32-A6DA-2E53973F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C93D5C7-43A8-4379-B516-97A1C77C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68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FF6B3A6-DB85-49D7-A24C-398C7305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65271B9-F925-451F-96CC-A28000AF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DF20AF8-DE53-44A8-8AD5-C49D5068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D60B1B-5E06-4A9F-8376-4D1979B2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CCF3C9D-953E-4D67-80D6-5000C5EA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28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85FEF10-378E-4D68-A306-C62A010C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05310A4-CB94-4608-8B8B-5F0BF956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62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0A1D66E-0485-4628-AD1F-EF420DDD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8511864-DD36-46FA-AED3-0A4E12E5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8EF1C85-287C-4491-A7E2-D44182C0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68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3520D2E-17AA-4F3C-9263-2DF897D5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DE91295-99ED-49B3-A4FC-1D505636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62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02878ED-54FF-4DCC-A9E1-360FE08B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AC2D492-4125-4C90-ADBA-F89BFE38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62489CD-81EB-4C16-B4D6-BB6E8D68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28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0B33A14-3706-4B40-B916-AEE5EC56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(c) Site C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6C50C15-EE79-4C88-9A45-FE5FABCF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027728C-5A06-44E6-B467-231BF2FB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4331F11-6C8F-431E-A4D5-58C3BF51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600C0F5-E6E1-44F7-AECC-78A46F5C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A333016-98AE-42CC-B4CE-46A2EFD9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2461588-D627-432C-8B8D-0260A189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2C70354-5DC2-484B-A0E5-49F2FF46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64AB866-B02B-4D44-B0EC-C0D3BD0A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70018FD-8C15-4E3B-919C-90C24388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77F1EF4-546A-409E-AFCD-FF9CE9FB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E5D36E2-5EA1-4F04-B31F-8824604C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660ADEB-BCBA-4EEA-BE48-B0688B3F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D5BD17A-8C87-4439-A3BD-45E6E9C7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B7DC91D-54B7-467C-85BD-8EC08652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FFB41AE-837C-4AE3-9545-DF5E8594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0C5FC5B-0FD4-4CEF-AF2C-19A19C44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B3CE3E6-DA0B-4898-9ACE-FCA00223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5F369A1-AC04-4A60-A310-7AA269E2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30C762D-B21C-4A2D-BB30-4EDBC0B6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603DE1C-90FA-45A1-823E-64EB374C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574BDDD-8E31-46C2-9709-9FACAFAB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D6D313D-C419-49BA-8404-529E6667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05DC6F37-0C1C-41BA-B227-89751484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87ABBAC-8CC4-4D3B-A9EF-18A478CC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DDF61458-5B73-4606-B662-20EA3357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3A71BAB-6788-4A10-B9FA-60319D08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9A09D7CE-30C7-40B7-88C9-A7C8258B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CCCBCC71-A735-419D-8C31-80ED6BE8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2EBEC23-A3B8-43F0-BCAB-A7D3A10E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6313324C-9875-4A0C-B12B-6C116BF9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5D8A786-1AB6-41EE-982C-768FEC1F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8BD3F47-ECF3-44D2-9A32-5D73B2F0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5E12B161-5343-470C-9F4E-09D38B5E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4D6C126-2BEE-49D3-B3AD-B2F54C52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F374FC7-87AE-4D68-8A2E-4472BEF3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234BDFF8-79D0-4DDB-B56F-417F26E0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0AC217A2-F424-4EA6-B391-F9729E63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7A6B9670-345E-4B67-A037-DFC28741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ADCFBB4-EF9C-453F-AD6A-2DF30B02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13480F4-1EE0-4144-ADAA-8785542C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E6D740E-C211-4FEF-AB22-6CE8BD52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81425"/>
            <a:ext cx="366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(f) B4b − B0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CE9F1C6E-FF28-43B5-9091-91321A07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5A8BA700-7B91-47C7-A787-A26E5A49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5F0A63D-8767-42C6-AB7C-816D6B57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5BBFB31E-0E36-4633-B6FA-ECA94736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7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47DF1C7-714C-4500-B7B1-9635CFFD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C7302AE0-AE84-4FDC-AF57-63A7C707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CBF58318-A31A-4A6D-BD71-480B3925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8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745D9A62-046B-4BC0-92D0-D7492B3B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98131F4-F43F-4B00-8A3A-36397A79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D4E802C-800F-4834-81A4-502D040B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624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62E028BF-EF08-4592-99AD-DE243213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90D215E-0DCC-4018-8C79-66601A01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907B48C7-A5B0-4C06-9F58-EDE3F02D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D7AAE5A1-6B9D-40D4-9462-FF3F185A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A4BBACFC-14D1-49B7-93E9-B5B541E4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9E371798-9395-464D-8999-53757178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C2519BBF-D5A0-41E8-AD75-E1464FD3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177D7AE0-36AC-4A6A-B45B-2ECC2D93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FA51449-E3C8-4CEE-9FAD-28B00343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B5097ED3-F92F-434C-9289-CA85DA6C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62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10581E3F-C9FB-46F3-8781-E47F81A9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32B27523-CEFD-4F84-B310-76AC8FD5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0BE2FAB2-54B2-414B-9ED6-7D040BD4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893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7E726630-1EB6-4482-BED0-CD964CC7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733093E1-154E-401D-B4D4-51159197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62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39DE6B2-FA7B-42AD-A88E-AFBFD422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F5CD7EF2-69EE-47F1-B71E-980F785D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20888528-3B96-47D6-ADBC-8183EA35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C9F136B2-8ACE-48C6-AFDA-4BDE4ED1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30557B61-D720-463E-A51F-9926FFEF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1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1A50E921-36F2-4782-874A-4689FF03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5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E571D546-9EFE-4832-ABAE-02B6ED98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66004EAA-9F48-4D59-8CAA-59B27C71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4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62848761-78E0-4872-A163-839B7C42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8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867FB01B-6D96-4544-BBC4-981D6AE9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2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4"/>
          </a:solidFill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AF2C71CC-8589-41B8-BC8C-CE5F064B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72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3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3D7D2EBE-7136-4E3A-8252-9BFF5866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1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1"/>
          </a:solidFill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6AE33458-1DCC-49A4-902A-766BF213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0"/>
          </a:solidFill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1E669AAC-AC1C-4C2D-99C9-650F0982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F"/>
          </a:solidFill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3BDCF8BE-B11F-4464-983F-165D27D2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4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8ED"/>
          </a:solidFill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A77ED64C-79B9-421C-940A-89F5782A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C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2D5DA8D0-97C6-4777-9D07-5A64107B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3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5EB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8E10FE1B-8750-4680-9B12-0D51BF29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7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9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5AE1A4D-F546-4F7F-A570-6F034BAB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2E8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30E13B17-8456-4668-85C2-C3C91150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6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CBF953A-AE73-452D-B3B4-97F3AF06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05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5"/>
          </a:solidFill>
          <a:ln xmlns:a="http://schemas.openxmlformats.org/drawingml/2006/main" w="0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07CE3697-C3A2-46B7-8183-C2E3A4EA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4"/>
          </a:solidFill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9A94FB0C-5323-48E9-AECE-80D8EF6A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9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E3"/>
          </a:solidFill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62C4C74-6E62-4AA1-9175-68498089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AE1"/>
          </a:solidFill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7971206-AB6D-4ABB-96AF-B0E7DA24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78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E0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5624FF17-913A-4AA8-9B41-B0E2EBB5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21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F"/>
          </a:solidFill>
          <a:ln xmlns:a="http://schemas.openxmlformats.org/drawingml/2006/main" w="0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66D85998-74B0-41DA-87EF-8A208925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64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D"/>
          </a:solidFill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925A1F0-205B-49CE-BB7E-F4990C3D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08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E45CDF7A-2C8B-4629-BA89-A45855DF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51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B"/>
          </a:solidFill>
          <a:ln xmlns:a="http://schemas.openxmlformats.org/drawingml/2006/main" w="0">
            <a:noFill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E7147D2C-AD8A-4411-BA85-916D441D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94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0D9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E941669C-CB49-4312-AD81-6C1F7A4C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37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FD8"/>
          </a:solidFill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B24B208E-4F01-4B77-8E8E-0FE3A8E0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DD7"/>
          </a:solidFill>
          <a:ln xmlns:a="http://schemas.openxmlformats.org/drawingml/2006/main" w="0">
            <a:noFill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5173361D-E77F-42D6-ACB8-A45581A7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24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D5"/>
          </a:solidFill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6186DECF-F1FA-41A1-8382-0AD49911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AD4"/>
          </a:solidFill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D5FAC06-D4AC-4AD9-9B74-3F14EF9E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10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D3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F4196112-87E9-4396-9393-43EA981A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1"/>
          </a:solidFill>
          <a:ln xmlns:a="http://schemas.openxmlformats.org/drawingml/2006/main" w="0">
            <a:noFill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656385D4-BD4A-4E75-8443-036815DD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97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0"/>
          </a:solidFill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B7FF935B-DD4E-4AE0-B98A-143E339C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40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3CF"/>
          </a:solidFill>
          <a:ln xmlns:a="http://schemas.openxmlformats.org/drawingml/2006/main" w="0">
            <a:noFill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B8BB37D1-37A1-4C82-9AEA-2FE353A2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83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2CD"/>
          </a:solidFill>
          <a:ln xmlns:a="http://schemas.openxmlformats.org/drawingml/2006/main" w="0">
            <a:noFill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B7949427-841D-4104-A54A-4A91E9D7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0CC"/>
          </a:solidFill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A375EDDB-CB47-48E4-BD35-EE2C8997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70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FCB"/>
          </a:solidFill>
          <a:ln xmlns:a="http://schemas.openxmlformats.org/drawingml/2006/main" w="0">
            <a:noFill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D84072EF-C2FB-4675-B562-D2123726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13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DC9"/>
          </a:solidFill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20B66D3A-FA4F-4351-8DBB-40DD4B52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56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BBC8"/>
          </a:solidFill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8B8EB3DB-F57A-4FC4-B168-B1270C4D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7"/>
          </a:solidFill>
          <a:ln xmlns:a="http://schemas.openxmlformats.org/drawingml/2006/main" w="0">
            <a:noFill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E51ACA85-20D1-4F10-A7CD-DD9C3ADF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4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8C5"/>
          </a:solidFill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A80DAA08-CC65-497F-806F-E50E3A0B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8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7C4"/>
          </a:solidFill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648C5340-0213-4F96-805B-94052D30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2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5C3"/>
          </a:solidFill>
          <a:ln xmlns:a="http://schemas.openxmlformats.org/drawingml/2006/main" w="0">
            <a:noFill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FF2E4D08-1D19-4B0B-9CDC-4A94B848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3C1"/>
          </a:solidFill>
          <a:ln xmlns:a="http://schemas.openxmlformats.org/drawingml/2006/main" w="0">
            <a:noFill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5874349B-E587-4329-A814-A570E8F8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2C0"/>
          </a:solidFill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12AF1B99-012C-4BF0-BF95-90418EEE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5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BF"/>
          </a:solidFill>
          <a:ln xmlns:a="http://schemas.openxmlformats.org/drawingml/2006/main" w="0">
            <a:noFill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7B64B615-9DF2-4D91-8D6C-3882B9C4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02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AFBD"/>
          </a:solidFill>
          <a:ln xmlns:a="http://schemas.openxmlformats.org/drawingml/2006/main" w="0">
            <a:noFill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2D963FC4-349B-4428-AB12-90370F75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4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DBC"/>
          </a:solidFill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69BC7ECA-25C4-4D11-AC28-B50C9C5F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8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ABBB"/>
          </a:solidFill>
          <a:ln xmlns:a="http://schemas.openxmlformats.org/drawingml/2006/main" w="0">
            <a:noFill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922CD4FF-8C2D-4AA9-B9A1-0CE5913A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AB9"/>
          </a:solidFill>
          <a:ln xmlns:a="http://schemas.openxmlformats.org/drawingml/2006/main" w="0">
            <a:noFill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E0ED60E8-1C55-46E1-B758-58E8B7B0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7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A8B8"/>
          </a:solidFill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8B4D4DAB-EA7A-49C4-A031-98434CEA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1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6B7"/>
          </a:solidFill>
          <a:ln xmlns:a="http://schemas.openxmlformats.org/drawingml/2006/main" w="0">
            <a:noFill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6A2BDF70-F7B9-45C8-A456-EF26E523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6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5B5"/>
          </a:solidFill>
          <a:ln xmlns:a="http://schemas.openxmlformats.org/drawingml/2006/main" w="0">
            <a:noFill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2D4CB462-8E42-40D4-A3C0-200F9212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B4"/>
          </a:solidFill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6F252EC8-DDCF-45E0-BABC-B3BC4799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4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2B3"/>
          </a:solidFill>
          <a:ln xmlns:a="http://schemas.openxmlformats.org/drawingml/2006/main" w="0">
            <a:noFill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15B67B0E-5009-4682-9766-7954717F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9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0B1"/>
          </a:solidFill>
          <a:ln xmlns:a="http://schemas.openxmlformats.org/drawingml/2006/main" w="0">
            <a:noFill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2A2682B2-0A57-4EEC-AC9B-06FAC3C1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5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EB0"/>
          </a:solidFill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6D111F54-E673-4FB1-883C-D920A6D2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7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9DAF"/>
          </a:solidFill>
          <a:ln xmlns:a="http://schemas.openxmlformats.org/drawingml/2006/main" w="0">
            <a:noFill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352FFA79-0119-463B-ADCD-A80572EA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2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0">
            <a:noFill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9E145CFA-50F5-43F2-9CC2-054DA34A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AAC"/>
          </a:solidFill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8BAE316F-9DDE-4EED-A638-3D9DD8E8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8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8AB"/>
          </a:solidFill>
          <a:ln xmlns:a="http://schemas.openxmlformats.org/drawingml/2006/main" w="0">
            <a:noFill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9C12B8A6-8249-4EB6-B0A2-77C43887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51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6A9"/>
          </a:solidFill>
          <a:ln xmlns:a="http://schemas.openxmlformats.org/drawingml/2006/main" w="0">
            <a:noFill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94DED04-2375-455C-8463-4A9FF8B1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94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5A8"/>
          </a:solidFill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11EF94B7-DC64-42B5-B24E-64B4E531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93A7"/>
          </a:solidFill>
          <a:ln xmlns:a="http://schemas.openxmlformats.org/drawingml/2006/main" w="0">
            <a:noFill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EB87CA0D-834A-44EF-BC07-23206E09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81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5"/>
          </a:solidFill>
          <a:ln xmlns:a="http://schemas.openxmlformats.org/drawingml/2006/main" w="0">
            <a:noFill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3DCE6E94-A167-4995-8BE1-E09E295C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4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0A4"/>
          </a:solidFill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57059EDC-9CC9-441F-ABF7-9E5FB708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67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EA3"/>
          </a:solidFill>
          <a:ln xmlns:a="http://schemas.openxmlformats.org/drawingml/2006/main" w="0">
            <a:noFill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30FAAB44-187E-42FA-90D5-C09037BA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1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DA1"/>
          </a:solidFill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5F7B792-88D5-432A-9033-0F9511F7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54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8BA0"/>
          </a:solidFill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D9BA21BD-CA65-4CF7-A3F3-A82041DE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A9F"/>
          </a:solidFill>
          <a:ln xmlns:a="http://schemas.openxmlformats.org/drawingml/2006/main" w="0">
            <a:noFill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9B9D1ACC-7109-4DEE-AF1B-42325BE3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40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89D"/>
          </a:solidFill>
          <a:ln xmlns:a="http://schemas.openxmlformats.org/drawingml/2006/main" w="0">
            <a:noFill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B98D57CF-CC95-4079-A2E8-54093618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869C"/>
          </a:solidFill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C9F69395-0330-4F44-91B9-653885C5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27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859B"/>
          </a:solidFill>
          <a:ln xmlns:a="http://schemas.openxmlformats.org/drawingml/2006/main" w="0">
            <a:noFill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BE8CA623-DE72-44E8-84C7-3EACF06F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70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399"/>
          </a:solidFill>
          <a:ln xmlns:a="http://schemas.openxmlformats.org/drawingml/2006/main" w="0">
            <a:noFill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BD3A8FBA-3643-4BC8-A233-09639DB0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3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98"/>
          </a:solidFill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535EEF0F-6A24-49AD-8B8A-C223C917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57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097"/>
          </a:solidFill>
          <a:ln xmlns:a="http://schemas.openxmlformats.org/drawingml/2006/main" w="0">
            <a:noFill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1F781470-9E3E-487E-AF19-A84EBB9B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00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E95"/>
          </a:solidFill>
          <a:ln xmlns:a="http://schemas.openxmlformats.org/drawingml/2006/main" w="0">
            <a:noFill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25F7BB85-7925-4C9E-A74F-43A1DF2A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43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D94"/>
          </a:solidFill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761635F1-52C0-4730-9F45-50C07567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86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B93"/>
          </a:solidFill>
          <a:ln xmlns:a="http://schemas.openxmlformats.org/drawingml/2006/main" w="0">
            <a:noFill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5414B7A2-24F8-407C-8D98-0511D6E5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7A91"/>
          </a:solidFill>
          <a:ln xmlns:a="http://schemas.openxmlformats.org/drawingml/2006/main" w="0">
            <a:noFill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19D822C6-BE15-46DE-8677-432FC450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90"/>
          </a:solidFill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6D609E45-1B75-4AAE-B78F-6F940027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1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68F"/>
          </a:solidFill>
          <a:ln xmlns:a="http://schemas.openxmlformats.org/drawingml/2006/main" w="0">
            <a:noFill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F6759D09-F346-4001-B50F-286DE746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5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58D"/>
          </a:solidFill>
          <a:ln xmlns:a="http://schemas.openxmlformats.org/drawingml/2006/main" w="0">
            <a:noFill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1E2E6121-4DE4-45DA-84DD-CCE12337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0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38C"/>
          </a:solidFill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79F5751D-B3FD-49AD-8F82-486E18C4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4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18B"/>
          </a:solidFill>
          <a:ln xmlns:a="http://schemas.openxmlformats.org/drawingml/2006/main" w="0">
            <a:noFill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576A7711-8D07-4AFF-A2F0-0C4F3537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8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089"/>
          </a:solidFill>
          <a:ln xmlns:a="http://schemas.openxmlformats.org/drawingml/2006/main" w="0">
            <a:noFill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26F308B1-22F6-4933-BC67-8DD9637F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327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E88"/>
          </a:solidFill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B7B1A8D9-1BD6-48A7-A6FE-038C9345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87"/>
          </a:solidFill>
          <a:ln xmlns:a="http://schemas.openxmlformats.org/drawingml/2006/main" w="0">
            <a:noFill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BB8C940C-DC4A-436A-A328-D89D087F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B85"/>
          </a:solidFill>
          <a:ln xmlns:a="http://schemas.openxmlformats.org/drawingml/2006/main" w="0">
            <a:noFill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9C2AF07D-682A-404F-B2DC-570BF7DA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984"/>
          </a:solidFill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3FC22A2C-A088-4D0B-B456-0750732B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0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883"/>
          </a:solidFill>
          <a:ln xmlns:a="http://schemas.openxmlformats.org/drawingml/2006/main" w="0">
            <a:noFill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C0088873-AA98-410E-8C75-0D8CA15B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6681"/>
          </a:solidFill>
          <a:ln xmlns:a="http://schemas.openxmlformats.org/drawingml/2006/main" w="0">
            <a:noFill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114F7BA1-CDC0-410B-BD96-80AA8353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9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CF7CDAE9-CB42-4A9A-9B41-F9E06A68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3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37F"/>
          </a:solidFill>
          <a:ln xmlns:a="http://schemas.openxmlformats.org/drawingml/2006/main" w="0">
            <a:noFill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4F191EB0-2A49-42D5-907B-4CAD974E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D"/>
          </a:solidFill>
          <a:ln xmlns:a="http://schemas.openxmlformats.org/drawingml/2006/main" w="0">
            <a:noFill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9C0CB5BA-B3BE-446E-BF0F-7FCF6603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07C"/>
          </a:solidFill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03C6FDCD-7CD1-489F-837B-A635C10C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2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E7B"/>
          </a:solidFill>
          <a:ln xmlns:a="http://schemas.openxmlformats.org/drawingml/2006/main" w="0">
            <a:noFill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C1973594-1D57-4477-BC3C-6533AD52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D79"/>
          </a:solidFill>
          <a:ln xmlns:a="http://schemas.openxmlformats.org/drawingml/2006/main" w="0">
            <a:noFill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2B9C2D6A-F57F-44AC-9376-3A122EC0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5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C2DB2ABB-B037-4157-A8F3-ECD7BDD1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00400"/>
            <a:ext cx="352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F0CF18ED-BE74-45FD-A07D-0D8B7DC4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00400"/>
            <a:ext cx="561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A528F0A4-196C-4893-A497-4335DD06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92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SWL</a:t>
            </a: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9701A2C0-CEAD-4E3B-9361-48A0DCD6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6429375"/>
            <a:ext cx="914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Paired change in SWL (negative values indicate lower loss)</a:t>
            </a:r>
          </a:p>
        </p:txBody>
      </p:sp>
    </p:spTree>
    <p:extLst>
      <p:ext uri="{BB962C8B-B14F-4D97-AF65-F5344CB8AC3E}">
        <p14:creationId xmlns:p14="http://schemas.microsoft.com/office/powerpoint/2010/main" val="9840323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1AD6BC-FB16-498E-96E1-9608069B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B858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3AC54-88E3-4A9F-A0F4-6E5A2E98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819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79C25-9328-40F8-95CF-2A1269C1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D2413-6824-490D-A258-702BF4FA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78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824BB-488F-46EE-8135-169F485D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819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99A79-3EC3-4CA5-B2A4-51859DF3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6D07A-E9F3-4FC8-9AA7-93D7FE78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77F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4D3AA-D8E0-44D4-907C-F86F04B5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3" y="79533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87C0C-8329-4CA3-9B86-A9296824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0A23D-0556-4196-AA01-94049B40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662E1-94C5-4F34-A131-A9B39E18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81915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EBCB9-01F0-411E-A6B9-F41719DA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F40CE-F149-4BF0-9502-4BC1E2D2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705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(a) Observation interval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200025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4e25d3407c4625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3A6AF-DCB5-4B71-BBDA-90647278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705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(b) Execution wait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4171950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fcb4903c1a4bbf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9686B-4BC2-4DE9-A6BC-5469BC9B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705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(c) Input burden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8143875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d7763e173f4f15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C61D8-670A-4B9D-9FDF-692F23AE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619750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every interval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4EDCDB-FE14-48E2-9E16-1691783F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619750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 = B2 = B4b at 0–30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0B413F-1571-4D25-99CE-321DFF85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1975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Four active aircraft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A0E3AD-8B3C-43F1-B2CC-D649232C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019800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180 s service window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702125-B944-4B62-AFFD-7BFA9876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019800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60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125148-DC67-46FD-B90F-46A26174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0198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5–50 total records</a:t>
            </a:r>
          </a:p>
        </p:txBody>
      </p:sp>
    </p:spTree>
    <p:extLst>
      <p:ext uri="{BB962C8B-B14F-4D97-AF65-F5344CB8AC3E}">
        <p14:creationId xmlns:p14="http://schemas.microsoft.com/office/powerpoint/2010/main" val="11354764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9996D4-4D3C-4390-AAA7-619C37B0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622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(a) B0: repeated ground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B11E9-B5FD-4DDA-8345-87E86F1D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004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(b) B4b: air replaced by 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C744B-C6BD-4D27-B414-6F09BCAC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971550"/>
            <a:ext cx="4388048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AD092-42AE-4A80-AED5-28B71F73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742950"/>
            <a:ext cx="95" cy="1914525"/>
          </a:xfrm>
          <a:custGeom xmlns:a="http://schemas.openxmlformats.org/drawingml/2006/main">
            <a:pathLst>
              <a:path w="95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  <a:prstDash val="dash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F1F6B-1D6B-4743-AC89-55997F45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3914775"/>
            <a:ext cx="4388048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8A7AB-5A29-4AB1-8128-DBC1B1CF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3686175"/>
            <a:ext cx="95" cy="1914525"/>
          </a:xfrm>
          <a:custGeom xmlns:a="http://schemas.openxmlformats.org/drawingml/2006/main">
            <a:pathLst>
              <a:path w="95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A2A0C-ED33-48A9-A963-9E86D901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E2D67-337B-42AF-A317-6D325E9E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1676400"/>
            <a:ext cx="5704463" cy="95"/>
          </a:xfrm>
          <a:custGeom xmlns:a="http://schemas.openxmlformats.org/drawingml/2006/main"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970E9-9399-45C0-BC10-4190A717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042" y="161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59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27354-4390-4851-B1A5-EBA2A613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980" y="1609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630F6-3244-4C4D-A792-55C1B887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Selected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2F51F-2CFB-4614-AB0C-76FD965A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3622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B1664-1EBD-4AC8-9F1E-B5B199F1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042" y="2057400"/>
            <a:ext cx="1228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8F880-A463-4C68-85DF-0E1D4E3A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542" y="23622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96D3A-5EF6-4A57-BC79-C008FE42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05" y="20574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D42A0-ECAE-4D82-AB0C-F6167142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855" y="2362200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542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38980-A6B5-46E6-ADD3-64869874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464" y="962025"/>
            <a:ext cx="570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Same command, same due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511B67-A18E-4E63-A4D1-BD6AAA0A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652" y="6667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D987DE-B3B8-48FD-8792-EB542790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352" y="962025"/>
            <a:ext cx="96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52935"/>
                </a:solidFill>
                <a:latin typeface="Arial"/>
                <a:ea typeface="Arial"/>
                <a:cs typeface="Arial"/>
              </a:rPr>
              <a:t>480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C7DE7-EFBA-4CD3-BD4B-30D5A948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00575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D78A3A"/>
            </a:solidFill>
            <a:prstDash val="dash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DE73DC-6F3D-4D45-8CE4-5EF64AB7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517" y="45339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293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29D17A-FDEB-4284-B1F1-8A3BDAD6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4600575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AB2833-9024-4834-BC5F-E6D6A48F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784" y="4600575"/>
            <a:ext cx="5704463" cy="95"/>
          </a:xfrm>
          <a:custGeom xmlns:a="http://schemas.openxmlformats.org/drawingml/2006/main"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9F5DC1-EAED-4892-A391-74B43C2F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634" y="4543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59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F9FD62-2CD3-4A19-B4AE-146005C8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572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FD6594-EC31-402E-914E-8CCC463F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1530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5F9783-CF6F-4D71-B9AB-BE232A80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167" y="5153025"/>
            <a:ext cx="1704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 fault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094F2D-8FD9-48E2-BF3B-3ABCE1BF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459" y="5153025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 s execute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FB97B8-4B10-40A9-8FB7-818D4930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047" y="51530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602 s complete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8B61FF-D509-4298-8449-AD26CDCC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100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Air selected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8A0533-C147-4E66-8CE1-449350FD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624" y="3810000"/>
            <a:ext cx="3514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New ground command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A193F4-5461-45F6-AC37-6A19BA0B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177" y="35147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684CD0-8806-45F9-85E6-03340440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10029825" cy="95"/>
          </a:xfrm>
          <a:custGeom xmlns:a="http://schemas.openxmlformats.org/drawingml/2006/main">
            <a:pathLst>
              <a:path w="10029825" h="95">
                <a:moveTo>
                  <a:pt x="0" y="0"/>
                </a:moveTo>
                <a:lnTo>
                  <a:pt x="10029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485EC1-9704-43D9-A576-0BEE0744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0B6C8B-D882-4B68-83B5-77EF897B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AFC583-10D3-404C-BFA8-0C3C04F4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9272B4-5042-40DF-A26A-54151B30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717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78BE68-EBA2-47A7-8ACA-3C3BEB21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784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56CE5F-0F4C-40F0-B0E0-447FE2B2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309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818EB6-12F0-4437-9952-239E1E9A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982FCA-A8CE-4EC4-9880-A8BC30D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902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881810-B252-48CE-8D80-55496B94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969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51C63D-F4F0-4181-9F27-34CA23F6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494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4BFA2E-DB28-42B2-BEBE-27783C91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561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1BE1CB-980D-48B5-B58D-5BEA5C41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086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6EA0D0-20E2-486A-822D-35D393F9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6334125"/>
            <a:ext cx="2724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Simulation time (s)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FFDBAC-1D15-4612-B8A6-93F8DB61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8652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2707A"/>
            </a:solidFill>
            <a:prstDash val="dash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62C297-02E1-4AF2-9668-C545CE92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334125"/>
            <a:ext cx="1552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B1EE93-34A4-4B7D-B5DA-1F6EDA74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48652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F659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9B5DD4-FCCD-48C1-B030-90D5CFC1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3341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Actual transport</a:t>
            </a:r>
          </a:p>
        </p:txBody>
      </p:sp>
    </p:spTree>
    <p:extLst>
      <p:ext uri="{BB962C8B-B14F-4D97-AF65-F5344CB8AC3E}">
        <p14:creationId xmlns:p14="http://schemas.microsoft.com/office/powerpoint/2010/main" val="1368150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2026-09-12T05:24:51.3000000Z</dcterms:created>
  <dcterms:modified xsi:type="dcterms:W3CDTF">2026-09-12T05:24:51.3000000Z</dcterms:modified>
</coreProperties>
</file>