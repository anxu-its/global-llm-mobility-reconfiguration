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46df979d1a4a11" /><Relationship Type="http://schemas.openxmlformats.org/officeDocument/2006/relationships/extended-properties" Target="/docProps/app.xml" Id="R682fdf14f8804ad7" /><Relationship Type="http://schemas.openxmlformats.org/officeDocument/2006/relationships/officeDocument" Target="/ppt/presentation.xml" Id="Rb0f3556d00284e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85a5869f8e4269"/>
  </p:sldMasterIdLst>
  <p:notesMasterIdLst>
    <p:notesMasterId xmlns:r="http://schemas.openxmlformats.org/officeDocument/2006/relationships" r:id="R3067da50352c4576"/>
  </p:notesMasterIdLst>
  <p:sldIdLst>
    <p:sldId xmlns:r="http://schemas.openxmlformats.org/officeDocument/2006/relationships" id="256" r:id="R37426a38d789475c"/>
    <p:sldId xmlns:r="http://schemas.openxmlformats.org/officeDocument/2006/relationships" id="257" r:id="Rcd138c580a52418e"/>
    <p:sldId xmlns:r="http://schemas.openxmlformats.org/officeDocument/2006/relationships" id="258" r:id="R17b73ec96f304100"/>
    <p:sldId xmlns:r="http://schemas.openxmlformats.org/officeDocument/2006/relationships" id="259" r:id="Rd38280e3d0564f19"/>
    <p:sldId xmlns:r="http://schemas.openxmlformats.org/officeDocument/2006/relationships" id="260" r:id="Rcb40014140bd4866"/>
    <p:sldId xmlns:r="http://schemas.openxmlformats.org/officeDocument/2006/relationships" id="261" r:id="Rc8adac190f4843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6e2a58add84168" /><Relationship Type="http://schemas.openxmlformats.org/officeDocument/2006/relationships/slideMaster" Target="/ppt/slideMasters/slideMaster1.xml" Id="R8a85a5869f8e4269" /><Relationship Type="http://schemas.openxmlformats.org/officeDocument/2006/relationships/notesMaster" Target="/ppt/notesMasters/notesMaster1.xml" Id="R3067da50352c4576" /><Relationship Type="http://schemas.openxmlformats.org/officeDocument/2006/relationships/presProps" Target="/ppt/presProps.xml" Id="R19c14604dead4e79" /><Relationship Type="http://schemas.openxmlformats.org/officeDocument/2006/relationships/tableStyles" Target="/ppt/tableStyles.xml" Id="Rbe381ba7be9944be" /><Relationship Type="http://schemas.openxmlformats.org/officeDocument/2006/relationships/slide" Target="/ppt/slides/slide1.xml" Id="R37426a38d789475c" /><Relationship Type="http://schemas.openxmlformats.org/officeDocument/2006/relationships/slide" Target="/ppt/slides/slide2.xml" Id="Rcd138c580a52418e" /><Relationship Type="http://schemas.openxmlformats.org/officeDocument/2006/relationships/slide" Target="/ppt/slides/slide3.xml" Id="R17b73ec96f304100" /><Relationship Type="http://schemas.openxmlformats.org/officeDocument/2006/relationships/slide" Target="/ppt/slides/slide4.xml" Id="Rd38280e3d0564f19" /><Relationship Type="http://schemas.openxmlformats.org/officeDocument/2006/relationships/slide" Target="/ppt/slides/slide5.xml" Id="Rcb40014140bd4866" /><Relationship Type="http://schemas.openxmlformats.org/officeDocument/2006/relationships/slide" Target="/ppt/slides/slide6.xml" Id="Rc8adac190f4843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08856bce294f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125d6f6e924baa" /><Relationship Type="http://schemas.openxmlformats.org/officeDocument/2006/relationships/notesMaster" Target="/ppt/notesMasters/notesMaster1.xml" Id="Ra683e407b71b45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bff90000b94efa" /><Relationship Type="http://schemas.openxmlformats.org/officeDocument/2006/relationships/notesMaster" Target="/ppt/notesMasters/notesMaster1.xml" Id="Radc31a4dc19f4e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7007914f0b4c57" /><Relationship Type="http://schemas.openxmlformats.org/officeDocument/2006/relationships/notesMaster" Target="/ppt/notesMasters/notesMaster1.xml" Id="Rc4118005cb4748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e6c092559c4c74" /><Relationship Type="http://schemas.openxmlformats.org/officeDocument/2006/relationships/notesMaster" Target="/ppt/notesMasters/notesMaster1.xml" Id="R1c8e848d8bf243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6311e44137438d" /><Relationship Type="http://schemas.openxmlformats.org/officeDocument/2006/relationships/notesMaster" Target="/ppt/notesMasters/notesMaster1.xml" Id="Ree442bd1eeb94b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87607ae04746fb" /><Relationship Type="http://schemas.openxmlformats.org/officeDocument/2006/relationships/notesMaster" Target="/ppt/notesMasters/notesMaster1.xml" Id="R93ef3379d05a4c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3. E1: completion time, deadline violations and incumbent service damage. Means and 95% seed-block intervals from 240 runs per site-policy, 20 seed blocks. Zero-width intervals remain points.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4. E1 first-decision candidate geometry for all 720 matched scenario-seed states. B2 first states used once because snapshots match B1/B2/B4b. Coincident coordinates are aggregated, marker area proportional to count. Negative best margin indicates no predicted timely alternative. Lower matrices report actual air selections, percent and row denominator.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 xmlns:a="http://schemas.openxmlformats.org/drawingml/2006/main"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992b385d046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cfdd2a60dd429b" /><Relationship Type="http://schemas.openxmlformats.org/officeDocument/2006/relationships/slideLayout" Target="/ppt/slideLayouts/slideLayout1.xml" Id="R4148d9e6b84b4d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48d9e6b84b4d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ae4de732f4e9d" /><Relationship Type="http://schemas.openxmlformats.org/officeDocument/2006/relationships/notesSlide" Target="/ppt/notesSlides/notesSlide1.xml" Id="Rdd139f1345464e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547abfd4544fd" /><Relationship Type="http://schemas.openxmlformats.org/officeDocument/2006/relationships/notesSlide" Target="/ppt/notesSlides/notesSlide2.xml" Id="R4f34416f2e4743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18dc98d3140b2" /><Relationship Type="http://schemas.openxmlformats.org/officeDocument/2006/relationships/chart" Target="/ppt/slides/charts/chart1.xml" Id="Rc04b383cdc6a402b" /><Relationship Type="http://schemas.openxmlformats.org/officeDocument/2006/relationships/chart" Target="/ppt/slides/charts/chart2.xml" Id="Rd521cb27f32e4b20" /><Relationship Type="http://schemas.openxmlformats.org/officeDocument/2006/relationships/chart" Target="/ppt/slides/charts/chart3.xml" Id="R878122eef5fc490b" /><Relationship Type="http://schemas.openxmlformats.org/officeDocument/2006/relationships/notesSlide" Target="/ppt/notesSlides/notesSlide3.xml" Id="R1e1c3d62fb1848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ec7a89aeb484f" /><Relationship Type="http://schemas.openxmlformats.org/officeDocument/2006/relationships/notesSlide" Target="/ppt/notesSlides/notesSlide4.xml" Id="R7c2afcdbd58248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af4bd44554f33" /><Relationship Type="http://schemas.openxmlformats.org/officeDocument/2006/relationships/chart" Target="/ppt/slides/charts/chart4.xml" Id="Rd407ee3d7c9641eb" /><Relationship Type="http://schemas.openxmlformats.org/officeDocument/2006/relationships/chart" Target="/ppt/slides/charts/chart5.xml" Id="R9fc1a71026d5403e" /><Relationship Type="http://schemas.openxmlformats.org/officeDocument/2006/relationships/chart" Target="/ppt/slides/charts/chart6.xml" Id="R923e05dc70b24833" /><Relationship Type="http://schemas.openxmlformats.org/officeDocument/2006/relationships/notesSlide" Target="/ppt/notesSlides/notesSlide5.xml" Id="R463448aa12ed4b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3dba12d4f4751" /><Relationship Type="http://schemas.openxmlformats.org/officeDocument/2006/relationships/notesSlide" Target="/ppt/notesSlides/notesSlide6.xml" Id="R10d75c239572441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60.9375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39.0625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62.5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37.5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"/>
          <c:y val="0.055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 xmlns:a="http://schemas.openxmlformats.org/drawingml/2006/main">
              <a:srgbClr val="729A87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37.1875</c:v>
                </c:pt>
                <c:pt idx="1">
                  <c:v>37.5</c:v>
                </c:pt>
                <c:pt idx="2">
                  <c:v>37.5</c:v>
                </c:pt>
                <c:pt idx="3">
                  <c:v>0</c:v>
                </c:pt>
              </c:numCache>
            </c:numRef>
          </c:val>
          <c:dLbls>
            <c:dLbl>
              <c:idx val="3"/>
              <c:delete val="1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v>Late</c:v>
          </c:tx>
          <c:spPr>
            <a:solidFill xmlns:a="http://schemas.openxmlformats.org/drawingml/2006/main">
              <a:srgbClr val="D3A0A0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62.8125</c:v>
                </c:pt>
                <c:pt idx="1">
                  <c:v>62.5</c:v>
                </c:pt>
                <c:pt idx="2">
                  <c:v>62.5</c:v>
                </c:pt>
                <c:pt idx="3">
                  <c:v>100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10478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5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192</c:v>
                </c:pt>
                <c:pt idx="1">
                  <c:v>212</c:v>
                </c:pt>
                <c:pt idx="2">
                  <c:v>253</c:v>
                </c:pt>
                <c:pt idx="3">
                  <c:v>253</c:v>
                </c:pt>
                <c:pt idx="4">
                  <c:v>482</c:v>
                </c:pt>
              </c:numCache>
            </c:numRef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521</c:v>
                </c:pt>
              </c:numCache>
            </c:numRef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Ref>
              <c:f>'Chart Data'!$E$2:$E$6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Data'!$F$2:$F$6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Ref>
              <c:f>'Chart Data'!$G$2:$G$6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Data'!$H$2:$H$6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300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20955">
              <a:solidFill>
                <a:srgbClr val="7B858E"/>
              </a:solidFill>
              <a:prstDash val="solid"/>
            </a:ln>
          </c:spPr>
          <c:marker>
            <c:symbol val="square"/>
            <c:size val="7"/>
            <c:spPr>
              <ns0:solidFill xmlns:ns0="http://schemas.openxmlformats.org/drawingml/2006/main">
                <ns0:srgbClr val="7B858E"/>
              </ns0:solidFill>
              <ns1:ln xmlns:ns1="http://schemas.openxmlformats.org/drawingml/2006/main" w="12700">
                <ns1:solidFill>
                  <ns1:srgbClr val="7B858E"/>
                </ns1:solidFill>
              </ns1:ln>
            </c:spPr>
          </c:marker>
          <c:dPt>
            <c:idx val="0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1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2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3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4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5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dPt>
            <c:idx val="6"/>
            <c:marker>
              <c:symbol val="square"/>
              <c:size val="7"/>
              <c:spPr>
                <ns0:solidFill xmlns:ns0="http://schemas.openxmlformats.org/drawingml/2006/main">
                  <ns0:srgbClr val="7B858E"/>
                </ns0:solidFill>
                <ns1:ln xmlns:ns1="http://schemas.openxmlformats.org/drawingml/2006/main" w="12700">
                  <ns1:solidFill>
                    <ns1:srgbClr val="7B858E"/>
                  </ns1:solidFill>
                </ns1:ln>
              </c:spPr>
            </c:marker>
            <c:spPr>
              <a:solidFill xmlns:a="http://schemas.openxmlformats.org/drawingml/2006/main">
                <a:srgbClr val="7B858E"/>
              </a:solidFill>
              <a:ln xmlns:a="http://schemas.openxmlformats.org/drawingml/2006/main" w="12383">
                <a:solidFill>
                  <a:srgbClr val="7B858E"/>
                </a:solidFill>
              </a:ln>
            </c:spPr>
          </c:dPt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182</c:v>
                </c:pt>
                <c:pt idx="1">
                  <c:v>183</c:v>
                </c:pt>
                <c:pt idx="2">
                  <c:v>187</c:v>
                </c:pt>
                <c:pt idx="3">
                  <c:v>192</c:v>
                </c:pt>
                <c:pt idx="4">
                  <c:v>202</c:v>
                </c:pt>
                <c:pt idx="5">
                  <c:v>212</c:v>
                </c:pt>
                <c:pt idx="6">
                  <c:v>242</c:v>
                </c:pt>
              </c:numCache>
            </c:numRef>
          </c:yVal>
          <c:smooth val="0"/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78A3A"/>
            </a:solidFill>
            <a:ln xmlns:a="http://schemas.openxmlformats.org/drawingml/2006/main" w="20955">
              <a:solidFill>
                <a:srgbClr val="D78A3A"/>
              </a:solidFill>
              <a:prstDash val="solid"/>
            </a:ln>
          </c:spPr>
          <c:marker>
            <c:symbol val="triangle"/>
            <c:size val="7"/>
            <c:spPr>
              <ns2:solidFill xmlns:ns2="http://schemas.openxmlformats.org/drawingml/2006/main">
                <ns2:srgbClr val="D78A3A"/>
              </ns2:solidFill>
              <ns3:ln xmlns:ns3="http://schemas.openxmlformats.org/drawingml/2006/main" w="12700">
                <ns3:solidFill>
                  <ns3:srgbClr val="D78A3A"/>
                </ns3:solidFill>
              </ns3:ln>
            </c:spPr>
          </c:marker>
          <c:dPt>
            <c:idx val="0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1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2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3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4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5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dPt>
            <c:idx val="6"/>
            <c:marker>
              <c:symbol val="triangle"/>
              <c:size val="7"/>
              <c:spPr>
                <ns2:solidFill xmlns:ns2="http://schemas.openxmlformats.org/drawingml/2006/main">
                  <ns2:srgbClr val="D78A3A"/>
                </ns2:solidFill>
                <ns3:ln xmlns:ns3="http://schemas.openxmlformats.org/drawingml/2006/main" w="12700">
                  <ns3:solidFill>
                    <ns3:srgbClr val="D78A3A"/>
                  </ns3:solidFill>
                </ns3:ln>
              </c:spPr>
            </c:marker>
            <c:spPr>
              <a:solidFill xmlns:a="http://schemas.openxmlformats.org/drawingml/2006/main">
                <a:srgbClr val="D78A3A"/>
              </a:solidFill>
              <a:ln xmlns:a="http://schemas.openxmlformats.org/drawingml/2006/main" w="12383">
                <a:solidFill>
                  <a:srgbClr val="D78A3A"/>
                </a:solidFill>
              </a:ln>
            </c:spPr>
          </c:dPt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Data'!$D$2:$D$8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341</c:v>
                </c:pt>
              </c:numCache>
            </c:numRef>
          </c:yVal>
          <c:smooth val="0"/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477F60"/>
            </a:solidFill>
            <a:ln xmlns:a="http://schemas.openxmlformats.org/drawingml/2006/main" w="42863">
              <a:solidFill>
                <a:srgbClr val="477F60"/>
              </a:solidFill>
              <a:prstDash val="solid"/>
            </a:ln>
          </c:spPr>
          <c:marker>
            <c:symbol val="circle"/>
            <c:size val="11"/>
            <c:spPr>
              <ns4:solidFill xmlns:ns4="http://schemas.openxmlformats.org/drawingml/2006/main">
                <ns4:srgbClr val="FFFFFF"/>
              </ns4:solidFill>
              <ns5:ln xmlns:ns5="http://schemas.openxmlformats.org/drawingml/2006/main" w="12700">
                <ns5:solidFill>
                  <ns5:srgbClr val="477F60"/>
                </ns5:solidFill>
              </ns5:ln>
            </c:spPr>
          </c:marker>
          <c:dPt>
            <c:idx val="0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1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2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3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4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5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dPt>
            <c:idx val="6"/>
            <c:marker>
              <c:symbol val="circle"/>
              <c:size val="11"/>
              <c:spPr>
                <ns4:solidFill xmlns:ns4="http://schemas.openxmlformats.org/drawingml/2006/main">
                  <ns4:srgbClr val="FFFFFF"/>
                </ns4:solidFill>
                <ns5:ln xmlns:ns5="http://schemas.openxmlformats.org/drawingml/2006/main" w="12700">
                  <ns5:solidFill>
                    <ns5:srgbClr val="477F60"/>
                  </ns5:solidFill>
                </ns5:ln>
              </c:spPr>
            </c:marker>
            <c:spPr>
              <a:solidFill xmlns:a="http://schemas.openxmlformats.org/drawingml/2006/main">
                <a:srgbClr val="FFFFFF"/>
              </a:solidFill>
              <a:ln xmlns:a="http://schemas.openxmlformats.org/drawingml/2006/main" w="12383">
                <a:solidFill>
                  <a:srgbClr val="477F60"/>
                </a:solidFill>
              </a:ln>
            </c:spPr>
          </c:dPt>
          <c:xVal>
            <c:numRef>
              <c:f>'Chart Data'!$E$2:$E$8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Data'!$F$2:$F$8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0955">
              <a:solidFill>
                <a:srgbClr val="7954A3"/>
              </a:solidFill>
              <a:prstDash val="dash"/>
            </a:ln>
          </c:spPr>
          <c:marker>
            <c:symbol val="diamond"/>
            <c:size val="7"/>
            <c:spPr>
              <ns6:solidFill xmlns:ns6="http://schemas.openxmlformats.org/drawingml/2006/main">
                <ns6:srgbClr val="7954A3"/>
              </ns6:solidFill>
              <ns7:ln xmlns:ns7="http://schemas.openxmlformats.org/drawingml/2006/main" w="12700">
                <ns7:solidFill>
                  <ns7:srgbClr val="7954A3"/>
                </ns7:solidFill>
              </ns7:ln>
            </c:spPr>
          </c:marker>
          <c:dPt>
            <c:idx val="0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1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2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3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4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5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dPt>
            <c:idx val="6"/>
            <c:marker>
              <c:symbol val="diamond"/>
              <c:size val="7"/>
              <c:spPr>
                <ns6:solidFill xmlns:ns6="http://schemas.openxmlformats.org/drawingml/2006/main">
                  <ns6:srgbClr val="7954A3"/>
                </ns6:solidFill>
                <ns7:ln xmlns:ns7="http://schemas.openxmlformats.org/drawingml/2006/main" w="12700">
                  <ns7:solidFill>
                    <ns7:srgbClr val="7954A3"/>
                  </ns7:solidFill>
                </ns7:ln>
              </c:spPr>
            </c:marker>
            <c:spPr>
              <a:solidFill xmlns:a="http://schemas.openxmlformats.org/drawingml/2006/main">
                <a:srgbClr val="7954A3"/>
              </a:solidFill>
              <a:ln xmlns:a="http://schemas.openxmlformats.org/drawingml/2006/main" w="12383">
                <a:solidFill>
                  <a:srgbClr val="7954A3"/>
                </a:solidFill>
              </a:ln>
            </c:spPr>
          </c:dPt>
          <c:xVal>
            <c:numRef>
              <c:f>'Chart Data'!$G$2:$G$8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Data'!$H$2:$H$8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</c:ser>
        <c:ser>
          <c:idx val="4"/>
          <c:order val="4"/>
          <c:tx>
            <c:v>Service window</c:v>
          </c:tx>
          <c:spPr>
            <a:ln xmlns:a="http://schemas.openxmlformats.org/drawingml/2006/main" w="11430">
              <a:solidFill>
                <a:srgbClr val="B89898"/>
              </a:solidFill>
              <a:prstDash val="dash"/>
            </a:ln>
          </c:spPr>
          <c:marker>
            <c:symbol val="none"/>
            <c:size val="2"/>
            <c:spPr>
              <ns8:solidFill xmlns:ns8="http://schemas.openxmlformats.org/drawingml/2006/main">
                <ns8:srgbClr val="B89898"/>
              </ns8:solidFill>
              <ns9:ln xmlns:ns9="http://schemas.openxmlformats.org/drawingml/2006/main" w="12700">
                <ns9:solidFill>
                  <ns9:srgbClr val="B89898"/>
                </ns9:solidFill>
              </ns9:ln>
            </c:spPr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factor"/>
          <c:yMode val="factor"/>
          <c:wMode val="factor"/>
          <c:hMode val="factor"/>
          <c:x val="0.26"/>
          <c:y val="0.055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B4b</c:v>
          </c:tx>
          <c:spPr>
            <a:solidFill xmlns:a="http://schemas.openxmlformats.org/drawingml/2006/main">
              <a:srgbClr val="7954A3"/>
            </a:solidFill>
            <a:ln xmlns:a="http://schemas.openxmlformats.org/drawingml/2006/main" w="22860">
              <a:solidFill>
                <a:srgbClr val="7954A3"/>
              </a:solidFill>
            </a:ln>
          </c:spPr>
          <c:marker>
            <c:symbol val="diamond"/>
            <c:size val="8"/>
            <c:spPr>
              <ns0:solidFill xmlns:ns0="http://schemas.openxmlformats.org/drawingml/2006/main">
                <ns0:srgbClr val="7954A3"/>
              </ns0:solidFill>
              <ns1:ln xmlns:ns1="http://schemas.openxmlformats.org/drawingml/2006/main" w="12700">
                <ns1:solidFill>
                  <ns1:srgbClr val="7954A3"/>
                </ns1:solidFill>
              </ns1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3.98212195</c:v>
                </c:pt>
                <c:pt idx="1">
                  <c:v>5.920625</c:v>
                </c:pt>
                <c:pt idx="2">
                  <c:v>9.588725</c:v>
                </c:pt>
                <c:pt idx="3">
                  <c:v>13.256675</c:v>
                </c:pt>
                <c:pt idx="4">
                  <c:v>20.593475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1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Tokens / call (×10³)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2025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9D1AD501-A110-4008-B43A-104A9374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F2F77-A6D4-4218-AE25-9199497F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Completion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FD093-8828-4C10-AC1A-B5654186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CAF84-EB57-4F49-8119-BFAE5221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70D7B-3C7C-457E-BDB6-E6AF2F42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252AE-1362-4617-8AFA-A4A6F749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B2C88-6613-40A1-91E4-5369218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B7DED-DBC2-41B5-A9EA-D89BF6E7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EFE28-28C6-4B35-8B01-D94B6358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B309A-65F2-4B22-A854-A116F8D6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56717-5F54-42DC-9EAB-0E2A6AE7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B6BB0-6299-4F9C-A2DB-ECC338A2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CA2FA-C816-46C8-8BEA-53CACF9C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Time (s)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B3D86-3735-490D-A890-C5A66972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DCF97-E8D5-450E-903E-D8780887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EBF85-77E9-44D6-9F7A-6D588C90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FA3AD-18AB-42F1-9E3D-4257E993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1E4E7-C608-4B8D-B9C6-EF479CC0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074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1A4596-8948-478C-99D7-059F4DA4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924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DFDEAF-D7B3-4806-B628-E070BC92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3CFC8-8D38-48A9-A7E2-01854C47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809750"/>
            <a:ext cx="24836" cy="95"/>
          </a:xfrm>
          <a:custGeom xmlns:a="http://schemas.openxmlformats.org/drawingml/2006/main">
            <a:pathLst>
              <a:path w="24836" h="95">
                <a:moveTo>
                  <a:pt x="0" y="0"/>
                </a:moveTo>
                <a:lnTo>
                  <a:pt x="248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467B7F-4EBA-43F2-8E3C-22CC076B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76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7C67D9-950F-42A9-8623-4C1F604B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712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F212A7-C74F-4B2A-B348-43A3A33E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44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F1945-1278-435D-AB3C-E3CE58F8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5A393A-82B3-4BA4-9C35-B7C332F9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114550"/>
            <a:ext cx="6325" cy="95"/>
          </a:xfrm>
          <a:custGeom xmlns:a="http://schemas.openxmlformats.org/drawingml/2006/main">
            <a:pathLst>
              <a:path w="6325" h="95">
                <a:moveTo>
                  <a:pt x="0" y="0"/>
                </a:moveTo>
                <a:lnTo>
                  <a:pt x="6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5B8114-0739-41D7-AA59-80BB9217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10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226DE9-3B14-4E2B-A2B3-80DC4EBD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34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AE66F6-9834-4C43-97B2-5B474316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92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3FBE42-D977-4A35-A03A-CDE24284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7D779F-B6F2-41A0-83E4-FF4DD29C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419350"/>
            <a:ext cx="11316" cy="95"/>
          </a:xfrm>
          <a:custGeom xmlns:a="http://schemas.openxmlformats.org/drawingml/2006/main">
            <a:pathLst>
              <a:path w="11316" h="95">
                <a:moveTo>
                  <a:pt x="0" y="0"/>
                </a:moveTo>
                <a:lnTo>
                  <a:pt x="113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607F63-FF1D-4AA2-ADD3-2E665239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99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19D0F8-5150-49A0-8C14-B956FDE7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15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EDF9BE-E7C9-4A2F-B416-531B9FD4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507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841987-43C1-4BCE-8223-9180E6B7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BCCE8E-84AD-434E-B0FC-89AE4B42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9080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C79090-4C53-4615-B23F-90FB8B4B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AD35BC-265E-4996-A25F-6DBEFF75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667738-9BFA-416A-8287-25B47A66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D49E42-E938-4830-B172-8BD4537B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21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D88B45-DC02-4237-BB6F-C79B01CD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471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B59B16-6FE7-437C-84E1-BBE2A2FA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C9562D-9C83-4870-AE49-5C5F570F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575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D5E741-336B-463D-B258-F98BFE1E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187EE7-BD73-4559-BEEA-79A9D5AF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D9478C-7E7A-48EA-AE7F-9DB66BD3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A302D4-9700-427E-BF5B-CA28AE8A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2D127A-8D29-47A3-BF63-BB04CA89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62375"/>
            <a:ext cx="18298" cy="95"/>
          </a:xfrm>
          <a:custGeom xmlns:a="http://schemas.openxmlformats.org/drawingml/2006/main">
            <a:pathLst>
              <a:path w="18298" h="95">
                <a:moveTo>
                  <a:pt x="0" y="0"/>
                </a:moveTo>
                <a:lnTo>
                  <a:pt x="1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63E30E-3BB4-45D5-A329-C38F3DE4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89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246E7F-1B51-45CF-8762-3D7A8AD2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87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E863D7-0015-4425-A501-CD31158D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8F5FA8-8038-4EEA-B250-ACCD7952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514DFB-5875-4E5A-8D55-4DC7C0BC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67175"/>
            <a:ext cx="31211" cy="95"/>
          </a:xfrm>
          <a:custGeom xmlns:a="http://schemas.openxmlformats.org/drawingml/2006/main">
            <a:pathLst>
              <a:path w="31211" h="95">
                <a:moveTo>
                  <a:pt x="0" y="0"/>
                </a:moveTo>
                <a:lnTo>
                  <a:pt x="312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84C7C5-3863-4235-A450-54DE429F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58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3D3C93-CC07-40BD-9346-7EC4206B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6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337E0F-29D0-4DF2-9BB2-0EC3521B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01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49F206-3431-4BE3-8EE2-E97FB4A2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68E7E6-04F5-42B0-9BCE-8C6400F8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3862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6C9B10B-80CB-405F-BAB5-EA97FB07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077AE0-DFEB-43D1-B40F-CF0C902D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7C6D469-B4E2-4936-8DDD-DC80E841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EEF8DD-189E-445E-89AF-33105ED7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99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80A5BB-8CF4-4923-AD82-EBE4650D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449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8FC30D-5293-41D1-9020-E9CD7200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2D3B86-99D6-4327-9903-553C90BB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1054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0B157AC-8443-4784-A2F6-A4101420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CCA0DC-ADB8-4CB2-B02D-92856196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7644A87-D29A-4BDA-ABD1-ED0410D5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B0C06A6-DEB0-4E8D-A2C3-6A7214C4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6F6E8A2-0EAF-4818-907A-4242F2E2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410200"/>
            <a:ext cx="44633" cy="95"/>
          </a:xfrm>
          <a:custGeom xmlns:a="http://schemas.openxmlformats.org/drawingml/2006/main">
            <a:pathLst>
              <a:path w="44633" h="95">
                <a:moveTo>
                  <a:pt x="0" y="0"/>
                </a:moveTo>
                <a:lnTo>
                  <a:pt x="44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FA716FE-5351-4E1A-828F-07112089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3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FCC0DFB-D9D3-4602-A0B6-ECFD0CAC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65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F6926F1-3D33-4611-97F0-699AEDD4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699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B33E929-8EA1-4FE9-9635-E88C4D14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0A80A15-A80C-4EDC-B6B3-4A8D4AEB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715000"/>
            <a:ext cx="46271" cy="95"/>
          </a:xfrm>
          <a:custGeom xmlns:a="http://schemas.openxmlformats.org/drawingml/2006/main">
            <a:pathLst>
              <a:path w="46271" h="95">
                <a:moveTo>
                  <a:pt x="0" y="0"/>
                </a:moveTo>
                <a:lnTo>
                  <a:pt x="462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4A0C1AC-ADD2-414F-A4A1-F1C3526A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541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9C98BEA-758B-48ED-AD6D-91B70B13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81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0B83CD3-5E11-4CDB-A376-278EF5B5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526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FE58F1B-2175-4412-8FFF-D1EB4411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617D784-46E2-45A1-8ABE-D58D0D33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Missed deadlines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BFCDA34-ED85-458C-8BD8-DF76A62B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916129B-A8E9-4F47-934E-DB10F18E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1404A71-CEF5-403E-A527-9D3E8C23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3C781C2-4719-4085-A1E1-EE688C9B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847E0EF-24D3-43AC-9323-0658793E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F92276D-A3E6-4416-AC7D-10B3A5DA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056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5021E68-4706-49EB-A6E0-35E7D67E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5EC3B82-5EFC-475B-9954-20D1B5CE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B2D5494-971F-4121-B248-85F8F971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844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FECFE09-275B-449D-96AE-9121C41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69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F71EF9B-29DD-4F14-BF81-C5A0478C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7820579-1817-4C63-A6D3-6BC7EE56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021E279-15F8-439F-AF0C-CDE0BDFD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B2686BA-D529-43B9-A7F6-3FACB324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C63573D-736A-485B-9CDD-EE201023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82B6F80-197F-462A-80BF-D6AA42D0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CA18819-36C9-4006-8A8F-2DA13963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415EB42-60AF-45C1-ABBB-1C4BBCAC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192FB53-CF0E-441F-BF02-9A02400C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2421F4F-CAA5-4CA4-8ED0-921E87A7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D3B0632-D6FD-4A5C-9DBB-6B076A30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3500F44-5EFC-4C47-9E89-7BBC4102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3754747-BEF6-44F3-BA46-A24C94C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31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948E46E-F822-471B-A6EF-5EAD0D33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381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E0C0530-D361-47A9-9482-3408A816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B5C1D6B-F493-45AC-BF07-EF6F32C3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114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3FD3836-E863-4A33-999D-8CA6E986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CAAF5C0-3DA5-4A11-A80D-E1F5A3DD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4C1B180-6CA8-42B7-81CF-90006852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C4BB738-BBFF-40D0-AFC3-2F607E44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E1968F2-B453-4A0B-AE3C-89A242DF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4193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0700934-CA55-4C20-BD6C-25F25735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3EF44CC-49D0-4046-8975-BB16ECD5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3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ADECAD0-F80F-48AE-B936-6F3D71FA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1387B2A-ED45-4354-9F58-3A598A0F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8DF176C-BA4E-488D-BC9C-1078045F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1814995-340D-487D-9783-28813538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B46FE62-7D31-4124-AF07-730BCA28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C8E94A2-7FE1-4F18-B099-E91B4D0C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39F82F1-939F-44AB-BC23-F53C3614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F9372DD-67FB-458C-8E11-83FEC5BA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EB61D64-F27C-4C84-B1E0-53AA01C7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E07B54F-6971-4021-8DB2-C7F47EF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B768D59-0780-453B-A525-641769CC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486492C-9045-4FD1-B09A-5140EFAC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638D695-03FD-43E9-A7C5-58316ADF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C5D2F37-D171-45B8-8C01-0B888B27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B8BBFEE-A56D-49B8-8EE2-B3318F27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81C120C-5B4F-4F51-AF5C-58ABB2E4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2105F66-4E84-42AE-9B2B-D89A507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DD4D7DF-17C9-4ECB-87A3-2729BA17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5A0D873-D5A4-4009-8C4A-01117490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86C8CA5-0D96-4FED-B054-F9B61887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671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23521D2-106A-438F-ABBA-32D17342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4311F33-21A2-498A-9C06-85BC755E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4F3526B-10EA-49FD-BFB6-23A6804E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45BA0E1-545B-469F-9CF4-8FF91413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3C9E8F4-5C28-4485-8BD0-5321D8A0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3862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FD9A12C-723B-4C8B-BCBD-1B911651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5D4C56E-B81B-4BB6-92A1-72E3D55F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876F1CD-082C-454C-BAD7-92D919C2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5C181BA-AA46-491B-A9B7-6B4DEAE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3ABFD3D-BA52-4C23-83DB-11A83820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F49DC9A-9699-4118-ACBC-815F4405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3931046-B966-46A1-AB23-81B4EC10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1054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0264FD7-675A-436B-A518-CD7CECE8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4B368B9-03B7-44D7-A5FA-3BF6FE00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88957F5-03EB-4EE1-A964-FE403125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EDFD09D-D783-4EEA-AB5E-373E309D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1A4F4DE-6369-4FD0-9686-83F7562A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4102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7EE5F65-6E0A-47DC-A1D8-03132E6A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B43B68B-4B27-4803-9738-587742DB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8D7453E-67B5-4E6C-80DB-5D345216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FD11800-8496-4755-B2D8-5B654969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6B6E992-5EC9-4C28-9B94-98FEC312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715000"/>
            <a:ext cx="319288" cy="95"/>
          </a:xfrm>
          <a:custGeom xmlns:a="http://schemas.openxmlformats.org/drawingml/2006/main">
            <a:pathLst>
              <a:path w="319288" h="95">
                <a:moveTo>
                  <a:pt x="0" y="0"/>
                </a:moveTo>
                <a:lnTo>
                  <a:pt x="31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169E70C-A15B-47F0-91A6-C253E1BE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3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8137B72-B53C-4B81-80B3-946474F2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982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4031287-CA89-4572-90CF-4226336F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18B531E-6077-45DC-90F7-44C7E0E0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57E8D88-8432-4319-AC4A-6E51FCCC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Incumbent damage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C9F76C5-D711-4332-80E6-6BDEF767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9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Mean and 95% interval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71EDF42-BD36-4988-99AE-EEBDF229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2714625" cy="95"/>
          </a:xfrm>
          <a:custGeom xmlns:a="http://schemas.openxmlformats.org/drawingml/2006/main">
            <a:pathLst>
              <a:path w="2714625" h="95">
                <a:moveTo>
                  <a:pt x="0" y="0"/>
                </a:moveTo>
                <a:lnTo>
                  <a:pt x="271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811724D-AD58-40DA-BA8A-0B3B3661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7A1C25C-92CB-4CD8-BA87-6B3A4ACF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05A2D41-3687-4E7B-8522-535AF26E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5E76489-9714-48F0-A3EF-EB8861CE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888AE62-98D4-4A7A-A2EE-A36CBE0E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020368B9-A041-4C7C-98D3-E8796DD8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8A29234-7421-452A-BB44-B4BDCC78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98170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3D4258A-AF78-4D53-BB2E-1C63E78C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096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F099605-792F-4632-A2F0-E98C4881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484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Damaged services / run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FFDA1CD-8C26-42F2-AF85-A08761EC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00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2878AAB-5260-4108-9706-7297D4AC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620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D346B3D-9421-4582-B781-B7332DD7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049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EC61526-F99B-475C-ADEF-7B7D1252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C5670491-E6F1-4C87-8008-139240AB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9F681E7-95DC-44B1-8BFD-1B83194F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47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B810117-6B9B-43AC-A761-2CBCD7B6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68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45F4532-266C-46AE-ADE9-0B3712A0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8097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41DC8FB-0C74-4BEA-AF16-D29BFAC4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A76FA81-C429-4874-A13E-F615F894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17621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5328C13-FA7C-4771-A5FE-B364B3D6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1752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AFCFAE9-F318-40E5-AF7C-F82A321E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A853032-A69B-4300-992D-19FC89F6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114550"/>
            <a:ext cx="165926" cy="95"/>
          </a:xfrm>
          <a:custGeom xmlns:a="http://schemas.openxmlformats.org/drawingml/2006/main">
            <a:pathLst>
              <a:path w="165926" h="95">
                <a:moveTo>
                  <a:pt x="0" y="0"/>
                </a:moveTo>
                <a:lnTo>
                  <a:pt x="1659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2AE3199-7D98-4EFD-ACA0-72C4AAC7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59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081ADE8D-8367-4659-80EB-A95A4C01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685" y="2066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27F6507-10DF-42E3-886C-7446D706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572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10F401F-3769-493C-A8BD-B97663FF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FDADC25B-7FF3-41BB-8AA0-F97DF883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419350"/>
            <a:ext cx="177382" cy="95"/>
          </a:xfrm>
          <a:custGeom xmlns:a="http://schemas.openxmlformats.org/drawingml/2006/main">
            <a:pathLst>
              <a:path w="177382" h="95">
                <a:moveTo>
                  <a:pt x="0" y="0"/>
                </a:moveTo>
                <a:lnTo>
                  <a:pt x="1773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6CF732B-685C-4D2F-A719-198951BD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359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275CBCFC-5DB4-43D3-9184-9083E143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41" y="23717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E554FC0-D5BF-48FF-A50E-C155C5FB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236220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9284D77B-361B-46BD-B7C7-A5A65A83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A527611D-17FE-4A7E-82A7-03043DFA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F26474C-1E53-4AEF-B0C8-910143A4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6532E92-F8E7-42FC-B19F-485F18A9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C59431D-9C04-4EDC-A965-0359A3A0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1DDAE24B-9311-4950-996B-BAD61593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D1D8A570-C75D-4854-BBF2-5E29068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8D852858-F26A-4B50-BECF-F15AB2E0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C28B8E0E-B820-4673-9ED2-667727B1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575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B4FFF2A-5B4D-4066-8F94-7514E968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EDE127B-7041-4E3F-A1C7-FE51E383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4099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1AAC5DF-8A71-4A1F-8562-783DD566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400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9F6BBEC-7E08-4EEF-91F5-8E068264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00BCB35-079E-4A81-B129-8AB4F478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6237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204C5C0-483E-47B8-9F13-D0D290DC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A1B9925-0BD5-46BC-B5FF-27A39172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37147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A9D6125-FEC5-40FF-9CD5-1D09349D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8EB4B1B-DD22-442A-ABD2-8184C867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67C2C57-AD07-4236-9A9A-81877C2D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67175"/>
            <a:ext cx="129288" cy="95"/>
          </a:xfrm>
          <a:custGeom xmlns:a="http://schemas.openxmlformats.org/drawingml/2006/main">
            <a:pathLst>
              <a:path w="129288" h="95">
                <a:moveTo>
                  <a:pt x="0" y="0"/>
                </a:moveTo>
                <a:lnTo>
                  <a:pt x="129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24C5453-97BF-445B-BC8A-3CCAB942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789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0C11AED7-E460-4DF4-801E-BE71CA5D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077" y="401955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F32BA9E6-FB4D-4FAF-AAFD-7EB130E8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283" y="40100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AFCF756F-DFD9-43AC-8EFE-5919D53B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9577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7E89DD7-A4D4-4CF3-8829-07665B2B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38625"/>
            <a:ext cx="3552825" cy="95"/>
          </a:xfrm>
          <a:custGeom xmlns:a="http://schemas.openxmlformats.org/drawingml/2006/main">
            <a:pathLst>
              <a:path w="3552825" h="95">
                <a:moveTo>
                  <a:pt x="0" y="0"/>
                </a:move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1E5E8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7F93A87-1AFD-49D8-80DD-2E62262E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577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FCB690A-9D2D-4AAA-A035-75A6015C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00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58E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7BE05CC-8F12-42A7-8A03-4C54753B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822E838-4D7B-470E-B700-51430CF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B858E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5C211F6-C040-4B62-835B-EA473AD3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7E81036-0ED5-464E-B014-26C8C43A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625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633042B-AEF4-41F1-9DD2-D48B927D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1054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78A3A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8C34AB5-BFEB-4FE7-81EA-4A732D4E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BE14991-3C46-41B6-8784-31BDDB94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0577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8A3A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6A1538F-3031-4350-A466-94424CD7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18DE869-AACC-4E14-8A09-D2551ED0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673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7FD710F-AE62-4CB6-945C-FDC14429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4102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77F60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10B86FA-8D53-4E4A-96DE-33F59496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C51B9E4-6080-430F-A55F-864E9B1C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3625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77F60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4FD3AEE-1DCD-4670-A453-342CA088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35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D6B3043-296E-41C9-83E9-16BC4CDE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721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7349A71D-BF98-4F7B-B0C8-7BCF08AF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7150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4F92BC9-A6CA-4EC0-A39C-0522CD8E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920580F-A638-4F7C-A13C-017DA238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988" y="56673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06C80019-C5E5-47C2-9E2F-26E3096B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657850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</p:spTree>
    <p:extLst>
      <p:ext uri="{BB962C8B-B14F-4D97-AF65-F5344CB8AC3E}">
        <p14:creationId xmlns:p14="http://schemas.microsoft.com/office/powerpoint/2010/main" val="1440192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6D6DA71-6DC3-42BB-A5D8-22CDD550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572250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262D8-2710-4D12-BF73-8F19E6C7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477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Preemptive 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08775-D91C-4870-AABF-0926F622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572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D2E38-81EF-42B9-A4E4-6BA82582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4770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B2F4F-DF1F-4989-BA52-3407A6AB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43A02-12AB-4FB1-B8F7-03D4F322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B1C3D-E062-40F7-B0A1-774B3EAE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D154F-5636-4E61-9B4F-B1187AF0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6F3D6-91BB-41F8-9E7B-C900D6FE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FF3F8-6BCE-48E7-B496-6426A061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B17FF-7D7B-4365-BB9B-515BA6A6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01163-1EF7-4771-8FBB-792E2DA6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E2CA9-367E-4C7C-A79E-FAEC3B6B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6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20237-C166-4F35-AFDD-C57A8F13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B322B-5EB0-4EE3-878C-407B07E6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53054-2C70-4A0D-9CE7-DBC0247F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C3E99-B288-4A5E-AB86-5014F4A7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D975F-67BC-4927-907D-3B5D9455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33423-BE67-429A-B4E0-D801113D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3BCFC-92B4-4469-974C-B6F03490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5C91C0-5416-449A-848F-CD8CF69D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2E40C-238D-47BC-898D-7078B024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305A78-4F50-4856-B8E8-6DDCB08D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DC6120-1912-47F4-A2FC-162FCAF7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1901E2-4E71-44F7-84E1-F868E639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C9A65C-DB18-4664-A220-35A5ED73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30275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228CCE-18F7-431E-A20D-71B9C4A2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30681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606A60-31FB-4EB5-B8DE-58C57F2E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30404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CA14C9-7863-4798-A08B-BFEF313A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301807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6EE337-BBFC-457C-9160-ADFEFA85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9874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E2AC5F-9571-454C-B920-8C3BCD2F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9918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D9B6C-A05A-487A-9230-0C75BC40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9446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C84F8D-0C39-430D-BE17-9D960050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98343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C632D7-257E-4195-B4F6-6FE8BD68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310859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890003-E41C-4886-85AE-B85DAF91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309995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455D3C-2119-45ED-A614-6213124E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97256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4395D9-8F0B-46BF-B870-99B22406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3100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A2776C-B5C5-4DA3-9E9A-AE348794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98986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6623CB-D15D-4B81-8666-120352AA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31136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4D7B47-003B-49FB-B5C2-AAC92302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31136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61C591-95C8-4F87-9FA0-9E1C35AE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30778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6A29B2-A41A-4C3A-967B-F970AE0A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309674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9B1400-B4CA-4C69-B66E-F3009247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30323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C90ED9-15A3-4906-A687-4DC1611A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302010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44663D-DF00-43F6-AE5C-4FB922C4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94070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C759AD-B5BE-4E4D-834C-820A8778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E70C9B-2334-4030-9DF9-0EA3C7A9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21" y="22140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6D851A-FEF1-4BCC-8CF0-F600D85E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602" y="22545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729D24-4075-4C4F-8B09-3ADDE943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625" y="222693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1134CA-11E4-4C4C-BC26-5B58E200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79" y="22045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BC93D4-B174-43C8-BCEE-69A18990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68" y="21739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B8FB36-F021-43B2-BC67-9146D62A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854" y="21782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66A893-0E07-4192-8805-703CFFE9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2" y="21311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97B2FD-5E74-4796-8B93-62135AA7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53" y="21698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68028E-27ED-4ECD-BBB6-16476E4D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78" y="229505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FF70DD-014F-449C-A687-BD1E34A3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983" y="228640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F1BE05-1B32-4372-8A03-672143FB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589" y="215901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90B3C2-0E2F-49EB-BE56-38F9EE28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12" y="228729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F2FE9C2-B34F-4769-9F08-96C9F7F4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73" y="21763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C7C9EC-DCE3-4B65-BC1A-E479F57F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63" y="23001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424B48-7523-4E13-84A1-CBE273F0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7" y="23001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801530E-BAFC-402B-844B-AB410F16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08" y="22642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727BCE-F0E6-4D49-8E51-DBD0AAE0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67" y="228320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1FD08CD-D0EB-48AC-B208-4B2F62FA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71" y="22188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4CA009A-1674-47AB-87E0-0FEFDF58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313" y="220655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AF223EC-C9A9-4F1F-AF84-CC549292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5" y="212715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48AE16F-F7FC-4344-A3FD-4D2A1383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30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757B9BB-D007-4283-8FD6-5F0D58D1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44B357-386A-4BF1-8A68-74EA4C8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74CA90-D9ED-41D9-939A-24684D7C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89FE6E-08BD-4AE8-BC40-A84BAF25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11E734D-E677-4FD9-9D5B-5B654253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A7A570-F1B0-4722-AD1B-A3D5FDC5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AD6FD06-F7A7-472D-AEE9-F257FEC7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9C83AA9-895C-47A7-AE11-18472A03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B5A2675-3FEA-4BF1-BD69-0E8FD896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CD400CC-E66C-45A5-A94C-802E38DB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4F52461-35F1-4606-87EC-756535FD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4AB43A5-A5F3-4311-B571-1CDF822C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12357C8-2BBB-437A-9EC2-8780D1F9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D1B8BBE-3BDC-40C7-B215-44338EF6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4FFBA2A-15AE-488B-980A-F555E517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E6DF36E-1444-4C15-8C69-959E69A4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22C2F55-1183-4806-84E1-AC9E9E86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A3EED49-F25B-401A-B767-56D3336B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2DAB01E-437D-4A4E-AB5D-6F3AD14E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399CB34-057D-4D95-939B-D5BE0D4B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26164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0EB42DC-11D5-4D6E-BAA5-56688FD2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C19FC07-DB7C-459A-A881-065F8E39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6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7CA6858-ECBE-4699-8CD6-2AD97869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4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7D6AF04-7261-45E7-A46F-795A958A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6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7BF1E1C-38DB-42AD-933B-E25F2C11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1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4086FE8-9D9B-4FE2-BD97-624EECA9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70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B7F87C7-24B9-4C30-A8B6-FBE9F099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94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53C2F12-8F4E-46D0-8C01-D8DCE21A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5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D8BFA0A-C1FB-460C-A1BB-658DF9CA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9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B3567C8-770B-477A-B9AD-FA86A5DC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1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467EAAD-02E1-4D41-BF1D-28CC0B7E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2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1D928F6-6C01-478C-BA15-EDCF0647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29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E997499-C995-4CAC-8DC3-57435A91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1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90AAA35-1A40-4709-91AF-14AF3F98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1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9DDFC62-A25A-4143-AF4E-DD5C2112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2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23FD480-7D23-4E5B-B0BA-ABF7CDF2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4112286-471D-4D3F-B39F-4A52BDCC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8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27E536F-A03C-45D9-9075-BB9A6D2A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07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0A240D7-D65B-46DF-8DAA-21350260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10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C528026-4EA5-4D20-973E-FFFC20F1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53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9A3345-B7E1-49E6-9D17-A5E26B47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95" y="180288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B26AE54-C20D-4D79-BE1E-0474851E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46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A250FD-8E74-45A5-BB3B-E24A0FC5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C1B0E14-65D8-4220-A65B-3089C847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91BE62D-F489-4D54-8F5E-A93EA3ED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E635DFA-4DF6-4A0F-84CF-C7BC6386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9446BC9-8BEA-4F14-A290-E6C7F096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6377A8D-BF8F-43C5-83FB-B3A3DABA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65941F6-1162-4060-94F5-3CC89784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21408BA-143B-40F9-90E2-AA163DA8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000239B-22B2-404C-BF03-4419084E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EF2495F-80F9-408C-B25B-EF83CF76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8CA2D92-9C04-46A1-A964-1823A25E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AFE6339-EEE8-4C77-A025-F028D15A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C63C4A0-AA5B-468F-A0C8-605A4C8C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88A6D96-B1CB-4151-ADD7-D9D3D507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DF32474-37E5-40F2-8690-CB40B935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D7BBEB6-0814-4863-822B-3960C187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53E3E7E-89E3-4BE2-98EA-FB00C24A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1676DA7-7F78-4408-B5BE-3E79464E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E305D8F-E501-4617-89CC-5D07705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0E02B92-FCFE-4B4D-A9DE-BC4BF9A7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81700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5284642-E1DD-4934-9545-74DC98FD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231834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247DDEC-EAEC-40BD-9BBA-FBE48BE9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01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C2EC2E3-5A91-4941-8F09-A962D1CF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9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E6D57F9-5236-41BC-925A-158D8CB8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21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7F78B43-B013-4F56-856D-5F6FA4D8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76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384F979-62B7-4F61-A7E7-FF2A781C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6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29F5AA5-C009-43EC-887E-FFE4BF70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5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705F3F7-7672-4C15-94ED-BD67689C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AF081B4-03A3-4CB7-9E3A-B1C71B73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4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E16D205-0ED5-4833-BEBE-921CCEF5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7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B91E190-E7F9-4AD1-9984-B8D38A0E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7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C5BDF51-8002-4C48-93EA-EC18E553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85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CEC43DF-D5C8-479D-BE77-9C49E125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408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8BCEE68-61B8-4AA8-B177-95B71A00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6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1A7E62F-050F-4051-BA1C-967C8859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9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2FACB1B-A8A6-42C5-8F08-99DAD725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5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FF56499-B66E-4AE5-BD4F-0753CB24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4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7EF4B07-EBE7-4E6F-AF25-7D14E5F2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3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2DAC3B0-7F6D-4AFA-B3BE-12CD19DF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67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9E7B2FE-2834-49A3-8FA1-D5236459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10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AC6D5FD-D859-4794-BE05-07F01F43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52" y="200346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25A901E-4101-4DF9-88C4-9BC0FE56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02" y="150479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DE63A98-B3B9-42AE-9173-6D452B3A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409B78D-3D7C-44C3-951B-323CBB5B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(d) Air selection (%)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1B85515-318E-4491-9318-A35549C3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8568528-9263-4C1F-BEDF-6BE641D5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91C0AAA-12C4-40E3-B79E-C3CA03BA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C79AD28-4226-4484-9D1A-DC79EAD9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0FD6BC6-957E-442B-AA8B-3C592EA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E868032-F2D6-4EBD-A1E2-4691354D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B907D15-74B4-4E52-9EEC-01F2709B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9E6CA90-6025-4C0F-B93C-19A08EF6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E5B2BF5-638C-4FFD-938E-C12EE963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6C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BC251A4-9875-425B-95B9-48AFDD81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257CC56-ED32-436E-B809-4AE45AAC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FE9A86D-929F-4690-9625-1084D3BF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E849816-64D6-4DF1-9A8F-3E638090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9828EF4-B54F-43FF-B487-BDCDE43E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A2C8A9F-66C7-46A5-8CB9-8706D719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529F6C6-C6E1-46DF-8CB0-90698443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731CB5B-6A27-49F1-BD5A-ED4A0BD3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C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2683EB3-D1A4-4594-A095-47856CF9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9EEB91E-CAF8-4314-A3AA-B1464E59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745363B-F1DB-46C5-973C-940DBDE6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6215DDF-FBBA-4915-B1A2-B83C9D00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FCAE9E0-4893-4AD6-AF97-6B0FB971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85BCF8F-A7AE-48FA-ACF3-684B6A10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ED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9F243DB-E251-44BC-B2E6-1F45ACAD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998A2100-1C7B-4F42-92CE-3037F0E4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BD1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D4E19EC-AFDA-4D90-BA40-30FF0FB2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7B5AFD7-0C68-4664-A5FF-77C31B65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E900279-872F-4F86-A3F4-B3781220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8FCE30F-895D-48B6-976C-3B5CD8B1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4654A6D-14B3-4EB6-BBF7-8FC1F957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223735B-F6E3-4D52-B065-4A54C40B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87820CD-9CB8-4E36-B68E-C1148417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58F5101-7DE3-4660-8CBF-40C4699D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28175EC-C61E-4CE6-8C7E-F72B6D6A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FD9B91C-6629-4B22-9CA5-9C177CDF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6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31C3F4D-2822-46DE-966F-89C584DA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78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BB019DF-585B-43FD-8AF1-419EC2FD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4BC7CFF-5E69-41F7-B26D-DF643388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8AA314B2-53C6-41E4-BAAE-C9AB9D51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16335AC-7E33-4915-AF66-AA7D79E5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B18025A-9D5A-4B9B-BFA9-3B880719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C0CE357-A061-4B15-B8E6-B3ED8E27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DC593C5-E5CD-49D2-9A73-4F1F5F8F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0B471C2E-8078-4A8D-87A4-A9E9A133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ED4E4D8-EB6A-4BED-8E63-87F2F080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AD2741E5-15BA-4579-AA1A-9B014E2B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31A4BB8-A1CA-40AB-82EB-9B0FA9AD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777619F-249F-41F5-A6CF-D7795A77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7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FB58409-CA6C-4E6A-A02B-E3EB5672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88648114-36F5-4AF7-B6B0-716A90FB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6F41F074-2FCF-43B5-8304-1B12CFA8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6C15AE7-F607-44E0-BB23-B9A82C7D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4457C06-11FF-4CDA-BFD4-7A9B3DF8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E06DAF3-2D94-48EE-8207-D24724E9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A4DAF94-4549-42E2-A98C-A9D585CB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494804C-868E-4F36-A3EB-EFC2BF40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859C299-A57E-43DE-BF93-9712F464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0B0ADBC-5E7F-4E60-8DFB-C648A1CD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8DCAD5FD-892E-4B5C-B2E8-9E1C9F43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618994C-4B84-4AF2-9A25-8F375721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0B4E6DC-48E9-4629-BCC8-F429C491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86E9714-9290-45E2-BD20-01DAD4C2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69BFAAD-2DAF-4B4B-BB27-8B5335E7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80388A3-5FE7-4B8B-AE8E-9A76C1DD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D8AE164-F9C5-4DBA-8F9A-3BE38AA2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5A300FB1-54DD-4A65-BA2F-3D875732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C267322-56B4-4BCF-8E21-BD4193E0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72E7AA0-11E3-4335-9060-A435D05D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93312C8-4F3A-41DA-B60D-4570D39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0865CA1-EA10-4A74-8731-1A06DB04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991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158DF63-D61B-43BD-BFF4-36C5DF16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509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F6C69D8B-0E77-43CE-AEF6-4995C9B8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774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5F1F7F57-AC33-4C94-9B51-EE6A2404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166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ACEF4BD0-C0FB-4FAC-8955-4274196D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839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0FD0A16-5321-4DCE-B9CA-ACBFBFE5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B975DC0-2B0D-4F93-80DA-022648EC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062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5A01F6E-D946-4135-844F-98B8BDA8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116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16E150B9-CBBC-4D21-A4C4-FC8A0A20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56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232BA9C9-9B49-46D9-98C4-AADF8C79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124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ECE05323-4AE8-4B36-BB56-5392B060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245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DFF3F940-DB47-4565-80D0-63C43D4F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3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E38B42E7-5C57-4234-B76E-508FE5FA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546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B3537BC-AB91-4D9A-AEE9-25A467C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463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A4E72FED-7A97-4F14-9FAF-5CA6C564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338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7301534-55A8-4668-85EE-DD4FBCC8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885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62618631-696C-4640-A2C9-EAB266B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752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349178A-B878-4300-9920-5C821AAA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50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6DF642A-44DD-4589-9A9F-A0F0B83B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526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EEC119B-4B34-4CDE-A474-D0EAC4DD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129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7AD132F0-086B-409B-92B6-F2E8B160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44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21F210D-AB01-4645-8177-FF9F9B44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293176D-A018-4BCF-820F-C05CC75A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BE9515A-8289-4FA5-B15D-A0432164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DC1C0422-78A3-4BF0-8985-8B93F3F4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F62CBB73-7034-420B-B54F-A704EB26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F2E3E0F-401D-493B-8F71-6F5494A3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26D17411-7DBA-4D85-A769-EFE1F910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4945457D-2530-4100-8D62-8BE22987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E08FA594-7D28-41E7-B557-89FD158A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246FBE48-82CF-4657-8D01-6D9181DD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C6C91114-5A03-4A50-933B-AFD4ED7E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D3490866-C8B4-4E00-91AD-04DBA1B8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3F6C4BA2-419A-41FA-9E11-C52663DD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62EF6841-56D3-4F0F-8A50-2D283478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783184A-8B8C-4166-8E65-25016F52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938CEF3B-6C94-4FE4-AA53-8974FA2B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F18F3151-9512-4549-8D4E-6D8F965F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F2AD8A60-505C-46D0-B339-504FFAE5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AA5F0D8D-369F-45FE-B536-B30B4A78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D0C2307-6513-4E52-998D-C8403D00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97C65A33-A6C8-4AD9-A312-C60C1A2A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9671837-B1A1-4BBA-9A82-08F1C57C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375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144A8C86-FDBB-4655-9AE8-552ED23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892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019933D9-8B58-4442-B4BE-E7FA4403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58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5E379DE-2493-440F-855F-0126E750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50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3826C6E8-F38A-415F-A517-3B970DDC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223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E78A9BAC-A758-43B1-B887-896F0248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84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CFA8EA86-5FAE-4A67-996E-EDBF661E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446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DD96B92-E17E-4F75-9756-62E3634B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500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1E99B4FD-9379-43DA-B80A-18195150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40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E673A875-E32B-400D-A85F-FD25F508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08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DCB5A85-8230-4C02-BB9D-B6BB1784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29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1B5B6A32-724D-4E83-8043-F5221987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36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93B5AF53-4A0C-4776-9C1E-0B247E4D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29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2A4B970-E4FA-43BD-8425-B0CC69B6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846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E80F4731-D7BA-4FBE-9D86-F85BDA8B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21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989A4C3-984F-4C4D-ABE2-816F76C6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69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CA2835B4-BF10-451B-82BB-851D96A6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36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FACA1126-408D-413C-ABCC-F5E83A50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33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6A63B55F-AF3B-42DD-9F32-181AFF7F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910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503EB303-C865-4BE3-9197-A4D996A5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12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6F2CDE5F-C40F-4A66-B921-C3B82989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727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38F76E61-38A6-48E4-B010-2448DD3E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202841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E65D3CB-B45B-4A99-8CAA-5EEE1601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98980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27A86D12-7EAF-4F28-A7C6-0AA15526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20470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98BA8B6C-38A5-420F-A5BD-DD205FDB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206045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4D26D2DB-4F8B-4E12-AB05-41C1511A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207580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4B7DB4A0-C7BE-4247-895D-50B1AA23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2041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9A4A5B13-0DFE-44C4-8CD9-0C22C946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20375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CA81B383-909A-4CAE-8C76-F11FDA0A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207433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AD35CEDD-D613-4763-976C-34D48900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202787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8EE5D9B6-3DD5-42B3-ACD9-52A41773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9833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4441EFDD-9B3E-4866-A7D0-CDEAFE59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20753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C34E08D2-BA4B-49DD-9B21-4FBBBA00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9753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BE500A9F-EA3A-4B1C-9F34-FEFF097E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2035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DB2BD802-A308-4744-9F35-5F446EDD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99792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0172F30E-0A25-4290-B349-ABE38B9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9807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25F45919-848A-4622-A965-691038B3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99974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DD39786A-B777-49F3-849F-B481FC9C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99528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52E6C37E-0FB4-4FB5-A400-A054CF5C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20388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14DAC70A-5DD8-43DF-896F-DCA2A628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203931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BDA5B1F5-E2F0-4C24-8631-A0A1FA97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204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976FF59F-F7E9-425E-B0C9-3B01399E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841053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3D4CD7FE-4EDB-4A78-968B-13F35641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457" y="121486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543F4F2-3D01-423B-8E39-7113BE0E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975" y="11762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73D99881-3873-4101-893C-6E8F94F7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240" y="12335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ECCCBE7-6AB7-40C6-98D2-9B454650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632" y="124691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57AFCCAD-2033-4DBC-9710-054215BF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305" y="126225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29435AA3-DF2D-46A8-8149-F91CC3E4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67" y="1228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C414FF64-F8BF-4B11-8609-D29F7813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8" y="122399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0F7E43C7-97ED-408C-911C-26005641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582" y="126078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185F25D-C3D7-4D60-ABE8-E13E982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922" y="121432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6D711D14-C994-4B04-89E0-AE940981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90" y="11697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74360AB-7172-4870-8BC6-2F5DCFEA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711" y="126179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D74563D9-8FD9-4BD2-BD65-EDD5380B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19" y="116181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03A79555-ED8E-4351-99BA-F49B2570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011" y="122228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80B689E6-93A0-4006-A433-F4D30392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28" y="118437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E857EB20-AE4F-4DDD-9D8B-919D20DF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04" y="11672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0D03EC5C-9A75-4EDF-AD38-D9766DEF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51" y="118619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03842A0D-6DE2-491D-B1FD-3A49E722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218" y="118173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70993E53-5517-4349-90B5-DAB8DD72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415" y="122527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739E52E7-97CB-4855-BBB1-73CF506B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992" y="122576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81505F76-D181-4C56-8161-EB2414E6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94" y="123082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9D997089-9768-43A7-A18E-0A764004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809" y="1027506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6A44246C-47C9-40C7-BC70-CDBED13B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EE7B81B2-652D-415A-A2E7-DC9DCBA5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(e) Air selection (%)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692C9F23-E495-418A-B7D9-FE45DB32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6F8BBE77-E2D3-416A-AFF3-E98C1F5D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882B837A-0EBB-4D21-A553-5E394E5B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432B64B5-1F18-4F38-B71F-70802899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57AD9EF0-9227-4FCB-BFB2-38B69541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35C523E6-0A24-47F9-8C1F-46F9F983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B03111B2-A69E-45C8-9D28-2BE4D091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AC1D77E3-2102-4567-B917-CFCA7823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F370D8F8-A6A9-4D68-A3C9-0882E3BC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63BD6F44-D400-4812-8735-32D9588B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64D7CADB-A673-4A60-BF2C-E28A0A4C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n=180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E0E88432-E265-4D51-BCE5-1C7ED0DB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A691CA5D-D45E-4B5C-A7F2-EB4512F0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B297D907-D65A-4AF9-BC38-235AE9CF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E97AFDE3-B4F3-49DF-9F57-252B6E7B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66084AD9-710A-4869-92C8-ABECD62F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38CAB1AA-575F-47D6-8058-58345F50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1A9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CC3BEE23-99F4-42FB-89BC-4DAC7190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1B615F5E-5EA6-422B-8295-B962F317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n=60</a:t>
            </a: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38E84724-9241-474D-A9DE-64315AC7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D29B1B7E-A4AB-4D5B-9274-FE4BF5E5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EE336530-BC50-4A92-BAFC-8FA30BD0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239E259C-6847-41EE-A570-8EAA3743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69665E87-796A-4615-986A-16EBFD10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5AF864D5-1838-407F-B934-82593CD5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FE559ED6-8550-418F-8947-6596FF43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26187C83-0071-4A20-91D5-3CBB6A78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n=0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98C3FE19-D607-43C5-B72C-0471831F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85F98B3A-13B1-4ADD-A364-B1CB71A2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01503E48-36A3-4ADA-9FC9-8E70586B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300DF185-FA84-4F4E-B670-D23AEA64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BC3A517E-C151-4FA2-AE3C-0E8CACB3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-100</a:t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70C53806-F81E-4C94-A0C1-1D06D4C9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5365714A-F715-4030-983A-249B5FE1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2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FA08413E-0CB4-4607-B31D-087D24A9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8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ECC72288-98D7-474F-A328-249CF3E7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834D59D6-DE37-4EB4-B796-7F4CA7F3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3248025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2BD8DA76-0E99-46FA-8DF8-25EB6CBE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62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190CEF2C-A97A-490B-AA1E-E9A957CF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302C4B39-35B8-4C3F-A3CC-E0F11189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41251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E46EEF23-456F-4F14-AE14-3F6D8C19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07901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4B9A831C-9F8D-4DD2-8052-264B2455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3296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E7B02539-EEB0-4D1E-8BAD-390C95D7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029946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8BDA427E-48F9-4271-8EEF-B5D0D47B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340"/>
            <a:ext cx="57150" cy="95"/>
          </a:xfrm>
          <a:custGeom xmlns:a="http://schemas.openxmlformats.org/drawingml/2006/main"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6DB7EB1F-3DA2-4B30-BDCC-FA6DD66A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35199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DF09ADA6-BC25-41A5-9025-253A86DE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4067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1C9C0D53-E158-460F-9E81-1845B53C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1251"/>
            <a:ext cx="2943225" cy="95"/>
          </a:xfrm>
          <a:custGeom xmlns:a="http://schemas.openxmlformats.org/drawingml/2006/main">
            <a:pathLst>
              <a:path w="2943225" h="95">
                <a:moveTo>
                  <a:pt x="0" y="0"/>
                </a:move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89898"/>
            </a:solidFill>
            <a:prstDash val="dash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F690BDF0-EF0F-4E41-BB02-30125A6C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942975"/>
            <a:ext cx="95" cy="2305050"/>
          </a:xfrm>
          <a:custGeom xmlns:a="http://schemas.openxmlformats.org/drawingml/2006/main">
            <a:pathLst>
              <a:path w="95" h="2305050">
                <a:moveTo>
                  <a:pt x="0" y="0"/>
                </a:moveTo>
                <a:lnTo>
                  <a:pt x="0" y="23050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CB5BC"/>
            </a:solidFill>
            <a:prstDash val="dash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FC63AB7B-1DFE-4872-861E-F548A3ED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F962C68C-38EF-475E-B1D7-B3D50DD1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4807D740-EC23-48BB-B0AD-DC499773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D9490443-F425-4F0C-8E89-D6AC805D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00EED457-76FE-4C96-A8AF-09B4084A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E59AE947-039B-4EFD-89F0-F455CBBF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2D3D49D4-D115-487D-A80A-3B5A0549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1AC2C1BC-639D-4015-8672-4302BF5B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2A1C9A6C-A256-4EA8-8C8F-78EC9C63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40EABFAA-0D13-4913-BCD9-04ACBC05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A6E624F3-BD3B-4CDC-866B-F18DBB6C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1C1945BB-08C9-49A7-91A6-020F45CF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663C0450-C210-43F7-92D8-A8EDF329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78BE9258-EED3-4389-BCAC-0F70A848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714CA206-5890-4813-8520-0777EB80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196F6A33-3232-46AD-8628-7A694FF0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36D7F4A8-AC8D-4239-8D3A-4537D8E6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8CEDA968-C1D2-4F1E-A04D-23DABE53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27C3BC4B-2E0C-4285-97B0-A5FC765C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8FE17F10-A289-49CC-94FD-51B85412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DD26E0D4-34B3-468C-A3FB-6A578E36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90261E53-DB4A-4EBD-A116-600FAC3F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879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F6FDDC13-AD37-437D-AD7D-8B8E6945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289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BE756014-FA16-4FDD-BE13-E20A0952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270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CDF067C4-3E3B-42FD-AD87-666DF397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61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C090F8E9-6C57-4BAD-89DD-B9F59F33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554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C2B6F5F9-F26B-4B69-A8F4-9DDCC224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09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6E22D4F9-2570-4474-BF60-6328EEA1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301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4D73341E-55D9-4EAD-87C7-323A5B93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755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417D22DD-2554-4BF5-B61C-4AF69290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225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F62F197A-BCC6-48F5-92CC-C2F72BCD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86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405219C0-A5F3-477D-B0DB-58B61B96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144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59349193-66B7-48BE-A20B-0C1798FB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50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2AC78E32-7E30-4A3C-A93D-7B759F01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31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9196997E-3235-4B07-B90E-BFD95D2F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0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50D4FBFB-F587-44AB-BFC4-D1F29F10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08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2E61972A-6F2B-4F21-BE32-8C6303D3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449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E5242BDF-F279-49D1-9BB1-B9639BDE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42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7ACC8FC9-8938-44A7-9910-272316A3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414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53C54D2D-0F2D-4D3A-B163-28DEE916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307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8AD595B2-64CB-428A-8426-1B99AFED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119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47398C1F-6EC9-413D-962D-D313B4D9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32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FE84512A-6E45-405E-B31C-7A700959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6535A54C-B84A-41B9-B3FC-4A5BF588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18B9735A-0373-46FE-BC0B-832E6310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3206E864-55CA-4B4C-814F-0C54A795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CD276B31-AAE8-429E-A87A-30ED0262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45421609-D46F-4A3B-9F7E-90043E90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5D111662-6032-4D51-A168-E83DBF63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1F5BFB1B-5688-4002-A717-9CDCC9D5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BFC32421-81A3-411C-822C-3EB51BAC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E3F594A1-94FC-4229-98B1-1D683DDC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D0B841B3-98BA-40C4-B3AD-1B6B67DF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CC2BA112-4808-426F-AF48-F2F7B3DD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46C68EAB-649F-4D11-BEBA-9CCC42CB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630D23F3-4D87-44C4-9390-D9620490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BEAE5841-6FAF-48AF-982E-2FFF1B98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7109D652-5B65-4301-BE78-31B0BD9F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36334396-A434-4629-B6DE-A9B7A349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C01B3942-026A-4F8B-A231-C2C9B492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AC083BE3-3B80-4D60-9958-02E5D262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19FEC92B-7616-4A4C-A5D4-D7C5E6D6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9CD16182-58D6-45DD-A0A4-80644C2D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54CF1AD3-02BC-425F-88C8-19B098BA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985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03001DC1-BA9B-4F56-8A56-723ED0CB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96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F5A37824-1083-4DF5-9122-8D01A4CE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376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DDF7A73C-6A95-47E7-B519-FA404804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567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9C3BF7AD-3A97-45C6-9ED7-606D78ED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660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36E14B91-3715-4D53-A19F-A29090BD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615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966E2FDE-5E4E-4AD4-BD72-9F6FA330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07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AE2442E8-FD81-44ED-BE95-906CE454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861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87A347E2-A873-47EC-9F3A-82DCA600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331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E2384A1A-8D2A-48DE-83A8-4BEDD7CF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392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0ECE41C5-F630-445F-8F67-0B815F4A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250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DD19A09C-C499-480E-B2A0-5BD1882A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56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0C01E69F-7E89-428F-A298-9B5BF6E6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437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49485218-C732-4682-8B02-5A3BB5CE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66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72A2AD75-6EE3-4E6E-986A-79C102B0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14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22D5ADF4-AEFF-4B4D-ACB7-F53D375E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5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2854706D-B1AF-4B19-B545-420D6138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748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FFA3CB4B-10F2-48BC-8A18-46645EB8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520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DE912DD0-8640-416F-B4C0-733691E8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13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B8F3858B-28A2-48DE-9B7C-520AEFFE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25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10731136-815B-40AD-B86D-A6CC451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38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6F262575-8302-4A9E-B261-B6003E84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276557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03EE265A-9D67-459B-90F9-12E6B631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82614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24EC61C6-8B8B-4742-A9D9-749270AD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279046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A090F10A-14A8-400A-9EFF-247B1D9C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27464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AF40FF69-D55E-42F5-B351-CFDEADA2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275789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94FA0795-E27A-4951-A04D-3483E8A9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273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3B64A192-8BA0-446F-8B31-DAA86492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279734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CE6614EF-53F3-4B8C-A08E-11C580A4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27657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71CB931D-9E37-4052-8213-8440ABAA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86538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7FDAC345-63EC-4D33-B2EF-FF75CA5F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85149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66C47109-5B2E-4755-AF51-0C5B1F80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275606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951FAC4F-1B30-4664-9347-4C9D70B1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87157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1BACDAC6-7817-4279-954E-A023CD0A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274778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4CD4B5D9-C4CF-45C4-BC24-C346C0F1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90449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241EAE80-16D6-4081-8F9E-AACB1761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89235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269FDBBA-4D2A-4EF4-8688-CED03402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9618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DC47D58D-2FF2-43B2-8027-8B0F91CA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84647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50EFDF2E-20A4-4713-A44E-AAA1C238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2766115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64F51BE6-8FAD-43F5-91BE-0DDEEF0C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2767389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3CA9BC56-2E7D-434B-8FE2-9A10B99A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826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9C4B91C4-907C-4ED3-979E-AAB1DB8E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2665291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68A9B158-7187-43B3-AAAC-1B325421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010" y="195203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254D2CBE-F2BC-4EB5-843F-0CE2AA0B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420" y="201260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1B8FB7A6-DD39-45D4-AB36-8CFB9221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401" y="1976920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83C51864-7038-47B8-9880-F871B763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592" y="19329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76C65788-1305-457A-BDC6-215260AA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685" y="194434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1A5900D4-CA5C-4859-8A09-776E1349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640" y="192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267189BE-8BEC-4295-BAB6-D01F3183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432" y="198379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AAE10CE9-5107-4439-89C2-4276DB91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86" y="195217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5FE1E128-0AD1-49F8-8F01-81B44F05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56" y="205183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3EBF2996-C746-4232-BCF8-65E8E51B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417" y="203794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9FEACF0A-4C39-45CE-BA49-40FC260C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275" y="194251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9E0E3F7C-6D4F-477E-8788-87FB66A2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81" y="2058024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AA6708CB-F4AB-42BF-A342-DC87FDA2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462" y="193423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D7FFC61-9536-452E-81C6-3B78AFC7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391" y="209095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25B2B50B-EB52-4731-9E45-CCB9F699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939" y="2078803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3E5A627F-4034-4DF0-9C1E-F5995707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80" y="2148321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41B803B0-6127-44F6-94D9-36880A78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773" y="2032926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DFC87EC4-AC32-45AE-8DE2-96C787C7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45" y="1952568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6F8DE79A-EB46-4C70-BC24-FD723626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38" y="1953842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44D67FAE-4902-45AA-926D-35315A8A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250" y="2012797"/>
            <a:ext cx="72390" cy="7239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2AA6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D24A3666-0AAE-4F00-BA88-32FA4BA1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763" y="1851744"/>
            <a:ext cx="158377" cy="158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92B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6761672B-D05A-4698-9704-40EAE007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Best margin (s)</a:t>
            </a: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71708602-52D9-4C5E-866B-6AC08ABA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(f) Air selection (%)</a:t>
            </a:r>
          </a:p>
        </p:txBody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9142AEF3-A2E8-4C27-9BE7-81535874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5F8A1976-99C9-4A8D-BF32-36C7A139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88EB7E71-17DC-42B0-825B-44924C36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05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0A7C25FB-6A27-42D8-A1D4-895FCD65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386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C27A681E-70D9-4561-970F-2EEAB1CC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38F1BBC9-97EC-4499-AAA1-2C26F6AD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46011A49-F394-43B5-A6E4-4656B8BB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4BE25FAC-E308-4033-AE7B-1BA2F419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4BA3620A-A9A7-4E77-BFFA-7453F7C5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5624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6D69382F-4436-4699-91DD-7BDDA84A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482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D7358D84-2DBD-4BA7-BBAD-6CCA3F3E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6577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n=193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50F5E4DE-5906-401F-B7FF-3F4B1C66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958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A63FB497-D50D-4460-967B-3C2BCD49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259606E7-2BA4-48C0-9371-2D711D8B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8EC26610-7423-4893-A73E-86E8B088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BCE98668-39FB-474E-B21F-2490980B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A0C4BE7A-1672-42A4-9A36-6C0CFEE5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0196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F54E7C18-E3EA-4000-9D75-DA7AD3A8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1054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A5245CC3-30EB-4799-86A8-38C25BC1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1149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n=20</a:t>
            </a:r>
          </a:p>
        </p:txBody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CE841B69-FDB6-447B-9C74-7F99C3C5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530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C8241855-33FF-4E09-A54A-6D2F45CF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4DB88172-2F9A-4F07-94D4-7DF71830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6487A006-F31B-47DA-A7A8-CE0B82D3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BD0BF7A4-19F5-4B5D-A783-53932D6B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E519481E-FAB0-48A8-829E-DFA48D62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476875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BA5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C70B5887-86E9-40DE-BF79-B4D51DBF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562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CAEF466D-42D7-47A0-853D-8B2E8584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57212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n=27</a:t>
            </a:r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E3EFC9EC-FFE1-4E7E-8893-6313F96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528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Ground ETA − air ETA (s)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2ABD935-5CDE-4D13-86F9-7BA4EAC3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229350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A  Other timely states     B  Faster preemptive air vs timely ground     C  No timely option</a:t>
            </a:r>
          </a:p>
        </p:txBody>
      </p:sp>
    </p:spTree>
    <p:extLst>
      <p:ext uri="{BB962C8B-B14F-4D97-AF65-F5344CB8AC3E}">
        <p14:creationId xmlns:p14="http://schemas.microsoft.com/office/powerpoint/2010/main" val="7353234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CCE714-04DA-4112-9DC6-673F27E0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A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16463-3623-4909-AEC5-4E7E09BE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6000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10D8B-CAA1-41BE-9B5C-54293E53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04850"/>
            <a:ext cx="1809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0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8E854-0E2C-4870-8B12-7BCF5B84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00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CFF0A-B52F-48F9-A570-06C7D10F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9A59C-95B7-4E05-955E-5E6D48F9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28575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4b383cdc6a402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7CB3E-9D49-4BC0-B724-A324B6CC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075"/>
            <a:ext cx="2943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1A9CE-7231-4756-A7D1-C43432B4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197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3884E-3B98-4A47-AB9C-6F11B524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6578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C62CA-A39D-4678-94FA-11A1C421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6578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AC9D6-A977-4ADB-8F03-CB11E708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981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90234-B5EF-4C09-996B-A37F74D2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98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8AFD2-B06B-485C-9E04-F140D076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8B685-2EBA-4D2F-9C1A-63775B54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305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191 / 191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63749-93D7-440E-9D64-1A7D426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1F4A0-74FB-4F8B-89E1-76ABB699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4257675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21cb27f32e4b20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EEF80-A549-4358-9C4A-4E5C4DED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791075"/>
            <a:ext cx="2943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EFAECF-A137-4482-B4B7-332F1AB2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197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A5072-9B2F-439E-8958-67D97648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578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6F9F7-6BD3-4A1C-94FE-54DD2DAE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578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BFB4BE-1132-4F40-B6FD-C4D79B5B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81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6E1B8-1C65-4A49-8595-20672E5B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98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49C0FE-99C2-45BC-A730-81661824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B32D1C-A345-4351-80AD-8626FF10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305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199 / 199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7A56D7-5DAE-4317-B218-09E8D08B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2320E3-65EC-42C9-8800-88F0D826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8229600" y="876300"/>
          <a:ext xmlns:a="http://schemas.openxmlformats.org/drawingml/2006/main" cx="36766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8122eef5fc490b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EBAD7D-FAA2-449F-9ED0-E0DFA91C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91075"/>
            <a:ext cx="2943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Runs (%)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6E2784-63C8-48F3-99C4-53425AE3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197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Path restored / affected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4854C5-9C75-4AAE-8AF3-63BEF4D6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6578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0D28AE-0033-4525-913E-46D8D3BE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6578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2FFCE4-94B1-426E-9714-62A344EE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981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048832-89A1-40B0-86AA-100EE843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98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200 / 200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44708D-BE2B-42E2-BA11-B11FB970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5737A2-C1E1-4402-B64C-56EB4AA6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305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172918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4CF47718-DFCE-46E1-B90F-81689CB5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14B6E-7123-44F8-BEB7-A23268A7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0C7C9-7D8B-4FF7-9FFE-8D0132AE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90CC5-BF40-4605-9023-075EB479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3290F-18EE-464C-B647-0DDBCA38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58278-86B6-4597-80FA-1116AF9A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ECA58-E039-4026-B22A-E5F1155F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DD4A3-504F-4B07-86B9-04B17D25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B17BF-7114-4506-AA12-2D7898B7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44421-1492-4E4D-9F0C-8F3EC9AF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AAC98-43C7-4C85-A8D3-77EE4E12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79529-5B5E-47DD-AEBE-CB04CF3B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4E3AD-048D-4735-9866-524FFF09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ECF0D-12A5-4F37-80FE-E0CD9CB3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6942A-8732-451E-ABF5-B1A2C173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4312C4-B2F8-43E0-8D1F-B5B5D33D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391EA-863F-493D-BD98-675AE6CC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930DF-E114-4EA7-8114-F2947178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9A1D8E-C3F2-45FA-A6E7-41561170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BF1EE-8A38-406F-A5D7-595050C2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BBE71B-9BFE-4D4B-B8F7-5007BB8C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26563-5BD1-4D6C-AE3A-74F59B75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6E91A-35F7-4979-887F-5E0BE12E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72954-68E2-4868-8B28-B63F1438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73A855-AD6E-409C-83B9-1ADA0CA0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68B0D-36D9-4F03-B4A3-72D8827F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0D9A14-EC42-4BF7-9FB1-F0A085FA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16A54-FFF3-444E-916F-9577A450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D02151-3EC3-4CBA-AFE6-467F852C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124B6D-B47C-42E1-90C8-F1674E45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DA3A88-BA50-4439-BD5E-991CCE7D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801021-3AED-44C8-8812-14B08ECD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6218CB-7DFF-486A-80C5-DBE14DAC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8ACE6F-3E91-4ABA-994E-4A33B6E3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6E483F-3A51-4AD0-B4E7-9288A416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C331A4-98F6-47FA-958E-F3218284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F23A56-D39D-4FDD-A3F4-C64D8056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F15199-485A-4C47-ACE0-D94B25B2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115B22-C646-4D93-8A99-3820C34A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558D78-A2DF-4F18-9C08-4BB579E0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1.7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09D0FB-69AE-4778-8CE7-52DF590F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9D3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EE15CD-285B-46F2-8D49-05547633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123.4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E428D6-650F-4953-94C3-BFA8EA5A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67ACB7-8104-4C68-A4A3-787D8FF4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F3D580-96AB-466D-B2C6-29B582AE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92D780-5CCD-4920-9E0D-1D46C2D1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BB77DE-34C9-4ED3-BB72-82C19306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DD3994-4F6A-47D2-B8EA-D0169D4D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1F550F-8387-449D-8338-73242C3E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2923AF-B68A-4771-A6B2-CE5B5E91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D0884A-78E4-44DF-B77E-1AFE585A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0B8173-A503-4075-AF57-9489498B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1F0C24-9219-496F-8673-7764CA29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A14CDD-62D7-4080-AA7F-96AD30F2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62450"/>
            <a:ext cx="156299" cy="95"/>
          </a:xfrm>
          <a:custGeom xmlns:a="http://schemas.openxmlformats.org/drawingml/2006/main"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F703AA-E3E9-4817-94C0-FA535F23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44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AC6D92-C892-43B2-9A9C-1B30A764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442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160DF2-31D9-4AD2-9FC6-7E45DB0C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380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A97EBA-ACF2-4D90-A2FB-A2068CF8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455EBD-A8A5-4033-A922-3FCED98E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20BCC1-5C38-4B81-8275-8575ED4B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C77841-CC73-424B-B330-50601022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5129BC-4073-4DDD-89F1-7AB55D36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56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A9174D7-4258-428E-8D13-8368D29B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4164E0-6D2A-4535-A92B-8C6303B4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62550"/>
            <a:ext cx="43959" cy="95"/>
          </a:xfrm>
          <a:custGeom xmlns:a="http://schemas.openxmlformats.org/drawingml/2006/main"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D38A52-C61B-44DC-86EB-22F299D2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77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E1E452-5104-4522-8FC2-213C428F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436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86B278-5DEF-47F2-9D5A-E159730A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544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7D12641-5BA2-4A38-A47D-16A0D71F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5563839-DEB0-475F-A216-11089B98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62600"/>
            <a:ext cx="87918" cy="95"/>
          </a:xfrm>
          <a:custGeom xmlns:a="http://schemas.openxmlformats.org/drawingml/2006/main"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9D9410C-8615-41A5-A31E-6EE0BF15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759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F389618-2184-45AB-8D01-5C5859B0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677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B3062B-CD02-49C4-825A-4DE1B702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805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60D73B9-081A-4ACC-BBEA-AAC427C9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E5DD4D-8923-4EAA-89BB-860B51D7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A56A6D0-E5E9-45F1-A788-564E67FF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F2B3293-5419-4A3D-AA58-93B2354C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23AC2DC-389C-411B-B049-31678C7F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E904662-4E22-484A-BA68-65F08A60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895EF81-5593-463F-A9FE-D0EA6792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8B0C7EE-4F17-479A-91B1-A4AEB7EE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40CD78E-717E-4C17-BC12-E0738837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5F3A8DE-5F8D-4518-BCCB-1705C009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7DD2184-CDE8-48F2-B58E-045BA362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5EE07EF-1976-40EC-8CD9-8F460B48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E6AC3E2-C13E-4732-9AB5-887340EB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5C4ABFB-6476-462E-A67A-1FCB26D7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A5A9BF0-3052-4463-850F-78A35762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E36182C-C9FA-49B7-B931-74CFADC2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C39BCD9-844E-4889-A354-4EB0AF68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C9C1D55-0F02-424E-8800-FF5ECFA5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F9AC137-F66D-4FA6-B9C6-CD0A21AA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F284BC7-EE5F-4EF1-BBBB-DCA02753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390B13-3F9A-405B-94B2-84DFAFF2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81F4083-8870-4FB8-9BA3-FC7BD748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E1EE008-AEF3-49AE-9737-ED3231CF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DDDA616-4A0F-4251-970E-4328E2B7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5C8E272-3D61-4730-A550-869C83DB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E2EF399-1EBC-45C4-B367-A8536110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434607C-431A-4207-A406-70E96B78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E4B08BD-C842-4E47-B8BC-2177A47D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023B327-1EE2-4BAF-A7C6-0A646B98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4639A86-B61E-42B3-A90D-1159A30B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5BB823C-C808-4AE1-BA47-F0E5C14A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7558FFE-6B6C-4AD9-8737-328AA56C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2BCDEE5-759D-4926-99E8-A021FE20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EEA9432-6340-4105-BD3F-6CF18D2A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688DEFC-653B-456E-8DD5-6878E47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2D6B95E-5605-4629-95C2-B9B4BB74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6C361B2-FB53-4C75-9A51-A25CF09E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AD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6C88002-2254-462E-BDFF-EA1271C5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CB7A6B1-86E9-47CC-83C3-FBAEBC35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4BA0185-18D9-4726-9E67-0BBF01DC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421DA29-ACD9-4CFF-9EFC-F045FB05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5A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85DE46D-0AAE-413E-8367-8650B16C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F2CA49C-322F-49D4-9ECF-E1254A5A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3AA9864-0193-4AB8-8B7F-4A474096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69BD7C8-F37C-4F69-8B66-1ECF6DE3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D61133B-9ACF-460D-8046-D0FCB31C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04355A6-BB73-4C4B-BCA6-1759D8BD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C868B28-CEDF-47F6-83A6-1DE160F4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C0821AA-20A3-45DC-BA28-7004786C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3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DA32E80-50D8-4B95-A0BA-B62AF0CB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C9EEAE9-A893-4995-B439-F61DB382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925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7234142-464B-4D55-AD94-83D6F539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00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D46BFB9-AEC0-4AF9-BEF3-7104D6A2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7079B65-431B-4C00-95EA-C3C0D9BB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E0E7458-8644-4B1B-8420-169EE587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1AFBF3C-853C-458A-99D9-DA1DDC23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99E4C66-94A3-479C-A0EA-4ACF37D0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889561C-5984-49C3-B28C-669EC618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EA19B55-F0FE-43F2-AE36-6C3B62BB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F22F5A9-3793-455F-A8E2-7755F026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BB82CE1-F328-43E2-BF5E-19BE4264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98D2A45-783D-4506-BB08-837B9A3C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A3FA813-42BC-453C-B433-CE07D4D8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B1641E6-6B69-43CA-85B8-6698F80D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E517FA6-7A4B-46B6-B6AB-E40A48F7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F2B66A7-6B7D-4F87-A43F-442DBD52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80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F390AA0-311D-41A9-B6E8-95D73FED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968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89A77E2-2AA4-40E0-9F2A-0C6C5128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264BB38-90FA-47C6-9DC4-C4002CB2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AE14585-9589-4677-BE89-B072ECF8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DAE2919-CFB7-46DF-A878-45A10E50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640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04652A4-D91E-48FD-B8AB-DABE048F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728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E3D29EA-6927-437D-9CE2-6CA2DDCB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A3D18CB-2428-4467-8712-95C01236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Site C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79A03C0-B465-467C-BAB6-B184FA84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21C68CD-B341-42E3-A0A0-72ED989C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F6A68F8-525A-4E90-935F-D149A6AE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872546C-AE6C-4C43-A1B2-79A8F6DD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73342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F9DE2F7-764F-4800-8C16-DCC5A71D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90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858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858E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08BF690-A001-4AA5-9136-2547E255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4C84B45-E599-4EE6-BC18-380935A1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9BE2401-D32E-4E3A-B413-395062E9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27DED5F-E58C-4094-AB8A-38400B86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C34EE7F-5710-4550-9FA8-A1C4690B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A333101-2CBF-4187-AC43-DB65CD19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85DDF6C-D203-418E-BCFE-ED0844A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09537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DCAB6A6-2094-4F34-91AB-B72BE76E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18110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7989902-8AC2-46C4-8506-40D738DF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78A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7C435DF-CC38-4339-AD82-97DEFB5F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479E982-E89F-4CDC-9C98-6FBFDE3A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09208D6-839A-47BE-8B27-EBB14F19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9CD228B-92F8-4771-9A52-456073ED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4A038C8-EB42-44AA-A782-544B7A06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C0F9C8A-6C30-4D47-9FE8-B88B96AE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52DBE71-904B-4CE9-8DB9-EA4AC967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6210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23D4766-E1D9-4C18-BF80-B4CA9491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64782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FDD3FC6-F457-44AF-A5E3-C404FE04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77F6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7F60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E7E5E73-DA4F-4111-854D-9110BC4F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E4E3D9F-FCA6-45F2-ADBE-B4AB7D5B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A935132-D957-4942-80CF-4594A658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151CBCE-D790-4ED7-8A5E-791C9D68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8063D3A-D0FB-43AF-878E-CF44B599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3102DE2-EEDE-481B-8FE2-0021B46E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8A27C08-5893-4467-B960-42EBE79D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028825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3BB6738D-95DF-4A09-88E3-E9C616C7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114550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DA40365-EC60-461A-8B6D-88330CF4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954A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54A3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256ECCC-0870-4E43-8097-62959B37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9D6B9BD2-4838-4AB6-9637-B7E99169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320ADD4-EA4B-4FFE-BD11-F294A334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A1332A6-8548-4F60-9BE9-239E9745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387C70A-44C3-4344-9A80-3E943798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4C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7003B73-7880-4C5E-AEF3-AB704F41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782C5B9-ED98-4FD6-ABB6-7DB548CB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495550"/>
            <a:ext cx="714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C2A259C-FD06-433C-8A5B-92C8CD6A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581275"/>
            <a:ext cx="71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375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37B5C23-0A95-49BA-BB9D-56B2AAC5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814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6DE7D83-78CD-4D66-AD6C-73648B80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814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 − B0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3DE3883-E216-4D33-85F8-C6E8066E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2800350" cy="95"/>
          </a:xfrm>
          <a:custGeom xmlns:a="http://schemas.openxmlformats.org/drawingml/2006/main"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84E6CA5-285F-40A9-B1E3-65BFB012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3AF6773-1A00-4893-AFD9-9C73C634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-400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4261FC9-F9C6-4D55-A002-388F27A5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7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D643E47-E4F3-4BF8-8F52-6CD1FD31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-200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168FD6B1-5CB4-4F99-BBFF-CFBF87A5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60007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1C22398-D4D6-409C-84D3-3CA9046F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850" y="6115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D2D1433-FE1B-4AF0-B2B0-B75E63A1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257675"/>
            <a:ext cx="95" cy="1600200"/>
          </a:xfrm>
          <a:custGeom xmlns:a="http://schemas.openxmlformats.org/drawingml/2006/main"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A8B1B7"/>
            </a:solidFill>
            <a:prstDash val="dash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521584B-37AF-4A9D-B565-CC3D98F2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95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EC440D2-0054-41A3-9264-E8E5483C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624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342C5C9-86FF-4974-8AF5-51D1E787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62BEBF7-0575-4C16-B707-08B3152F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3148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BCA1BE3-6DB2-4B55-A4FE-B4019157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3005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89A8A03-D3F6-432C-8561-CD4A312E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9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332B0C6-AA99-465F-A8ED-8456B757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625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3D79FE6-492A-4D7F-AECB-957D22EB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882E74B-1150-44D5-B337-EC57B3A7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47148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D05BCB96-D30A-4E40-B148-03EE4B68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47005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E47AA438-A003-4F4D-8845-AD193871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196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09ECBD5-10C8-4FFA-9E28-E02E077F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6255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0F0CFE8-89CF-4632-B2EE-D4888832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74DFAEE-A991-432A-B5A2-44187EFF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805" y="511492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FD5037F-1C00-4A0F-A844-E1894505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893" y="510063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9A240D9-83AE-4D14-952A-6D750FE8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19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B2964A9-BF6F-4C4C-A036-1C2AB1F5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62600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954A3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BD71739-85E2-4232-AA36-602C6BA7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A49373E3-1008-4A91-B223-9A04EEA9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5514975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54A3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152207A-5054-446A-9B80-699B3B6C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413" y="5500688"/>
            <a:ext cx="123825" cy="123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6017C1C0-A12C-4107-BC11-F0F48215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2D592BA-1675-403F-BD45-066F20AC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1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8CC5D1B7-C1D7-4B02-BAB9-39F4695F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5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8F83F73C-09FD-4CE8-9206-40709D6C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F63F0977-0448-4487-A982-9BF743BF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4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6143C1C8-ED5A-4919-9AAE-CD09F064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8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11A077A-BF13-449A-99BA-7820F682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2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4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3901CD1-CC81-4704-8E12-E185A151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7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3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010B880-B8F7-4DA8-B970-C547FBEA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1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1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98BF783-5E6D-4C3F-B811-8EF66BBC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5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0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C447FC5-A980-473D-924B-FEB134D8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AEF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A80F398-3F19-4769-A7A6-B9B26BF3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8ED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B8C4538-A769-48E2-83F7-B352FD71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C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705543B2-9A37-4B50-8F0F-3BED5940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3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5EB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E6B3568-9355-4B77-86CB-F87CE5AD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7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9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6E44C50-F5DB-4EA3-9EFD-14AA1F22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2E8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6B68B2A-237A-4FC2-8C69-9BFB58DD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6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BB654A3-0D17-47DD-924B-FB6EF504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0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5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30CDED4-5759-4587-9AE5-C9CA1BA6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E4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69809EE-829C-4E2A-B8DD-E3B9F07F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9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E3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7BD985F-05C3-4C97-A963-BB52F1C2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AE1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2D33F00D-E302-49FD-8A88-37A8672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7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E0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4B85F0D0-0343-4A01-A079-15D6701F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2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DF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470B227F-8AEE-43C1-B823-208DE901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6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D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1952F3D-5867-4E39-91CF-5C725218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0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A43C9D69-C0B2-45B7-9C87-A19B6997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5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B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6C54068B-EF72-4880-88B2-39E0975B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0D9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1D573D7-2427-4B2D-B4DD-BA3420D2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3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FD8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0C24977-7D07-4E36-851F-541994E3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DD7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449B0144-0539-44D0-A4B4-831A8FD9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2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BD5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D9E8939E-B3ED-483D-BBAF-4D46EEFC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AD4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4958738-D557-4B73-9D17-09F03C0A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1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8D3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5E8E4EB3-9481-4B70-AA28-F057702F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D1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65BE3ADD-6E04-4491-B345-1AB117EE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9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0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ACD8BF2-6FD2-4B49-9FBD-2B124DFF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4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3CF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6988D861-32A4-45EF-A9B1-CD76B9D0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2CD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0FC8093E-62C9-43F3-831D-C0A2F2AF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0CC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7E36CDC-FEBB-4201-8ACD-E2EB92EA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7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CB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D5F34284-5CA2-40E2-873F-D309C767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1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DC9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FA4DA3D-5C77-4E63-A0DD-6E75240E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5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BBC8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C5890FB-2F3B-4803-BCFD-5F70E265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7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28AE8C24-1FD5-4688-9FA8-45157C04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4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8C5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956BEE0-44D0-4F61-AEC2-E5897ADB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8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7C4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940F618-57F0-43E2-A644-6EA5661D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2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5C3"/>
          </a:solidFill>
          <a:ln xmlns:a="http://schemas.openxmlformats.org/drawingml/2006/main" w="0">
            <a:noFill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91197D40-7E83-4017-831E-9979FFBA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B3C1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5E9CEC4C-11DF-4B07-B728-E8DF387A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2C0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F96666C-E737-49D3-BA6B-3726B2A8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5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BF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53AE8967-FD0D-495C-ABCB-9A13E18E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02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FBD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2A19562-A43B-40B7-A992-26A29E33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4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DBC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02A41E61-55FB-42BD-8808-4B7CF7F3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8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ABBB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E756D46C-E2E6-446E-9AA1-08A37346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AB9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3619D765-86F9-4B34-ACC2-14C01B83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7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A8B8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0BB5B4CB-1D9F-4702-87BB-BE9BBD0D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1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6B7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9C90A473-0650-4362-A7CD-69A519BA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5B5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0CF1AA31-DB8C-40F4-96A7-C8CF854B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4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8916CD2A-6347-4804-B1BB-4FA62A47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4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2B3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0B3C90C-44D8-4ACA-B221-AB7F690F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0B1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CE272117-9747-4811-A6C8-C53A5266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5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EB0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9D7BAEDD-6E78-409F-A609-8D2F4A7D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7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9DAF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66EF507B-F4FE-4245-B221-04133C60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2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AD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3347CC7-09DD-4CAA-923F-916BF814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AC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FA6B4956-E954-44E5-8B23-EA299030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8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98AB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3433C1B2-EEE3-417D-B202-948BB033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51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A9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ACE0047D-AFA2-4C80-9536-1AE1704C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94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5A8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6DFD56F-0E0D-4F28-AA68-710878C3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93A7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43F9AE68-D205-40AD-B8A8-B89B870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81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A5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CAEE2904-9153-4211-89FF-1AF26842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4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0A4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9ABC16AC-A2FF-49E9-B601-9816D601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67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EA3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A065995F-4883-47F3-8BCB-0FDB8784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8DA1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30D9E84D-C502-4277-8B6E-E450439E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54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8BA0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17D7F94-09BA-4C30-AEBA-ECF54781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A9F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B0E3CE7D-306E-4A94-A3CD-0E09B8EA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40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89D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32403FF6-C780-4DD3-A648-53CA8201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869C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64D413B4-2F1E-402C-A4DA-FF023C36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27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859B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25E4496F-8A82-44D5-9A57-75A9964D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70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399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247A371C-4BD4-4F74-8A7F-8D9AA396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3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298"/>
          </a:solidFill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6052212-A479-46A5-A860-388B7D73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57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097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47C966A5-7946-4259-96D3-ADE239BB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00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95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5454C0A0-F0D8-46D2-8504-8A4388C2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43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D94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C8D9FD6E-BE02-4418-B054-1D9E4F48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86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B93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78FF0366-B09F-4666-B04D-88B968F0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A91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1DD607BA-1F80-4AEB-A077-6BA875D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3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90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85F0726C-A137-448E-9806-3D51D69B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16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68F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31A434AF-1CE9-47EB-A8A3-B9798989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59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58D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93DB42D-042B-4C95-B325-D2C16E78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38C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34B7DC58-5A25-47C1-9C40-C1A33C06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8B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AB7D4784-1B3D-4130-9DE3-651521B1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89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089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9C9E9961-2ED1-4964-8A6F-84563D53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27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E88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D58F156D-A82A-4810-B83C-FFDBBCFD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87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2FE31406-6ACE-44E9-8073-D5E20E98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9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B85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7303A4E-916B-471F-8367-E477612D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984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5B63AAD2-EF57-4563-9548-B0284F16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05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883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85DE89E6-468B-4BE4-AE69-3ADD02A4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6681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74EE458-9EF1-4587-B4EB-33F7890B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923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580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D00C00B8-37B9-40C5-B91B-7E211A82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35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37F"/>
          </a:solidFill>
          <a:ln xmlns:a="http://schemas.openxmlformats.org/drawingml/2006/main" w="0">
            <a:noFill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09EE420-96CD-4F3A-95C4-EBCDD512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D"/>
          </a:solidFill>
          <a:ln xmlns:a="http://schemas.openxmlformats.org/drawingml/2006/main" w="0">
            <a:noFill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8507680F-4DE3-4EF4-8D19-803BDAF2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07C"/>
          </a:solidFill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1BEB3B2D-176F-4FEF-A01B-8268E5B4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2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E7B"/>
          </a:solidFill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BB6283E-5A7F-4A49-8A59-1D75AC95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D79"/>
          </a:solidFill>
          <a:ln xmlns:a="http://schemas.openxmlformats.org/drawingml/2006/main" w="0">
            <a:noFill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D4D71C9F-3625-49E6-88C3-1F007DFB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518" y="3286125"/>
            <a:ext cx="323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A69639DD-FA57-442E-BD69-A08F2605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00400"/>
            <a:ext cx="352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05C71AE6-2E74-48A1-8E5A-CC7A563F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561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F99CD19A-0640-4C86-92A4-C41161A9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92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SWL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17A91F9A-B397-492D-8AEC-A09C49F9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429375"/>
            <a:ext cx="914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508170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81CC1E-F55B-41EF-AF13-CEB6F0F7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B858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AD523-D5C3-4AC3-A282-431ECF57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81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14288">
            <a:solidFill>
              <a:srgbClr val="7B858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4ED89-5F56-4198-B27A-9407558C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7327C-A7BF-4B0D-9520-253A6EBE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78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4BEE6-CDD0-46A7-A5B5-290EB7D7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819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4288">
            <a:solidFill>
              <a:srgbClr val="D78A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3B648-1A90-41CD-B4B6-C48609C5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8F330-9E09-4DBE-B3B6-AA75B23F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77F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0D0FB-03DF-4D38-886F-0F7CC554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3" y="7953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77F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3259B-1889-4D67-AAC1-BD56308A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A6883-37BD-49FA-A591-DE448305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866775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54A3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98826-FFFA-420B-8EB0-B8FBB6B0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8191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14288">
            <a:solidFill>
              <a:srgbClr val="7954A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CB96D-76FB-497D-9CCC-0D7F0578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14375"/>
            <a:ext cx="115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508A3-D141-4CCD-8C03-CA8DA6CF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A694B-363A-4849-AA53-E78E21DE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Observation interval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20002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07ee3d7c9641eb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16D8F-4928-4D23-9741-25345E36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48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Interval (s)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5337D-90A1-4093-89E2-68EFE281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D5544-949D-43DC-9CA3-FCA93A62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Execution wait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4171950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c1a71026d5403e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8B500A-CBB2-42FA-B1DF-7F6648B1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448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Wait (s)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DAD41-9DFA-4B94-9C51-5F5F56A1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1C9C2-F7A9-4AC8-9389-E9022A73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5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Input burden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8143875" y="1323975"/>
          <a:ext xmlns:a="http://schemas.openxmlformats.org/drawingml/2006/main" cx="3829050" cy="4067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3e05dc70b24833"/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D7F77A-1EAF-40D7-AD81-ACAC285C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48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Aircraft records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39499E-E03D-4A7C-9AA4-076D1D9F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953125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every interval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315F1C-1600-4AA0-978A-537E4147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53125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B1 = B2 = B4b at 0–30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8AC0E3-3817-4152-A712-EB32F4B9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953125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Four active aircraft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60E856-03E6-4D71-AB2D-645F55CF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32460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180 s service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9DB374-0644-4373-A820-3204A85A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324600"/>
            <a:ext cx="3648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B2 = B4b at 60 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C2A3E1-1F61-4016-A0D9-58D12DFB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324600"/>
            <a:ext cx="346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7A"/>
                </a:solidFill>
                <a:latin typeface="Arial"/>
                <a:ea typeface="Arial"/>
                <a:cs typeface="Arial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771284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23080D-DF8E-4E90-BEE1-03DA1E22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622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BE295-ADCF-4A3C-AA7B-62D8A8CE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B0: repeated ground command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B02F8-03DA-4526-98ED-DB27B0E0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004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E70E7-94E8-41C4-8353-993FECCA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835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52A"/>
                </a:solidFill>
                <a:latin typeface="Arial"/>
                <a:ea typeface="Arial"/>
                <a:cs typeface="Arial"/>
              </a:rPr>
              <a:t>B4b: air replaced by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8F235-1B77-4C3C-A8FA-C6CC3A8C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971550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7DDD1-5433-4811-B39C-9DA1C404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1381125"/>
            <a:ext cx="95" cy="1276350"/>
          </a:xfrm>
          <a:custGeom xmlns:a="http://schemas.openxmlformats.org/drawingml/2006/main"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16D73-C316-458F-A777-339144D6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3914775"/>
            <a:ext cx="4388048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22ED1-FD7D-48E2-9DCF-325E9277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4324350"/>
            <a:ext cx="95" cy="1276350"/>
          </a:xfrm>
          <a:custGeom xmlns:a="http://schemas.openxmlformats.org/drawingml/2006/main"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2935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163BA-97F5-43D0-8FEF-DE6D9063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84C89-AB86-4FB3-97C3-DDFFD4BB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1676400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1DE47-6FC5-4888-AD13-38744C9C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42" y="161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C5B93-71B9-45B5-9CD0-DFC449DD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980" y="1609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A27FC-9F0C-499A-B3B2-2FA1C97F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89C14-5DED-49BD-A09E-B6941103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62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784F5-1483-4182-8487-A9B38AF0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042" y="2057400"/>
            <a:ext cx="1228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DD727-25DD-48CC-9FB9-2717971B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542" y="23622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52B02-0DC8-43AF-ADC2-7EA8E120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05" y="20574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09344-5E3F-4684-9041-AB512D16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55" y="2362200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542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2989B-1754-40E2-9E61-89A8D6DF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464" y="962025"/>
            <a:ext cx="570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Same command, same due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B1D58-BF4D-490D-BB72-0A134129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652" y="6667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9EB60-1CE5-4198-B5A0-0B3E79BF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352" y="962025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2935"/>
                </a:solidFill>
                <a:latin typeface="Arial"/>
                <a:ea typeface="Arial"/>
                <a:cs typeface="Arial"/>
              </a:rPr>
              <a:t>480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9A54F-F57A-4479-B28A-0811A09B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D78A3A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3C08E-FC43-4CD2-B726-DD02B5F2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517" y="45339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C8BBF5-EEC5-49B0-A359-DA430266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4600575"/>
            <a:ext cx="1880592" cy="95"/>
          </a:xfrm>
          <a:custGeom xmlns:a="http://schemas.openxmlformats.org/drawingml/2006/main"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AFA547-5D20-4729-8276-A3EF3759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4600575"/>
            <a:ext cx="5704463" cy="95"/>
          </a:xfrm>
          <a:custGeom xmlns:a="http://schemas.openxmlformats.org/drawingml/2006/main"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2F659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3FC4A2-8706-4536-AE21-552BE2AE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634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59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ABF390-DC3C-498C-BCEE-BC0908DC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572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379661-FCEE-4C95-AA19-090C2D12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530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 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BFC0AC-09A6-4FEE-AACB-B28B546E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167" y="5153025"/>
            <a:ext cx="1704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 s 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80020D-0748-45E5-9BE5-B61974BD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459" y="515302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 s execute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D4E846-9355-4EB5-B20E-3D7B4762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047" y="51530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602 s complete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60A0D2-6048-4D87-B92E-AA45A240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10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8A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8A3A"/>
                </a:solidFill>
                <a:latin typeface="Arial"/>
                <a:ea typeface="Arial"/>
                <a:cs typeface="Arial"/>
              </a:rPr>
              <a:t>Air selected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159B17-15EF-4476-A55B-F8614A51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624" y="3810000"/>
            <a:ext cx="3514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5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59D"/>
                </a:solidFill>
                <a:latin typeface="Arial"/>
                <a:ea typeface="Arial"/>
                <a:cs typeface="Arial"/>
              </a:rPr>
              <a:t>New ground command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68AA04-0816-48B8-B319-18DFF4F7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177" y="35147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29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93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9DD214-B516-4775-B913-D9FD739F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10029825" cy="95"/>
          </a:xfrm>
          <a:custGeom xmlns:a="http://schemas.openxmlformats.org/drawingml/2006/main"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D4F919-4D07-4FE4-84F3-AFA7D595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CCBACD-368B-4BC9-AE04-A9181882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27B344-CF0F-4F8D-AA6A-9BB7577E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92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FE10D6-5372-47B4-9B7C-2D25E600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717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47674D-D5B6-4818-B818-351342DC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784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7ABB2B-823A-41BC-B23B-99A0CDF0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309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FDFAE0-BB79-4B2E-B2C5-A7D227CD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377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943C2F-9DA1-4710-B573-E77D770B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902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BB5B97-BCAE-4DF3-B2EB-B338AF9E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969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8070AC-FE6D-487D-B844-11E5AE0F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494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BF0D5B-1ADC-48AF-A4F2-221F23D2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561" y="5810250"/>
            <a:ext cx="95" cy="57150"/>
          </a:xfrm>
          <a:custGeom xmlns:a="http://schemas.openxmlformats.org/drawingml/2006/main"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5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635E31-8238-4F55-A1D1-058B8FC6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086" y="592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F057AB-B84F-4AA3-8306-6503E5F1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334125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66C8BE-2BDB-4DE8-B575-45BAD1C7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2707A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D43C2F-A988-4432-98E5-D2D577D0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34125"/>
            <a:ext cx="1552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74F2F4-19DD-40F6-8D71-D5541585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48652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F659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6BB7DB-C24D-4682-8E4D-ABCDFBDA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3341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52A"/>
                </a:solidFill>
                <a:latin typeface="Arial"/>
                <a:ea typeface="Arial"/>
                <a:cs typeface="Arial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861070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2026-09-12T05:32:33.9930000Z</dcterms:created>
  <dcterms:modified xsi:type="dcterms:W3CDTF">2026-09-12T05:32:33.9930000Z</dcterms:modified>
</coreProperties>
</file>