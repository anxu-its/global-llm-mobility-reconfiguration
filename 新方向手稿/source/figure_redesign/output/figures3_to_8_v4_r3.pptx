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d92c5f775641bc" /><Relationship Type="http://schemas.openxmlformats.org/officeDocument/2006/relationships/extended-properties" Target="/docProps/app.xml" Id="R74423981d91f4f00" /><Relationship Type="http://schemas.openxmlformats.org/officeDocument/2006/relationships/officeDocument" Target="/ppt/presentation.xml" Id="Rf701e1b5305a43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d22d04cf9b4a33"/>
  </p:sldMasterIdLst>
  <p:notesMasterIdLst>
    <p:notesMasterId xmlns:r="http://schemas.openxmlformats.org/officeDocument/2006/relationships" r:id="R5e9c791ec4d24f06"/>
  </p:notesMasterIdLst>
  <p:sldIdLst>
    <p:sldId xmlns:r="http://schemas.openxmlformats.org/officeDocument/2006/relationships" id="256" r:id="R2638516ab5b24e95"/>
    <p:sldId xmlns:r="http://schemas.openxmlformats.org/officeDocument/2006/relationships" id="257" r:id="Rb507f0db247543b6"/>
    <p:sldId xmlns:r="http://schemas.openxmlformats.org/officeDocument/2006/relationships" id="258" r:id="Re7035405ff7446bd"/>
    <p:sldId xmlns:r="http://schemas.openxmlformats.org/officeDocument/2006/relationships" id="259" r:id="R8ca1782a3b3a487a"/>
    <p:sldId xmlns:r="http://schemas.openxmlformats.org/officeDocument/2006/relationships" id="260" r:id="R28a2c0760f114dcc"/>
    <p:sldId xmlns:r="http://schemas.openxmlformats.org/officeDocument/2006/relationships" id="261" r:id="R01c0ef0cc7da47d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8c5998038347c8" /><Relationship Type="http://schemas.openxmlformats.org/officeDocument/2006/relationships/slideMaster" Target="/ppt/slideMasters/slideMaster1.xml" Id="Rcad22d04cf9b4a33" /><Relationship Type="http://schemas.openxmlformats.org/officeDocument/2006/relationships/notesMaster" Target="/ppt/notesMasters/notesMaster1.xml" Id="R5e9c791ec4d24f06" /><Relationship Type="http://schemas.openxmlformats.org/officeDocument/2006/relationships/presProps" Target="/ppt/presProps.xml" Id="Rc6218f842763410f" /><Relationship Type="http://schemas.openxmlformats.org/officeDocument/2006/relationships/tableStyles" Target="/ppt/tableStyles.xml" Id="R0ceb196843d444db" /><Relationship Type="http://schemas.openxmlformats.org/officeDocument/2006/relationships/slide" Target="/ppt/slides/slide1.xml" Id="R2638516ab5b24e95" /><Relationship Type="http://schemas.openxmlformats.org/officeDocument/2006/relationships/slide" Target="/ppt/slides/slide2.xml" Id="Rb507f0db247543b6" /><Relationship Type="http://schemas.openxmlformats.org/officeDocument/2006/relationships/slide" Target="/ppt/slides/slide3.xml" Id="Re7035405ff7446bd" /><Relationship Type="http://schemas.openxmlformats.org/officeDocument/2006/relationships/slide" Target="/ppt/slides/slide4.xml" Id="R8ca1782a3b3a487a" /><Relationship Type="http://schemas.openxmlformats.org/officeDocument/2006/relationships/slide" Target="/ppt/slides/slide5.xml" Id="R28a2c0760f114dcc" /><Relationship Type="http://schemas.openxmlformats.org/officeDocument/2006/relationships/slide" Target="/ppt/slides/slide6.xml" Id="R01c0ef0cc7da47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fbde93df634dd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2423d3565c429c" /><Relationship Type="http://schemas.openxmlformats.org/officeDocument/2006/relationships/notesMaster" Target="/ppt/notesMasters/notesMaster1.xml" Id="R6d65a0f515fa46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472967b73649ad" /><Relationship Type="http://schemas.openxmlformats.org/officeDocument/2006/relationships/notesMaster" Target="/ppt/notesMasters/notesMaster1.xml" Id="R6735a08011fb442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1f05d344c9140a4" /><Relationship Type="http://schemas.openxmlformats.org/officeDocument/2006/relationships/notesMaster" Target="/ppt/notesMasters/notesMaster1.xml" Id="R7d0d8ae89a4349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757e917ac934811" /><Relationship Type="http://schemas.openxmlformats.org/officeDocument/2006/relationships/notesMaster" Target="/ppt/notesMasters/notesMaster1.xml" Id="R03c6364f02ae40a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f41ff51993b4ea8" /><Relationship Type="http://schemas.openxmlformats.org/officeDocument/2006/relationships/notesMaster" Target="/ppt/notesMasters/notesMaster1.xml" Id="Rfe7d3e7c314f47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953eb8a7e664145" /><Relationship Type="http://schemas.openxmlformats.org/officeDocument/2006/relationships/notesMaster" Target="/ppt/notesMasters/notesMaster1.xml" Id="R166e0d6c5d0940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3. E1: completion time, deadline violations and incumbent service damage. Means and 95% seed-block intervals from 240 runs per site-policy, 20 seed blocks. Zero-width intervals remain points.</a:t>
            </a:r>
          </a:p>
          <a:p xmlns:a="http://schemas.openxmlformats.org/drawingml/2006/main"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4. E1 first-decision candidate geometry for all 720 matched scenario-seed states. B2 first states used once because snapshots match B1/B2/B4b. Coincident coordinates are aggregated, marker area proportional to count. Negative best margin indicates no predicted timely alternative. Lower matrices report actual air selections, percent and row denominator.</a:t>
            </a:r>
          </a:p>
          <a:p xmlns:a="http://schemas.openxmlformats.org/drawingml/2006/main"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5. E2 all-run deadline outcomes (320 runs per policy/site) and separately reported recovered/affected primary air-chain counts. Outcomes are composition percentages, without a new interval estimate. All affected coordinated runs establish a replacement path; denominators remain explicit.</a:t>
            </a:r>
          </a:p>
          <a:p xmlns:a="http://schemas.openxmlformats.org/drawingml/2006/main"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6. E3 upper heatmaps contain every level/policy mean (40 runs in L1/L4; 80 in L2/L3). Common loss scale 0–400. Lower plots show paired B4b−B0 loss difference with 95% seed-block intervals. Levels are categorical changes in disturbance and demand.</a:t>
            </a:r>
          </a:p>
          <a:p xmlns:a="http://schemas.openxmlformats.org/drawingml/2006/main"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7. E4 Site A. Curves connect evaluated settings, without interpolation claims. 20 runs per policy/arm. B2 and B4b overlap; B1 also overlaps in execution waits 0–30 s. Timely service requires completion duration ≤180 s. Aircraft record burden changes input size around four active aircraft.</a:t>
            </a:r>
          </a:p>
          <a:p xmlns:a="http://schemas.openxmlformats.org/drawingml/2006/main"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8. E4B D60 representative deterministic event sequence. B0 duplicates retain due time; B4b changes pending air to ground at the fault. Dashed segments are pending commands, solid segments actual transport. Deadline at 480 s.</a:t>
            </a:r>
          </a:p>
          <a:p xmlns:a="http://schemas.openxmlformats.org/drawingml/2006/main"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69d7c7a0ba44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86c211b4fa42f8" /><Relationship Type="http://schemas.openxmlformats.org/officeDocument/2006/relationships/slideLayout" Target="/ppt/slideLayouts/slideLayout1.xml" Id="R7130cecef64446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30cecef64446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610c57da094430" /><Relationship Type="http://schemas.openxmlformats.org/officeDocument/2006/relationships/notesSlide" Target="/ppt/notesSlides/notesSlide1.xml" Id="R3e887723729c40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9e05fd490d4d49" /><Relationship Type="http://schemas.openxmlformats.org/officeDocument/2006/relationships/notesSlide" Target="/ppt/notesSlides/notesSlide2.xml" Id="Re0a6e5b95c294a5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49e1331fa34dd6" /><Relationship Type="http://schemas.openxmlformats.org/officeDocument/2006/relationships/chart" Target="/ppt/slides/charts/chart1.xml" Id="Rc50b7b92dfdd475c" /><Relationship Type="http://schemas.openxmlformats.org/officeDocument/2006/relationships/chart" Target="/ppt/slides/charts/chart2.xml" Id="Rf33a0fef076e477b" /><Relationship Type="http://schemas.openxmlformats.org/officeDocument/2006/relationships/chart" Target="/ppt/slides/charts/chart3.xml" Id="R5fea77c448e04898" /><Relationship Type="http://schemas.openxmlformats.org/officeDocument/2006/relationships/notesSlide" Target="/ppt/notesSlides/notesSlide3.xml" Id="Rc9b7ab4dbd3b428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51dcb6d8974e65" /><Relationship Type="http://schemas.openxmlformats.org/officeDocument/2006/relationships/notesSlide" Target="/ppt/notesSlides/notesSlide4.xml" Id="Rcbde6a00aa78481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0d50b83bb84558" /><Relationship Type="http://schemas.openxmlformats.org/officeDocument/2006/relationships/chart" Target="/ppt/slides/charts/chart4.xml" Id="R9e71ff8df3bb4974" /><Relationship Type="http://schemas.openxmlformats.org/officeDocument/2006/relationships/chart" Target="/ppt/slides/charts/chart5.xml" Id="Rf5b3661cab6140dd" /><Relationship Type="http://schemas.openxmlformats.org/officeDocument/2006/relationships/chart" Target="/ppt/slides/charts/chart6.xml" Id="R84b1dfd4f3464328" /><Relationship Type="http://schemas.openxmlformats.org/officeDocument/2006/relationships/notesSlide" Target="/ppt/notesSlides/notesSlide5.xml" Id="Ra6ad79ff24954a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e8f0e9d2ed4ab4" /><Relationship Type="http://schemas.openxmlformats.org/officeDocument/2006/relationships/notesSlide" Target="/ppt/notesSlides/notesSlide6.xml" Id="R2bcabe8e800d4ea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factor"/>
          <c:yMode val="factor"/>
          <c:wMode val="factor"/>
          <c:hMode val="factor"/>
          <c:x val="0.2"/>
          <c:y val="0.055"/>
          <c:w val="0.78"/>
          <c:h val="0.75"/>
        </c:manualLayout>
      </c:layout>
      <c:barChart>
        <c:barDir val="bar"/>
        <c:grouping val="stacked"/>
        <c:varyColors val="0"/>
        <c:ser>
          <c:idx val="0"/>
          <c:order val="0"/>
          <c:tx>
            <c:v>On time</c:v>
          </c:tx>
          <c:spPr>
            <a:solidFill xmlns:a="http://schemas.openxmlformats.org/drawingml/2006/main">
              <a:srgbClr val="729A87"/>
            </a:solidFill>
            <a:ln xmlns:a="http://schemas.openxmlformats.org/drawingml/2006/main" w="0">
              <a:noFill/>
            </a:ln>
          </c:spPr>
          <c:cat>
            <c:strRef>
              <c:f>'Chart Data'!$A$2:$A$5</c:f>
              <c:strCache>
                <c:ptCount val="4"/>
                <c:pt idx="0">
                  <c:v>B4b</c:v>
                </c:pt>
                <c:pt idx="1">
                  <c:v>B2</c:v>
                </c:pt>
                <c:pt idx="2">
                  <c:v>B1</c:v>
                </c:pt>
                <c:pt idx="3">
                  <c:v>B0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60.9375</c:v>
                </c:pt>
                <c:pt idx="1">
                  <c:v>62.5</c:v>
                </c:pt>
                <c:pt idx="2">
                  <c:v>62.5</c:v>
                </c:pt>
                <c:pt idx="3">
                  <c:v>0</c:v>
                </c:pt>
              </c:numCache>
            </c:numRef>
          </c:val>
          <c:dLbls>
            <c:dLbl>
              <c:idx val="3"/>
              <c:delete val="1"/>
            </c:dLbl>
            <c:numFmt formatCode="0.0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650">
                    <a:latin typeface="Arial"/>
                    <a:ea typeface="Arial"/>
                    <a:cs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1"/>
          <c:order val="1"/>
          <c:tx>
            <c:v>Late</c:v>
          </c:tx>
          <c:spPr>
            <a:solidFill xmlns:a="http://schemas.openxmlformats.org/drawingml/2006/main">
              <a:srgbClr val="D3A0A0"/>
            </a:solidFill>
            <a:ln xmlns:a="http://schemas.openxmlformats.org/drawingml/2006/main" w="0">
              <a:noFill/>
            </a:ln>
          </c:spPr>
          <c:cat>
            <c:strRef>
              <c:f>'Chart Data'!$C$2:$C$5</c:f>
              <c:strCache>
                <c:ptCount val="4"/>
                <c:pt idx="0">
                  <c:v>B4b</c:v>
                </c:pt>
                <c:pt idx="1">
                  <c:v>B2</c:v>
                </c:pt>
                <c:pt idx="2">
                  <c:v>B1</c:v>
                </c:pt>
                <c:pt idx="3">
                  <c:v>B0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39.0625</c:v>
                </c:pt>
                <c:pt idx="1">
                  <c:v>37.5</c:v>
                </c:pt>
                <c:pt idx="2">
                  <c:v>37.5</c:v>
                </c:pt>
                <c:pt idx="3">
                  <c:v>100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10478">
            <a:solidFill>
              <a:srgbClr val="20252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1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latin typeface="Arial"/>
                    <a:ea typeface="Arial"/>
                    <a:cs typeface="Arial"/>
                  </a:rPr>
                  <a:t>Runs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factor"/>
          <c:yMode val="factor"/>
          <c:wMode val="factor"/>
          <c:hMode val="factor"/>
          <c:x val="0.2"/>
          <c:y val="0.055"/>
          <c:w val="0.78"/>
          <c:h val="0.75"/>
        </c:manualLayout>
      </c:layout>
      <c:barChart>
        <c:barDir val="bar"/>
        <c:grouping val="stacked"/>
        <c:varyColors val="0"/>
        <c:ser>
          <c:idx val="0"/>
          <c:order val="0"/>
          <c:tx>
            <c:v>On time</c:v>
          </c:tx>
          <c:spPr>
            <a:solidFill xmlns:a="http://schemas.openxmlformats.org/drawingml/2006/main">
              <a:srgbClr val="729A87"/>
            </a:solidFill>
            <a:ln xmlns:a="http://schemas.openxmlformats.org/drawingml/2006/main" w="0">
              <a:noFill/>
            </a:ln>
          </c:spPr>
          <c:cat>
            <c:strRef>
              <c:f>'Chart Data'!$A$2:$A$5</c:f>
              <c:strCache>
                <c:ptCount val="4"/>
                <c:pt idx="0">
                  <c:v>B4b</c:v>
                </c:pt>
                <c:pt idx="1">
                  <c:v>B2</c:v>
                </c:pt>
                <c:pt idx="2">
                  <c:v>B1</c:v>
                </c:pt>
                <c:pt idx="3">
                  <c:v>B0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62.5</c:v>
                </c:pt>
                <c:pt idx="1">
                  <c:v>62.5</c:v>
                </c:pt>
                <c:pt idx="2">
                  <c:v>62.5</c:v>
                </c:pt>
                <c:pt idx="3">
                  <c:v>0</c:v>
                </c:pt>
              </c:numCache>
            </c:numRef>
          </c:val>
          <c:dLbls>
            <c:dLbl>
              <c:idx val="3"/>
              <c:delete val="1"/>
            </c:dLbl>
            <c:numFmt formatCode="0.0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650">
                    <a:latin typeface="Arial"/>
                    <a:ea typeface="Arial"/>
                    <a:cs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1"/>
          <c:order val="1"/>
          <c:tx>
            <c:v>Late</c:v>
          </c:tx>
          <c:spPr>
            <a:solidFill xmlns:a="http://schemas.openxmlformats.org/drawingml/2006/main">
              <a:srgbClr val="D3A0A0"/>
            </a:solidFill>
            <a:ln xmlns:a="http://schemas.openxmlformats.org/drawingml/2006/main" w="0">
              <a:noFill/>
            </a:ln>
          </c:spPr>
          <c:cat>
            <c:strRef>
              <c:f>'Chart Data'!$C$2:$C$5</c:f>
              <c:strCache>
                <c:ptCount val="4"/>
                <c:pt idx="0">
                  <c:v>B4b</c:v>
                </c:pt>
                <c:pt idx="1">
                  <c:v>B2</c:v>
                </c:pt>
                <c:pt idx="2">
                  <c:v>B1</c:v>
                </c:pt>
                <c:pt idx="3">
                  <c:v>B0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37.5</c:v>
                </c:pt>
                <c:pt idx="1">
                  <c:v>37.5</c:v>
                </c:pt>
                <c:pt idx="2">
                  <c:v>37.5</c:v>
                </c:pt>
                <c:pt idx="3">
                  <c:v>100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10478">
            <a:solidFill>
              <a:srgbClr val="20252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1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latin typeface="Arial"/>
                    <a:ea typeface="Arial"/>
                    <a:cs typeface="Arial"/>
                  </a:rPr>
                  <a:t>Runs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factor"/>
          <c:yMode val="factor"/>
          <c:wMode val="factor"/>
          <c:hMode val="factor"/>
          <c:x val="0.2"/>
          <c:y val="0.055"/>
          <c:w val="0.78"/>
          <c:h val="0.75"/>
        </c:manualLayout>
      </c:layout>
      <c:barChart>
        <c:barDir val="bar"/>
        <c:grouping val="stacked"/>
        <c:varyColors val="0"/>
        <c:ser>
          <c:idx val="0"/>
          <c:order val="0"/>
          <c:tx>
            <c:v>On time</c:v>
          </c:tx>
          <c:spPr>
            <a:solidFill xmlns:a="http://schemas.openxmlformats.org/drawingml/2006/main">
              <a:srgbClr val="729A87"/>
            </a:solidFill>
            <a:ln xmlns:a="http://schemas.openxmlformats.org/drawingml/2006/main" w="0">
              <a:noFill/>
            </a:ln>
          </c:spPr>
          <c:cat>
            <c:strRef>
              <c:f>'Chart Data'!$A$2:$A$5</c:f>
              <c:strCache>
                <c:ptCount val="4"/>
                <c:pt idx="0">
                  <c:v>B4b</c:v>
                </c:pt>
                <c:pt idx="1">
                  <c:v>B2</c:v>
                </c:pt>
                <c:pt idx="2">
                  <c:v>B1</c:v>
                </c:pt>
                <c:pt idx="3">
                  <c:v>B0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37.1875</c:v>
                </c:pt>
                <c:pt idx="1">
                  <c:v>37.5</c:v>
                </c:pt>
                <c:pt idx="2">
                  <c:v>37.5</c:v>
                </c:pt>
                <c:pt idx="3">
                  <c:v>0</c:v>
                </c:pt>
              </c:numCache>
            </c:numRef>
          </c:val>
          <c:dLbls>
            <c:dLbl>
              <c:idx val="3"/>
              <c:delete val="1"/>
            </c:dLbl>
            <c:numFmt formatCode="0.0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650">
                    <a:latin typeface="Arial"/>
                    <a:ea typeface="Arial"/>
                    <a:cs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1"/>
          <c:order val="1"/>
          <c:tx>
            <c:v>Late</c:v>
          </c:tx>
          <c:spPr>
            <a:solidFill xmlns:a="http://schemas.openxmlformats.org/drawingml/2006/main">
              <a:srgbClr val="D3A0A0"/>
            </a:solidFill>
            <a:ln xmlns:a="http://schemas.openxmlformats.org/drawingml/2006/main" w="0">
              <a:noFill/>
            </a:ln>
          </c:spPr>
          <c:cat>
            <c:strRef>
              <c:f>'Chart Data'!$C$2:$C$5</c:f>
              <c:strCache>
                <c:ptCount val="4"/>
                <c:pt idx="0">
                  <c:v>B4b</c:v>
                </c:pt>
                <c:pt idx="1">
                  <c:v>B2</c:v>
                </c:pt>
                <c:pt idx="2">
                  <c:v>B1</c:v>
                </c:pt>
                <c:pt idx="3">
                  <c:v>B0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62.8125</c:v>
                </c:pt>
                <c:pt idx="1">
                  <c:v>62.5</c:v>
                </c:pt>
                <c:pt idx="2">
                  <c:v>62.5</c:v>
                </c:pt>
                <c:pt idx="3">
                  <c:v>100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10478">
            <a:solidFill>
              <a:srgbClr val="20252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1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latin typeface="Arial"/>
                    <a:ea typeface="Arial"/>
                    <a:cs typeface="Arial"/>
                  </a:rPr>
                  <a:t>Runs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factor"/>
          <c:yMode val="factor"/>
          <c:wMode val="factor"/>
          <c:hMode val="factor"/>
          <c:x val="0.26"/>
          <c:y val="0.055"/>
          <c:w val="0.72"/>
          <c:h val="0.73"/>
        </c:manualLayout>
      </c:layout>
      <c:scatterChart>
        <c:scatterStyle val="lineMarker"/>
        <c:varyColors val="0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20955">
              <a:solidFill>
                <a:srgbClr val="7B858E"/>
              </a:solidFill>
              <a:prstDash val="solid"/>
            </a:ln>
          </c:spPr>
          <c:marker>
            <c:symbol val="square"/>
            <c:size val="7"/>
            <c:spPr>
              <ns0:solidFill xmlns:ns0="http://schemas.openxmlformats.org/drawingml/2006/main">
                <ns0:srgbClr val="7B858E"/>
              </ns0:solidFill>
              <ns1:ln xmlns:ns1="http://schemas.openxmlformats.org/drawingml/2006/main" w="12700">
                <ns1:solidFill>
                  <ns1:srgbClr val="7B858E"/>
                </ns1:solidFill>
              </ns1:ln>
            </c:spPr>
          </c:marker>
          <c:dPt>
            <c:idx val="0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1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2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3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4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xVal>
            <c:numRef>
              <c:f>'Chart Data'!$A$2:$A$6</c:f>
              <c:numCache>
                <c:formatCode>General</c:formatCode>
                <c:ptCount val="5"/>
                <c:pt idx="0">
                  <c:v>10</c:v>
                </c:pt>
                <c:pt idx="1">
                  <c:v>30</c:v>
                </c:pt>
                <c:pt idx="2">
                  <c:v>60</c:v>
                </c:pt>
                <c:pt idx="3">
                  <c:v>120</c:v>
                </c:pt>
                <c:pt idx="4">
                  <c:v>300</c:v>
                </c:pt>
              </c:numCache>
            </c:numRef>
          </c:xVal>
          <c:yVal>
            <c:numRef>
              <c:f>'Chart Data'!$B$2:$B$6</c:f>
              <c:numCache>
                <c:formatCode>General</c:formatCode>
                <c:ptCount val="5"/>
                <c:pt idx="0">
                  <c:v>192</c:v>
                </c:pt>
                <c:pt idx="1">
                  <c:v>212</c:v>
                </c:pt>
                <c:pt idx="2">
                  <c:v>253</c:v>
                </c:pt>
                <c:pt idx="3">
                  <c:v>253</c:v>
                </c:pt>
                <c:pt idx="4">
                  <c:v>482</c:v>
                </c:pt>
              </c:numCache>
            </c:numRef>
          </c:yVal>
          <c:smooth val="0"/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78A3A"/>
            </a:solidFill>
            <a:ln xmlns:a="http://schemas.openxmlformats.org/drawingml/2006/main" w="20955">
              <a:solidFill>
                <a:srgbClr val="D78A3A"/>
              </a:solidFill>
              <a:prstDash val="solid"/>
            </a:ln>
          </c:spPr>
          <c:marker>
            <c:symbol val="triangle"/>
            <c:size val="7"/>
            <c:spPr>
              <ns2:solidFill xmlns:ns2="http://schemas.openxmlformats.org/drawingml/2006/main">
                <ns2:srgbClr val="D78A3A"/>
              </ns2:solidFill>
              <ns3:ln xmlns:ns3="http://schemas.openxmlformats.org/drawingml/2006/main" w="12700">
                <ns3:solidFill>
                  <ns3:srgbClr val="D78A3A"/>
                </ns3:solidFill>
              </ns3:ln>
            </c:spPr>
          </c:marker>
          <c:dPt>
            <c:idx val="0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1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2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3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4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xVal>
            <c:numRef>
              <c:f>'Chart Data'!$C$2:$C$6</c:f>
              <c:numCache>
                <c:formatCode>General</c:formatCode>
                <c:ptCount val="5"/>
                <c:pt idx="0">
                  <c:v>10</c:v>
                </c:pt>
                <c:pt idx="1">
                  <c:v>30</c:v>
                </c:pt>
                <c:pt idx="2">
                  <c:v>60</c:v>
                </c:pt>
                <c:pt idx="3">
                  <c:v>120</c:v>
                </c:pt>
                <c:pt idx="4">
                  <c:v>300</c:v>
                </c:pt>
              </c:numCache>
            </c:numRef>
          </c:xVal>
          <c:yVal>
            <c:numRef>
              <c:f>'Chart Data'!$D$2:$D$6</c:f>
              <c:numCache>
                <c:formatCode>General</c:formatCode>
                <c:ptCount val="5"/>
                <c:pt idx="0">
                  <c:v>140</c:v>
                </c:pt>
                <c:pt idx="1">
                  <c:v>150</c:v>
                </c:pt>
                <c:pt idx="2">
                  <c:v>180</c:v>
                </c:pt>
                <c:pt idx="3">
                  <c:v>240</c:v>
                </c:pt>
                <c:pt idx="4">
                  <c:v>521</c:v>
                </c:pt>
              </c:numCache>
            </c:numRef>
          </c:yVal>
          <c:smooth val="0"/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477F60"/>
            </a:solidFill>
            <a:ln xmlns:a="http://schemas.openxmlformats.org/drawingml/2006/main" w="42863">
              <a:solidFill>
                <a:srgbClr val="477F60"/>
              </a:solidFill>
              <a:prstDash val="solid"/>
            </a:ln>
          </c:spPr>
          <c:marker>
            <c:symbol val="circle"/>
            <c:size val="11"/>
            <c:spPr>
              <ns4:solidFill xmlns:ns4="http://schemas.openxmlformats.org/drawingml/2006/main">
                <ns4:srgbClr val="FFFFFF"/>
              </ns4:solidFill>
              <ns5:ln xmlns:ns5="http://schemas.openxmlformats.org/drawingml/2006/main" w="12700">
                <ns5:solidFill>
                  <ns5:srgbClr val="477F60"/>
                </ns5:solidFill>
              </ns5:ln>
            </c:spPr>
          </c:marker>
          <c:dPt>
            <c:idx val="0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1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2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3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4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xVal>
            <c:numRef>
              <c:f>'Chart Data'!$E$2:$E$6</c:f>
              <c:numCache>
                <c:formatCode>General</c:formatCode>
                <c:ptCount val="5"/>
                <c:pt idx="0">
                  <c:v>10</c:v>
                </c:pt>
                <c:pt idx="1">
                  <c:v>30</c:v>
                </c:pt>
                <c:pt idx="2">
                  <c:v>60</c:v>
                </c:pt>
                <c:pt idx="3">
                  <c:v>120</c:v>
                </c:pt>
                <c:pt idx="4">
                  <c:v>300</c:v>
                </c:pt>
              </c:numCache>
            </c:numRef>
          </c:xVal>
          <c:yVal>
            <c:numRef>
              <c:f>'Chart Data'!$F$2:$F$6</c:f>
              <c:numCache>
                <c:formatCode>General</c:formatCode>
                <c:ptCount val="5"/>
                <c:pt idx="0">
                  <c:v>140</c:v>
                </c:pt>
                <c:pt idx="1">
                  <c:v>150</c:v>
                </c:pt>
                <c:pt idx="2">
                  <c:v>180</c:v>
                </c:pt>
                <c:pt idx="3">
                  <c:v>240</c:v>
                </c:pt>
                <c:pt idx="4">
                  <c:v>482</c:v>
                </c:pt>
              </c:numCache>
            </c:numRef>
          </c:yVal>
          <c:smooth val="0"/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7954A3"/>
            </a:solidFill>
            <a:ln xmlns:a="http://schemas.openxmlformats.org/drawingml/2006/main" w="20955">
              <a:solidFill>
                <a:srgbClr val="7954A3"/>
              </a:solidFill>
              <a:prstDash val="dash"/>
            </a:ln>
          </c:spPr>
          <c:marker>
            <c:symbol val="diamond"/>
            <c:size val="7"/>
            <c:spPr>
              <ns6:solidFill xmlns:ns6="http://schemas.openxmlformats.org/drawingml/2006/main">
                <ns6:srgbClr val="7954A3"/>
              </ns6:solidFill>
              <ns7:ln xmlns:ns7="http://schemas.openxmlformats.org/drawingml/2006/main" w="12700">
                <ns7:solidFill>
                  <ns7:srgbClr val="7954A3"/>
                </ns7:solidFill>
              </ns7:ln>
            </c:spPr>
          </c:marker>
          <c:dPt>
            <c:idx val="0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1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2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3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4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xVal>
            <c:numRef>
              <c:f>'Chart Data'!$G$2:$G$6</c:f>
              <c:numCache>
                <c:formatCode>General</c:formatCode>
                <c:ptCount val="5"/>
                <c:pt idx="0">
                  <c:v>10</c:v>
                </c:pt>
                <c:pt idx="1">
                  <c:v>30</c:v>
                </c:pt>
                <c:pt idx="2">
                  <c:v>60</c:v>
                </c:pt>
                <c:pt idx="3">
                  <c:v>120</c:v>
                </c:pt>
                <c:pt idx="4">
                  <c:v>300</c:v>
                </c:pt>
              </c:numCache>
            </c:numRef>
          </c:xVal>
          <c:yVal>
            <c:numRef>
              <c:f>'Chart Data'!$H$2:$H$6</c:f>
              <c:numCache>
                <c:formatCode>General</c:formatCode>
                <c:ptCount val="5"/>
                <c:pt idx="0">
                  <c:v>140</c:v>
                </c:pt>
                <c:pt idx="1">
                  <c:v>150</c:v>
                </c:pt>
                <c:pt idx="2">
                  <c:v>180</c:v>
                </c:pt>
                <c:pt idx="3">
                  <c:v>240</c:v>
                </c:pt>
                <c:pt idx="4">
                  <c:v>482</c:v>
                </c:pt>
              </c:numCache>
            </c:numRef>
          </c:yVal>
          <c:smooth val="0"/>
        </c:ser>
        <c:ser>
          <c:idx val="4"/>
          <c:order val="4"/>
          <c:tx>
            <c:v>Service window</c:v>
          </c:tx>
          <c:spPr>
            <a:ln xmlns:a="http://schemas.openxmlformats.org/drawingml/2006/main" w="11430">
              <a:solidFill>
                <a:srgbClr val="B89898"/>
              </a:solidFill>
              <a:prstDash val="dash"/>
            </a:ln>
          </c:spPr>
          <c:marker>
            <c:symbol val="none"/>
            <c:size val="2"/>
            <c:spPr>
              <ns8:solidFill xmlns:ns8="http://schemas.openxmlformats.org/drawingml/2006/main">
                <ns8:srgbClr val="B89898"/>
              </ns8:solidFill>
              <ns9:ln xmlns:ns9="http://schemas.openxmlformats.org/drawingml/2006/main" w="12700">
                <ns9:solidFill>
                  <ns9:srgbClr val="B89898"/>
                </ns9:solidFill>
              </ns9:ln>
            </c:spPr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0</c:v>
                </c:pt>
                <c:pt idx="1">
                  <c:v>300</c:v>
                </c:pt>
              </c:numCache>
            </c:numRef>
          </c:xVal>
          <c:yVal>
            <c:numRef>
              <c:f>'Chart Data'!$J$2:$J$3</c:f>
              <c:numCache>
                <c:formatCode>General</c:formatCode>
                <c:ptCount val="2"/>
                <c:pt idx="0">
                  <c:v>180</c:v>
                </c:pt>
                <c:pt idx="1">
                  <c:v>180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60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1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latin typeface="Arial"/>
                    <a:ea typeface="Arial"/>
                    <a:cs typeface="Arial"/>
                  </a:rPr>
                  <a:t>Completion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150"/>
      </c:valAx>
      <c:valAx>
        <c:axId val="48650112"/>
        <c:scaling>
          <c:orientation val="minMax"/>
          <c:max val="3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latin typeface="Arial"/>
                    <a:ea typeface="Arial"/>
                    <a:cs typeface="Arial"/>
                  </a:rPr>
                  <a:t>Interval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20252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factor"/>
          <c:yMode val="factor"/>
          <c:wMode val="factor"/>
          <c:hMode val="factor"/>
          <c:x val="0.26"/>
          <c:y val="0.055"/>
          <c:w val="0.72"/>
          <c:h val="0.73"/>
        </c:manualLayout>
      </c:layout>
      <c:scatterChart>
        <c:scatterStyle val="lineMarker"/>
        <c:varyColors val="0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20955">
              <a:solidFill>
                <a:srgbClr val="7B858E"/>
              </a:solidFill>
              <a:prstDash val="solid"/>
            </a:ln>
          </c:spPr>
          <c:marker>
            <c:symbol val="square"/>
            <c:size val="7"/>
            <c:spPr>
              <ns0:solidFill xmlns:ns0="http://schemas.openxmlformats.org/drawingml/2006/main">
                <ns0:srgbClr val="7B858E"/>
              </ns0:solidFill>
              <ns1:ln xmlns:ns1="http://schemas.openxmlformats.org/drawingml/2006/main" w="12700">
                <ns1:solidFill>
                  <ns1:srgbClr val="7B858E"/>
                </ns1:solidFill>
              </ns1:ln>
            </c:spPr>
          </c:marker>
          <c:dPt>
            <c:idx val="0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1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2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3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4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5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6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xVal>
            <c:numRef>
              <c:f>'Chart Data'!$A$2:$A$8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5</c:v>
                </c:pt>
                <c:pt idx="3">
                  <c:v>10</c:v>
                </c:pt>
                <c:pt idx="4">
                  <c:v>20</c:v>
                </c:pt>
                <c:pt idx="5">
                  <c:v>30</c:v>
                </c:pt>
                <c:pt idx="6">
                  <c:v>60</c:v>
                </c:pt>
              </c:numCache>
            </c:numRef>
          </c:xVal>
          <c:yVal>
            <c:numRef>
              <c:f>'Chart Data'!$B$2:$B$8</c:f>
              <c:numCache>
                <c:formatCode>General</c:formatCode>
                <c:ptCount val="7"/>
                <c:pt idx="0">
                  <c:v>182</c:v>
                </c:pt>
                <c:pt idx="1">
                  <c:v>183</c:v>
                </c:pt>
                <c:pt idx="2">
                  <c:v>187</c:v>
                </c:pt>
                <c:pt idx="3">
                  <c:v>192</c:v>
                </c:pt>
                <c:pt idx="4">
                  <c:v>202</c:v>
                </c:pt>
                <c:pt idx="5">
                  <c:v>212</c:v>
                </c:pt>
                <c:pt idx="6">
                  <c:v>242</c:v>
                </c:pt>
              </c:numCache>
            </c:numRef>
          </c:yVal>
          <c:smooth val="0"/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78A3A"/>
            </a:solidFill>
            <a:ln xmlns:a="http://schemas.openxmlformats.org/drawingml/2006/main" w="20955">
              <a:solidFill>
                <a:srgbClr val="D78A3A"/>
              </a:solidFill>
              <a:prstDash val="solid"/>
            </a:ln>
          </c:spPr>
          <c:marker>
            <c:symbol val="triangle"/>
            <c:size val="7"/>
            <c:spPr>
              <ns2:solidFill xmlns:ns2="http://schemas.openxmlformats.org/drawingml/2006/main">
                <ns2:srgbClr val="D78A3A"/>
              </ns2:solidFill>
              <ns3:ln xmlns:ns3="http://schemas.openxmlformats.org/drawingml/2006/main" w="12700">
                <ns3:solidFill>
                  <ns3:srgbClr val="D78A3A"/>
                </ns3:solidFill>
              </ns3:ln>
            </c:spPr>
          </c:marker>
          <c:dPt>
            <c:idx val="0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1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2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3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4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5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6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xVal>
            <c:numRef>
              <c:f>'Chart Data'!$C$2:$C$8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5</c:v>
                </c:pt>
                <c:pt idx="3">
                  <c:v>10</c:v>
                </c:pt>
                <c:pt idx="4">
                  <c:v>20</c:v>
                </c:pt>
                <c:pt idx="5">
                  <c:v>30</c:v>
                </c:pt>
                <c:pt idx="6">
                  <c:v>60</c:v>
                </c:pt>
              </c:numCache>
            </c:numRef>
          </c:xVal>
          <c:yVal>
            <c:numRef>
              <c:f>'Chart Data'!$D$2:$D$8</c:f>
              <c:numCache>
                <c:formatCode>General</c:formatCode>
                <c:ptCount val="7"/>
                <c:pt idx="0">
                  <c:v>120</c:v>
                </c:pt>
                <c:pt idx="1">
                  <c:v>121</c:v>
                </c:pt>
                <c:pt idx="2">
                  <c:v>125</c:v>
                </c:pt>
                <c:pt idx="3">
                  <c:v>130</c:v>
                </c:pt>
                <c:pt idx="4">
                  <c:v>140</c:v>
                </c:pt>
                <c:pt idx="5">
                  <c:v>150</c:v>
                </c:pt>
                <c:pt idx="6">
                  <c:v>341</c:v>
                </c:pt>
              </c:numCache>
            </c:numRef>
          </c:yVal>
          <c:smooth val="0"/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477F60"/>
            </a:solidFill>
            <a:ln xmlns:a="http://schemas.openxmlformats.org/drawingml/2006/main" w="42863">
              <a:solidFill>
                <a:srgbClr val="477F60"/>
              </a:solidFill>
              <a:prstDash val="solid"/>
            </a:ln>
          </c:spPr>
          <c:marker>
            <c:symbol val="circle"/>
            <c:size val="11"/>
            <c:spPr>
              <ns4:solidFill xmlns:ns4="http://schemas.openxmlformats.org/drawingml/2006/main">
                <ns4:srgbClr val="FFFFFF"/>
              </ns4:solidFill>
              <ns5:ln xmlns:ns5="http://schemas.openxmlformats.org/drawingml/2006/main" w="12700">
                <ns5:solidFill>
                  <ns5:srgbClr val="477F60"/>
                </ns5:solidFill>
              </ns5:ln>
            </c:spPr>
          </c:marker>
          <c:dPt>
            <c:idx val="0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1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2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3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4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5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6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xVal>
            <c:numRef>
              <c:f>'Chart Data'!$E$2:$E$8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5</c:v>
                </c:pt>
                <c:pt idx="3">
                  <c:v>10</c:v>
                </c:pt>
                <c:pt idx="4">
                  <c:v>20</c:v>
                </c:pt>
                <c:pt idx="5">
                  <c:v>30</c:v>
                </c:pt>
                <c:pt idx="6">
                  <c:v>60</c:v>
                </c:pt>
              </c:numCache>
            </c:numRef>
          </c:xVal>
          <c:yVal>
            <c:numRef>
              <c:f>'Chart Data'!$F$2:$F$8</c:f>
              <c:numCache>
                <c:formatCode>General</c:formatCode>
                <c:ptCount val="7"/>
                <c:pt idx="0">
                  <c:v>120</c:v>
                </c:pt>
                <c:pt idx="1">
                  <c:v>121</c:v>
                </c:pt>
                <c:pt idx="2">
                  <c:v>125</c:v>
                </c:pt>
                <c:pt idx="3">
                  <c:v>130</c:v>
                </c:pt>
                <c:pt idx="4">
                  <c:v>140</c:v>
                </c:pt>
                <c:pt idx="5">
                  <c:v>150</c:v>
                </c:pt>
                <c:pt idx="6">
                  <c:v>302</c:v>
                </c:pt>
              </c:numCache>
            </c:numRef>
          </c:yVal>
          <c:smooth val="0"/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7954A3"/>
            </a:solidFill>
            <a:ln xmlns:a="http://schemas.openxmlformats.org/drawingml/2006/main" w="20955">
              <a:solidFill>
                <a:srgbClr val="7954A3"/>
              </a:solidFill>
              <a:prstDash val="dash"/>
            </a:ln>
          </c:spPr>
          <c:marker>
            <c:symbol val="diamond"/>
            <c:size val="7"/>
            <c:spPr>
              <ns6:solidFill xmlns:ns6="http://schemas.openxmlformats.org/drawingml/2006/main">
                <ns6:srgbClr val="7954A3"/>
              </ns6:solidFill>
              <ns7:ln xmlns:ns7="http://schemas.openxmlformats.org/drawingml/2006/main" w="12700">
                <ns7:solidFill>
                  <ns7:srgbClr val="7954A3"/>
                </ns7:solidFill>
              </ns7:ln>
            </c:spPr>
          </c:marker>
          <c:dPt>
            <c:idx val="0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1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2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3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4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5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6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xVal>
            <c:numRef>
              <c:f>'Chart Data'!$G$2:$G$8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5</c:v>
                </c:pt>
                <c:pt idx="3">
                  <c:v>10</c:v>
                </c:pt>
                <c:pt idx="4">
                  <c:v>20</c:v>
                </c:pt>
                <c:pt idx="5">
                  <c:v>30</c:v>
                </c:pt>
                <c:pt idx="6">
                  <c:v>60</c:v>
                </c:pt>
              </c:numCache>
            </c:numRef>
          </c:xVal>
          <c:yVal>
            <c:numRef>
              <c:f>'Chart Data'!$H$2:$H$8</c:f>
              <c:numCache>
                <c:formatCode>General</c:formatCode>
                <c:ptCount val="7"/>
                <c:pt idx="0">
                  <c:v>120</c:v>
                </c:pt>
                <c:pt idx="1">
                  <c:v>121</c:v>
                </c:pt>
                <c:pt idx="2">
                  <c:v>125</c:v>
                </c:pt>
                <c:pt idx="3">
                  <c:v>130</c:v>
                </c:pt>
                <c:pt idx="4">
                  <c:v>140</c:v>
                </c:pt>
                <c:pt idx="5">
                  <c:v>150</c:v>
                </c:pt>
                <c:pt idx="6">
                  <c:v>302</c:v>
                </c:pt>
              </c:numCache>
            </c:numRef>
          </c:yVal>
          <c:smooth val="0"/>
        </c:ser>
        <c:ser>
          <c:idx val="4"/>
          <c:order val="4"/>
          <c:tx>
            <c:v>Service window</c:v>
          </c:tx>
          <c:spPr>
            <a:ln xmlns:a="http://schemas.openxmlformats.org/drawingml/2006/main" w="11430">
              <a:solidFill>
                <a:srgbClr val="B89898"/>
              </a:solidFill>
              <a:prstDash val="dash"/>
            </a:ln>
          </c:spPr>
          <c:marker>
            <c:symbol val="none"/>
            <c:size val="2"/>
            <c:spPr>
              <ns8:solidFill xmlns:ns8="http://schemas.openxmlformats.org/drawingml/2006/main">
                <ns8:srgbClr val="B89898"/>
              </ns8:solidFill>
              <ns9:ln xmlns:ns9="http://schemas.openxmlformats.org/drawingml/2006/main" w="12700">
                <ns9:solidFill>
                  <ns9:srgbClr val="B89898"/>
                </ns9:solidFill>
              </ns9:ln>
            </c:spPr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0</c:v>
                </c:pt>
                <c:pt idx="1">
                  <c:v>60</c:v>
                </c:pt>
              </c:numCache>
            </c:numRef>
          </c:xVal>
          <c:yVal>
            <c:numRef>
              <c:f>'Chart Data'!$J$2:$J$3</c:f>
              <c:numCache>
                <c:formatCode>General</c:formatCode>
                <c:ptCount val="2"/>
                <c:pt idx="0">
                  <c:v>180</c:v>
                </c:pt>
                <c:pt idx="1">
                  <c:v>180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40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1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latin typeface="Arial"/>
                    <a:ea typeface="Arial"/>
                    <a:cs typeface="Arial"/>
                  </a:rPr>
                  <a:t>Completion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100"/>
      </c:valAx>
      <c:valAx>
        <c:axId val="48650112"/>
        <c:scaling>
          <c:orientation val="minMax"/>
          <c:max val="6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latin typeface="Arial"/>
                    <a:ea typeface="Arial"/>
                    <a:cs typeface="Arial"/>
                  </a:rPr>
                  <a:t>Wait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20252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factor"/>
          <c:yMode val="factor"/>
          <c:wMode val="factor"/>
          <c:hMode val="factor"/>
          <c:x val="0.26"/>
          <c:y val="0.055"/>
          <c:w val="0.72"/>
          <c:h val="0.73"/>
        </c:manualLayout>
      </c:layout>
      <c:scatterChart>
        <c:scatterStyle val="lineMarker"/>
        <c:varyColors val="0"/>
        <c:ser>
          <c:idx val="0"/>
          <c:order val="0"/>
          <c:tx>
            <c:v>B4b</c:v>
          </c:tx>
          <c:spPr>
            <a:solidFill xmlns:a="http://schemas.openxmlformats.org/drawingml/2006/main">
              <a:srgbClr val="7954A3"/>
            </a:solidFill>
            <a:ln xmlns:a="http://schemas.openxmlformats.org/drawingml/2006/main" w="22860">
              <a:solidFill>
                <a:srgbClr val="7954A3"/>
              </a:solidFill>
            </a:ln>
          </c:spPr>
          <c:marker>
            <c:symbol val="diamond"/>
            <c:size val="8"/>
            <c:spPr>
              <ns0:solidFill xmlns:ns0="http://schemas.openxmlformats.org/drawingml/2006/main">
                <ns0:srgbClr val="7954A3"/>
              </ns0:solidFill>
              <ns1:ln xmlns:ns1="http://schemas.openxmlformats.org/drawingml/2006/main" w="12700">
                <ns1:solidFill>
                  <ns1:srgbClr val="7954A3"/>
                </ns1:solidFill>
              </ns1:ln>
            </c:spPr>
          </c:marker>
          <c:xVal>
            <c:numRef>
              <c:f>'Chart Data'!$A$2:$A$6</c:f>
              <c:numCache>
                <c:formatCode>General</c:formatCode>
                <c:ptCount val="5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50</c:v>
                </c:pt>
              </c:numCache>
            </c:numRef>
          </c:xVal>
          <c:yVal>
            <c:numRef>
              <c:f>'Chart Data'!$B$2:$B$6</c:f>
              <c:numCache>
                <c:formatCode>General</c:formatCode>
                <c:ptCount val="5"/>
                <c:pt idx="0">
                  <c:v>3.98212195</c:v>
                </c:pt>
                <c:pt idx="1">
                  <c:v>5.920625</c:v>
                </c:pt>
                <c:pt idx="2">
                  <c:v>9.588725</c:v>
                </c:pt>
                <c:pt idx="3">
                  <c:v>13.256675</c:v>
                </c:pt>
                <c:pt idx="4">
                  <c:v>20.593475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4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1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latin typeface="Arial"/>
                    <a:ea typeface="Arial"/>
                    <a:cs typeface="Arial"/>
                  </a:rPr>
                  <a:t>Tokens / call (×10³)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6"/>
      </c:valAx>
      <c:valAx>
        <c:axId val="48650112"/>
        <c:scaling>
          <c:orientation val="minMax"/>
          <c:max val="5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latin typeface="Arial"/>
                    <a:ea typeface="Arial"/>
                    <a:cs typeface="Arial"/>
                  </a:rPr>
                  <a:t>Aircraft records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20252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794BFB36-9875-4918-9C8F-BC3E9D91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267991-FC48-48F1-B220-5589033D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9550"/>
            <a:ext cx="3305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Completion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524C1A-B5D5-4B18-A24F-D5125E7A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191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7A"/>
                </a:solidFill>
                <a:latin typeface="Arial"/>
                <a:ea typeface="Arial"/>
                <a:cs typeface="Arial"/>
              </a:rPr>
              <a:t>Mean and 95% interval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77669C-A152-4E51-A8E1-1CF7A134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981700"/>
            <a:ext cx="2714625" cy="95"/>
          </a:xfrm>
          <a:custGeom xmlns:a="http://schemas.openxmlformats.org/drawingml/2006/main">
            <a:pathLst>
              <a:path w="2714625" h="95">
                <a:moveTo>
                  <a:pt x="0" y="0"/>
                </a:moveTo>
                <a:lnTo>
                  <a:pt x="2714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4C2FFB-41CB-42E3-9119-2337586B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492680-238A-4155-B539-E3BCCFC0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1E35F4-4DF0-41EC-990B-A43EACAD8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E2837D-9207-403A-A67F-4437BCD1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0E41FE-679E-4073-9449-D1618AAD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280BF2-C93B-4CA0-B694-FE7CC0634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D6F43E-8E85-45EF-BA78-2576FFD7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A64889-4F98-4A95-A1A9-7B92C8A7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360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83260C-E25A-4086-A2E0-E9E18F0D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448425"/>
            <a:ext cx="3095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Time (s)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19B663-79BF-4110-A1C7-690786A9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000125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B3BC5F-8FF7-4A7D-B751-DB99807E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3620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BA283B-8C1D-4E7D-9E9C-8C090D28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9074" y="15049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024955-74F1-47FD-87B1-72FCE1B22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9074" y="14573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F0EF90-9255-4705-8416-B051D5E6F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9074" y="14573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2CA8C3-06E1-4F7F-B6F5-7A0357032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1924" y="1447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3BE29A-ED5F-4D26-8E8B-C25F0659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668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7CA1F6-8913-4B55-9490-040B8BFB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3876" y="1809750"/>
            <a:ext cx="24836" cy="95"/>
          </a:xfrm>
          <a:custGeom xmlns:a="http://schemas.openxmlformats.org/drawingml/2006/main">
            <a:pathLst>
              <a:path w="24836" h="95">
                <a:moveTo>
                  <a:pt x="0" y="0"/>
                </a:moveTo>
                <a:lnTo>
                  <a:pt x="248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EC6C16-1B85-41A0-9FAC-010509DCB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3876" y="17621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EA99EA-0BC3-48A0-AE2F-B71BC3D7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8712" y="17621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083366-14C4-48C4-A2C1-D39A59CC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9144" y="17526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8B18E6-E195-41B3-8501-6B4B2ECBB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9716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FB5764-8D12-4D83-AD80-58671E389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910" y="2114550"/>
            <a:ext cx="6325" cy="95"/>
          </a:xfrm>
          <a:custGeom xmlns:a="http://schemas.openxmlformats.org/drawingml/2006/main">
            <a:pathLst>
              <a:path w="6325" h="95">
                <a:moveTo>
                  <a:pt x="0" y="0"/>
                </a:moveTo>
                <a:lnTo>
                  <a:pt x="6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C5C37C-9F4C-4802-94F4-E06B1FFD0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910" y="2066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1E90B7-AABA-4C99-84A5-5ABD847FF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34" y="2066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F49CCF-380D-404D-B9D7-D230E165E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9922" y="2057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2E382A-75CA-4929-A303-155C5183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2764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DED8C0-62D1-481B-8D02-27EB20EE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3999" y="2419350"/>
            <a:ext cx="11316" cy="95"/>
          </a:xfrm>
          <a:custGeom xmlns:a="http://schemas.openxmlformats.org/drawingml/2006/main">
            <a:pathLst>
              <a:path w="11316" h="95">
                <a:moveTo>
                  <a:pt x="0" y="0"/>
                </a:moveTo>
                <a:lnTo>
                  <a:pt x="1131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26262F-15F4-48A0-8D98-31D61D4AC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3999" y="23717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CAE5A4-D571-407C-8BB2-9C4D06268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315" y="23717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6CD4D10-D88C-4394-8540-BCB24EE0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2507" y="2362200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8F75DBC-738B-4477-8280-BC98CB68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647950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B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755C202-3D7C-4BFE-8164-FC47E9F58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533650"/>
            <a:ext cx="3552825" cy="95"/>
          </a:xfrm>
          <a:custGeom xmlns:a="http://schemas.openxmlformats.org/drawingml/2006/main">
            <a:pathLst>
              <a:path w="3552825" h="95">
                <a:moveTo>
                  <a:pt x="0" y="0"/>
                </a:moveTo>
                <a:lnTo>
                  <a:pt x="3552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1E5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3A34615-7160-4360-AA99-703D2FF3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0099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0564ECD-DF19-4637-A608-CDA1781E9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21" y="315277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8537C3B-C3A5-4EE2-AEA8-5536D1DD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21" y="31051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34A7E88-5399-4721-B9F0-DBF3229EF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21" y="31051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6A1A154-878D-4947-ABFB-AFC41BE4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7471" y="3095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3EA28AD-BC7E-4479-B685-7E5417C84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3147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9797A7A-1986-4226-839A-65EE9113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89" y="3457575"/>
            <a:ext cx="18298" cy="95"/>
          </a:xfrm>
          <a:custGeom xmlns:a="http://schemas.openxmlformats.org/drawingml/2006/main">
            <a:pathLst>
              <a:path w="18298" h="95">
                <a:moveTo>
                  <a:pt x="0" y="0"/>
                </a:moveTo>
                <a:lnTo>
                  <a:pt x="182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98C9C0F-0D97-4E05-86A6-AB80AAD19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89" y="34099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B37CE0C-3020-409C-9A8E-FE23AD94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787" y="34099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315E344-6A7B-43CC-AF3D-EECC4194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488" y="34004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9B1F0AC-AAFD-416E-8867-51FBE680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6195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64CC016-AC8F-4C5C-827B-99F03E8C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89" y="3762375"/>
            <a:ext cx="18298" cy="95"/>
          </a:xfrm>
          <a:custGeom xmlns:a="http://schemas.openxmlformats.org/drawingml/2006/main">
            <a:pathLst>
              <a:path w="18298" h="95">
                <a:moveTo>
                  <a:pt x="0" y="0"/>
                </a:moveTo>
                <a:lnTo>
                  <a:pt x="182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623A007-1A08-4C5C-8135-FCF831C4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89" y="37147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63F959C-3E89-4B90-B867-5116A6BF3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787" y="37147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479CB70-2E6D-4EFC-87BF-A3AB9BE9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488" y="3705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138B6BA-7146-4882-A319-FDFED5BD5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9243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4AFDF60-FD11-44B4-83C1-CC6ABAAB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558" y="4067175"/>
            <a:ext cx="31211" cy="95"/>
          </a:xfrm>
          <a:custGeom xmlns:a="http://schemas.openxmlformats.org/drawingml/2006/main">
            <a:pathLst>
              <a:path w="31211" h="95">
                <a:moveTo>
                  <a:pt x="0" y="0"/>
                </a:moveTo>
                <a:lnTo>
                  <a:pt x="312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04CCF7A-13DC-4D4D-B093-A86296E1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558" y="40195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0383F68-D26C-4602-B9D9-03A17CD3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769" y="40195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C68CB09-4593-4024-A1E9-00B82F70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013" y="4010025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78392F1-4734-4473-B8F4-D9A93B78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95775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C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89EA08A-C797-4534-8112-BE5A12659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181475"/>
            <a:ext cx="3552825" cy="95"/>
          </a:xfrm>
          <a:custGeom xmlns:a="http://schemas.openxmlformats.org/drawingml/2006/main">
            <a:pathLst>
              <a:path w="3552825" h="95">
                <a:moveTo>
                  <a:pt x="0" y="0"/>
                </a:moveTo>
                <a:lnTo>
                  <a:pt x="3552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1E5E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2DEBD98-8DC4-4142-88A6-767FA024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6577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CDE0A66-17CF-4147-98C5-A4A7879F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4599" y="48006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40F8A58-B4C1-44A2-B9D6-D38869AC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4599" y="4752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4400136-92C3-4AD1-A42D-73AD1D4F9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4599" y="4752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4169522-4E23-49F7-800F-B0BE60357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7449" y="4743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39FE928-62D5-4CA4-B949-906175A27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9625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427576F-8633-4721-B3EE-358BF774D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532" y="5105400"/>
            <a:ext cx="44633" cy="95"/>
          </a:xfrm>
          <a:custGeom xmlns:a="http://schemas.openxmlformats.org/drawingml/2006/main">
            <a:pathLst>
              <a:path w="44633" h="95">
                <a:moveTo>
                  <a:pt x="0" y="0"/>
                </a:moveTo>
                <a:lnTo>
                  <a:pt x="446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CF966E2-1ED2-4EBA-B78A-CE32E881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532" y="50577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A8E3E21-5557-48C2-9346-663450A8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5165" y="50577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5EE0897-4978-484B-AC79-A19B1E90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5699" y="50482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1E8A851-14F0-4970-BA92-C4D6C28F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2673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542346C-7018-4008-AE7F-A011F2B5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532" y="5410200"/>
            <a:ext cx="44633" cy="95"/>
          </a:xfrm>
          <a:custGeom xmlns:a="http://schemas.openxmlformats.org/drawingml/2006/main">
            <a:pathLst>
              <a:path w="44633" h="95">
                <a:moveTo>
                  <a:pt x="0" y="0"/>
                </a:moveTo>
                <a:lnTo>
                  <a:pt x="446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CCEBBAB-F7CB-480C-B562-205681F39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532" y="53625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8663685-008F-42C1-BACE-ABB1932D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5165" y="53625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85E9EBD-CB13-4676-97FF-B8FE8C40E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5699" y="5353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DB50363-7E37-4371-B6C6-1B2A7818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5721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D50D6F6-A968-496B-A547-5797D37A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541" y="5715000"/>
            <a:ext cx="46271" cy="95"/>
          </a:xfrm>
          <a:custGeom xmlns:a="http://schemas.openxmlformats.org/drawingml/2006/main">
            <a:pathLst>
              <a:path w="46271" h="95">
                <a:moveTo>
                  <a:pt x="0" y="0"/>
                </a:moveTo>
                <a:lnTo>
                  <a:pt x="4627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AB9E9B2-D57D-457D-967D-649E0D8B0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541" y="56673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147B479-B432-46C8-B928-414286CE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8812" y="56673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9075240-9908-4253-9A31-4563782C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8526" y="5657850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D84C9D6-6BD3-40AA-8CB4-533A0736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19C11B6-62A2-4BDD-A09F-B6C9F7E28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"/>
            <a:ext cx="3305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Missed deadlines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38C06BB-826B-4041-96EC-5B8DECA8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6191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7A"/>
                </a:solidFill>
                <a:latin typeface="Arial"/>
                <a:ea typeface="Arial"/>
                <a:cs typeface="Arial"/>
              </a:rPr>
              <a:t>Mean and 95% interval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65CF335-9309-4998-B7F5-DF8A0995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981700"/>
            <a:ext cx="2714625" cy="95"/>
          </a:xfrm>
          <a:custGeom xmlns:a="http://schemas.openxmlformats.org/drawingml/2006/main">
            <a:pathLst>
              <a:path w="2714625" h="95">
                <a:moveTo>
                  <a:pt x="0" y="0"/>
                </a:moveTo>
                <a:lnTo>
                  <a:pt x="2714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654011A-6070-46C0-A83F-BE2B4C7F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6DD6E4E-61A8-46BC-8DDA-D4D48767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3ABCD52-5164-43FE-86CB-BEC8D50F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531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2CAC83F-3C80-4740-8457-D166FCAD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056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D38BF70-1923-44F4-81AE-5EAB4D21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188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4FD344D-2924-46F1-94CD-ECAA1239F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1713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C6FA077-2898-4C37-AFF0-51999908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844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AD5E399-AF09-4866-B6F5-7476AEF98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0369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78CC75E-C4BF-45EF-B987-5084242F4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1EE9A01-E5C5-4F8B-ADDF-AE7C33FD2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B8A089F-1516-400B-974D-29396C14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6448425"/>
            <a:ext cx="3095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Runs (%)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DB5D7E0-BFB8-419D-9841-587C5776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000125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A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18A6160-947E-403D-98F0-94CE82DF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3620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02D8A02-0ABB-46FE-BDE2-572A25A4A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049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B84ECEB-9466-4ED0-897C-BCC7815A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573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BB7D6CE-0389-4315-B925-D9831B7A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573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8316D39-9BEE-4978-A0F7-740A0628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447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36B48BE-22F0-480D-B453-0F65C8732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6668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369858C-6ABE-44FB-93AE-51F132EF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531" y="18097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5B91D86-D749-4935-914D-BF0CF057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531" y="17621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DA2ADCE-85DC-4B8D-9E49-1BB034B31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531" y="17621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DE14256-9706-4258-8534-8E138D21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7381" y="17526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A0C00C3-7E03-4AAF-80F1-B2E7182B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9716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A630D3C-566E-4732-BCE0-F284BF62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313" y="21145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6E9989A-BA3E-4D40-A99C-A35AB93E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313" y="2066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94CCDEE-C948-498B-9729-7D618ADD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313" y="2066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4D10146-7370-47A1-B040-010211A7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1163" y="2057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7AD57946-F298-4EF4-BA78-537976AC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2764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D2EB314-C2E1-41EE-9256-8946C6E2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313" y="24193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1D5913F-9B27-491A-9CA8-4634A0F2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313" y="23717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6CCBB8B5-AD08-49E2-9269-29B7DCAF1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313" y="23717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A11B5B72-C888-413A-9003-8FBBE1C85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1163" y="2362200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17A16E28-1CDE-4DF9-9EAA-253F2039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647950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B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4F2B2868-4F0A-4AA8-8BFA-3B8DA5A0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533650"/>
            <a:ext cx="3552825" cy="95"/>
          </a:xfrm>
          <a:custGeom xmlns:a="http://schemas.openxmlformats.org/drawingml/2006/main">
            <a:pathLst>
              <a:path w="3552825" h="95">
                <a:moveTo>
                  <a:pt x="0" y="0"/>
                </a:moveTo>
                <a:lnTo>
                  <a:pt x="3552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1E5E8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8E9876F4-412F-4109-A536-7D6180F6A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0099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2D0B45A-15E3-44D2-9A9E-57334466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188" y="315277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24BBBF8D-5DF9-496E-A785-9025471A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188" y="31051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208BBC1-5F3B-4F30-865F-3D4D09F9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188" y="31051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3109886-7F8C-4F45-A740-5C15101B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6038" y="3095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65647C1-22CF-4144-8ACE-A55D6719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3147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D46DD49B-CE5A-4A26-80C3-31CB1C8E6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45757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B9132F8E-9696-4AAB-B51F-B3188C93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4099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C50C01E1-9A7A-4003-A0E7-8D87DA848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4099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A33FF470-9D9B-4FF8-A101-191CEA31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4004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3835AA2-5BBE-42D5-B29A-BD88B14A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6195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7E7962CC-EB85-43AF-BC86-085529DD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76237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0CB52941-7FE4-40C0-B4BA-8B7B3169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7147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D1EFB8FF-E2C1-495B-8A2B-75AD716C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7147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1E660F33-F844-4A71-9332-E579A4F2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705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2A34B97C-F09D-4B9D-A9B5-5AB79D5C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9243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1F3FDD76-964F-4D0C-8AB2-DFC9E67E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06717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58F96A80-C1FD-4A07-96D6-A41D592D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0195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37B7D65A-76F1-454C-B528-03AD0017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0195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C310EF44-6531-4471-8BC8-4D2FCC94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4010025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A980703D-D8DA-4AD6-82D8-CE47D225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295775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C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2763BC20-2994-47B3-9F0B-761F1CF6E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181475"/>
            <a:ext cx="3552825" cy="95"/>
          </a:xfrm>
          <a:custGeom xmlns:a="http://schemas.openxmlformats.org/drawingml/2006/main">
            <a:pathLst>
              <a:path w="3552825" h="95">
                <a:moveTo>
                  <a:pt x="0" y="0"/>
                </a:moveTo>
                <a:lnTo>
                  <a:pt x="3552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1E5E8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508345DC-40B7-4D4E-9A4C-D744D095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6577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BD10B284-885E-4EFD-92D4-57CC7E015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8063" y="48006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9C77AE2E-B80F-4A47-B8F7-1444FB44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8063" y="4752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062A85EB-8D6D-4E1D-9920-125AB448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8063" y="4752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CED7EDD4-9145-4F93-B0C5-6AFEA2CC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913" y="4743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7BFDED54-F606-4488-9418-1E18A4613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9625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708D7064-ECAA-41DE-A7A7-A6967907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693" y="5105400"/>
            <a:ext cx="319288" cy="95"/>
          </a:xfrm>
          <a:custGeom xmlns:a="http://schemas.openxmlformats.org/drawingml/2006/main">
            <a:pathLst>
              <a:path w="319288" h="95">
                <a:moveTo>
                  <a:pt x="0" y="0"/>
                </a:moveTo>
                <a:lnTo>
                  <a:pt x="3192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A17A5BA0-05B0-414B-BCEC-9A5C9E30B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693" y="50577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A69DF730-02BF-4D0C-B6B1-3058FCFF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6982" y="50577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ABC4841D-57D9-46D5-9B65-7ADBB49B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0188" y="50482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4EB3B27A-11FA-49A4-9176-0B1ED6548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2673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C90AFB42-E03D-4454-B7F3-23A26DD2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693" y="5410200"/>
            <a:ext cx="319288" cy="95"/>
          </a:xfrm>
          <a:custGeom xmlns:a="http://schemas.openxmlformats.org/drawingml/2006/main">
            <a:pathLst>
              <a:path w="319288" h="95">
                <a:moveTo>
                  <a:pt x="0" y="0"/>
                </a:moveTo>
                <a:lnTo>
                  <a:pt x="3192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7349366B-D536-421A-9A42-E371CC228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693" y="53625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89C39CB2-D09D-41B6-8909-67804F63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6982" y="53625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9ACCA61D-7DBF-4D21-8B9F-6B87E1CB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0188" y="5353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56AEA707-79A8-40BB-A32E-109226F4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5721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DD0409AB-5C23-4281-9526-079515BE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693" y="5715000"/>
            <a:ext cx="319288" cy="95"/>
          </a:xfrm>
          <a:custGeom xmlns:a="http://schemas.openxmlformats.org/drawingml/2006/main">
            <a:pathLst>
              <a:path w="319288" h="95">
                <a:moveTo>
                  <a:pt x="0" y="0"/>
                </a:moveTo>
                <a:lnTo>
                  <a:pt x="3192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3D888563-915C-4F9E-AF4B-7563D317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693" y="56673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4067C3FD-C82B-4A68-9243-5E905C1CB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6982" y="56673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63EF088A-B0B6-4736-BB5B-B51947E5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0188" y="5657850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653DB803-D8D7-4310-8BA3-C7D9B94A3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5BB1B787-6684-423B-B635-7F5124AF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09550"/>
            <a:ext cx="3305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Incumbent damage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F47412A1-39BD-4198-AB4C-8DC8E70D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191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7A"/>
                </a:solidFill>
                <a:latin typeface="Arial"/>
                <a:ea typeface="Arial"/>
                <a:cs typeface="Arial"/>
              </a:rPr>
              <a:t>Mean and 95% interval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2F4E7784-6C98-41C7-8807-7F80EA988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981700"/>
            <a:ext cx="2714625" cy="95"/>
          </a:xfrm>
          <a:custGeom xmlns:a="http://schemas.openxmlformats.org/drawingml/2006/main">
            <a:pathLst>
              <a:path w="2714625" h="95">
                <a:moveTo>
                  <a:pt x="0" y="0"/>
                </a:moveTo>
                <a:lnTo>
                  <a:pt x="2714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6728D3E8-3F2F-4BA9-AAB1-20B1DAE22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F2918B19-6B65-41AA-9DDA-A0BF2AA8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8FC14856-1122-41F7-84CD-1E1844258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4F66B973-EAC9-47E4-A052-290AC4A3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0.2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ABDA7D62-253C-4B89-A999-76872BEB2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D87C3106-2FE8-464A-B199-0AF86643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0.4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F8CB85D6-E18E-47D0-960F-5006016F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25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CFF4DE16-7898-4F37-9D7E-335E0A33C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0.6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D0E5F3CF-F0C0-46F8-A41F-A24E3B8F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6448425"/>
            <a:ext cx="3095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Damaged services / run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99A9803E-9DF7-4778-9E52-8ACFC4F4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000125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A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3823AE70-4504-4676-8FB5-36E9BF910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3620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356B73F4-A8AE-4DFB-8067-3A29BDF04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5049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94CE6FE8-B907-497B-AF1E-997FE495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4573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844A494B-336C-454E-AD28-5CFE82CC7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4573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CF699BEE-56F3-4E48-8073-6A0BFCE3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447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EB1F0664-BD47-4B81-AED8-B46C638B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668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4A3D4316-7171-4BE6-8C8D-28F951BEC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18097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89994774-CE56-4631-B99F-E8367409B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17621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FB92161C-167E-45A8-82EF-76285E88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17621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0C771DF8-AA7C-45FE-90E4-AF3C213D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2838" y="17526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70961E8E-6FF1-4DFE-9FBE-63CC5354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716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139BD585-35DB-46E3-813F-A42BB244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59" y="2114550"/>
            <a:ext cx="165926" cy="95"/>
          </a:xfrm>
          <a:custGeom xmlns:a="http://schemas.openxmlformats.org/drawingml/2006/main">
            <a:pathLst>
              <a:path w="165926" h="95">
                <a:moveTo>
                  <a:pt x="0" y="0"/>
                </a:moveTo>
                <a:lnTo>
                  <a:pt x="1659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72FD08C6-D3AF-4890-9F9B-7BA8D109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59" y="2066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FB65CF25-E929-48FA-BAF0-6A1DF2A9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4685" y="2066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F1B22F43-CA75-4FB2-B879-5977FC4C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4572" y="2057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D365DF4E-FAF2-41C4-9369-43A1D72B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764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661610D6-5375-4F90-9E1A-9917AD1A2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359" y="2419350"/>
            <a:ext cx="177382" cy="95"/>
          </a:xfrm>
          <a:custGeom xmlns:a="http://schemas.openxmlformats.org/drawingml/2006/main">
            <a:pathLst>
              <a:path w="177382" h="95">
                <a:moveTo>
                  <a:pt x="0" y="0"/>
                </a:moveTo>
                <a:lnTo>
                  <a:pt x="17738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69A8F102-FDB0-4AB6-AB66-505D76A2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359" y="23717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977DDCC8-A46F-4B7C-AEDB-6E25DBA5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9741" y="23717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A92499CC-B786-466D-A43D-7EF300745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3900" y="2362200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1F55C581-5EB5-4ADD-A9CE-4D5FB4A5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B</a:t>
            </a:r>
          </a:p>
        </p:txBody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723D5FE9-35BE-4777-A069-7638A127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33650"/>
            <a:ext cx="3552825" cy="95"/>
          </a:xfrm>
          <a:custGeom xmlns:a="http://schemas.openxmlformats.org/drawingml/2006/main">
            <a:pathLst>
              <a:path w="3552825" h="95">
                <a:moveTo>
                  <a:pt x="0" y="0"/>
                </a:moveTo>
                <a:lnTo>
                  <a:pt x="3552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1E5E8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245737F5-12C4-4BA1-BA3B-DC8C797D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99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396E10AB-EC19-4ECA-9F4A-A5E21D44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5277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574F32E8-7FC1-41E4-B582-76769EA4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051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AB931F6C-49CC-428F-9DF5-511928DB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051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29B8F974-8899-4F8E-9C67-F4772AA6A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95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A3AF027E-FE7E-458C-B71F-C6806E75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147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E7E7F94E-A4DD-46BC-9BF0-63F83A4B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345757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97045F09-62CE-4E40-B996-26BBC00F9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34099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3C811E61-0D5D-4C69-8B53-9DA295FF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34099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B3C65021-80BA-4E0B-B490-D5BAC77DF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2838" y="34004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6A3307F3-C355-489B-BB4C-6E5CD345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195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C0C438EF-8C36-4035-806D-A0B3FFE8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376237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2BF3A0B5-5DAD-4350-9E79-B81EF6CCE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37147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999C85A9-6201-4E2D-84AA-9F856B0F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37147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4A928BBF-0BEE-4764-AEB2-A161ACB9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2838" y="3705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698547A7-280B-4882-B9EA-B8702851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243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E661F5B1-8451-4B25-8CFD-EAF4D3A6B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789" y="4067175"/>
            <a:ext cx="129288" cy="95"/>
          </a:xfrm>
          <a:custGeom xmlns:a="http://schemas.openxmlformats.org/drawingml/2006/main">
            <a:pathLst>
              <a:path w="129288" h="95">
                <a:moveTo>
                  <a:pt x="0" y="0"/>
                </a:moveTo>
                <a:lnTo>
                  <a:pt x="1292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AADB6A64-F0ED-4167-BDD5-E2A711581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789" y="40195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39B7D325-CFBB-4F7E-AA53-D4ED30BB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077" y="40195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7B22A198-0A85-460C-A77D-C0F36D864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6283" y="4010025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B436F07E-1C54-4C0E-86E4-C6A91EA2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95775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C</a:t>
            </a:r>
          </a:p>
        </p:txBody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7B138B65-6755-48F3-804B-FCEAC1F7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81475"/>
            <a:ext cx="3552825" cy="95"/>
          </a:xfrm>
          <a:custGeom xmlns:a="http://schemas.openxmlformats.org/drawingml/2006/main">
            <a:pathLst>
              <a:path w="3552825" h="95">
                <a:moveTo>
                  <a:pt x="0" y="0"/>
                </a:moveTo>
                <a:lnTo>
                  <a:pt x="3552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1E5E8"/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D87628D9-81CF-48E0-B72E-44A4C6DE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577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71FDAF15-CFBA-4925-B0E5-F19A1C21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8006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9F16FCE0-DFC0-4A0F-9EF3-0CDA107B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752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1D9CD186-036E-4821-9C10-CA5E71C3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752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296E3EFA-DF25-41EA-97BC-4C8B741F9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743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418C3E41-CE80-4AE8-9F68-A5AFF983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9625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B5791F3B-0ED2-4991-8169-55ED3443F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1054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D863461A-F47E-4A8A-B1D7-D7F3E869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0577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96BE6957-A7E1-4E7C-A758-2F26D7B8F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0577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7A509395-A1E5-442C-89FB-F2542BD4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2838" y="50482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6AB34F87-0BAE-4B58-8B51-C3C02F2A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2673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9440BC34-2C52-45DE-BA8E-A350A72C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4102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BB2C61C8-9AE4-4EB5-B8D7-D2C7EAE6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3625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3DAABA71-F302-4EC7-BEAE-69E1A637A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3625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2DFF0C1D-E076-47A4-93B1-2A44E431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2838" y="5353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078295EF-8407-4DCD-9C08-98A1FEBD9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5721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E25DAC09-8895-4A28-86E4-E9E6D18C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7150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0DB1E15A-47B5-43C3-A0EC-9308B103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6673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4DB96C61-58CA-48DD-84F1-8ECADD8F0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6673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8A2C2BF8-381B-42AF-AF65-282A8D83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2838" y="5657850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</p:spTree>
    <p:extLst>
      <p:ext uri="{BB962C8B-B14F-4D97-AF65-F5344CB8AC3E}">
        <p14:creationId xmlns:p14="http://schemas.microsoft.com/office/powerpoint/2010/main" val="457864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076A378C-1903-4FC6-BA7A-A6071A75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6572250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CFF676-560F-479E-B99F-399654E38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64770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Preemptive 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55F58F-CBED-4F5A-9C3D-FC95D2724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65722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F70870-50E7-460F-9B27-AFE72864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647700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Other air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F32C69-45E6-4919-9464-4764FC25D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33D857-11E9-4528-9F1A-177CBDFB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9550"/>
            <a:ext cx="3305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FAF516-9461-40A9-A10B-A1E9D0230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48025"/>
            <a:ext cx="2943225" cy="95"/>
          </a:xfrm>
          <a:custGeom xmlns:a="http://schemas.openxmlformats.org/drawingml/2006/main">
            <a:pathLst>
              <a:path w="2943225" h="95">
                <a:moveTo>
                  <a:pt x="0" y="0"/>
                </a:moveTo>
                <a:lnTo>
                  <a:pt x="2943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98ABF8-872B-4043-BAEF-7B6B7166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B58DF6-F3DA-4D40-B26B-2839E0AF7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-100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698FBC-4658-4C19-83AA-826A81802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2E7042-148D-45EB-987F-7AD2AFCF1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803562-4C9C-467E-99FD-35FDD2F8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38985F-46F7-48B3-9BB5-2C8D9BD5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8860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4DDA9E-F552-484E-B5E3-0765639DB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ACAD5F-6E23-4C77-9C12-8E1180107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BDA814-A6EA-498F-AEE8-0354428E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2975"/>
            <a:ext cx="95" cy="2305050"/>
          </a:xfrm>
          <a:custGeom xmlns:a="http://schemas.openxmlformats.org/drawingml/2006/main">
            <a:pathLst>
              <a:path w="9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2FE8A5-F203-4783-AACC-2BC32C962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41251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718725-D8DC-4D82-9E95-355D9E9B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707901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B248C7-4B65-409F-AF96-B63BEA919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63296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CCDA18-BE52-444E-BCAF-FA34A9B4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029946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6EEFF5-A71D-4DD9-A9EA-2D419EF8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85340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BD9FC0-D161-40C4-88F6-0B6D6D33D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35199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EEE566-5748-46E1-A1E9-3CA71DD1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41251"/>
            <a:ext cx="2943225" cy="4067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EE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19CD86-74E9-4057-902F-0A9EFE6C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41251"/>
            <a:ext cx="2943225" cy="95"/>
          </a:xfrm>
          <a:custGeom xmlns:a="http://schemas.openxmlformats.org/drawingml/2006/main">
            <a:pathLst>
              <a:path w="2943225" h="95">
                <a:moveTo>
                  <a:pt x="0" y="0"/>
                </a:moveTo>
                <a:lnTo>
                  <a:pt x="2943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89898"/>
            </a:solidFill>
            <a:prstDash val="dash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0A65AE-BECD-46C6-99FB-DC18B95B0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" y="942975"/>
            <a:ext cx="95" cy="2305050"/>
          </a:xfrm>
          <a:custGeom xmlns:a="http://schemas.openxmlformats.org/drawingml/2006/main">
            <a:pathLst>
              <a:path w="9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ACB5BC"/>
            </a:solidFill>
            <a:prstDash val="dash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9B5379-23A6-4BD3-9F65-BB81B08D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821" y="30275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AF7364-FFF0-4055-8F8E-04701544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602" y="30681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5889F5-F849-42C0-8683-9188F838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625" y="304047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93DC95-A9DE-4F26-A78F-D8863FAAD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079" y="301807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1C5BEB-450F-474F-B0A6-1FCBBCEA9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4668" y="298744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AD0305-5ED5-4035-8A9A-0CC59CD3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854" y="299184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53683-2EA5-43A6-A3F3-23E3FA073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812" y="294466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7B0EFA-3E17-4D8F-AEE7-42B954A1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153" y="298343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360BAB-A35B-4EAE-935D-2D7E57F93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478" y="310859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C9A0F99-3A43-4070-B0F7-952113343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983" y="309995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3592D0A-CD16-4C9C-B1B5-B413D669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589" y="297256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309764-B752-4FD0-A396-B943FCE9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212" y="310084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6836FAD-D484-4BC2-8782-C3E5E4B8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573" y="298986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EB7364F-333C-4F99-8F49-5DDF90C5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063" y="31136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295F401-F86F-49D8-9690-1F6B87D1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057" y="311368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F1B3116-2721-4905-826E-DBF3DA290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208" y="307781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C911CE6-BD74-4E5A-8D90-25361EE5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767" y="309674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5EBF5A9-8376-4856-A477-68165DFB7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671" y="30323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C6B4E00-1545-4D0F-BD5E-B3785904B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313" y="302010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3C78BCF-E212-45ED-913B-D9729652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255" y="294070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E2A5BC0-16AA-4858-9C89-C791383B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306" y="2318341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A0F7337-217A-4E9D-B17A-6E5ED519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821" y="221403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2818FC6-3B0F-4FC7-B5E1-E9DA8A414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602" y="225459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4B7C244-8795-499F-BD00-AB7C0FE7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625" y="222693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FBA1DB8-C15E-4A25-AE48-28DC94E6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079" y="220452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7C8F6B1-9AE0-4566-B354-36741E9C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4668" y="217390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E0FF7F7-B85B-424C-9E49-F7E51FF7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854" y="217829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70BC23E-322E-485B-A253-797441D4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812" y="213112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5573E14-A9B0-4488-AF92-6CE973AF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153" y="216988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B89E05A-8E2F-4AF0-90FE-7E814FAD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478" y="229505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477CC8D-6D10-4E2D-B13D-9C286F4B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983" y="228640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EEFE83D-3EFE-4853-B7BD-F33B9E12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589" y="215901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6C026FD-AE99-42DC-81B9-31279C25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212" y="228729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7C59028-70CD-435C-B036-721B2240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573" y="217631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A77F8D7-C7B6-43E0-9B18-CF00AF85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063" y="230013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5D5E6C5-1F87-4FFB-B9F7-B3DEFBB8E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057" y="230014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64F3F1A-799C-4C8F-964D-C62A6344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208" y="226426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9E2792A-DD9A-4E0D-B719-A04F0C2D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767" y="228320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93F7F76-92FA-4575-81EE-D71FD068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671" y="221881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6C4F5A0-8924-40B3-A4DB-F6114BBDC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313" y="220655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7C5B47F-82B1-43AA-8821-E626BF811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255" y="212715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35677F8-E8C3-455A-B381-1B9FEDA9F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306" y="1504794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7159EA2-364B-4B80-B03F-9E39B956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860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BDDBF70-ADB6-4102-937F-C74E7D46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642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901730F-EE5E-4D24-A7E8-133F1157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664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F53D4E7-7BE9-424A-B800-F469553A7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119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0BED7B9-A390-445D-A4AB-400D9A60F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708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E224B0F-2BB9-445B-9AE7-F9F7A79A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94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9507591-D4B2-4206-BCC2-4B22619E4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852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259242C-C3DC-4926-B4BA-8CC066456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193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3F8E439-D543-47B3-BEE6-B4A311B5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517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88CBADE-4013-4F1A-BF85-510476DA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022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413DF49-07F9-4FD3-B2F2-D62D44B26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629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7F1A164-4194-4061-BB40-E051AF32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251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2EE5A11-0A8A-47A3-9C03-BE4AE80B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613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D4FAAB5-E911-4715-8EE6-B21CDD8A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02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08C9820-0A17-46F7-BFEF-981B4DE9F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097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CE21D38-05DD-4B6D-8FCD-0FE4D6707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248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20114BE-9A02-44EA-9205-BF2EE4DE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807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5F68CF1-BDE3-49C5-82B2-ED63B6542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710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3BE3A0F-B29B-4A93-B0F9-19A17037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53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F1FDC1E-8034-417E-B490-F0C86A7CD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295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752BA3B-EBCE-40C9-A72E-16C077FD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346" y="2318341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B9305F8-9881-4137-85A3-0DC5F95B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860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92922A2-030C-4A53-BB1A-0916DE21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642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9BD5645-E0EF-4095-BFFA-5D96AFDC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664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B790B3D-7440-4BA2-B77B-73CEE5724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119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CCE61FDB-F8E9-47F3-B887-4FA8FC916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708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99A8F3E-C5CC-499C-8DE3-2EF80483C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94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ECFE9F9-C85F-47CA-BF3B-5CA3F11E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852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A232BF5-5749-4819-B4B7-E134767B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193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E7D5784-C8C1-4C80-A936-C4C3E458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517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F6CBA38-917E-43F4-9B34-BBB33DCA7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022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D109075-FE71-4A0F-A5B8-009283187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629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6A50EE4-748D-45D5-BF24-DF641B87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251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24B61FB-D108-48CF-98EB-CC1628E14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613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7493F08-4209-45C6-82E9-D84E46EA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02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88C12E6-3B50-4574-A909-404CE724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097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563B32A-F88F-4F7D-95DA-AFBED479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248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97B1DAE-3C50-47A0-9685-71C2A904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807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4D40C05-07CD-439A-BBC1-66168288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710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562F108-FFA9-41A1-8DB1-E3654757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53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A42552D-A995-40B7-B265-3E7B4ED3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295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C44471F-E7D3-4EE8-A906-3E67F7144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346" y="1504794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2F0CBFB0-D066-4695-B3F9-D411F0462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017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0649FD8E-B80B-4B92-BD66-FA178B5A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798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3E756CF9-43A7-4E0B-8D46-07AF71B9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821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BE79B2CB-638A-420E-AD3A-60B1F581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276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A67FD2CA-FDC8-44FE-8598-6BA3E218B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865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17E79574-C451-4B7B-BAF2-CBF41D6C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050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7CDC43A-4A27-4AB6-9FB0-250FFDF2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008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DBF6AED-9E95-4B19-9BF1-D2CB584D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349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23680CA-3622-437B-B829-42A2888E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674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5547A93B-A19C-4C32-B643-6E1A0E78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79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AFAFF949-684D-40D3-8F8F-968C95A81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785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C83640E5-12C7-4C4B-B5FE-C58E14CD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408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8CB991C2-09FB-43CE-8EAB-77E86BDC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769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AE4C66A2-638D-4BB6-9244-FFECB33C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259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2B49DB39-5CFF-444D-B152-7C8B0D0C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253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D9EBCB52-F7F8-472F-BBAD-CC174AC2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404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9D3DB924-82BA-4E71-BB87-17621C0FB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3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B4247CD3-3E3D-4885-8248-7004C88AF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867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CA549496-04B1-4648-998C-7AAAA9A6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510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BB274A59-A723-4F67-ADC6-C910670E7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452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022FD71A-5AC1-47F0-9A63-C172C255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502" y="2318341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B01ECD33-4889-4DA5-9523-85B83113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017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B5F75DE6-5A90-4BE4-8614-E5DEA399B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798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0F0F41F8-369F-4176-8693-277909F6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821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138C1F36-E61C-4B23-8B66-3C2DFA2C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276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4AF1F529-E7F0-4D55-939D-5AB4ABB72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865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9CB0929E-0AC7-4A02-8756-9029002D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050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A2392FC7-97EF-42DC-8B71-F7EB82C5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008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869736FC-CBF9-4624-96D3-8BF1F376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349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13D14CFD-DB2B-490F-9DF4-995617B2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674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3909DCC4-8B00-4E15-A614-1F5E529D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79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F88F7159-0153-4EBB-931D-459BB85B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785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8BBB13B1-39F9-418A-969C-A82CE408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408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DA676F19-32FC-40CC-98F6-3CD63351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769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2CB20D44-87C1-4852-A9D6-86ED7982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259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7ECB21E7-36DA-476D-B6ED-06F6BE90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253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D76C3312-B1FB-4FBA-95E8-45F9483A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404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923BB86C-F391-435B-87DF-0ABBF7EC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3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A9265733-ABB0-4FE5-8556-509CE7EF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867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4734DD74-0283-45E7-9B2E-2956F991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510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CC7C8BE6-12B0-4B47-98B8-4B758B664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452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D15A6AA6-9D09-4583-9A5A-F4506BFE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502" y="1504794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5C19EEB0-8C29-472F-81AF-3F406445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1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Best margin (s)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F962584D-48DD-4670-B4F4-33116CB5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9528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(d) Air selection (%)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78238C89-907D-417C-BE92-AC34FA2B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053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1C07B5CD-53F2-4FB9-98F6-9833BFE5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3053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5FC769A0-AB3A-4356-9384-6D62801A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3053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6F00FA90-864A-4759-AC25-D99EC04F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6386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C98008DE-5CF7-4C83-8601-9E615E6E1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624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4D2F7E95-79DD-497F-B24F-B701CDF6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482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8B94A95E-51FC-43D0-AD0A-93AF9CB9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5624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A6C2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1F57813D-F025-4C8B-86EC-8F6A4EB6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6482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67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E86C0641-7BE9-42DB-9A6E-EF51E994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5624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A6C2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E9480685-AC2E-4D5C-9FC7-7B36DC85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6482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67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B53CAC06-651D-487E-A79A-51134F6B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657725"/>
            <a:ext cx="828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n=180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431C3653-B06F-41E6-B933-2FBB2705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958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1D69A974-11D4-452A-A226-90328C8F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196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6CFF4B63-CC5C-4BB6-987D-DDC7B2618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054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18C610C0-7B58-4E57-B269-884FD31C7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0196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FA2AC042-6558-4F87-B613-FFBF54E5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1054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54A5BD60-C19C-4294-85B9-FF5678ABF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50196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EC8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34B974DC-B68B-4A05-81F9-447B5F06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51054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12DECCD3-4FF7-47EB-BEEB-A0BF57F9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114925"/>
            <a:ext cx="828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n=20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7A12EEFA-C954-4DDA-9767-B9DEAD2F4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5530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AE2B1C99-EAE0-4376-80FD-E2885C0A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768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8A127F45-535B-4C5F-9A33-F80775730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5626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54EA12C3-4EE8-44F0-852E-0451CAD12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4768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EDE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97094250-2FA4-4332-831C-936B13F2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5626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A6E46FFB-B3DF-49B5-928C-F6CD56CE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54768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BBD1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9EDC1278-25E2-4BA0-B79F-ACBF1817E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55626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E20069AC-98AA-4635-B51A-BD9F94FB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572125"/>
            <a:ext cx="828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n=40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00CC7C0F-6F08-4ECE-A667-FEDBA282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79CC9D9D-2BAE-49E8-9B92-348A0EF47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"/>
            <a:ext cx="3305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B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6D7D5ABD-7C70-48C2-BA90-FB11AB4A6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248025"/>
            <a:ext cx="2943225" cy="95"/>
          </a:xfrm>
          <a:custGeom xmlns:a="http://schemas.openxmlformats.org/drawingml/2006/main">
            <a:pathLst>
              <a:path w="2943225" h="95">
                <a:moveTo>
                  <a:pt x="0" y="0"/>
                </a:moveTo>
                <a:lnTo>
                  <a:pt x="2943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ABD1AD3B-B93E-4D6C-BC97-F8861DF39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92645C39-F52D-4091-BF44-022A4C58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-100</a:t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A85D2D5B-A8FF-4658-8645-5CB40ACBE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970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86AE87B5-4FA6-4D46-811A-F9DA5148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9197D906-95BA-4C26-A579-6A32E13F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2260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94EAD953-24C5-4D45-8A8C-760E4E66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0785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B6F722F8-E2C4-4C37-9D8E-E0530DE5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0090AA56-AC7A-46A6-9778-394DF5D28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400</a:t>
            </a:r>
          </a:p>
        </p:txBody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0E6FE1B0-BF3C-458A-963D-5A59B7187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942975"/>
            <a:ext cx="95" cy="2305050"/>
          </a:xfrm>
          <a:custGeom xmlns:a="http://schemas.openxmlformats.org/drawingml/2006/main">
            <a:pathLst>
              <a:path w="9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AFB3CB1D-58E8-4AFC-BD46-A04D01BA2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841251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7B281902-5149-41D6-AA12-4409BB47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07901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41C6566C-12D8-474B-83DB-601144F5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163296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AD056A8F-B09F-4BC3-A0A6-ABEC3456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29946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850DE236-C3B9-4375-9E21-B6A87FF03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485340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C5B20938-8142-4E42-A557-9498DB30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35199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53BE48EF-D1A0-4C3C-ADC8-39847B43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841251"/>
            <a:ext cx="2943225" cy="4067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EEE"/>
          </a:solidFill>
          <a:ln xmlns:a="http://schemas.openxmlformats.org/drawingml/2006/main" w="0">
            <a:noFill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3044BBF1-316F-4BF9-B342-3BD3CB74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841251"/>
            <a:ext cx="2943225" cy="95"/>
          </a:xfrm>
          <a:custGeom xmlns:a="http://schemas.openxmlformats.org/drawingml/2006/main">
            <a:pathLst>
              <a:path w="2943225" h="95">
                <a:moveTo>
                  <a:pt x="0" y="0"/>
                </a:moveTo>
                <a:lnTo>
                  <a:pt x="2943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89898"/>
            </a:solidFill>
            <a:prstDash val="dash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20298E15-F513-47AE-865A-C4D8C3036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970" y="942975"/>
            <a:ext cx="95" cy="2305050"/>
          </a:xfrm>
          <a:custGeom xmlns:a="http://schemas.openxmlformats.org/drawingml/2006/main">
            <a:pathLst>
              <a:path w="9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ACB5BC"/>
            </a:solidFill>
            <a:prstDash val="dash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F45AE2FF-ADD7-4C2D-A161-20876FB8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991" y="202841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49B67F42-ECAF-46D0-9DF3-5698005CD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2509" y="198980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EFE9A114-22F5-42D4-B080-07FFAE6A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774" y="204708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EE8A19AF-98D7-45ED-9B9B-20A7A30D8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1166" y="206045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021E1857-6D93-4BDE-8F44-7AD9BD1D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839" y="207580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9A758E7B-A02A-4600-84A2-2CC3180F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7301" y="204187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A5188124-A583-4D3A-817E-D2144D84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062" y="203754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A1F91B10-0099-4C8A-9D9D-A132A0E9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116" y="207433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A3A9452D-BE6C-47E7-A71A-8E43AEC0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9456" y="202787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D8829770-650E-42CC-B3B7-089D5D9E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8124" y="198334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10029FF0-003A-4941-ADD6-AD99E5DA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8245" y="207533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1006A3AB-D32F-4CA4-A1F5-EC818F1A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053" y="19753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1CD015F2-D05C-4AB9-B6CC-5DBF7964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2546" y="20358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0F00D7A3-A326-470D-B09F-51C3E0DD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5463" y="199792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30CAE6B3-5F74-4C06-A116-6F511D93E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338" y="198079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BC950EDA-C964-42EA-9EB8-B7B9778F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3885" y="199974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3FDAB3F7-D171-4449-A08D-CEE196D83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7752" y="199528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2C9D345B-2499-4AC1-BB57-E2A8513A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950" y="203882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3AB48A64-3E7F-43C2-9CD3-EDEB212D8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526" y="203931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59C89C51-0A67-4F7A-963E-B694F512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5129" y="204437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658D8A12-2A69-436E-AF9E-DFB281C5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1344" y="1841053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B811A944-E11B-40AC-AE29-B519F0ED5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991" y="121486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DBF8C72C-49B9-4691-98B4-102DDC513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2509" y="11762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C70F4041-A12A-40F2-88E9-277FB5C4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774" y="123354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3B76875F-A842-4EC9-B39C-D2322355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1166" y="124691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57B8CF43-BA6A-47FF-B1B0-57A3D6C7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839" y="126225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547D9559-956C-4958-AD1F-0AE69240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7301" y="122832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A66EC92D-3186-41B3-AD5F-3F92B042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062" y="122399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A2C96863-DE4F-4B12-A5FB-6C220707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116" y="126078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BFB787B8-224A-4494-8B85-673378982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9456" y="121432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3A7926AE-57FA-4931-B309-92F043E72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8124" y="116979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F18BCC5F-F5D7-4C02-81D2-9680C8DB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8245" y="126179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FBFA7105-F636-45C5-9BEC-3479E3AD2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053" y="116181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6BD24011-F7A6-4E55-AE41-0780368D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2546" y="122228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D294174D-60A1-498C-8939-476B8BC9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5463" y="118437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8F03F37E-FBDF-4BC5-AC95-7E618893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338" y="11672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1EF74BAE-83E3-4368-94EF-08C05894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3885" y="118619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EC77C88C-8866-4A9B-A5DC-63E59A23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7752" y="118173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BA040987-35FA-4D2D-B4E3-1C2F419C3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950" y="122527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100A3E60-671C-463C-8A35-38998BA89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526" y="122576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EDAC1B0F-9617-4927-AF4F-2E77D0A9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5129" y="12308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D4FEDD21-A0B6-4B1B-BDAD-5A41E83D5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1344" y="1027506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240D18F2-BEF5-4883-A734-3BFF708C3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375" y="202841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FC52E8A3-B894-40B0-89D3-7CD195221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0892" y="198980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D448094E-90FF-421D-B325-7B445317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1158" y="204708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88CE4193-6806-4CC8-9C62-96D131B8E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9550" y="206045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1BFF07C9-04F4-44A4-8025-804C7B36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6223" y="207580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8BA1C4C8-4CC6-4D3D-BE93-160A1FE3F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684" y="204187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8BD506A2-93D1-4361-9D9C-98EAF2D4B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446" y="203754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1C1E3F9A-7D1F-49EE-958E-CD96598C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500" y="207433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D2DD325A-06F9-4C1D-B2D9-886C779CE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840" y="202787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D1785B61-655C-4191-A888-D8ACA9BE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508" y="198334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E86D8FEE-FB42-4D0B-82FE-949CE77D0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6629" y="207533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0974B0C6-DCF8-44A0-893A-9CDB54EC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3436" y="19753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FA8E4E3A-32B6-4BD0-8C23-03B6204E3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29" y="20358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338782D0-1025-47BE-AF4B-914010C6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3846" y="199792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6A69EDF1-04F8-4312-A29D-DCF02572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8721" y="198079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C17D3212-D7EE-4EA3-9696-05E5BEED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269" y="199974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61DB63DC-4670-4A10-89A9-ADE157AD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6136" y="199528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C8966B25-6874-420C-AB2A-E4463F98B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333" y="203882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930449DB-F81A-4A3B-940F-F4491BAE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7910" y="203931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2AFF7A0C-FBE5-4E02-AB07-4D348589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512" y="204437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B9EB38E9-7837-4AF1-9DEE-3B2F3F314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727" y="1841053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A286BCF9-C024-4914-B4F0-F9FD62ED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375" y="121486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A6BDBC1D-2F5B-4F15-A28D-67D98FFB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0892" y="11762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F9BB3B40-61D2-4044-BF6A-E0ED2043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1158" y="123354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507EDC5D-43F1-45D3-B948-ED16B9701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9550" y="124691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0E536409-B642-4FF2-8B1F-2DF27C4E0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6223" y="126225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79317E10-65EF-433E-8E98-9B5DC5B7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684" y="122832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EA8D0FB4-2CF0-47A6-BD17-9E27DB39C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446" y="122399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591BBB21-8F01-40CF-B434-1DB48071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500" y="126078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94049D66-D899-49D5-8FBE-0BB94FADF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840" y="121432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42984908-BAE5-4762-9770-4C09C4C0E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508" y="116979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29A13FDC-DCB8-43A0-9DDA-5A099D80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6629" y="126179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A885C876-0805-4710-9495-12DB4F56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3436" y="116181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70FEB0A0-1C53-499F-85AE-CA4810BF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29" y="122228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CCAF630C-9EC3-4560-8B27-33F6F75AF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3846" y="118437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DEEC8A73-4994-4224-B0C0-1373DB944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8721" y="11672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86B8C256-7300-4F60-B3CF-D0F83E99D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269" y="118619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A788A6D8-DAAC-462C-93B1-39A6D58A5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6136" y="118173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5CA2DA0D-371E-4A1D-9142-C20D9912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333" y="122527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F00835E8-60AE-43BE-A032-26916EC6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7910" y="122576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20BA90A0-1DAF-4C84-A97F-0FFCFC2C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512" y="12308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1E1E18F1-215D-4FF7-8BA7-A8E9EF59D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727" y="1027506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266DDE7A-8F0C-423E-827F-37E7BEF2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9457" y="202841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588CA850-599D-4DB6-99DE-491852D0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2975" y="198980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B12F642A-5EF0-4ABF-A968-C5D117DA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240" y="204708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7D620CD8-D04D-429F-A21A-A5310436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1632" y="206045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503BAF06-DF21-4D2D-8A58-D54B9F56E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305" y="207580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6420678C-8321-42E3-9DE7-06D4EF7C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767" y="204187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B46669D2-A1A5-423E-8C9F-49542230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528" y="203754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87D161E9-D9DE-4404-A1BA-E614DD99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582" y="207433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9C69CCAE-C8E8-4BD4-A8E7-AFCBA58E1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9922" y="202787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1CC09235-B373-4E99-B6B7-62CB63F6B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8590" y="198334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638817E7-3034-442D-B193-C2544E64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711" y="207533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438A120F-669F-4F5F-A667-8FA421C4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519" y="19753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AC41F81F-663B-424E-8EF8-BEF8AEF2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3011" y="20358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A9F6EBC9-657D-4E91-BD1E-89CE25AC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928" y="199792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35F9190F-58E6-4C17-AC26-7A1D5431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804" y="198079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A4395259-2462-40DB-BAA3-22914848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4351" y="199974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B694E391-CF1D-4C46-BE3C-BD80FCA43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218" y="199528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19F6EC36-56C5-46BD-93BB-5A6EC92F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0415" y="203882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1C2F525E-F4DE-4F93-BC9C-61C0E70E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9992" y="203931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7C4E5A34-D997-4AC5-9CB7-62C95F662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94" y="204437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D4EA1052-5A02-4F10-9F33-E186263A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1809" y="1841053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D774C833-D6BE-4F9C-8AF6-084B889F9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9457" y="121486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C9F4E59E-929B-44E7-812E-CB0865F3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2975" y="11762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00CF7556-974A-4933-9D3E-2FFFEE9C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240" y="123354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DACF3452-4DEB-471D-A1FB-34EC70ADB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1632" y="124691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6BE622D5-658C-4DA2-9052-6983C9AB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305" y="126225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BC8D5535-338E-47CE-8729-85E26B5AD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767" y="122832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E8E63F33-FCF6-42F6-BE1D-ADEA33B3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528" y="122399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71BC7E5F-5794-4DE1-A917-EB406863A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582" y="126078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194AC4C4-6075-4362-8817-2DB5AB12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9922" y="121432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439050E1-C214-4C5D-945F-CEA346DA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8590" y="116979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36D12D8C-3CE3-415F-B34B-01282543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711" y="126179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00CB832B-DF7D-4036-9800-4DA21F40E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519" y="116181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BF4E2A2D-CE44-423F-BA1B-8F64D089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3011" y="122228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FCCE5BBB-B980-42F5-9A38-2473E090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928" y="118437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0B18151C-1EBA-45E6-BB7B-2EE11F28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804" y="11672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E5202734-CE5F-4801-9146-B327766E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4351" y="118619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A02FB572-A2A5-49F8-953C-5CE36B1B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218" y="118173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9C87E925-3A51-491F-9667-A095D86BE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0415" y="122527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219A154B-790A-4BDA-8C4C-F0B114C0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9992" y="122576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480D6DC9-EE6E-4835-93AC-0BF37455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94" y="12308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ED52560A-5788-4653-B8E8-D09B2B0A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1809" y="1027506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B24E961A-9F86-42C2-AC01-D5DF9661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571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Best margin (s)</a:t>
            </a:r>
          </a:p>
        </p:txBody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5AC8E197-B811-4B71-B305-A1AF7AC71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9528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(e) Air selection (%)</a:t>
            </a:r>
          </a:p>
        </p:txBody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058CB7FF-4ED8-4911-96F1-1ED20E0F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3053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AE322625-29BB-4D90-80AA-E9E354AD1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3053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F7F53FCE-5BDA-431B-8559-CBEB3789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053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980A808D-19C0-4C79-8A8C-37BA12E8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6386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A2581BD7-750B-40F1-84E2-544598F4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5624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58653A5A-F4F6-4108-8589-676C8339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6482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38D954BA-2F0B-4878-B9DB-CCA4AD5C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624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5AA0EAF4-31D0-4C67-ABFB-8BC8C587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482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FC253989-DD50-4B1B-AA2E-EF5D19E3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624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FC68FF20-0981-4870-B5D6-C986F607C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482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9AB548C9-5009-4A1B-8424-3590C778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657725"/>
            <a:ext cx="828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n=180</a:t>
            </a:r>
          </a:p>
        </p:txBody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6B7DB4E4-F0BB-4412-8CAB-28BCAB083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0958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BBC65C0E-C89E-4E71-9AAF-9D778FBB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0196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97BEB73F-4692-4BFD-9ED7-7C41BE6E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1054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8C2673D0-A50B-41DB-B7CB-D7B996D6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196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6E7E1E5F-4276-4C6A-BA1F-9197CC48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054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426983F3-57B4-4929-A25D-90B7ACE5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196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81A9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95621C37-88F5-4677-8005-089A40E87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1054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95</a:t>
            </a:r>
          </a:p>
        </p:txBody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138BC99B-D88D-48BF-B134-2466EBF4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114925"/>
            <a:ext cx="828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n=60</a:t>
            </a:r>
          </a:p>
        </p:txBody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094BE2A5-EA11-4E53-93BA-A0F527120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5530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5F1A0B08-8023-4086-9DD0-E64973916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4768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B02F81F2-8DAA-40CB-98E1-D4A519362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5626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43A35D2F-D89F-4E33-BFFC-293CC6EC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4768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C62DFFFA-BCF5-4F62-A75E-A76A651E9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5626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47F36DFB-08CE-490A-8D84-F39389E1F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4768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BF6A8472-926C-42B6-982E-75519F50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5626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E14E5E25-3845-49AF-AEFA-88914A407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572125"/>
            <a:ext cx="828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n=0</a:t>
            </a:r>
          </a:p>
        </p:txBody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E2FFF22F-5B3B-4F49-98AA-8C64B50D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432BED06-A861-48CA-911E-9077EF28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09550"/>
            <a:ext cx="3305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C</a:t>
            </a:r>
          </a:p>
        </p:txBody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054E171A-90BC-4978-B6CD-4B4BEE662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48025"/>
            <a:ext cx="2943225" cy="95"/>
          </a:xfrm>
          <a:custGeom xmlns:a="http://schemas.openxmlformats.org/drawingml/2006/main">
            <a:pathLst>
              <a:path w="2943225" h="95">
                <a:moveTo>
                  <a:pt x="0" y="0"/>
                </a:moveTo>
                <a:lnTo>
                  <a:pt x="2943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0A47D312-A4DA-43DB-ADFE-CCB389629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8AA805D8-ADCB-4A05-B318-36491396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-100</a:t>
            </a:r>
          </a:p>
        </p:txBody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4EE29EE7-199C-464C-8381-D4F96C61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6895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8A996B04-B30D-4F06-A4DF-4C17EBD3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5420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24305F3A-4838-4143-8C21-8162F1C36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4185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2BAA2CE6-6011-4A1E-B7A5-943C5FEE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2710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390F54E5-096D-4C65-A3E1-829075DE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1475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B4C95990-BF49-4EB1-9277-B0B3242C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400</a:t>
            </a:r>
          </a:p>
        </p:txBody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2E0E022B-4AB4-43C3-BE05-E0C6B81D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942975"/>
            <a:ext cx="95" cy="2305050"/>
          </a:xfrm>
          <a:custGeom xmlns:a="http://schemas.openxmlformats.org/drawingml/2006/main">
            <a:pathLst>
              <a:path w="9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FBD83B90-343E-4095-B883-4DF0CBA07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41251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ADE6D992-0672-49BA-B585-45E09C60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707901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B6A58E8A-3528-47AC-AD1F-D7035EBC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63296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FEEB1315-82FA-4158-9465-B82471B0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029946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1B2FECD8-E255-4D6F-B3D0-1516FEA3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485340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FD41905D-C096-4660-8436-62327512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35199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B8549077-6981-491B-BF88-6E18CFF7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41251"/>
            <a:ext cx="2943225" cy="4067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EEE"/>
          </a:solidFill>
          <a:ln xmlns:a="http://schemas.openxmlformats.org/drawingml/2006/main" w="0">
            <a:noFill/>
          </a:ln>
        </p:spPr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BDC7B2D4-97E2-40E0-9175-385230CE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41251"/>
            <a:ext cx="2943225" cy="95"/>
          </a:xfrm>
          <a:custGeom xmlns:a="http://schemas.openxmlformats.org/drawingml/2006/main">
            <a:pathLst>
              <a:path w="2943225" h="95">
                <a:moveTo>
                  <a:pt x="0" y="0"/>
                </a:moveTo>
                <a:lnTo>
                  <a:pt x="2943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89898"/>
            </a:solidFill>
            <a:prstDash val="dash"/>
          </a:ln>
        </p:spPr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47E5C5E1-1221-4D57-B011-00226C51F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6895" y="942975"/>
            <a:ext cx="95" cy="2305050"/>
          </a:xfrm>
          <a:custGeom xmlns:a="http://schemas.openxmlformats.org/drawingml/2006/main">
            <a:pathLst>
              <a:path w="9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ACB5BC"/>
            </a:solidFill>
            <a:prstDash val="dash"/>
          </a:ln>
        </p:spPr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5774A979-2C33-446E-AC14-D846A7E3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2879" y="276557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91BEFB58-AD1C-44F9-B669-CD71391F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0289" y="282614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882F28FD-0545-4A86-9900-869BAB1CC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270" y="279046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51A8E4E5-0005-408D-AC02-976B16D6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61" y="274648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9471CA81-4139-4188-9566-3B240780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554" y="275789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6D5E359D-F4CC-46A0-A895-6B08DBCB9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509" y="27360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2D8590C9-58C9-4F4D-AB89-739610AB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5301" y="279734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01D4E33E-5628-4A24-BBFE-5BFE7D7B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2755" y="276572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4D6BF83C-D7DC-4B0A-BE3A-E241BE41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6225" y="286538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8696A0FA-DF0D-4DD7-80FA-8C568ECB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8286" y="285149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948DF133-9EC6-47AE-A15F-07BC840E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1144" y="27560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92C457CC-49EA-4D5C-846F-0D1D46B4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0850" y="287157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DACA6670-A48B-4EF1-B5E2-E16DFA91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8331" y="274778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D74E8659-652C-4173-A6FB-A3FE991C3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2260" y="290449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C2ED4458-5E40-4729-9771-3B8055DB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2808" y="289235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0E0292A4-E0D1-4962-AE0D-130744883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2449" y="296186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C87333C8-5759-4275-B8DA-B2999EE5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2642" y="284647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36189EB5-1E6E-418A-9059-7484448A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2414" y="276611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3C573795-4779-4729-A008-2C5F4FB7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1307" y="276738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30295B20-CF2D-4C8D-8E01-6FFFADC8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0119" y="28263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F3D5B14A-27D9-4469-87A0-588C4C16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632" y="2665291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7AE117E9-E97E-4F74-9A40-6B75CF479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2879" y="195203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F1CCD058-79E4-4D22-BB33-BCEECF3A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0289" y="201260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13EB33BB-E3FF-4364-AC65-91BC5967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270" y="197692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9448C87C-9F73-4357-91B7-7156EE94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61" y="19329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041F2F3A-286D-4F26-9A19-A829AF45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554" y="19443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EEB732DB-8F07-4D22-906C-33B9491A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509" y="192251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BA1D799C-C7BD-453C-A175-98069A8F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5301" y="198379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B73EDF6C-6D61-4892-845D-4C080FFC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2755" y="195217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D0BF112F-8404-4C55-BCEE-52FA1F472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6225" y="20518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FB08C170-EDAB-4C98-833C-1E5012685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8286" y="203794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F3570CD1-8866-45B2-A4B6-D0A29069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1144" y="194251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C171D73A-F1A9-4B3B-84E2-0D860D28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0850" y="205802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A79D8A5E-AA04-489E-BFC5-5014979A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8331" y="193423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059867CD-91AF-40B9-A7ED-E15B8AA21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2260" y="209095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73CAB0E9-43D9-46BA-B2EA-4730BD48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2808" y="207880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CC68D6AA-5818-478F-B16D-E2AA709B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2449" y="214832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F48D5A17-F3C1-48DE-828A-53FD13F3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2642" y="203292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1307BE85-0565-449F-8430-9D9894FE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2414" y="195256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A08E1A04-5874-448F-BA4A-DCF06B063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1307" y="195384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ACB58355-0EB6-44BB-88E3-9927F5AD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0119" y="201279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81E615BA-30B4-4AF7-A924-FE9F51B7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632" y="1851744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B27DCC33-8D5B-4267-9830-D77CAF6C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985" y="276557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19CEE9BB-867E-42FA-AD03-F310F845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7396" y="282614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D080D077-4CBA-471C-B8F3-BA005504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8376" y="279046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34C97C9D-EEF5-444E-BC11-5D1B261A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6567" y="274648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D54AD85C-4EA1-43E5-BB2E-44810085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6660" y="275789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F7D49CB1-ADA7-46BC-A454-E42BEDAC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5615" y="27360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66442556-3ACA-4C2B-8924-B9603D0B5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407" y="279734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A67B5F1D-BBD6-4B46-AED1-6384C07C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861" y="276572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D7A0DFF8-365B-4665-B8CE-11C2371D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331" y="286538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9" name="">
            <a:extLst xmlns:a="http://schemas.openxmlformats.org/drawingml/2006/main">
              <a:ext uri="{FF2B5EF4-FFF2-40B4-BE49-F238E27FC236}">
                <a16:creationId xmlns:a16="http://schemas.microsoft.com/office/drawing/2014/main" id="{D11097BF-E783-409C-BDBE-320B287E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5392" y="285149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0" name="">
            <a:extLst xmlns:a="http://schemas.openxmlformats.org/drawingml/2006/main">
              <a:ext uri="{FF2B5EF4-FFF2-40B4-BE49-F238E27FC236}">
                <a16:creationId xmlns:a16="http://schemas.microsoft.com/office/drawing/2014/main" id="{012562D5-28AB-4D02-92AE-84387017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250" y="27560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A56803D5-D7C9-4EED-A968-BF2090A6C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7956" y="287157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5D2993A9-3003-4371-8481-9324581C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5437" y="274778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36B8D2ED-18DA-4228-9065-45DAA34E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9366" y="290449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C2160A85-0AB4-47AF-AC89-921FAD41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9914" y="289235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DF6E072C-7028-42F7-8A3F-A8967478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9555" y="296186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B6E243EF-9815-4619-A456-046D532D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9748" y="284647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9EFA6072-F769-45F9-9E91-11274132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520" y="276611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CC9A713A-55FA-4191-AE05-AF713758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8413" y="276738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74515A76-BC04-4ED5-881F-9211F224F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7225" y="28263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FA94FF19-9D20-494E-B6EC-6BBDADC4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6738" y="2665291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D84656EC-2AF1-4206-AA71-95DAE7A2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985" y="195203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BCF57E0F-8923-466B-B68D-695993E07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7396" y="201260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5DDF9BD2-B0C6-42A2-BCD3-E2B75A1D9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8376" y="197692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FF6D66C2-6E98-4FC7-90B6-5B142796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6567" y="19329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96BD45BB-EB24-4663-961A-5FFC09F6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6660" y="19443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F64698CD-B996-40B9-BC6A-6CD7A3FD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5615" y="192251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7" name="">
            <a:extLst xmlns:a="http://schemas.openxmlformats.org/drawingml/2006/main">
              <a:ext uri="{FF2B5EF4-FFF2-40B4-BE49-F238E27FC236}">
                <a16:creationId xmlns:a16="http://schemas.microsoft.com/office/drawing/2014/main" id="{8B632B06-D24A-45F0-A6EA-9937C983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407" y="198379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EC731A26-6D9E-4E4F-A563-3038CCD4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861" y="195217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9202BD1B-F49B-46C3-A2D0-001C12A3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331" y="20518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BFDEAC6F-A0FB-45F5-88A9-A9632DB0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5392" y="203794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91EAAD8A-07CA-49D1-902C-8F1D15C8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250" y="194251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CE9C69FB-6692-4923-B0B8-9E6B20926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7956" y="205802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3" name="">
            <a:extLst xmlns:a="http://schemas.openxmlformats.org/drawingml/2006/main">
              <a:ext uri="{FF2B5EF4-FFF2-40B4-BE49-F238E27FC236}">
                <a16:creationId xmlns:a16="http://schemas.microsoft.com/office/drawing/2014/main" id="{E34FFA60-75EC-43FE-964D-F333CAEB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5437" y="193423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F799F8CD-5487-4D66-BD1B-790C4747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9366" y="209095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36091168-4407-48D5-B1AD-C2651085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9914" y="207880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6" name="">
            <a:extLst xmlns:a="http://schemas.openxmlformats.org/drawingml/2006/main">
              <a:ext uri="{FF2B5EF4-FFF2-40B4-BE49-F238E27FC236}">
                <a16:creationId xmlns:a16="http://schemas.microsoft.com/office/drawing/2014/main" id="{BE00A852-928A-4DD5-B14D-C7827285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9555" y="214832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7" name="">
            <a:extLst xmlns:a="http://schemas.openxmlformats.org/drawingml/2006/main">
              <a:ext uri="{FF2B5EF4-FFF2-40B4-BE49-F238E27FC236}">
                <a16:creationId xmlns:a16="http://schemas.microsoft.com/office/drawing/2014/main" id="{612F7FC4-D39B-4418-8B73-3777B65F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9748" y="203292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7C55FFEA-6FE5-468D-B488-930B0AEE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520" y="195256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9" name="">
            <a:extLst xmlns:a="http://schemas.openxmlformats.org/drawingml/2006/main">
              <a:ext uri="{FF2B5EF4-FFF2-40B4-BE49-F238E27FC236}">
                <a16:creationId xmlns:a16="http://schemas.microsoft.com/office/drawing/2014/main" id="{0A4739C9-4413-4B19-AD53-A10308F4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8413" y="195384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0" name="">
            <a:extLst xmlns:a="http://schemas.openxmlformats.org/drawingml/2006/main">
              <a:ext uri="{FF2B5EF4-FFF2-40B4-BE49-F238E27FC236}">
                <a16:creationId xmlns:a16="http://schemas.microsoft.com/office/drawing/2014/main" id="{6F997972-CCC9-46C4-ACF2-5550DD2B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7225" y="201279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1" name="">
            <a:extLst xmlns:a="http://schemas.openxmlformats.org/drawingml/2006/main">
              <a:ext uri="{FF2B5EF4-FFF2-40B4-BE49-F238E27FC236}">
                <a16:creationId xmlns:a16="http://schemas.microsoft.com/office/drawing/2014/main" id="{6C893C7E-F328-4EAB-A48C-E9015FCA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6738" y="1851744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2" name="">
            <a:extLst xmlns:a="http://schemas.openxmlformats.org/drawingml/2006/main">
              <a:ext uri="{FF2B5EF4-FFF2-40B4-BE49-F238E27FC236}">
                <a16:creationId xmlns:a16="http://schemas.microsoft.com/office/drawing/2014/main" id="{245D7491-0BAF-46DF-8794-A2E96808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1010" y="276557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3" name="">
            <a:extLst xmlns:a="http://schemas.openxmlformats.org/drawingml/2006/main">
              <a:ext uri="{FF2B5EF4-FFF2-40B4-BE49-F238E27FC236}">
                <a16:creationId xmlns:a16="http://schemas.microsoft.com/office/drawing/2014/main" id="{A8C595DA-8DE7-4800-AB9F-D6C71155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8420" y="282614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FD365593-63D8-4305-9AFC-7F39C585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401" y="279046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5" name="">
            <a:extLst xmlns:a="http://schemas.openxmlformats.org/drawingml/2006/main">
              <a:ext uri="{FF2B5EF4-FFF2-40B4-BE49-F238E27FC236}">
                <a16:creationId xmlns:a16="http://schemas.microsoft.com/office/drawing/2014/main" id="{6E56E20B-C827-4000-A0F3-58C0F50C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7592" y="274648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6" name="">
            <a:extLst xmlns:a="http://schemas.openxmlformats.org/drawingml/2006/main">
              <a:ext uri="{FF2B5EF4-FFF2-40B4-BE49-F238E27FC236}">
                <a16:creationId xmlns:a16="http://schemas.microsoft.com/office/drawing/2014/main" id="{D9EE5FD9-0768-4330-98C2-6D5F4B6D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7685" y="275789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FCC2EB92-0238-4D57-BC8B-A7A74C6D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6640" y="27360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8" name="">
            <a:extLst xmlns:a="http://schemas.openxmlformats.org/drawingml/2006/main">
              <a:ext uri="{FF2B5EF4-FFF2-40B4-BE49-F238E27FC236}">
                <a16:creationId xmlns:a16="http://schemas.microsoft.com/office/drawing/2014/main" id="{CE215F3D-BEB9-4C86-8731-878431C1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3432" y="279734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9" name="">
            <a:extLst xmlns:a="http://schemas.openxmlformats.org/drawingml/2006/main">
              <a:ext uri="{FF2B5EF4-FFF2-40B4-BE49-F238E27FC236}">
                <a16:creationId xmlns:a16="http://schemas.microsoft.com/office/drawing/2014/main" id="{55F982BB-CF62-4BE9-9DC3-F53E4AF9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86" y="276572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0" name="">
            <a:extLst xmlns:a="http://schemas.openxmlformats.org/drawingml/2006/main">
              <a:ext uri="{FF2B5EF4-FFF2-40B4-BE49-F238E27FC236}">
                <a16:creationId xmlns:a16="http://schemas.microsoft.com/office/drawing/2014/main" id="{764A1073-6D4E-43D7-9421-B1CEBB93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4356" y="286538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1" name="">
            <a:extLst xmlns:a="http://schemas.openxmlformats.org/drawingml/2006/main">
              <a:ext uri="{FF2B5EF4-FFF2-40B4-BE49-F238E27FC236}">
                <a16:creationId xmlns:a16="http://schemas.microsoft.com/office/drawing/2014/main" id="{251F46CA-45C1-4C8B-B42B-E01A32F1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6417" y="285149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2" name="">
            <a:extLst xmlns:a="http://schemas.openxmlformats.org/drawingml/2006/main">
              <a:ext uri="{FF2B5EF4-FFF2-40B4-BE49-F238E27FC236}">
                <a16:creationId xmlns:a16="http://schemas.microsoft.com/office/drawing/2014/main" id="{37417887-C86B-4F88-B7CA-6D13AFFFB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9275" y="27560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3" name="">
            <a:extLst xmlns:a="http://schemas.openxmlformats.org/drawingml/2006/main">
              <a:ext uri="{FF2B5EF4-FFF2-40B4-BE49-F238E27FC236}">
                <a16:creationId xmlns:a16="http://schemas.microsoft.com/office/drawing/2014/main" id="{5977A936-C2CE-4F11-A4A7-219A2ABB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8981" y="287157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4" name="">
            <a:extLst xmlns:a="http://schemas.openxmlformats.org/drawingml/2006/main">
              <a:ext uri="{FF2B5EF4-FFF2-40B4-BE49-F238E27FC236}">
                <a16:creationId xmlns:a16="http://schemas.microsoft.com/office/drawing/2014/main" id="{BAE27DD5-C321-46F9-B331-D8663B49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6462" y="274778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5" name="">
            <a:extLst xmlns:a="http://schemas.openxmlformats.org/drawingml/2006/main">
              <a:ext uri="{FF2B5EF4-FFF2-40B4-BE49-F238E27FC236}">
                <a16:creationId xmlns:a16="http://schemas.microsoft.com/office/drawing/2014/main" id="{6A1D02FB-6D31-457D-A581-EA092C1CE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0391" y="290449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6" name="">
            <a:extLst xmlns:a="http://schemas.openxmlformats.org/drawingml/2006/main">
              <a:ext uri="{FF2B5EF4-FFF2-40B4-BE49-F238E27FC236}">
                <a16:creationId xmlns:a16="http://schemas.microsoft.com/office/drawing/2014/main" id="{DC590E9B-8793-43C1-BF5D-06293C6D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0939" y="289235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7" name="">
            <a:extLst xmlns:a="http://schemas.openxmlformats.org/drawingml/2006/main">
              <a:ext uri="{FF2B5EF4-FFF2-40B4-BE49-F238E27FC236}">
                <a16:creationId xmlns:a16="http://schemas.microsoft.com/office/drawing/2014/main" id="{F36FD908-CE8F-4C2F-9574-88852DA6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0580" y="296186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8" name="">
            <a:extLst xmlns:a="http://schemas.openxmlformats.org/drawingml/2006/main">
              <a:ext uri="{FF2B5EF4-FFF2-40B4-BE49-F238E27FC236}">
                <a16:creationId xmlns:a16="http://schemas.microsoft.com/office/drawing/2014/main" id="{F9CB1232-1E1D-4D84-8D88-CB794EDC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0773" y="284647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D1C844CE-E74D-4D4C-8EA6-4D73BA900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545" y="276611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0" name="">
            <a:extLst xmlns:a="http://schemas.openxmlformats.org/drawingml/2006/main">
              <a:ext uri="{FF2B5EF4-FFF2-40B4-BE49-F238E27FC236}">
                <a16:creationId xmlns:a16="http://schemas.microsoft.com/office/drawing/2014/main" id="{067AF197-3B50-4750-8405-4D1C36E8A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38" y="276738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1" name="">
            <a:extLst xmlns:a="http://schemas.openxmlformats.org/drawingml/2006/main">
              <a:ext uri="{FF2B5EF4-FFF2-40B4-BE49-F238E27FC236}">
                <a16:creationId xmlns:a16="http://schemas.microsoft.com/office/drawing/2014/main" id="{451E0288-51E9-485D-9B9F-771F23E4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8250" y="28263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2" name="">
            <a:extLst xmlns:a="http://schemas.openxmlformats.org/drawingml/2006/main">
              <a:ext uri="{FF2B5EF4-FFF2-40B4-BE49-F238E27FC236}">
                <a16:creationId xmlns:a16="http://schemas.microsoft.com/office/drawing/2014/main" id="{1E51BA2A-1E46-40A9-BCEF-B7869AE7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7763" y="2665291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3" name="">
            <a:extLst xmlns:a="http://schemas.openxmlformats.org/drawingml/2006/main">
              <a:ext uri="{FF2B5EF4-FFF2-40B4-BE49-F238E27FC236}">
                <a16:creationId xmlns:a16="http://schemas.microsoft.com/office/drawing/2014/main" id="{A04A1E7F-6D22-4751-BE11-D77F1EE2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1010" y="195203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4" name="">
            <a:extLst xmlns:a="http://schemas.openxmlformats.org/drawingml/2006/main">
              <a:ext uri="{FF2B5EF4-FFF2-40B4-BE49-F238E27FC236}">
                <a16:creationId xmlns:a16="http://schemas.microsoft.com/office/drawing/2014/main" id="{DCFBF43D-1290-471E-9388-8FDE40239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8420" y="201260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5" name="">
            <a:extLst xmlns:a="http://schemas.openxmlformats.org/drawingml/2006/main">
              <a:ext uri="{FF2B5EF4-FFF2-40B4-BE49-F238E27FC236}">
                <a16:creationId xmlns:a16="http://schemas.microsoft.com/office/drawing/2014/main" id="{6BCA96C6-3269-46D7-8080-A3C7ECC6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401" y="197692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6" name="">
            <a:extLst xmlns:a="http://schemas.openxmlformats.org/drawingml/2006/main">
              <a:ext uri="{FF2B5EF4-FFF2-40B4-BE49-F238E27FC236}">
                <a16:creationId xmlns:a16="http://schemas.microsoft.com/office/drawing/2014/main" id="{A20005A9-43A3-42FF-AC0A-E269FBF8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7592" y="19329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7" name="">
            <a:extLst xmlns:a="http://schemas.openxmlformats.org/drawingml/2006/main">
              <a:ext uri="{FF2B5EF4-FFF2-40B4-BE49-F238E27FC236}">
                <a16:creationId xmlns:a16="http://schemas.microsoft.com/office/drawing/2014/main" id="{52F0A892-D56F-4AC4-B961-3BF3F3AE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7685" y="19443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8" name="">
            <a:extLst xmlns:a="http://schemas.openxmlformats.org/drawingml/2006/main">
              <a:ext uri="{FF2B5EF4-FFF2-40B4-BE49-F238E27FC236}">
                <a16:creationId xmlns:a16="http://schemas.microsoft.com/office/drawing/2014/main" id="{D0AD2B61-322F-4EDD-A331-C33EE841C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6640" y="192251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9" name="">
            <a:extLst xmlns:a="http://schemas.openxmlformats.org/drawingml/2006/main">
              <a:ext uri="{FF2B5EF4-FFF2-40B4-BE49-F238E27FC236}">
                <a16:creationId xmlns:a16="http://schemas.microsoft.com/office/drawing/2014/main" id="{6E9F4574-1E35-4E9A-8092-E7CEF5CB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3432" y="198379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0" name="">
            <a:extLst xmlns:a="http://schemas.openxmlformats.org/drawingml/2006/main">
              <a:ext uri="{FF2B5EF4-FFF2-40B4-BE49-F238E27FC236}">
                <a16:creationId xmlns:a16="http://schemas.microsoft.com/office/drawing/2014/main" id="{5948AC3B-DD87-4A77-824F-3F857D29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86" y="195217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1" name="">
            <a:extLst xmlns:a="http://schemas.openxmlformats.org/drawingml/2006/main">
              <a:ext uri="{FF2B5EF4-FFF2-40B4-BE49-F238E27FC236}">
                <a16:creationId xmlns:a16="http://schemas.microsoft.com/office/drawing/2014/main" id="{4E7C6EC5-5F15-47B5-9BD6-B5AEC8373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4356" y="20518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2" name="">
            <a:extLst xmlns:a="http://schemas.openxmlformats.org/drawingml/2006/main">
              <a:ext uri="{FF2B5EF4-FFF2-40B4-BE49-F238E27FC236}">
                <a16:creationId xmlns:a16="http://schemas.microsoft.com/office/drawing/2014/main" id="{AC9DE5A3-588F-4FE9-B97B-F9C609F3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6417" y="203794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3" name="">
            <a:extLst xmlns:a="http://schemas.openxmlformats.org/drawingml/2006/main">
              <a:ext uri="{FF2B5EF4-FFF2-40B4-BE49-F238E27FC236}">
                <a16:creationId xmlns:a16="http://schemas.microsoft.com/office/drawing/2014/main" id="{81499498-C05F-4E29-85FC-5D11071F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9275" y="194251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4" name="">
            <a:extLst xmlns:a="http://schemas.openxmlformats.org/drawingml/2006/main">
              <a:ext uri="{FF2B5EF4-FFF2-40B4-BE49-F238E27FC236}">
                <a16:creationId xmlns:a16="http://schemas.microsoft.com/office/drawing/2014/main" id="{1AA832B8-4816-4E1A-9348-09B66848E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8981" y="205802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5" name="">
            <a:extLst xmlns:a="http://schemas.openxmlformats.org/drawingml/2006/main">
              <a:ext uri="{FF2B5EF4-FFF2-40B4-BE49-F238E27FC236}">
                <a16:creationId xmlns:a16="http://schemas.microsoft.com/office/drawing/2014/main" id="{1B613B47-0D36-438B-B844-3208D2ED0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6462" y="193423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6" name="">
            <a:extLst xmlns:a="http://schemas.openxmlformats.org/drawingml/2006/main">
              <a:ext uri="{FF2B5EF4-FFF2-40B4-BE49-F238E27FC236}">
                <a16:creationId xmlns:a16="http://schemas.microsoft.com/office/drawing/2014/main" id="{9C63D0B1-4EE9-41C9-A464-C5AF102A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0391" y="209095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7" name="">
            <a:extLst xmlns:a="http://schemas.openxmlformats.org/drawingml/2006/main">
              <a:ext uri="{FF2B5EF4-FFF2-40B4-BE49-F238E27FC236}">
                <a16:creationId xmlns:a16="http://schemas.microsoft.com/office/drawing/2014/main" id="{0341C093-2697-44C8-9E30-6A0720A3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0939" y="207880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8" name="">
            <a:extLst xmlns:a="http://schemas.openxmlformats.org/drawingml/2006/main">
              <a:ext uri="{FF2B5EF4-FFF2-40B4-BE49-F238E27FC236}">
                <a16:creationId xmlns:a16="http://schemas.microsoft.com/office/drawing/2014/main" id="{CB9B4D12-FC9E-4FA8-A65B-3B81975EC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0580" y="214832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9" name="">
            <a:extLst xmlns:a="http://schemas.openxmlformats.org/drawingml/2006/main">
              <a:ext uri="{FF2B5EF4-FFF2-40B4-BE49-F238E27FC236}">
                <a16:creationId xmlns:a16="http://schemas.microsoft.com/office/drawing/2014/main" id="{0323E8F6-2156-4620-941C-5ADA1028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0773" y="203292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0" name="">
            <a:extLst xmlns:a="http://schemas.openxmlformats.org/drawingml/2006/main">
              <a:ext uri="{FF2B5EF4-FFF2-40B4-BE49-F238E27FC236}">
                <a16:creationId xmlns:a16="http://schemas.microsoft.com/office/drawing/2014/main" id="{468EA797-AE77-49A7-958D-6B0D2C79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545" y="195256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1" name="">
            <a:extLst xmlns:a="http://schemas.openxmlformats.org/drawingml/2006/main">
              <a:ext uri="{FF2B5EF4-FFF2-40B4-BE49-F238E27FC236}">
                <a16:creationId xmlns:a16="http://schemas.microsoft.com/office/drawing/2014/main" id="{AC02691C-3951-45D4-B181-4D05835B3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38" y="195384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2" name="">
            <a:extLst xmlns:a="http://schemas.openxmlformats.org/drawingml/2006/main">
              <a:ext uri="{FF2B5EF4-FFF2-40B4-BE49-F238E27FC236}">
                <a16:creationId xmlns:a16="http://schemas.microsoft.com/office/drawing/2014/main" id="{8816B36B-D4D4-4164-89B1-279B2825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8250" y="201279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3" name="">
            <a:extLst xmlns:a="http://schemas.openxmlformats.org/drawingml/2006/main">
              <a:ext uri="{FF2B5EF4-FFF2-40B4-BE49-F238E27FC236}">
                <a16:creationId xmlns:a16="http://schemas.microsoft.com/office/drawing/2014/main" id="{3EC8A73D-3A4F-4DBF-9E64-EAB0FD592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7763" y="1851744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4" name="">
            <a:extLst xmlns:a="http://schemas.openxmlformats.org/drawingml/2006/main">
              <a:ext uri="{FF2B5EF4-FFF2-40B4-BE49-F238E27FC236}">
                <a16:creationId xmlns:a16="http://schemas.microsoft.com/office/drawing/2014/main" id="{208C661E-9A06-480B-B6BC-905AC648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71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Best margin (s)</a:t>
            </a:r>
          </a:p>
        </p:txBody>
      </p:sp>
      <p:sp>
        <p:nvSpPr>
          <p:cNvPr id="505" name="">
            <a:extLst xmlns:a="http://schemas.openxmlformats.org/drawingml/2006/main">
              <a:ext uri="{FF2B5EF4-FFF2-40B4-BE49-F238E27FC236}">
                <a16:creationId xmlns:a16="http://schemas.microsoft.com/office/drawing/2014/main" id="{D1AA80AF-F65C-44D5-A71D-9B21B58F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528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(f) Air selection (%)</a:t>
            </a:r>
          </a:p>
        </p:txBody>
      </p:sp>
      <p:sp>
        <p:nvSpPr>
          <p:cNvPr id="506" name="">
            <a:extLst xmlns:a="http://schemas.openxmlformats.org/drawingml/2006/main">
              <a:ext uri="{FF2B5EF4-FFF2-40B4-BE49-F238E27FC236}">
                <a16:creationId xmlns:a16="http://schemas.microsoft.com/office/drawing/2014/main" id="{74D74EC9-909E-4E22-A683-DA5756DF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3053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507" name="">
            <a:extLst xmlns:a="http://schemas.openxmlformats.org/drawingml/2006/main">
              <a:ext uri="{FF2B5EF4-FFF2-40B4-BE49-F238E27FC236}">
                <a16:creationId xmlns:a16="http://schemas.microsoft.com/office/drawing/2014/main" id="{7254F952-ECEA-43D8-9F16-CD36AC08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3053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508" name="">
            <a:extLst xmlns:a="http://schemas.openxmlformats.org/drawingml/2006/main">
              <a:ext uri="{FF2B5EF4-FFF2-40B4-BE49-F238E27FC236}">
                <a16:creationId xmlns:a16="http://schemas.microsoft.com/office/drawing/2014/main" id="{781DA699-7A16-44F4-90D7-618B56D2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43053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509" name="">
            <a:extLst xmlns:a="http://schemas.openxmlformats.org/drawingml/2006/main">
              <a:ext uri="{FF2B5EF4-FFF2-40B4-BE49-F238E27FC236}">
                <a16:creationId xmlns:a16="http://schemas.microsoft.com/office/drawing/2014/main" id="{60C51389-6C2D-4C77-8ABC-247A6F52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386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510" name="">
            <a:extLst xmlns:a="http://schemas.openxmlformats.org/drawingml/2006/main">
              <a:ext uri="{FF2B5EF4-FFF2-40B4-BE49-F238E27FC236}">
                <a16:creationId xmlns:a16="http://schemas.microsoft.com/office/drawing/2014/main" id="{F7F76750-F852-48B9-8571-9ECBF9FF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5624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11" name="">
            <a:extLst xmlns:a="http://schemas.openxmlformats.org/drawingml/2006/main">
              <a:ext uri="{FF2B5EF4-FFF2-40B4-BE49-F238E27FC236}">
                <a16:creationId xmlns:a16="http://schemas.microsoft.com/office/drawing/2014/main" id="{1DAC04B8-0501-4B83-9CD9-2450F13EA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6482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12" name="">
            <a:extLst xmlns:a="http://schemas.openxmlformats.org/drawingml/2006/main">
              <a:ext uri="{FF2B5EF4-FFF2-40B4-BE49-F238E27FC236}">
                <a16:creationId xmlns:a16="http://schemas.microsoft.com/office/drawing/2014/main" id="{03223922-43D7-4F27-8062-6221B7F5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5624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13" name="">
            <a:extLst xmlns:a="http://schemas.openxmlformats.org/drawingml/2006/main">
              <a:ext uri="{FF2B5EF4-FFF2-40B4-BE49-F238E27FC236}">
                <a16:creationId xmlns:a16="http://schemas.microsoft.com/office/drawing/2014/main" id="{DA6EB335-0989-41FB-8048-999BE17E2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6482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14" name="">
            <a:extLst xmlns:a="http://schemas.openxmlformats.org/drawingml/2006/main">
              <a:ext uri="{FF2B5EF4-FFF2-40B4-BE49-F238E27FC236}">
                <a16:creationId xmlns:a16="http://schemas.microsoft.com/office/drawing/2014/main" id="{EE207E59-D20F-4006-8581-211FED324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45624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15" name="">
            <a:extLst xmlns:a="http://schemas.openxmlformats.org/drawingml/2006/main">
              <a:ext uri="{FF2B5EF4-FFF2-40B4-BE49-F238E27FC236}">
                <a16:creationId xmlns:a16="http://schemas.microsoft.com/office/drawing/2014/main" id="{C2DEB120-6C92-4CB0-B0E5-3243105A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46482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16" name="">
            <a:extLst xmlns:a="http://schemas.openxmlformats.org/drawingml/2006/main">
              <a:ext uri="{FF2B5EF4-FFF2-40B4-BE49-F238E27FC236}">
                <a16:creationId xmlns:a16="http://schemas.microsoft.com/office/drawing/2014/main" id="{384D9202-B62B-4887-A560-97B7E12A2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657725"/>
            <a:ext cx="828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n=193</a:t>
            </a:r>
          </a:p>
        </p:txBody>
      </p:sp>
      <p:sp>
        <p:nvSpPr>
          <p:cNvPr id="517" name="">
            <a:extLst xmlns:a="http://schemas.openxmlformats.org/drawingml/2006/main">
              <a:ext uri="{FF2B5EF4-FFF2-40B4-BE49-F238E27FC236}">
                <a16:creationId xmlns:a16="http://schemas.microsoft.com/office/drawing/2014/main" id="{5F1E61AB-DDC0-4598-94F7-7D7198CB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0958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518" name="">
            <a:extLst xmlns:a="http://schemas.openxmlformats.org/drawingml/2006/main">
              <a:ext uri="{FF2B5EF4-FFF2-40B4-BE49-F238E27FC236}">
                <a16:creationId xmlns:a16="http://schemas.microsoft.com/office/drawing/2014/main" id="{A8933C6A-8385-4B08-96C5-0CF53BA7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50196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19" name="">
            <a:extLst xmlns:a="http://schemas.openxmlformats.org/drawingml/2006/main">
              <a:ext uri="{FF2B5EF4-FFF2-40B4-BE49-F238E27FC236}">
                <a16:creationId xmlns:a16="http://schemas.microsoft.com/office/drawing/2014/main" id="{7E65E484-E5C3-4D52-BE51-28208334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51054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20" name="">
            <a:extLst xmlns:a="http://schemas.openxmlformats.org/drawingml/2006/main">
              <a:ext uri="{FF2B5EF4-FFF2-40B4-BE49-F238E27FC236}">
                <a16:creationId xmlns:a16="http://schemas.microsoft.com/office/drawing/2014/main" id="{C1554249-B07E-4E5B-99D6-F75EBE095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50196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21" name="">
            <a:extLst xmlns:a="http://schemas.openxmlformats.org/drawingml/2006/main">
              <a:ext uri="{FF2B5EF4-FFF2-40B4-BE49-F238E27FC236}">
                <a16:creationId xmlns:a16="http://schemas.microsoft.com/office/drawing/2014/main" id="{DEF909F6-3615-4C92-AE47-DE86DE73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51054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22" name="">
            <a:extLst xmlns:a="http://schemas.openxmlformats.org/drawingml/2006/main">
              <a:ext uri="{FF2B5EF4-FFF2-40B4-BE49-F238E27FC236}">
                <a16:creationId xmlns:a16="http://schemas.microsoft.com/office/drawing/2014/main" id="{AA767C59-B017-46E0-ABE1-E8F8980EE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50196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23" name="">
            <a:extLst xmlns:a="http://schemas.openxmlformats.org/drawingml/2006/main">
              <a:ext uri="{FF2B5EF4-FFF2-40B4-BE49-F238E27FC236}">
                <a16:creationId xmlns:a16="http://schemas.microsoft.com/office/drawing/2014/main" id="{12E5E014-6C78-48D2-847A-B7D8BE90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51054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24" name="">
            <a:extLst xmlns:a="http://schemas.openxmlformats.org/drawingml/2006/main">
              <a:ext uri="{FF2B5EF4-FFF2-40B4-BE49-F238E27FC236}">
                <a16:creationId xmlns:a16="http://schemas.microsoft.com/office/drawing/2014/main" id="{1A815470-41F8-461D-92F8-7A9EBB37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5114925"/>
            <a:ext cx="828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n=20</a:t>
            </a:r>
          </a:p>
        </p:txBody>
      </p:sp>
      <p:sp>
        <p:nvSpPr>
          <p:cNvPr id="525" name="">
            <a:extLst xmlns:a="http://schemas.openxmlformats.org/drawingml/2006/main">
              <a:ext uri="{FF2B5EF4-FFF2-40B4-BE49-F238E27FC236}">
                <a16:creationId xmlns:a16="http://schemas.microsoft.com/office/drawing/2014/main" id="{EB1F0486-3A84-4547-B999-8EEA39D4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5530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526" name="">
            <a:extLst xmlns:a="http://schemas.openxmlformats.org/drawingml/2006/main">
              <a:ext uri="{FF2B5EF4-FFF2-40B4-BE49-F238E27FC236}">
                <a16:creationId xmlns:a16="http://schemas.microsoft.com/office/drawing/2014/main" id="{0DC201B7-D8C9-4685-93E0-1E10C49B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54768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27" name="">
            <a:extLst xmlns:a="http://schemas.openxmlformats.org/drawingml/2006/main">
              <a:ext uri="{FF2B5EF4-FFF2-40B4-BE49-F238E27FC236}">
                <a16:creationId xmlns:a16="http://schemas.microsoft.com/office/drawing/2014/main" id="{F0EBCFB9-D650-41D3-8CA0-F8C9315A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55626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28" name="">
            <a:extLst xmlns:a="http://schemas.openxmlformats.org/drawingml/2006/main">
              <a:ext uri="{FF2B5EF4-FFF2-40B4-BE49-F238E27FC236}">
                <a16:creationId xmlns:a16="http://schemas.microsoft.com/office/drawing/2014/main" id="{F0A47D0E-1109-414D-BC28-E86EE04BB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54768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29" name="">
            <a:extLst xmlns:a="http://schemas.openxmlformats.org/drawingml/2006/main">
              <a:ext uri="{FF2B5EF4-FFF2-40B4-BE49-F238E27FC236}">
                <a16:creationId xmlns:a16="http://schemas.microsoft.com/office/drawing/2014/main" id="{5423F0B7-BF4A-46D8-9832-C642EAC30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55626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30" name="">
            <a:extLst xmlns:a="http://schemas.openxmlformats.org/drawingml/2006/main">
              <a:ext uri="{FF2B5EF4-FFF2-40B4-BE49-F238E27FC236}">
                <a16:creationId xmlns:a16="http://schemas.microsoft.com/office/drawing/2014/main" id="{B4936496-9054-4C71-81AE-C789FA54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54768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31" name="">
            <a:extLst xmlns:a="http://schemas.openxmlformats.org/drawingml/2006/main">
              <a:ext uri="{FF2B5EF4-FFF2-40B4-BE49-F238E27FC236}">
                <a16:creationId xmlns:a16="http://schemas.microsoft.com/office/drawing/2014/main" id="{11AF6CD3-FCA1-4E95-B01B-88FFFEDEA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55626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32" name="">
            <a:extLst xmlns:a="http://schemas.openxmlformats.org/drawingml/2006/main">
              <a:ext uri="{FF2B5EF4-FFF2-40B4-BE49-F238E27FC236}">
                <a16:creationId xmlns:a16="http://schemas.microsoft.com/office/drawing/2014/main" id="{C19619BA-2CCC-4742-BBEC-EB05BB34D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5572125"/>
            <a:ext cx="828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n=27</a:t>
            </a:r>
          </a:p>
        </p:txBody>
      </p:sp>
      <p:sp>
        <p:nvSpPr>
          <p:cNvPr id="533" name="">
            <a:extLst xmlns:a="http://schemas.openxmlformats.org/drawingml/2006/main">
              <a:ext uri="{FF2B5EF4-FFF2-40B4-BE49-F238E27FC236}">
                <a16:creationId xmlns:a16="http://schemas.microsoft.com/office/drawing/2014/main" id="{006E9BFC-BDB6-4DD2-9F17-1EAF42CAE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5528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Ground ETA − air ETA (s)</a:t>
            </a:r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CD9BE843-4A5A-4B52-AB4F-B207C244B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6229350"/>
            <a:ext cx="1143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7A"/>
                </a:solidFill>
                <a:latin typeface="Arial"/>
                <a:ea typeface="Arial"/>
                <a:cs typeface="Arial"/>
              </a:rPr>
              <a:t>A  Other timely states     B  Faster preemptive air vs timely ground     C  No timely option</a:t>
            </a:r>
          </a:p>
        </p:txBody>
      </p:sp>
    </p:spTree>
    <p:extLst>
      <p:ext uri="{BB962C8B-B14F-4D97-AF65-F5344CB8AC3E}">
        <p14:creationId xmlns:p14="http://schemas.microsoft.com/office/powerpoint/2010/main" val="6672872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7F856DB-2E68-4AE6-8BB3-DA025F634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704850"/>
            <a:ext cx="1809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9A8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AFA781-5958-4435-AF69-474C78A6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600075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On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AA9688-1704-48EB-A1FC-5242647AF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704850"/>
            <a:ext cx="1809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0A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1806C2-C456-4DDE-928B-3793C25C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000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49BBF6-5CE6-4FEC-90D5-B1B1C942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F38340-5319-4051-B12C-A3A81043F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9550"/>
            <a:ext cx="3209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A</a:t>
            </a:r>
          </a:p>
        </p:txBody>
      </p:sp>
      <p:graphicFrame>
        <p:nvGraphicFramePr>
          <p:cNvPr id="44" name="Chart"/>
          <p:cNvGraphicFramePr/>
          <p:nvPr/>
        </p:nvGraphicFramePr>
        <p:xfrm>
          <a:off xmlns:a="http://schemas.openxmlformats.org/drawingml/2006/main" x="285750" y="876300"/>
          <a:ext xmlns:a="http://schemas.openxmlformats.org/drawingml/2006/main" cx="36766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50b7b92dfdd475c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07D0F0-AB84-4943-8822-189D8D9F3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991100"/>
            <a:ext cx="3581400" cy="95"/>
          </a:xfrm>
          <a:custGeom xmlns:a="http://schemas.openxmlformats.org/drawingml/2006/main">
            <a:pathLst>
              <a:path w="3581400" h="95">
                <a:moveTo>
                  <a:pt x="0" y="0"/>
                </a:moveTo>
                <a:lnTo>
                  <a:pt x="3581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E1E5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07DBB2-8A66-4434-92A7-821B86F3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105400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Path restored / affected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3FE0D2-4D48-4305-9005-FF9382BD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5245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6C6213-F224-4BC7-BBE7-EB1B9271B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52450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 / 200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9E4C3A-DE09-4707-81E2-5E98C22F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8483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623F42-C2A6-46AA-8A66-01BC9AAB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84835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 / 200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563E71-04B1-4D5B-95C8-A422A5DD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61722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804ECA-0DBF-44E6-852C-9587740A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617220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191 / 191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6AA170-78DE-47DF-8340-EB75B9A6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772033-D294-44CC-8F22-49370A64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"/>
            <a:ext cx="3209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B</a:t>
            </a:r>
          </a:p>
        </p:txBody>
      </p:sp>
      <p:graphicFrame>
        <p:nvGraphicFramePr>
          <p:cNvPr id="55" name="Chart"/>
          <p:cNvGraphicFramePr/>
          <p:nvPr/>
        </p:nvGraphicFramePr>
        <p:xfrm>
          <a:off xmlns:a="http://schemas.openxmlformats.org/drawingml/2006/main" x="4257675" y="876300"/>
          <a:ext xmlns:a="http://schemas.openxmlformats.org/drawingml/2006/main" cx="36766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33a0fef076e477b"/>
          </a:graphicData>
        </a:graphic>
      </p:graphicFrame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8AB0FE-92EA-49A4-9D0F-F7C85845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991100"/>
            <a:ext cx="3581400" cy="95"/>
          </a:xfrm>
          <a:custGeom xmlns:a="http://schemas.openxmlformats.org/drawingml/2006/main">
            <a:pathLst>
              <a:path w="3581400" h="95">
                <a:moveTo>
                  <a:pt x="0" y="0"/>
                </a:moveTo>
                <a:lnTo>
                  <a:pt x="3581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E1E5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624734-2062-4817-9D90-5A4BE279A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105400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Path restored / affected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EEDA18-6302-4160-BBC0-8AE21D05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5245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163BEE-F97C-43C3-924D-9152D26D3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2450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 / 200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9A9860-11E3-40B1-8AD8-4EB445FCA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8483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685544-700D-4484-9A41-20AB05A72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84835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 / 200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81B4F9-5568-4012-BBB0-94FC10DC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1722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EDE3DE-86A7-4412-9BAD-F099062C8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17220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199 / 199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97F545-4EC6-4AA3-9098-F4635978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6F4CB9-D4D4-498A-945A-5B66DC49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09550"/>
            <a:ext cx="3209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C</a:t>
            </a:r>
          </a:p>
        </p:txBody>
      </p:sp>
      <p:graphicFrame>
        <p:nvGraphicFramePr>
          <p:cNvPr id="66" name="Chart"/>
          <p:cNvGraphicFramePr/>
          <p:nvPr/>
        </p:nvGraphicFramePr>
        <p:xfrm>
          <a:off xmlns:a="http://schemas.openxmlformats.org/drawingml/2006/main" x="8229600" y="876300"/>
          <a:ext xmlns:a="http://schemas.openxmlformats.org/drawingml/2006/main" cx="36766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fea77c448e04898"/>
          </a:graphicData>
        </a:graphic>
      </p:graphicFrame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4D350A-0571-4C4B-B4C9-C067AC7E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991100"/>
            <a:ext cx="3581400" cy="95"/>
          </a:xfrm>
          <a:custGeom xmlns:a="http://schemas.openxmlformats.org/drawingml/2006/main">
            <a:pathLst>
              <a:path w="3581400" h="95">
                <a:moveTo>
                  <a:pt x="0" y="0"/>
                </a:moveTo>
                <a:lnTo>
                  <a:pt x="3581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E1E5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137D1E-33B7-4ABA-96C5-409720D8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105400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Path restored / affected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667105-30AD-4255-92BD-58E3A31A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5245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0502190-728B-4EE4-ACF7-1FF2E8300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52450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 / 200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9B7A41-A0B9-46DF-9FAA-9E219C28C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8483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06721A-0B12-4815-9B97-F084CE365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84835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 / 200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D3AAA61-2668-4823-8DF4-D4C38C9D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61722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FBE7C6-8D52-4B13-9B07-4CCF1B82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617220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201 / 201</a:t>
            </a:r>
          </a:p>
        </p:txBody>
      </p:sp>
    </p:spTree>
    <p:extLst>
      <p:ext uri="{BB962C8B-B14F-4D97-AF65-F5344CB8AC3E}">
        <p14:creationId xmlns:p14="http://schemas.microsoft.com/office/powerpoint/2010/main" val="12628085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34BD3100-A67E-4438-B956-99161538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E5C930-0CF6-407B-A18E-2A566948C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9550"/>
            <a:ext cx="3209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5F6B45-B214-47F0-899C-0185B0CD4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842153-EB62-4D70-95FE-3C777DF8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5AF1EF-4F3D-49F3-9234-D52955E8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35C0E0-A736-4FE0-B3CA-1035C39B0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9155D3-FBD0-4659-A783-DF6D7B17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1906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523F4F-C17E-4F9A-8B94-197B7BD9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58763C-A165-4549-B98F-4C9DAF84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999E17-2093-4811-99D8-95EA4FE54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76453D-FC69-4347-9AEA-5790DCC2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9D5770-6681-46DD-85AB-44E359DC7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A4EF95-EEBF-45F4-93EA-08FA71D4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9E2A11-7EC4-4A5D-A3B6-4BB146AC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084BC5-A5D5-419C-9A23-5C229D5A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650DBE-B000-451F-9C4A-41AD4A1B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573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CE6E33-A47C-46EB-A764-75A78C6C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8ED5A7-FFCC-495A-B558-A964A188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8DD176-4B92-4783-8252-92641A7D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8DFCFD-460C-41BE-8238-7ACDE377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411321-C4F6-413E-B6FE-B98C2172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F311E7-BC0F-44D2-A308-A9C7E9B9B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6CE7B1-2B04-4E35-BD62-537CC3F0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AD4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2BF283-8452-4FA9-8D99-0D1EEE157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0AE0A7-77D7-4A7B-8691-B88929C99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1240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A1F27E-22D1-40F6-869B-62213103F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F75A3F-82E7-4A4B-BA8B-67FC2C87C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E84213-E6C2-4575-B9A7-96052125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8426AC-6858-4CE2-95C6-5F9A5B4F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05E2B9-4796-4562-BD08-79022892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27D3C4-0B6C-4777-9635-2EAA9CA60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D497E9-7ACB-4657-BEEE-730B6A8F9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AD4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894925-7192-43EF-AA00-57B16E93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A432DA-CC29-46EC-A5ED-C31B4B4A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5908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1E71E7-2DFE-42E0-AE30-2EE309A3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A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7037419-8ABA-4E6B-B6F0-EF47EE41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15E9F17-7D26-4172-9731-5F8C3496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09886A-99F8-4860-831E-4ED6CB1B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8AF16A0-D79A-4F3F-A419-E77426FF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B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8970B42-DF58-4B6B-B3B3-1F54B22F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1.7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8580D23-7DB0-4DAC-BB17-FF9568B0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9D3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31C1B43-1530-4F8B-9F26-EBA14955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123.4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DC89A2F-2A89-4A4A-AD96-087A0A2CD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781425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0ECADA7-0E03-4855-A70E-D5E53351B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781425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B4b − B0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B595BB4-7F76-4E13-B773-EC4BA5478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6000750"/>
            <a:ext cx="2800350" cy="95"/>
          </a:xfrm>
          <a:custGeom xmlns:a="http://schemas.openxmlformats.org/drawingml/2006/main">
            <a:pathLst>
              <a:path w="2800350" h="95">
                <a:moveTo>
                  <a:pt x="0" y="0"/>
                </a:moveTo>
                <a:lnTo>
                  <a:pt x="2800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8DCB934-B78E-4E6C-92F0-9EA003A5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88CFC57-A740-4597-9E4E-8B833C5A7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-400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7221000-954E-4D63-878F-05BBA4B4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1875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EF391CA-1E00-434E-83FE-DE830D23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400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-200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149E111-8C72-4735-9E62-6E8F4FB2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6475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A1BC8B8-AB08-4F13-B5A5-2D3D3730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5000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A5ABC14-A2BF-4408-A984-39CAB030E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6475" y="4257675"/>
            <a:ext cx="95" cy="1600200"/>
          </a:xfrm>
          <a:custGeom xmlns:a="http://schemas.openxmlformats.org/drawingml/2006/main">
            <a:pathLst>
              <a:path w="95" h="1600200">
                <a:moveTo>
                  <a:pt x="0" y="0"/>
                </a:moveTo>
                <a:lnTo>
                  <a:pt x="0" y="160020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A8B1B7"/>
            </a:solidFill>
            <a:prstDash val="dash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2424E2D-1E1F-4D56-8088-398BFB30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195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4F539A6-49A2-44DC-AEE2-4E19B7DDF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144" y="4362450"/>
            <a:ext cx="156299" cy="95"/>
          </a:xfrm>
          <a:custGeom xmlns:a="http://schemas.openxmlformats.org/drawingml/2006/main">
            <a:pathLst>
              <a:path w="156299" h="95">
                <a:moveTo>
                  <a:pt x="0" y="0"/>
                </a:moveTo>
                <a:lnTo>
                  <a:pt x="1562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DE05A3D-9833-4C27-8F96-E1BE6527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144" y="43148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6088072-82EE-4C96-B9DB-0BE3A60A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8442" y="43148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276A029-C0FD-4957-9512-A37FB152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380" y="430053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DDF8FD5-87AE-41E5-9ABB-938C39B2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51D2B80-5571-42D8-9F83-18A0DEAC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6475" y="47625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3AF7372-CB1F-489A-9DCE-525ABDC8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6475" y="47148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4C91B1E-C740-41BB-87DF-24B8FA2F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6475" y="47148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E49BE86-EE09-4DE4-84EA-D07F096E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4563" y="470058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8B81088-520C-467E-964B-29616856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196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CF9CC81-DCD1-4715-B7F7-83189A44E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1477" y="5162550"/>
            <a:ext cx="43959" cy="95"/>
          </a:xfrm>
          <a:custGeom xmlns:a="http://schemas.openxmlformats.org/drawingml/2006/main">
            <a:pathLst>
              <a:path w="43959" h="95">
                <a:moveTo>
                  <a:pt x="0" y="0"/>
                </a:moveTo>
                <a:lnTo>
                  <a:pt x="4395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70BA182-BFB6-4AC1-9A0A-BB6D376F8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1477" y="5114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545AE77-002E-495A-A5E9-D57BC240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436" y="5114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1EBDB51-42FB-4960-AFCE-772E0BE2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1544" y="510063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1FB3260-ACF9-443E-A26F-1B5CBA03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197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6EBA036-5C20-442E-8A3C-0613451C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759" y="5562600"/>
            <a:ext cx="87918" cy="95"/>
          </a:xfrm>
          <a:custGeom xmlns:a="http://schemas.openxmlformats.org/drawingml/2006/main">
            <a:pathLst>
              <a:path w="87918" h="95">
                <a:moveTo>
                  <a:pt x="0" y="0"/>
                </a:moveTo>
                <a:lnTo>
                  <a:pt x="879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AB9A716-7FBD-46B4-BCD7-F61224A8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759" y="5514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34BB7C1-94DB-4390-9C0D-A47912EB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4677" y="5514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410A259-1E50-4887-9E04-A006314E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8805" y="550068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F7D249B-9F2B-4655-AFB4-3DB1C7BE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9C9701C-BC07-4464-ABBB-18E4439C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"/>
            <a:ext cx="3209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B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266C81B-3D41-472D-8CF4-7261E23F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6C22251-713E-4CAF-B2D6-E1420E79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78F8B28-E4DB-4896-A007-B46D3C5EB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FA41271-217A-4566-8283-D97BBC33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51AF106-295F-43D4-872E-4C016441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1906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D7A4C40-D979-46D1-800C-CB52C6755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2700010-156B-4159-B161-A8DDBBAA7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26FD4FC-99A9-4C9D-B4DB-5F7E8613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3F52C65-5CE3-443A-953C-6E5A94A53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EC037DC-87FD-4E16-8EDD-62D5F01BB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58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75111AC-8778-4BCC-A0E2-C756B64A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032C59B-A08F-4814-9CFC-0A16DD61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58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40DA103-1E19-4CDA-8B48-780D6765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BD585F7-2D83-4A1F-9AF3-3374A9963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6573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60CE004-4875-4155-AEB4-4FB86033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FD7A200-7F3C-43CB-8B5A-4D69EC47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08DE99F-0170-438B-B04E-9FB3AD48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AD4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48D8F62A-6608-4818-ACD2-6A4D7073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99AC852-4A26-44B7-BE4C-12A7CAF2D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4CF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0043FF0-2276-4892-9B17-180BDD6FC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AAB30A3-0E1F-4114-99B2-93BCF737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95A8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1EE566B-3D3E-4380-ADFD-4BF77942C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255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3E550AD-8A0F-4103-B114-4F32F386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1240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DC0B6D7-66DB-4730-ACC1-D78E45262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4D9EC0C-3B0D-446C-B077-75415CCA6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228E56C-6DA8-427C-AEFB-CF854690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AD4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D42D335-BEEE-4F72-9A95-C736CFD9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8B99DEE-DCFE-4454-820A-0B3256962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4CF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CA68C59-DDC8-43F8-80ED-5C4BC0DA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C3BF237-0A9A-4DA3-B642-E0A53F8D3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95A8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DB0FE66-5863-4329-A7E3-E867E1572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255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B4648FC-7643-490B-9FFE-85034267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5908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3252A53-E26B-4B9B-A12A-04452EEE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5473638-4978-4940-B8DF-F3117BAF3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69E9A47-074F-46CE-9D21-588B69583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AD4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E7A10921-4388-4BC7-AEB3-A20E2A7C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EB7C61DF-3983-487B-8990-CFF8B987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4CF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AB200360-39A6-4833-AD49-ECBDA488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73B73039-78BF-4D69-B683-D4484BFD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95A8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9209112F-45D2-445B-A454-5DBC3D51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255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1068E68C-8E7B-4E28-A48D-0BF88ABB6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781425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A47F7DF-9B4F-4919-8F00-1AF85B1C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81425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B4b − B0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4C2BD40-B65D-4EB7-A623-8F1436979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000750"/>
            <a:ext cx="2800350" cy="95"/>
          </a:xfrm>
          <a:custGeom xmlns:a="http://schemas.openxmlformats.org/drawingml/2006/main">
            <a:pathLst>
              <a:path w="2800350" h="95">
                <a:moveTo>
                  <a:pt x="0" y="0"/>
                </a:moveTo>
                <a:lnTo>
                  <a:pt x="2800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169D0D1-0803-4E88-8E36-C0A6D77F9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CA8306A0-4284-491A-B10B-5E5361DD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-400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ACD2B56F-65E5-4576-B67F-383CE5E50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3800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D5D75BDB-4996-4D21-95F9-DD9B0F9F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2325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-200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CA3184DC-FF75-423E-A59E-7CA88B68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8400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9E5A0FEC-9823-4DA1-9364-BA703DC58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6925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C0653F11-19D4-431B-BCFE-43574A933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8400" y="4257675"/>
            <a:ext cx="95" cy="1600200"/>
          </a:xfrm>
          <a:custGeom xmlns:a="http://schemas.openxmlformats.org/drawingml/2006/main">
            <a:pathLst>
              <a:path w="95" h="1600200">
                <a:moveTo>
                  <a:pt x="0" y="0"/>
                </a:moveTo>
                <a:lnTo>
                  <a:pt x="0" y="160020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A8B1B7"/>
            </a:solidFill>
            <a:prstDash val="dash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01BDAA2E-8DA9-4478-B662-1290E869D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2195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6F727791-DC5E-43C3-8F7E-D5A466E2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880" y="43624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248FD453-45AB-4541-9563-823F8F32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880" y="43148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1615A908-77DF-4B5E-A28B-218EDCBC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880" y="43148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0B22CB4C-CF6B-4AA7-86E0-2DC03F84E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968" y="430053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B1F4513A-3478-459F-BF21-3478BD52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6196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DD2F7799-AD6B-4261-9991-82258264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640" y="47625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3ADC02EC-A90F-4E5D-99CB-89921DDA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640" y="47148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C773CB05-D52E-4214-9FF9-8D42E7A4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640" y="47148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76FEE26D-8462-43F0-946D-CC3C3F07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9728" y="470058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C8B8DF45-C7E0-480A-800F-8BB80F23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0196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BBD6CCC5-EF9D-44E5-90C9-1D71D2E91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880" y="51625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44E50829-8836-4A4D-897E-A2DF4A0F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880" y="5114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D0E82AE2-14E1-4964-8E22-5026F695A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880" y="5114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258313F1-EC9B-4E16-A240-9D6DDB2B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968" y="510063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711D4B28-9B8C-408D-8BE8-AC5EF2A1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4197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6810F3F1-32EF-466A-84D0-A166F6B5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640" y="55626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798C215F-2FE5-4D9D-84A9-9792F676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640" y="5514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221E4721-93F6-468C-8626-92BA1F51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640" y="5514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4429138E-7510-4622-987A-09AC15AA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9728" y="550068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D734540C-375B-429A-B895-029E8CE1E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45ECD024-D510-43C7-A173-7D40FECB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09550"/>
            <a:ext cx="3209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C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E7971DF6-4894-4C9C-AC56-E5415CF2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2F0EB2F8-EF6F-48EC-AE1E-79EFC8D50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78F59075-5814-4391-8AC1-D6E486B5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97C765B8-50B5-45C5-A44A-83800CE2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38244358-9422-4D85-8F1D-25052D29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1906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3A5B4A6F-2DBF-4FE1-93AE-3285CBB6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FAC98381-2736-4540-A12D-7B4DA0679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9626BFA2-34C5-4B71-85D0-792D2B1C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42784138-18AB-49E0-9509-9A83D513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672AA3C3-3DC5-4C3E-90C0-5AD4F1B5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58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75A97CF4-28DB-4797-B14E-270DF122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6749BE3F-A595-4CBC-B910-2673AE536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58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239775EA-99A1-4500-B949-EB41051B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5E6D5D06-3B56-408E-BE6A-35385F690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573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42EDC147-5EC4-45B5-9FDB-F8AF3C7B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A8A22E1F-4D6A-4DFE-A552-D3A367456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37820666-3FE6-4BF3-95E7-DE8264A9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D2930DD2-A329-4852-9664-77722FAF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14B0AF2A-5F8D-4B32-82F8-61DA9FD7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4CF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33B70F83-A50B-4443-864F-BD07916D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355E3249-4A49-4E71-A599-CB6A3F988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58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565B366E-8B9D-4E61-B2A8-B9A2CC16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396D76F1-E536-4075-942C-294B0C921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240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05E5F3C8-D49F-43D2-92C3-F34A70C27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AA5274FD-CB28-4882-AB88-F2F1C809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91EE33E7-396A-4849-9F95-DDB343CBA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BB0F6CCA-B105-47B9-888D-DAD80617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4233A5FC-1344-4855-BEC5-BD111F2E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4CF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C09780CE-B1F9-41CC-9C05-5EE2BA35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47A709E0-180C-49CC-8BA4-7DA338CF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58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9D0F977D-EFDD-43F8-8342-7765F0F1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B43495A5-CBD8-4BF7-9E40-3CF7A698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908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B0FC3636-A8FC-41EE-BE28-9CDC8FE65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F79852F1-DDF5-49E2-8293-CE40759E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357386DC-A895-4343-B1B3-32518CFE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6EA077D4-4BF6-4C1A-9241-EDA46868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E07E63A4-1944-40F1-9C95-E39E62CF0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4CF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0AF19E6D-C667-4495-A458-14B8049B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CD827528-4268-4D7C-8B5F-0AB02464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58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4AAA0080-638D-47F5-98E6-C95B97097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07281017-9394-4644-BD9B-CD51EFE4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81425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8C31667D-4917-4156-A8F0-C06D39539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781425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B4b − B0</a:t>
            </a:r>
          </a:p>
        </p:txBody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E44680CF-AD4F-4E33-862B-286C6E1BE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6000750"/>
            <a:ext cx="2800350" cy="95"/>
          </a:xfrm>
          <a:custGeom xmlns:a="http://schemas.openxmlformats.org/drawingml/2006/main">
            <a:pathLst>
              <a:path w="2800350" h="95">
                <a:moveTo>
                  <a:pt x="0" y="0"/>
                </a:moveTo>
                <a:lnTo>
                  <a:pt x="2800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7F6326DC-9AA7-4BEB-A426-8DC9F697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D80EAAAC-0889-45EB-9454-B4D4A011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-400</a:t>
            </a:r>
          </a:p>
        </p:txBody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B771C46B-CFFC-484B-9970-7384778A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5725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DE292CEE-356B-469A-B54F-79C758BE9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4250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-200</a:t>
            </a:r>
          </a:p>
        </p:txBody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F62929DE-3124-4DB4-98BE-384523D15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9F7E53E9-AEC6-43A2-AA3F-96C5DC77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8850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1466E772-8743-40BA-BF7B-9C03F43C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4257675"/>
            <a:ext cx="95" cy="1600200"/>
          </a:xfrm>
          <a:custGeom xmlns:a="http://schemas.openxmlformats.org/drawingml/2006/main">
            <a:pathLst>
              <a:path w="95" h="1600200">
                <a:moveTo>
                  <a:pt x="0" y="0"/>
                </a:moveTo>
                <a:lnTo>
                  <a:pt x="0" y="160020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A8B1B7"/>
            </a:solidFill>
            <a:prstDash val="dash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32A2C6A0-FFCA-475B-B526-E1CCCDFE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2195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DAE9118D-70AD-4787-A5F2-45D1BBA0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43624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A5D2437A-2342-401C-903A-556D0749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43148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EA1407E8-DCEE-4042-B2C3-59E4F4EBC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43148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B8F02DD8-0AEB-42A9-BE76-C4C157F9B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8413" y="430053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DC051305-83AD-45F1-8746-78445EDA5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6196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534A60C2-67A0-49F8-81C9-43A7C046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47625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5BDAF4B1-EF25-4664-B494-E92C6A3DC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47148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7D1B1C35-47A6-47B2-9204-ABE6CF6F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47148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A09FA7CD-3BF1-4483-8480-46BD3B6D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8413" y="470058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CF4E6DD7-B008-4431-8E98-DD70E6EAA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0196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B655A3D2-5AD7-4109-B98E-A6D22437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6805" y="51625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6E7BDB06-01A3-404E-B3DA-2B057A18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6805" y="5114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1718558C-5AD3-4841-96B7-1CF39167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6805" y="5114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FC1A6969-9ECF-47EF-B33B-EFDF172C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893" y="510063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353E7795-9A8C-4FF7-84A6-61C2704D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4197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409B325D-0082-46C8-8F82-89A9A7A3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55626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3B4F5A85-3849-4F26-B987-AB58DF4B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5514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35F76B09-35D0-4CEE-8BC0-57599008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5514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F071B8F1-6AFB-40CD-9D7F-D661D746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8413" y="550068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79F3D351-171B-4241-B5A9-E8BA62C2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26D3F608-9106-412F-9788-F9CDBBDB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813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A6B98DCB-46B3-48BD-9BF4-5FD64D16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956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0">
            <a:noFill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988E10D5-1688-4FB0-8D98-E5947F8E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099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21913952-A4F9-4F2D-A7EA-C69D5059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43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7"/>
          </a:solidFill>
          <a:ln xmlns:a="http://schemas.openxmlformats.org/drawingml/2006/main" w="0">
            <a:noFill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045735D7-68C5-4045-BFFA-123D69F5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86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0">
            <a:noFill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4FAFE47E-621B-41CA-8825-F75D9378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529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0F4"/>
          </a:solidFill>
          <a:ln xmlns:a="http://schemas.openxmlformats.org/drawingml/2006/main" w="0">
            <a:noFill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03C4BBBD-D488-4012-8299-09656E9EC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672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F3"/>
          </a:solidFill>
          <a:ln xmlns:a="http://schemas.openxmlformats.org/drawingml/2006/main" w="0">
            <a:noFill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E380D38D-E379-4175-9095-5B2DCABF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816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1"/>
          </a:solidFill>
          <a:ln xmlns:a="http://schemas.openxmlformats.org/drawingml/2006/main" w="0">
            <a:noFill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ECF3B691-07CB-4CC3-929B-E5DEFCBDF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59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0"/>
          </a:solidFill>
          <a:ln xmlns:a="http://schemas.openxmlformats.org/drawingml/2006/main" w="0">
            <a:noFill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85234D6A-9B7C-43E8-88D2-A848D9052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AEF"/>
          </a:solidFill>
          <a:ln xmlns:a="http://schemas.openxmlformats.org/drawingml/2006/main" w="0">
            <a:noFill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0627C0A9-F62D-4F6B-8987-B5EBD03A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45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8ED"/>
          </a:solidFill>
          <a:ln xmlns:a="http://schemas.openxmlformats.org/drawingml/2006/main" w="0">
            <a:noFill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06AFF1EF-AF92-4478-ABFF-94AEF9B0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89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7EC"/>
          </a:solidFill>
          <a:ln xmlns:a="http://schemas.openxmlformats.org/drawingml/2006/main" w="0">
            <a:noFill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98425F58-1CC5-49E0-9AD7-1E862C208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32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5EB"/>
          </a:solidFill>
          <a:ln xmlns:a="http://schemas.openxmlformats.org/drawingml/2006/main" w="0">
            <a:noFill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B3323776-FF53-4490-BE19-EFA9EE96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675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9"/>
          </a:solidFill>
          <a:ln xmlns:a="http://schemas.openxmlformats.org/drawingml/2006/main" w="0">
            <a:noFill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9EB5B32C-E1E9-4AC8-8615-D65E9748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818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2E8"/>
          </a:solidFill>
          <a:ln xmlns:a="http://schemas.openxmlformats.org/drawingml/2006/main" w="0">
            <a:noFill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48B66A66-C4F6-40D1-89D3-FC77B140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962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BD895DA0-DE80-4AEF-89C9-BCC0D12F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105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5"/>
          </a:solidFill>
          <a:ln xmlns:a="http://schemas.openxmlformats.org/drawingml/2006/main" w="0">
            <a:noFill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97A13D97-39E3-4820-B831-D7D823A9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248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DE4"/>
          </a:solidFill>
          <a:ln xmlns:a="http://schemas.openxmlformats.org/drawingml/2006/main" w="0">
            <a:noFill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333A6990-0E8A-475B-99BF-B13BFFADE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391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BE3"/>
          </a:solidFill>
          <a:ln xmlns:a="http://schemas.openxmlformats.org/drawingml/2006/main" w="0">
            <a:noFill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FEA99E64-02FB-427A-BFD1-E6423E11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AE1"/>
          </a:solidFill>
          <a:ln xmlns:a="http://schemas.openxmlformats.org/drawingml/2006/main" w="0">
            <a:noFill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B699F4E3-734B-4389-A6D6-CC06E13D5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78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E0"/>
          </a:solidFill>
          <a:ln xmlns:a="http://schemas.openxmlformats.org/drawingml/2006/main" w="0">
            <a:noFill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D0FF8C0E-DCB0-43EA-99FF-5911DF744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821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DF"/>
          </a:solidFill>
          <a:ln xmlns:a="http://schemas.openxmlformats.org/drawingml/2006/main" w="0">
            <a:noFill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72479324-76F4-4441-B568-55FB2DC2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964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DD"/>
          </a:solidFill>
          <a:ln xmlns:a="http://schemas.openxmlformats.org/drawingml/2006/main" w="0">
            <a:noFill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889E1979-BD9F-49F2-9DE1-D93A1205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108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C"/>
          </a:solidFill>
          <a:ln xmlns:a="http://schemas.openxmlformats.org/drawingml/2006/main" w="0">
            <a:noFill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29F76F80-A5B0-4F1F-924D-0D74EFEE6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251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2DB"/>
          </a:solidFill>
          <a:ln xmlns:a="http://schemas.openxmlformats.org/drawingml/2006/main" w="0">
            <a:noFill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3A01699A-D602-4FB8-BCB0-0D56D53C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394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0D9"/>
          </a:solidFill>
          <a:ln xmlns:a="http://schemas.openxmlformats.org/drawingml/2006/main" w="0">
            <a:noFill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57CE2A51-135B-4371-9595-69BC489D0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537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CFD8"/>
          </a:solidFill>
          <a:ln xmlns:a="http://schemas.openxmlformats.org/drawingml/2006/main" w="0">
            <a:noFill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31ABE5A8-18EC-4CFD-B153-179EDA4C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81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CDD7"/>
          </a:solidFill>
          <a:ln xmlns:a="http://schemas.openxmlformats.org/drawingml/2006/main" w="0">
            <a:noFill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CC0BEBB5-1EB2-459C-8676-C894DF15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824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CBD5"/>
          </a:solidFill>
          <a:ln xmlns:a="http://schemas.openxmlformats.org/drawingml/2006/main" w="0">
            <a:noFill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3365A5DC-C990-439A-AEEA-05E83491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AD4"/>
          </a:solidFill>
          <a:ln xmlns:a="http://schemas.openxmlformats.org/drawingml/2006/main" w="0">
            <a:noFill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7792B758-FE48-4FCF-AEE8-2F804022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110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D3"/>
          </a:solidFill>
          <a:ln xmlns:a="http://schemas.openxmlformats.org/drawingml/2006/main" w="0">
            <a:noFill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461E0D66-59D5-42F0-A953-94B1D8CD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D1"/>
          </a:solidFill>
          <a:ln xmlns:a="http://schemas.openxmlformats.org/drawingml/2006/main" w="0">
            <a:noFill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3D2E7D8D-C47B-4607-8D0D-7D334BE4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97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5D0"/>
          </a:solidFill>
          <a:ln xmlns:a="http://schemas.openxmlformats.org/drawingml/2006/main" w="0">
            <a:noFill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CDA01A4B-9D81-440E-99D2-4991B812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540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C3CF"/>
          </a:solidFill>
          <a:ln xmlns:a="http://schemas.openxmlformats.org/drawingml/2006/main" w="0">
            <a:noFill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DDD16261-1781-47F3-867A-2E83AA06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683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C2CD"/>
          </a:solidFill>
          <a:ln xmlns:a="http://schemas.openxmlformats.org/drawingml/2006/main" w="0">
            <a:noFill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490DF583-D1C7-4FF7-B4BA-8FE4D575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27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C0CC"/>
          </a:solidFill>
          <a:ln xmlns:a="http://schemas.openxmlformats.org/drawingml/2006/main" w="0">
            <a:noFill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F4939876-B63A-417D-9421-1C62CA7B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70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FCB"/>
          </a:solidFill>
          <a:ln xmlns:a="http://schemas.openxmlformats.org/drawingml/2006/main" w="0">
            <a:noFill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9D766B4C-D4E9-44B7-B833-D82023C5F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113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BDC9"/>
          </a:solidFill>
          <a:ln xmlns:a="http://schemas.openxmlformats.org/drawingml/2006/main" w="0">
            <a:noFill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B2FB5C68-5E88-46C1-B618-E0C7C282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256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BBBC8"/>
          </a:solidFill>
          <a:ln xmlns:a="http://schemas.openxmlformats.org/drawingml/2006/main" w="0">
            <a:noFill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927602B4-01A4-4E5E-97B1-962F9071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AC7"/>
          </a:solidFill>
          <a:ln xmlns:a="http://schemas.openxmlformats.org/drawingml/2006/main" w="0">
            <a:noFill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4D1F5062-FC7B-42AA-9B82-286CEEC7D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543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8C5"/>
          </a:solidFill>
          <a:ln xmlns:a="http://schemas.openxmlformats.org/drawingml/2006/main" w="0">
            <a:noFill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175FCF45-6D88-4487-9DE1-70217066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686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B7C4"/>
          </a:solidFill>
          <a:ln xmlns:a="http://schemas.openxmlformats.org/drawingml/2006/main" w="0">
            <a:noFill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9A33A581-63FC-40E9-8555-BAD3ACDF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829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5C3"/>
          </a:solidFill>
          <a:ln xmlns:a="http://schemas.openxmlformats.org/drawingml/2006/main" w="0">
            <a:noFill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3B1D32CD-03DC-4F2C-8B0C-8C8332F5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973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B3C1"/>
          </a:solidFill>
          <a:ln xmlns:a="http://schemas.openxmlformats.org/drawingml/2006/main" w="0">
            <a:noFill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4FF437D7-5AFF-4687-9835-E7E4F1BC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116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B2C0"/>
          </a:solidFill>
          <a:ln xmlns:a="http://schemas.openxmlformats.org/drawingml/2006/main" w="0">
            <a:noFill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A9BCDDA5-943B-4842-A8E4-156FBE80C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259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0BF"/>
          </a:solidFill>
          <a:ln xmlns:a="http://schemas.openxmlformats.org/drawingml/2006/main" w="0">
            <a:noFill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2183B225-580A-436B-8F8B-71C1EF85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402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AFBD"/>
          </a:solidFill>
          <a:ln xmlns:a="http://schemas.openxmlformats.org/drawingml/2006/main" w="0">
            <a:noFill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5318D372-3D4F-4D00-8BCF-3CDE0A2D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546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ADBC"/>
          </a:solidFill>
          <a:ln xmlns:a="http://schemas.openxmlformats.org/drawingml/2006/main" w="0">
            <a:noFill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E7FCB1F1-786D-4CAF-AE31-48421724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89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ABBB"/>
          </a:solidFill>
          <a:ln xmlns:a="http://schemas.openxmlformats.org/drawingml/2006/main" w="0">
            <a:noFill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E3357B9A-F01E-4EED-84E5-1B0088AD1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AAB9"/>
          </a:solidFill>
          <a:ln xmlns:a="http://schemas.openxmlformats.org/drawingml/2006/main" w="0">
            <a:noFill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DE103524-4F02-421D-B4EF-1875213F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975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A8B8"/>
          </a:solidFill>
          <a:ln xmlns:a="http://schemas.openxmlformats.org/drawingml/2006/main" w="0">
            <a:noFill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E08CB7B2-3221-4F7B-9314-E69FBBA9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119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6B7"/>
          </a:solidFill>
          <a:ln xmlns:a="http://schemas.openxmlformats.org/drawingml/2006/main" w="0">
            <a:noFill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AF22F657-589A-4BC7-8193-7DDD69DE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62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5B5"/>
          </a:solidFill>
          <a:ln xmlns:a="http://schemas.openxmlformats.org/drawingml/2006/main" w="0">
            <a:noFill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B9FBAFFC-C25C-4384-BFFE-6A27E85A4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05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A3B4"/>
          </a:solidFill>
          <a:ln xmlns:a="http://schemas.openxmlformats.org/drawingml/2006/main" w="0">
            <a:noFill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13F2A21D-DEC0-453D-8EF5-91390E22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548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A2B3"/>
          </a:solidFill>
          <a:ln xmlns:a="http://schemas.openxmlformats.org/drawingml/2006/main" w="0">
            <a:noFill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A4F7973B-5842-4F5E-8B59-4FBC5BDA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692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A0B1"/>
          </a:solidFill>
          <a:ln xmlns:a="http://schemas.openxmlformats.org/drawingml/2006/main" w="0">
            <a:noFill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E6828A1B-D09F-49B3-85BC-F2C16D42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35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9EB0"/>
          </a:solidFill>
          <a:ln xmlns:a="http://schemas.openxmlformats.org/drawingml/2006/main" w="0">
            <a:noFill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E4A45593-A107-462E-AC7E-DD9C57C1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978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9DAF"/>
          </a:solidFill>
          <a:ln xmlns:a="http://schemas.openxmlformats.org/drawingml/2006/main" w="0">
            <a:noFill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2C70F88B-F85D-4204-8C07-87EAEF0C6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121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0">
            <a:noFill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93D64130-45FA-490B-8C83-7F373F51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9AAC"/>
          </a:solidFill>
          <a:ln xmlns:a="http://schemas.openxmlformats.org/drawingml/2006/main" w="0">
            <a:noFill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04AA72CD-77EC-4E8C-B33E-683AD9EFF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408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8AB"/>
          </a:solidFill>
          <a:ln xmlns:a="http://schemas.openxmlformats.org/drawingml/2006/main" w="0">
            <a:noFill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992D7655-4854-4D3A-8962-9FC7B58F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51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96A9"/>
          </a:solidFill>
          <a:ln xmlns:a="http://schemas.openxmlformats.org/drawingml/2006/main" w="0">
            <a:noFill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402BFACF-EDB3-49E4-8787-E097DD6B8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694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95A8"/>
          </a:solidFill>
          <a:ln xmlns:a="http://schemas.openxmlformats.org/drawingml/2006/main" w="0">
            <a:noFill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476809AF-0E73-4130-A494-EDC530E4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93A7"/>
          </a:solidFill>
          <a:ln xmlns:a="http://schemas.openxmlformats.org/drawingml/2006/main" w="0">
            <a:noFill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36501806-7C6B-4C90-83F3-8BBBE41D7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981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2A5"/>
          </a:solidFill>
          <a:ln xmlns:a="http://schemas.openxmlformats.org/drawingml/2006/main" w="0">
            <a:noFill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9C28B90A-36F9-413C-9074-91A2A0CC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124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0A4"/>
          </a:solidFill>
          <a:ln xmlns:a="http://schemas.openxmlformats.org/drawingml/2006/main" w="0">
            <a:noFill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7715A9CD-135C-4582-AF5F-903EA9F3D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267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8EA3"/>
          </a:solidFill>
          <a:ln xmlns:a="http://schemas.openxmlformats.org/drawingml/2006/main" w="0">
            <a:noFill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36DE168B-237A-4A3F-8D48-3E5BD138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11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8DA1"/>
          </a:solidFill>
          <a:ln xmlns:a="http://schemas.openxmlformats.org/drawingml/2006/main" w="0">
            <a:noFill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1C119A8C-ED0C-40BA-BAAA-62EF7226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54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8BA0"/>
          </a:solidFill>
          <a:ln xmlns:a="http://schemas.openxmlformats.org/drawingml/2006/main" w="0">
            <a:noFill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E7FA0FD1-91A8-4A4F-BC84-03AA1FC2D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8A9F"/>
          </a:solidFill>
          <a:ln xmlns:a="http://schemas.openxmlformats.org/drawingml/2006/main" w="0">
            <a:noFill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67B73CD0-80CC-45BC-A5F0-A2DDA9CF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840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89D"/>
          </a:solidFill>
          <a:ln xmlns:a="http://schemas.openxmlformats.org/drawingml/2006/main" w="0">
            <a:noFill/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3E2ED756-C43B-4D34-8342-95928F4F7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984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869C"/>
          </a:solidFill>
          <a:ln xmlns:a="http://schemas.openxmlformats.org/drawingml/2006/main" w="0">
            <a:noFill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C22E095F-AA60-425F-BBD8-5F7390D6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127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859B"/>
          </a:solidFill>
          <a:ln xmlns:a="http://schemas.openxmlformats.org/drawingml/2006/main" w="0">
            <a:noFill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FEED7FD8-7DC7-4346-9FEC-839ED05F5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270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399"/>
          </a:solidFill>
          <a:ln xmlns:a="http://schemas.openxmlformats.org/drawingml/2006/main" w="0">
            <a:noFill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71720E60-9970-4A17-B0CC-209E7261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413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298"/>
          </a:solidFill>
          <a:ln xmlns:a="http://schemas.openxmlformats.org/drawingml/2006/main" w="0">
            <a:noFill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ABD6C29B-AB89-4BBE-A819-997E8B78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557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8097"/>
          </a:solidFill>
          <a:ln xmlns:a="http://schemas.openxmlformats.org/drawingml/2006/main" w="0">
            <a:noFill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6DCE9AAE-39BA-4C47-8FF1-B2EBDEA4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700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E95"/>
          </a:solidFill>
          <a:ln xmlns:a="http://schemas.openxmlformats.org/drawingml/2006/main" w="0">
            <a:noFill/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FADAD4AD-38D5-49FE-82D8-819C37E5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843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D94"/>
          </a:solidFill>
          <a:ln xmlns:a="http://schemas.openxmlformats.org/drawingml/2006/main" w="0">
            <a:noFill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B83A6005-DB0C-4101-A921-197EDB1F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986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7B93"/>
          </a:solidFill>
          <a:ln xmlns:a="http://schemas.openxmlformats.org/drawingml/2006/main" w="0">
            <a:noFill/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8427AE44-0307-4FFC-8083-061D3BDF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7A91"/>
          </a:solidFill>
          <a:ln xmlns:a="http://schemas.openxmlformats.org/drawingml/2006/main" w="0">
            <a:noFill/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3FBC0BCD-02AC-493E-9606-85F9A6BE2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273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890"/>
          </a:solidFill>
          <a:ln xmlns:a="http://schemas.openxmlformats.org/drawingml/2006/main" w="0">
            <a:noFill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B7BC7EEC-C272-48F1-97DB-9C999437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416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768F"/>
          </a:solidFill>
          <a:ln xmlns:a="http://schemas.openxmlformats.org/drawingml/2006/main" w="0">
            <a:noFill/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0FDB4B9C-F6D6-4856-935A-D75673D4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559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58D"/>
          </a:solidFill>
          <a:ln xmlns:a="http://schemas.openxmlformats.org/drawingml/2006/main" w="0">
            <a:noFill/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F64A468E-DD39-475A-B843-ACBD2C1C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703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38C"/>
          </a:solidFill>
          <a:ln xmlns:a="http://schemas.openxmlformats.org/drawingml/2006/main" w="0">
            <a:noFill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BCC64F21-A162-4F9D-9BBA-432AB429C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46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718B"/>
          </a:solidFill>
          <a:ln xmlns:a="http://schemas.openxmlformats.org/drawingml/2006/main" w="0">
            <a:noFill/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A7B74351-0DAE-44DF-8C97-5E9070B2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989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089"/>
          </a:solidFill>
          <a:ln xmlns:a="http://schemas.openxmlformats.org/drawingml/2006/main" w="0">
            <a:noFill/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2B4BBBF6-9A02-448C-B6F5-FE7EC422C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1327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6E88"/>
          </a:solidFill>
          <a:ln xmlns:a="http://schemas.openxmlformats.org/drawingml/2006/main" w="0">
            <a:noFill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E53D1F92-C6B6-4840-A0A1-B39EE7D4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76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6D87"/>
          </a:solidFill>
          <a:ln xmlns:a="http://schemas.openxmlformats.org/drawingml/2006/main" w="0">
            <a:noFill/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1300D4CD-7D0F-47A3-B04B-A094CB47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419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6B85"/>
          </a:solidFill>
          <a:ln xmlns:a="http://schemas.openxmlformats.org/drawingml/2006/main" w="0">
            <a:noFill/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EB25C06B-327C-408E-8F2C-9E8FE0AD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984"/>
          </a:solidFill>
          <a:ln xmlns:a="http://schemas.openxmlformats.org/drawingml/2006/main" w="0">
            <a:noFill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15AF8BAE-6690-4C55-98CF-000404FE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705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883"/>
          </a:solidFill>
          <a:ln xmlns:a="http://schemas.openxmlformats.org/drawingml/2006/main" w="0">
            <a:noFill/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A205ED44-68D9-4FE5-B919-FA59CC3D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849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6681"/>
          </a:solidFill>
          <a:ln xmlns:a="http://schemas.openxmlformats.org/drawingml/2006/main" w="0">
            <a:noFill/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3FBC772B-D7FD-40EC-958A-34DCCD38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992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580"/>
          </a:solidFill>
          <a:ln xmlns:a="http://schemas.openxmlformats.org/drawingml/2006/main" w="0">
            <a:noFill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6AA7E129-E463-49F2-9FCA-CD4B3FBBF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135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637F"/>
          </a:solidFill>
          <a:ln xmlns:a="http://schemas.openxmlformats.org/drawingml/2006/main" w="0">
            <a:noFill/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C9C953C9-F9B9-4AE5-BA3C-A0E9806D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D"/>
          </a:solidFill>
          <a:ln xmlns:a="http://schemas.openxmlformats.org/drawingml/2006/main" w="0">
            <a:noFill/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D118544C-11FE-48B7-9DA8-F832DE16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22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07C"/>
          </a:solidFill>
          <a:ln xmlns:a="http://schemas.openxmlformats.org/drawingml/2006/main" w="0">
            <a:noFill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BE2C62B9-1937-4EAD-8009-B6AF7E04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5652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E7B"/>
          </a:solidFill>
          <a:ln xmlns:a="http://schemas.openxmlformats.org/drawingml/2006/main" w="0">
            <a:noFill/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0756029F-CC06-4DD9-82CC-AD51BFD7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08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D79"/>
          </a:solidFill>
          <a:ln xmlns:a="http://schemas.openxmlformats.org/drawingml/2006/main" w="0">
            <a:noFill/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F96EBC39-60D4-4497-8C56-B0D313289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851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B78"/>
          </a:solidFill>
          <a:ln xmlns:a="http://schemas.openxmlformats.org/drawingml/2006/main" w="0">
            <a:noFill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7847349E-D497-44E7-8255-FB2349EE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200400"/>
            <a:ext cx="352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952A67B7-874F-4F54-BD12-926DAB2B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200400"/>
            <a:ext cx="561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400</a:t>
            </a:r>
          </a:p>
        </p:txBody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9466FB71-E7D8-4D28-A910-C11C2284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00400"/>
            <a:ext cx="923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SWL</a:t>
            </a:r>
          </a:p>
        </p:txBody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D78354AE-904C-4722-8CB6-7890424D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6429375"/>
            <a:ext cx="914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Paired change in SWL (negative values indicate lower loss)</a:t>
            </a:r>
          </a:p>
        </p:txBody>
      </p:sp>
    </p:spTree>
    <p:extLst>
      <p:ext uri="{BB962C8B-B14F-4D97-AF65-F5344CB8AC3E}">
        <p14:creationId xmlns:p14="http://schemas.microsoft.com/office/powerpoint/2010/main" val="16852815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544C1A-7143-49F9-AD2E-A83E47B6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866775"/>
            <a:ext cx="371475" cy="95"/>
          </a:xfrm>
          <a:custGeom xmlns:a="http://schemas.openxmlformats.org/drawingml/2006/main">
            <a:pathLst>
              <a:path w="371475" h="95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B858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A32F1D-B94D-40C8-A6C8-8351590B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819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FC5CD8-D75C-4AF3-BDFE-037411D6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714375"/>
            <a:ext cx="1152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F04D32-0755-4F1D-AF4F-89842401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866775"/>
            <a:ext cx="371475" cy="95"/>
          </a:xfrm>
          <a:custGeom xmlns:a="http://schemas.openxmlformats.org/drawingml/2006/main">
            <a:pathLst>
              <a:path w="371475" h="95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78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499C73-4922-40E7-974E-71D7CFDC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8191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9A8E59-7736-4FFD-B110-9FBEC829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714375"/>
            <a:ext cx="1152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C2D098-E1F0-4DD6-9A30-042F554E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866775"/>
            <a:ext cx="371475" cy="95"/>
          </a:xfrm>
          <a:custGeom xmlns:a="http://schemas.openxmlformats.org/drawingml/2006/main">
            <a:pathLst>
              <a:path w="371475" h="95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477F6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86BB1B-CAA1-4CCF-8ABD-95DA19D1C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3" y="795338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B20511-DF0E-4A0D-A4C6-BBC5F6DFA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714375"/>
            <a:ext cx="1152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ABB4F3-46FC-421E-8C78-1599389D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866775"/>
            <a:ext cx="371475" cy="95"/>
          </a:xfrm>
          <a:custGeom xmlns:a="http://schemas.openxmlformats.org/drawingml/2006/main">
            <a:pathLst>
              <a:path w="371475" h="95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954A3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27992A-1FA3-4B1F-BF51-DFFB8946D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819150"/>
            <a:ext cx="95250" cy="95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46EC6F-DA24-464F-898E-2024866D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714375"/>
            <a:ext cx="1152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87E7E4-E173-4FFE-8B2E-07104BD1B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50B002-9C63-4DED-9B4A-5F583D66C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9550"/>
            <a:ext cx="3295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Observation interval</a:t>
            </a:r>
          </a:p>
        </p:txBody>
      </p:sp>
      <p:graphicFrame>
        <p:nvGraphicFramePr>
          <p:cNvPr id="42" name="Chart"/>
          <p:cNvGraphicFramePr/>
          <p:nvPr/>
        </p:nvGraphicFramePr>
        <p:xfrm>
          <a:off xmlns:a="http://schemas.openxmlformats.org/drawingml/2006/main" x="200025" y="1323975"/>
          <a:ext xmlns:a="http://schemas.openxmlformats.org/drawingml/2006/main" cx="3829050" cy="40671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e71ff8df3bb4974"/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441317-8115-4AD0-8F6A-084E30A6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0B1AE2-3F81-40FA-B00A-BCA50EB8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"/>
            <a:ext cx="3295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Execution wait</a:t>
            </a:r>
          </a:p>
        </p:txBody>
      </p:sp>
      <p:graphicFrame>
        <p:nvGraphicFramePr>
          <p:cNvPr id="45" name="Chart"/>
          <p:cNvGraphicFramePr/>
          <p:nvPr/>
        </p:nvGraphicFramePr>
        <p:xfrm>
          <a:off xmlns:a="http://schemas.openxmlformats.org/drawingml/2006/main" x="4171950" y="1323975"/>
          <a:ext xmlns:a="http://schemas.openxmlformats.org/drawingml/2006/main" cx="3829050" cy="40671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5b3661cab6140dd"/>
          </a:graphicData>
        </a:graphic>
      </p:graphicFrame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8D51F3-BB71-477B-AD71-B3C0D9403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348DDC-D251-414B-9B6C-00177B81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09550"/>
            <a:ext cx="3295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Input burden</a:t>
            </a:r>
          </a:p>
        </p:txBody>
      </p:sp>
      <p:graphicFrame>
        <p:nvGraphicFramePr>
          <p:cNvPr id="48" name="Chart"/>
          <p:cNvGraphicFramePr/>
          <p:nvPr/>
        </p:nvGraphicFramePr>
        <p:xfrm>
          <a:off xmlns:a="http://schemas.openxmlformats.org/drawingml/2006/main" x="8143875" y="1323975"/>
          <a:ext xmlns:a="http://schemas.openxmlformats.org/drawingml/2006/main" cx="3829050" cy="40671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4b1dfd4f3464328"/>
          </a:graphicData>
        </a:graphic>
      </p:graphicFrame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5C457D-3DB7-4975-93CA-C57D5BE4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619750"/>
            <a:ext cx="3686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B2 = B4b at every interval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044AF1-7621-4143-A434-85556A75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619750"/>
            <a:ext cx="3648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B1 = B2 = B4b at 0–30 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1CD43C-AB97-40BD-B535-696114D6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619750"/>
            <a:ext cx="3467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Four active aircraft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985D2A-752C-437C-BC50-40A6B3B9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6019800"/>
            <a:ext cx="3686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7A"/>
                </a:solidFill>
                <a:latin typeface="Arial"/>
                <a:ea typeface="Arial"/>
                <a:cs typeface="Arial"/>
              </a:rPr>
              <a:t>180 s service window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6876C5-52C1-46C0-A2A1-E0D52060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6019800"/>
            <a:ext cx="3648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B2 = B4b at 60 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509F82-9272-423D-90F1-7B4791DC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6019800"/>
            <a:ext cx="3467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7A"/>
                </a:solidFill>
                <a:latin typeface="Arial"/>
                <a:ea typeface="Arial"/>
                <a:cs typeface="Arial"/>
              </a:rPr>
              <a:t>5–50 total records</a:t>
            </a:r>
          </a:p>
        </p:txBody>
      </p:sp>
    </p:spTree>
    <p:extLst>
      <p:ext uri="{BB962C8B-B14F-4D97-AF65-F5344CB8AC3E}">
        <p14:creationId xmlns:p14="http://schemas.microsoft.com/office/powerpoint/2010/main" val="3525681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4E9EFC4-5724-4C69-BD19-2DA70A00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76225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758A93-AA4D-4492-ADEF-CE8744425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6225"/>
            <a:ext cx="8353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B0: repeated ground command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02B526-40E7-45C8-9806-727ECFA3B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20040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47FF3E-EB3B-4AEA-94C5-6859E8110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00400"/>
            <a:ext cx="8353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B4b: air replaced by ground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C5CBF5-6BDB-47A4-8423-6A7FFCC4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377" y="971550"/>
            <a:ext cx="4388048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FE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350AFF-0FCB-4104-8DE6-AB91E828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377" y="742950"/>
            <a:ext cx="95" cy="1914525"/>
          </a:xfrm>
          <a:custGeom xmlns:a="http://schemas.openxmlformats.org/drawingml/2006/main">
            <a:pathLst>
              <a:path w="95" h="1914525">
                <a:moveTo>
                  <a:pt x="0" y="0"/>
                </a:moveTo>
                <a:lnTo>
                  <a:pt x="0" y="191452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B52935"/>
            </a:solidFill>
            <a:prstDash val="dash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6331E4-7068-4F26-B461-70D3F315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377" y="3914775"/>
            <a:ext cx="4388048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F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6885BC-DB0B-4349-950D-F4AA628F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377" y="3686175"/>
            <a:ext cx="95" cy="1914525"/>
          </a:xfrm>
          <a:custGeom xmlns:a="http://schemas.openxmlformats.org/drawingml/2006/main">
            <a:pathLst>
              <a:path w="95" h="1914525">
                <a:moveTo>
                  <a:pt x="0" y="0"/>
                </a:moveTo>
                <a:lnTo>
                  <a:pt x="0" y="191452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B52935"/>
            </a:solidFill>
            <a:prstDash val="dash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84F955-9058-41F7-B6D7-79113C7D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76400"/>
            <a:ext cx="1880592" cy="95"/>
          </a:xfrm>
          <a:custGeom xmlns:a="http://schemas.openxmlformats.org/drawingml/2006/main">
            <a:pathLst>
              <a:path w="1880592" h="95">
                <a:moveTo>
                  <a:pt x="0" y="0"/>
                </a:moveTo>
                <a:lnTo>
                  <a:pt x="18805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2F659D"/>
            </a:solidFill>
            <a:prstDash val="dash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C8DB1A-AE06-4833-82A2-839DC6F5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192" y="1676400"/>
            <a:ext cx="5704463" cy="95"/>
          </a:xfrm>
          <a:custGeom xmlns:a="http://schemas.openxmlformats.org/drawingml/2006/main">
            <a:pathLst>
              <a:path w="5704463" h="95">
                <a:moveTo>
                  <a:pt x="0" y="0"/>
                </a:moveTo>
                <a:lnTo>
                  <a:pt x="57044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2F659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1AD90C-4AB6-400B-B6ED-34D1384F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5042" y="1619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59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8CEE7F-52E1-4AEE-A5F1-4934ACDE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9980" y="1609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8BE5BA-CB74-4335-9D4C-9E5F61776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57400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Selected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27C076-2356-4A2F-8639-270F3C3E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36220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300 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F565F5-B2CA-4410-A31B-EBE72C23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4042" y="2057400"/>
            <a:ext cx="12287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Execute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3F8A6B-9DCC-411D-94BD-67C56B62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542" y="2362200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360 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B63D8D-C616-477E-BAB3-9B748C20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205" y="2057400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Complete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3A991A-3D6F-45BC-A2D9-25B70C8D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1855" y="2362200"/>
            <a:ext cx="1133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542 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C68BF6-6467-4E8C-BA3D-23EF91A51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8464" y="962025"/>
            <a:ext cx="5705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F659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F659D"/>
                </a:solidFill>
                <a:latin typeface="Arial"/>
                <a:ea typeface="Arial"/>
                <a:cs typeface="Arial"/>
              </a:rPr>
              <a:t>Same command, same due time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D0BF26-A75C-4CD6-AA59-066779C6E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6652" y="666750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529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52935"/>
                </a:solidFill>
                <a:latin typeface="Arial"/>
                <a:ea typeface="Arial"/>
                <a:cs typeface="Arial"/>
              </a:rPr>
              <a:t>Deadline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2F6FC3-1D6D-40A1-8C2D-93D1E9EF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352" y="962025"/>
            <a:ext cx="962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529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52935"/>
                </a:solidFill>
                <a:latin typeface="Arial"/>
                <a:ea typeface="Arial"/>
                <a:cs typeface="Arial"/>
              </a:rPr>
              <a:t>480 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CE1940-D508-4A65-9EEE-89EAA8642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00575"/>
            <a:ext cx="1880592" cy="95"/>
          </a:xfrm>
          <a:custGeom xmlns:a="http://schemas.openxmlformats.org/drawingml/2006/main">
            <a:pathLst>
              <a:path w="1880592" h="95">
                <a:moveTo>
                  <a:pt x="0" y="0"/>
                </a:moveTo>
                <a:lnTo>
                  <a:pt x="18805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D78A3A"/>
            </a:solidFill>
            <a:prstDash val="dash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6BAA3F-7B7A-42BA-8DBB-D44EDB76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5517" y="4533900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5293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DA07E4-F11D-48F6-94F7-77FBCA16D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192" y="4600575"/>
            <a:ext cx="1880592" cy="95"/>
          </a:xfrm>
          <a:custGeom xmlns:a="http://schemas.openxmlformats.org/drawingml/2006/main">
            <a:pathLst>
              <a:path w="1880592" h="95">
                <a:moveTo>
                  <a:pt x="0" y="0"/>
                </a:moveTo>
                <a:lnTo>
                  <a:pt x="18805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2F659D"/>
            </a:solidFill>
            <a:prstDash val="dash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007128-B8CA-4292-BDFC-C672ECFD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784" y="4600575"/>
            <a:ext cx="5704463" cy="95"/>
          </a:xfrm>
          <a:custGeom xmlns:a="http://schemas.openxmlformats.org/drawingml/2006/main">
            <a:pathLst>
              <a:path w="5704463" h="95">
                <a:moveTo>
                  <a:pt x="0" y="0"/>
                </a:moveTo>
                <a:lnTo>
                  <a:pt x="57044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2F659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F97479-5DAE-4982-9754-97EFCBEF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5634" y="4543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59D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16FBC2-E2F4-4801-A770-D6CDD9D42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0572" y="4533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AEF519-0C52-4A6B-84DB-220418C7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5153025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300 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E999BD-E539-468D-AEB5-F1125101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167" y="5153025"/>
            <a:ext cx="17049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360 s fault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8D8823-149E-4A86-A8AC-023D1E3C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459" y="5153025"/>
            <a:ext cx="1981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420 s execute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F79731-F9AD-4D66-A1C9-A4A17707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7047" y="5153025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602 s complete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8FF678-D09E-4A44-9F1C-2C30D9B3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8100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Air selected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F8B889-7CCE-4DDD-BE8C-AA5B4124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5624" y="3810000"/>
            <a:ext cx="3514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659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659D"/>
                </a:solidFill>
                <a:latin typeface="Arial"/>
                <a:ea typeface="Arial"/>
                <a:cs typeface="Arial"/>
              </a:rPr>
              <a:t>New ground command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EFB565-EDCD-4976-A91C-4B8A2E96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177" y="35147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529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52935"/>
                </a:solidFill>
                <a:latin typeface="Arial"/>
                <a:ea typeface="Arial"/>
                <a:cs typeface="Arial"/>
              </a:rPr>
              <a:t>Deadline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AF80A4-434C-4C58-B187-CF246FD95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810250"/>
            <a:ext cx="10029825" cy="95"/>
          </a:xfrm>
          <a:custGeom xmlns:a="http://schemas.openxmlformats.org/drawingml/2006/main">
            <a:pathLst>
              <a:path w="10029825" h="95">
                <a:moveTo>
                  <a:pt x="0" y="0"/>
                </a:moveTo>
                <a:lnTo>
                  <a:pt x="10029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C4FD539-892F-4427-AF8B-CA69A219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8102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01F9FAD-758F-462B-B63A-F1E8C62F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9245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300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CFDC5FF-FEC7-42A2-A7CC-D26392EF2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192" y="58102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8349BA0-77A8-46DA-BC54-8C4CFB0FF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717" y="59245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360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55E40BE-61D1-4FEC-847F-DBD968368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784" y="58102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654FB36-D0DC-4D19-86C8-D9A26EB5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1309" y="59245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420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FDE8D42-AEA8-4EAC-A413-AF41B257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377" y="58102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06D7ED1-97B3-407B-8C52-25193B9F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1902" y="59245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480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A760972-5725-4364-9B43-45AD1B23A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969" y="58102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BEB7841-62C6-43E6-8EAB-783407375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494" y="59245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540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94D60A4-FFEE-449C-9274-F5F056F99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4561" y="58102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8671994-52E0-4477-975A-81774377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3086" y="59245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600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21E61BA-0F5E-4597-B303-F4E13740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6334125"/>
            <a:ext cx="2724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Simulation time (s)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9937F5E-00D9-43BB-9BEF-479E9EA1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486525"/>
            <a:ext cx="571500" cy="95"/>
          </a:xfrm>
          <a:custGeom xmlns:a="http://schemas.openxmlformats.org/drawingml/2006/main">
            <a:pathLst>
              <a:path w="571500" h="9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62707A"/>
            </a:solidFill>
            <a:prstDash val="dash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98C486F-A822-4710-A604-1745FE321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6334125"/>
            <a:ext cx="1552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Pending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B0AA07B-21C6-4924-98A3-1870566B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6486525"/>
            <a:ext cx="571500" cy="95"/>
          </a:xfrm>
          <a:custGeom xmlns:a="http://schemas.openxmlformats.org/drawingml/2006/main">
            <a:pathLst>
              <a:path w="571500" h="9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F659D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A3F0CB6-F496-4139-B5BF-13048A75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6334125"/>
            <a:ext cx="2324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Actual transport</a:t>
            </a:r>
          </a:p>
        </p:txBody>
      </p:sp>
    </p:spTree>
    <p:extLst>
      <p:ext uri="{BB962C8B-B14F-4D97-AF65-F5344CB8AC3E}">
        <p14:creationId xmlns:p14="http://schemas.microsoft.com/office/powerpoint/2010/main" val="8526199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2026-09-12T05:29:43.9560000Z</dcterms:created>
  <dcterms:modified xsi:type="dcterms:W3CDTF">2026-09-12T05:29:43.9560000Z</dcterms:modified>
</coreProperties>
</file>