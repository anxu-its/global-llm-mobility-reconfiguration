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d215cfee7c42de" /><Relationship Type="http://schemas.openxmlformats.org/officeDocument/2006/relationships/extended-properties" Target="/docProps/app.xml" Id="R493b2fb253a147ba" /><Relationship Type="http://schemas.openxmlformats.org/officeDocument/2006/relationships/officeDocument" Target="/ppt/presentation.xml" Id="R84c41d8daf60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499f5da834053"/>
  </p:sldMasterIdLst>
  <p:notesMasterIdLst>
    <p:notesMasterId xmlns:r="http://schemas.openxmlformats.org/officeDocument/2006/relationships" r:id="Ra636c154e32542c9"/>
  </p:notesMasterIdLst>
  <p:sldIdLst>
    <p:sldId xmlns:r="http://schemas.openxmlformats.org/officeDocument/2006/relationships" id="256" r:id="R32bbd35109294d8e"/>
    <p:sldId xmlns:r="http://schemas.openxmlformats.org/officeDocument/2006/relationships" id="257" r:id="Rb5fa09eacfb9403c"/>
    <p:sldId xmlns:r="http://schemas.openxmlformats.org/officeDocument/2006/relationships" id="258" r:id="R7f682471e76b45a8"/>
    <p:sldId xmlns:r="http://schemas.openxmlformats.org/officeDocument/2006/relationships" id="259" r:id="R249fe445219043ee"/>
    <p:sldId xmlns:r="http://schemas.openxmlformats.org/officeDocument/2006/relationships" id="260" r:id="R9ec077e896ae4b69"/>
    <p:sldId xmlns:r="http://schemas.openxmlformats.org/officeDocument/2006/relationships" id="261" r:id="Rb1e7a61f1e64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c817724be43df" /><Relationship Type="http://schemas.openxmlformats.org/officeDocument/2006/relationships/slideMaster" Target="/ppt/slideMasters/slideMaster1.xml" Id="R9ba499f5da834053" /><Relationship Type="http://schemas.openxmlformats.org/officeDocument/2006/relationships/notesMaster" Target="/ppt/notesMasters/notesMaster1.xml" Id="Ra636c154e32542c9" /><Relationship Type="http://schemas.openxmlformats.org/officeDocument/2006/relationships/presProps" Target="/ppt/presProps.xml" Id="R71880cc08ed44be6" /><Relationship Type="http://schemas.openxmlformats.org/officeDocument/2006/relationships/tableStyles" Target="/ppt/tableStyles.xml" Id="Re96e787f1cd24409" /><Relationship Type="http://schemas.openxmlformats.org/officeDocument/2006/relationships/slide" Target="/ppt/slides/slide1.xml" Id="R32bbd35109294d8e" /><Relationship Type="http://schemas.openxmlformats.org/officeDocument/2006/relationships/slide" Target="/ppt/slides/slide2.xml" Id="Rb5fa09eacfb9403c" /><Relationship Type="http://schemas.openxmlformats.org/officeDocument/2006/relationships/slide" Target="/ppt/slides/slide3.xml" Id="R7f682471e76b45a8" /><Relationship Type="http://schemas.openxmlformats.org/officeDocument/2006/relationships/slide" Target="/ppt/slides/slide4.xml" Id="R249fe445219043ee" /><Relationship Type="http://schemas.openxmlformats.org/officeDocument/2006/relationships/slide" Target="/ppt/slides/slide5.xml" Id="R9ec077e896ae4b69" /><Relationship Type="http://schemas.openxmlformats.org/officeDocument/2006/relationships/slide" Target="/ppt/slides/slide6.xml" Id="Rb1e7a61f1e64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a73055f2d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32d96e3a34423" /><Relationship Type="http://schemas.openxmlformats.org/officeDocument/2006/relationships/notesMaster" Target="/ppt/notesMasters/notesMaster1.xml" Id="R39da955dc41d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2c9ed2455454c" /><Relationship Type="http://schemas.openxmlformats.org/officeDocument/2006/relationships/notesMaster" Target="/ppt/notesMasters/notesMaster1.xml" Id="R06a47bededb749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3e276d9e9d4c95" /><Relationship Type="http://schemas.openxmlformats.org/officeDocument/2006/relationships/notesMaster" Target="/ppt/notesMasters/notesMaster1.xml" Id="R10acd6a49a2443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2d4e5ec7fb4de8" /><Relationship Type="http://schemas.openxmlformats.org/officeDocument/2006/relationships/notesMaster" Target="/ppt/notesMasters/notesMaster1.xml" Id="Rb63651e4589a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fbd74cf7d4b6e" /><Relationship Type="http://schemas.openxmlformats.org/officeDocument/2006/relationships/notesMaster" Target="/ppt/notesMasters/notesMaster1.xml" Id="R002f50727f62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19504197243cd" /><Relationship Type="http://schemas.openxmlformats.org/officeDocument/2006/relationships/notesMaster" Target="/ppt/notesMasters/notesMaster1.xml" Id="R5e6521b31eeb43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larger markers denote more coincident states.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b6f89d900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a1be7e921243a9" /><Relationship Type="http://schemas.openxmlformats.org/officeDocument/2006/relationships/slideLayout" Target="/ppt/slideLayouts/slideLayout1.xml" Id="R980bf80136b0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bf80136b0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46fa71a5403f" /><Relationship Type="http://schemas.openxmlformats.org/officeDocument/2006/relationships/notesSlide" Target="/ppt/notesSlides/notesSlide1.xml" Id="R63c13d04f922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49d7babd34aa6" /><Relationship Type="http://schemas.openxmlformats.org/officeDocument/2006/relationships/notesSlide" Target="/ppt/notesSlides/notesSlide2.xml" Id="R27d4c2889b66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11fc27f1a4512" /><Relationship Type="http://schemas.openxmlformats.org/officeDocument/2006/relationships/chart" Target="/ppt/slides/charts/chart1.xml" Id="Rb6a11a900898403b" /><Relationship Type="http://schemas.openxmlformats.org/officeDocument/2006/relationships/chart" Target="/ppt/slides/charts/chart2.xml" Id="R857132361cc74528" /><Relationship Type="http://schemas.openxmlformats.org/officeDocument/2006/relationships/chart" Target="/ppt/slides/charts/chart3.xml" Id="R305f197c0b5f4b7c" /><Relationship Type="http://schemas.openxmlformats.org/officeDocument/2006/relationships/notesSlide" Target="/ppt/notesSlides/notesSlide3.xml" Id="R157fd500a3c74b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48b8d41d243ea" /><Relationship Type="http://schemas.openxmlformats.org/officeDocument/2006/relationships/notesSlide" Target="/ppt/notesSlides/notesSlide4.xml" Id="R60de8483b02748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2c93f3f7044a5" /><Relationship Type="http://schemas.openxmlformats.org/officeDocument/2006/relationships/chart" Target="/ppt/slides/charts/chart4.xml" Id="R9d92b204c56b49ee" /><Relationship Type="http://schemas.openxmlformats.org/officeDocument/2006/relationships/chart" Target="/ppt/slides/charts/chart5.xml" Id="Ra8b20bc6db5940ae" /><Relationship Type="http://schemas.openxmlformats.org/officeDocument/2006/relationships/chart" Target="/ppt/slides/charts/chart6.xml" Id="R07a0641484a84aee" /><Relationship Type="http://schemas.openxmlformats.org/officeDocument/2006/relationships/notesSlide" Target="/ppt/notesSlides/notesSlide5.xml" Id="Rc2a4d975674142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65e8bd9634dcb" /><Relationship Type="http://schemas.openxmlformats.org/officeDocument/2006/relationships/notesSlide" Target="/ppt/notesSlides/notesSlide6.xml" Id="Rf943826cdd1c4be5" /></Relationships>
</file>

<file path=ppt/slides/charts/chart1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60.9375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39.0625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62.5</c:v>
              </c:pt>
              <c:pt idx="1">
                <c:v>62.5</c:v>
              </c:pt>
              <c:pt idx="2">
                <c:v>62.5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37.5</c:v>
              </c:pt>
              <c:pt idx="1">
                <c:v>37.5</c:v>
              </c:pt>
              <c:pt idx="2">
                <c:v>37.5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37.1875</c:v>
              </c:pt>
              <c:pt idx="1">
                <c:v>37.5</c:v>
              </c:pt>
              <c:pt idx="2">
                <c:v>37.5</c:v>
              </c:pt>
              <c:pt idx="3">
                <c:v>0</c:v>
              </c:pt>
            </c:numLit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B4b</c:v>
              </c:pt>
              <c:pt idx="1">
                <c:v>B2</c:v>
              </c:pt>
              <c:pt idx="2">
                <c:v>B1</c:v>
              </c:pt>
              <c:pt idx="3">
                <c:v>B0</c:v>
              </c:pt>
            </c:strLit>
          </c:cat>
          <c:val>
            <c:numLit>
              <c:formatCode>0</c:formatCode>
              <c:ptCount val="4"/>
              <c:pt idx="0">
                <c:v>62.8125</c:v>
              </c:pt>
              <c:pt idx="1">
                <c:v>62.5</c:v>
              </c:pt>
              <c:pt idx="2">
                <c:v>62.5</c:v>
              </c:pt>
              <c:pt idx="3">
                <c:v>100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192</c:v>
              </c:pt>
              <c:pt idx="1">
                <c:v>212</c:v>
              </c:pt>
              <c:pt idx="2">
                <c:v>253</c:v>
              </c:pt>
              <c:pt idx="3">
                <c:v>253</c:v>
              </c:pt>
              <c:pt idx="4">
                <c:v>482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521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5"/>
              <c:pt idx="0">
                <c:v>10</c:v>
              </c:pt>
              <c:pt idx="1">
                <c:v>30</c:v>
              </c:pt>
              <c:pt idx="2">
                <c:v>60</c:v>
              </c:pt>
              <c:pt idx="3">
                <c:v>120</c:v>
              </c:pt>
              <c:pt idx="4">
                <c:v>300</c:v>
              </c:pt>
            </c:numLit>
          </c:xVal>
          <c:yVal>
            <c:numLit>
              <c:formatCode>General</c:formatCode>
              <c:ptCount val="5"/>
              <c:pt idx="0">
                <c:v>140</c:v>
              </c:pt>
              <c:pt idx="1">
                <c:v>150</c:v>
              </c:pt>
              <c:pt idx="2">
                <c:v>180</c:v>
              </c:pt>
              <c:pt idx="3">
                <c:v>240</c:v>
              </c:pt>
              <c:pt idx="4">
                <c:v>482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300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182</c:v>
              </c:pt>
              <c:pt idx="1">
                <c:v>183</c:v>
              </c:pt>
              <c:pt idx="2">
                <c:v>187</c:v>
              </c:pt>
              <c:pt idx="3">
                <c:v>192</c:v>
              </c:pt>
              <c:pt idx="4">
                <c:v>202</c:v>
              </c:pt>
              <c:pt idx="5">
                <c:v>212</c:v>
              </c:pt>
              <c:pt idx="6">
                <c:v>242</c:v>
              </c:pt>
            </c:numLit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341</c:v>
              </c:pt>
            </c:numLit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  <c:pt idx="4">
                <c:v>20</c:v>
              </c:pt>
              <c:pt idx="5">
                <c:v>30</c:v>
              </c:pt>
              <c:pt idx="6">
                <c:v>60</c:v>
              </c:pt>
            </c:numLit>
          </c:xVal>
          <c:yVal>
            <c:numLit>
              <c:formatCode>General</c:formatCode>
              <c:ptCount val="7"/>
              <c:pt idx="0">
                <c:v>120</c:v>
              </c:pt>
              <c:pt idx="1">
                <c:v>121</c:v>
              </c:pt>
              <c:pt idx="2">
                <c:v>125</c:v>
              </c:pt>
              <c:pt idx="3">
                <c:v>130</c:v>
              </c:pt>
              <c:pt idx="4">
                <c:v>140</c:v>
              </c:pt>
              <c:pt idx="5">
                <c:v>150</c:v>
              </c:pt>
              <c:pt idx="6">
                <c:v>302</c:v>
              </c:pt>
            </c:numLit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60</c:v>
              </c:pt>
            </c:numLit>
          </c:xVal>
          <c:yVal>
            <c:numLit>
              <c:formatCode>General</c:formatCode>
              <c:ptCount val="2"/>
              <c:pt idx="0">
                <c:v>180</c:v>
              </c:pt>
              <c:pt idx="1">
                <c:v>180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Lit>
              <c:formatCode>General</c:formatCode>
              <c:ptCount val="5"/>
              <c:pt idx="0">
                <c:v>5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</c:numLit>
          </c:xVal>
          <c:yVal>
            <c:numLit>
              <c:formatCode>General</c:formatCode>
              <c:ptCount val="5"/>
              <c:pt idx="0">
                <c:v>3.98212195</c:v>
              </c:pt>
              <c:pt idx="1">
                <c:v>5.920625</c:v>
              </c:pt>
              <c:pt idx="2">
                <c:v>9.588725</c:v>
              </c:pt>
              <c:pt idx="3">
                <c:v>13.256675</c:v>
              </c:pt>
              <c:pt idx="4">
                <c:v>20.593475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31A22F3-0EE3-4335-A1AC-19C90ACF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E7815-3980-4C20-B61C-C9C5A33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5FB8D-8BA0-4440-98F4-9BDFFA6D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28360-D04C-46FD-90EB-B445DBCA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5DCB1-99C0-4EB7-BE51-5A797AB9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55556-1307-4795-B3B2-273C75E9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02576-7099-4396-89D8-E55C9F7E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E3F4B-E133-4479-AA5F-40296005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C5381-309D-4932-B1E0-5D1AA8D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16548-FB06-4A16-AACD-64A8ABA1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1AB26-AADA-4F02-90F3-9BC36E8B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7E955-6C0A-476B-8312-C16C9F6B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A98BC-7076-4A55-A0DC-D19E4C5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214D3-85DF-457F-A748-6BE9F5ED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AD641-A7CD-420B-92BF-E7765C2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948B7-5F25-476F-B79A-47CAD67D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98C2B-AC81-4E29-8E69-90AC1B3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BA216-62D2-4310-AB43-FCC0BDD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04367-A690-41CF-A093-9973D1A9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35B9D-315C-47F5-B801-4FA78FD3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81EC9-CDB8-462E-88B4-81631F4B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EEE31-71B5-40E1-8170-FF6913E0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5C8EB-0052-412E-9FA8-D3FDA878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EA8DD-D42E-45A4-AFDD-6CD2315E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B742D-B58E-437F-940E-95E10A0B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1363B-CBFC-4988-8617-EB7EB2D9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347410-6446-4B32-BCCA-10F94A2F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76814A-4D9C-40D9-826B-312FB1F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28929D-7CBF-4905-B84F-6844934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14162E-AC34-4F06-8761-6AAE9E4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AFB829-D648-4EEF-B17F-168C9D1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4213D-99B6-4DDB-AF81-BAF94E43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E9BC2-91FE-4CB4-A01B-4E8F2CA0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CCD326-A3D0-4C06-B305-FA7AA3E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13D44-CDBA-4F3A-B876-00EDCA49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5D9A6-9731-4477-965C-E23FD256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EDB86B-D658-4FF4-9FA4-2117ED24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4E926C-27FA-4329-8737-425EA0B4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3F1754-CA5C-4296-9428-73DC832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20A6A-644C-45E0-B08C-D5DFB9E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4D1AF2-6A9D-43D9-8EDC-EAFDD052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501956-CBC8-4209-A55F-9001B221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907FD7-F1ED-4406-9845-351D8C0B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565BA2-25CB-4E2B-B5FB-D4F4BA7A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2A29A3-37A1-4390-AFE8-1580B42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FAB101-3B54-4FEE-939D-DF9E310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659C49-6642-4DA1-822B-83A33E42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6F59A3-67A1-492A-8BC3-A2AB295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707428-6F75-46E0-BD6C-D51C9CAC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34AF7E-40E0-4172-805B-8A08EF3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66724C-FC22-4EBA-A516-7AD3CE07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4E3EE8-0B9C-4DC5-8F79-9DB3712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3FF389-6A6D-4195-A70F-7B18A8B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432FB-A62E-48FD-BB03-8B01553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BA0A97-C470-416A-8B6A-462D891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7090C2-E4A2-43AC-95D1-CE5EDFE0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9C6993-E11E-48F5-A45B-38F8B9F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3310F6-BBFE-4667-9D66-8B7F5D8F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AA31A4-9FE3-4239-B5D6-2B57C97A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0307DB-D1FB-4976-B727-A6B0F6A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E80DFE-B0C4-42A7-849D-CCFEFE8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159662-ED2C-4975-8A0D-66461DE5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DAC88F-31F6-43CA-A6C1-B9338D7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B47ECA-487D-4CDC-8E6E-10CFA57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194262-637B-4899-A99D-9889F807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D636C5-22DE-490F-87DF-0F273A1C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D8D672-B7FB-4A2B-B47E-74426C6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1A4B0D-C59E-43B0-A154-659A03B7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9D7DFC-D147-497D-886C-77B0DD9A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043245-847D-474A-925C-A4C7FE24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39B1EF-8630-443F-A028-BF5595C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91FD81-1C6B-4F8C-BD45-0E2F0377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9121F5-F647-4C93-848A-600E3FFC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F34AC3-E4A9-4B79-AC90-7D7AF150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B01411-E95A-4047-95F5-03C342F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12BB70-ED0C-4B78-A7FA-4F35CDB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269C53-FAE0-4F62-920B-797E140F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5AF3C6-4221-4DBA-8A2C-31F6E13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AE483E-5921-4CE7-BD7B-71ECEB89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8D80A1-605E-4790-8E50-C2C4E1DD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335E744-3D65-44A3-8DA8-AF9E303C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4AB55B-9806-4F17-85CE-64BEE80D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3DE7E0-2793-4775-8DA0-44C8616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8259E5-3B05-44AD-B833-0878B30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17A26D-7083-4AC1-B97A-79034466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E97FDF-815E-4164-902B-0CDE96E3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5321B8-F65C-4886-AE7B-29145A7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0FC57B-9391-475D-AB79-9862CD9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55882A8-B6FF-4053-A281-A07A9ABD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10B3516-BEE4-41FA-A43D-25CA047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1E9674-A622-4CD8-B664-9EB7DA5C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870312-4723-4D1F-9925-0726403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B798323-025A-47E4-BF79-4A03CE3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05973EA-170F-4A45-AA69-EFE05C2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6CE5A2-0784-402A-A0DF-244FB5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484D19-8CF3-4594-A2F3-EF5F13C7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2EE68F4-8ACA-4541-BE24-50B316F9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5392B3-2BB3-4C54-A142-267E45FD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18969F-1B9C-4A8D-B48A-1FFDE64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AC1D92A-3C8B-4FDD-AA00-5F543101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C1FD52C-812D-4D6F-AD82-A906C2D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C110EF-362A-4917-A92B-23E6B47D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EDFC54-D2D4-4F17-9297-5B743E5F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0D61F0A-B8C7-4BB7-817E-A6BFDE2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CAD54D4-A1D4-434E-969B-E804B605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7259FFA-89E1-4FC1-B2F3-29E8CA9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7C5AFC-1C19-4B6A-8C83-047545B5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4CBA551-15B2-4247-A41E-24473EC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10551F-B4CA-419E-9E20-DB21D64D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C20FD7-DD9F-48F1-8798-B920443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9EB72F3-6B5F-4A7E-9324-D2CF4DDD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8E0FB8-7779-4FD3-955D-74FA68DB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A619955-DEC2-4AC8-ABC9-50328D9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2A3BF5D-ED02-4C47-B2C6-23EF535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366C161-E73F-492E-AE7E-D340623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0FE66DC-30F7-4C1B-975C-42FD32AC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DE78266-EABE-4527-801C-85DF8E3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953BA60-534E-4422-A96D-D04C9187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45474E-8040-412F-BEF6-9EE22BE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F26719-C264-4D61-8DB2-686E049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6C592A8-DEAF-4700-BCFF-DEF0F755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9B695ED-97DF-4697-B32D-1C1C4E6D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4D8E97C-E470-484D-97B0-6C9FFE87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AA36285-65A5-4788-899E-4C4FF63B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7864F8A-7C56-4D35-B8E3-EEFB1C1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25C8F41-7E8A-43C3-B127-DAE9957F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4462DF-31D4-4B10-83EF-80DC6DD3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2F2C061-E379-42F8-BC69-F6B95B0B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667C55-8065-4694-BA3B-B4B7638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F736B72-3FFE-4F7A-8173-A5DFA48B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0DA3A8F-825E-4317-A919-ED7BDF3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3F6FC80-C5C1-46C7-9F84-8113FE55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FFEB03-F31C-440F-89A4-945AD237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B38C8FE-7DE5-4469-940D-8D148E6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AB3D079-B7A2-4EF6-A299-42ED7307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7C04874-9EC0-4B97-8B78-D942BAFD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E7A6C7E-7C91-455C-82E5-954B9A4C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AEEBE60-CAC5-4EAE-B288-C34BAE9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6A44DB1-B63C-4764-8B11-28B595CC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B6D1354-6B71-42AA-A9E5-BDB690C3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7B39AB1-6BC3-4EAB-97ED-4145E94C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6B367FA-04AB-44FC-BE01-D9946F7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AC74D2D-661E-4452-A384-B84FA597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9A080FB-5D4B-45AE-A55D-F5C513E9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3802285-B3B7-44B2-B04A-1A5E973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C9A951-9DFF-4558-B3FE-CB250AB1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F59429E-A7B7-4020-BFCE-B50B4D81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C69FADD-B9E6-406F-BF56-6FBF3E3D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726EB86-C5C5-43F8-BB69-62AA90E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D93748B-E0AB-48A8-ADF7-391E85F9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BEF1927-CEAF-44B6-B720-23505E55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80FE3CF-3F4C-4F5F-9ED1-709E4E9B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F1B193D-ACB0-4F10-84D0-58BBEA6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B1FB1A2-49D4-405C-BA7F-C1817574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72C7848-34D2-473E-B2BC-202F299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BEE1635-A8B1-4E97-AF8A-B2B101C3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5CF1C50-2A2F-4021-9132-DF51CB8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07A9621-B85F-4DDD-98ED-E61A6384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8E0F685-0574-4466-8095-E6CEB15A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E7F09BE-46BC-4805-8F39-180DF00F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4267AEA-C05D-42B6-B458-6704C181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E0BA382-CB94-4626-9CC7-6646D48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937CA24-968D-4AF9-8A51-263EEF01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E000326-E11E-497B-80F9-B60A14A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CE699C7-5C2A-4276-94B7-2025632E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AD887B1-02ED-444E-BE29-C92282D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F048E1B-A7C5-4768-87F0-9304246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5789751-77D6-4635-8713-BA6718C3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4959CEE-90BD-4846-A8BE-582674E5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D7A7CB9-2442-4C5C-BE50-23513B8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7688641-14C7-415E-BD33-8025DF11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A6B464E-D721-43D2-B9A6-42C8D22A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B81DF50-3045-47CD-8B44-C1ECDEB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E480484-11C8-49EA-91B6-BD5909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9DDBE82-5599-40D9-81F7-00169D13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FF0FAD-C4EF-4A8E-B0FC-6B591CE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1C97A73-6A6E-4B08-8ABB-C5FE0E4D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4F85145-6645-432D-8613-579C0BB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0F85B8B-0AFE-4C1D-B68D-14C65766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AEB551D-AFEE-463F-9181-618BD6A0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5A9E5A2-53DD-4C8B-998A-A9230089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D7B1A71-DD6C-4262-8F80-B884A8E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EF52C5F-C1A0-48E2-B495-208A58DE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CBC03BE-F4E3-4470-90DC-6FA7136C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854C293-198E-4371-8FBC-406DBC5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78028FA-2F99-4373-A225-9887823F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B6F8B1-0F6B-46EA-9E64-701BE65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FC15EAB-7E18-4EF4-B969-59E6226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E4E7F3F-63E8-4C43-A350-9E4CE726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3FCB418-B53C-4AA0-9332-32EAFA60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E0C624B-81AC-47D5-9695-BAD450A6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90E4358-3696-4BA0-ADBE-C7B35739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22892C1-8D58-4E2C-96AB-10E319D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7D4506F-3939-48E6-AB57-4A1D1EB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7FD9F76-8EFB-4E53-BB9E-B1E3B70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3BD7A96-ABD1-45A0-8384-00D4A0B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3BCD447-D0AF-4BE3-9FF3-6CFC3DCC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B2AC0FA-131F-4CC1-9AAE-31B61EE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2BC0F4D-25AD-4B6E-8BA2-119F0384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4F2C74C-2956-4EB5-AA46-F60E446C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280D398-01E6-4FEF-98C6-20AC951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0D85F7F-68E8-42F4-82DA-0DC545E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C1E32BD-C293-4FDE-97EE-F3FE8753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526289A-20EE-4FF0-88D5-FEA0B3CB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651E47A-78C8-4505-9FFB-4588FCA2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2C18A35-B09C-46B8-843E-79ECBEB6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4D229ED-5F02-4BA1-AC19-57A2D16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9AFC8C4-F705-4564-A09B-CA732B17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CEA8F7F-6B07-499A-8CF6-2362D40E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5FA6928-8D3D-438A-9A51-210A4815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26FAD98-6E06-4699-90E5-EF2598E1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7520F05-7AEF-4D66-84EB-3B27922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A2956D0-A7B8-4E63-B009-910B752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0F4AAF1-4261-4DBC-BC44-43A6F07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F6A0403-2F72-4A8A-AA81-154D381D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4B6C9E6-0AEA-4A5D-BF03-120DF1BC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8306850-4D0D-4B96-BC1B-A4787A42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98BFD86-140E-4049-B50F-A77561DC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9BF7E20-428C-4157-A3F0-F3EE8DE9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383A7DD-ABD1-4EC9-9D9B-89588FFE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47F04CC-8734-4671-98A2-D6EE04D0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210C5BC-EB33-4784-816C-4004F14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17CED70-6DBE-43BD-A66D-303E3D0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F915125-AB89-4568-9660-F84AE453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B962E7D-4D25-40DC-8C57-D3C3C22C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BEA5F62-5923-41DF-898F-16313AAF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6A67B9B-612D-4889-8056-1EC66224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6A7A9DE-CD75-4E47-AC13-B51FDDC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7FCDF38-36A0-42CA-84B7-9DC9579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CE2EB3D-59B0-470C-B64D-ABB1D085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0FBECD2-1BD0-40C9-B5F4-FF90D61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02AEEEE-948F-43F2-A291-43CEE20D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68F8D0F-0528-45FF-A954-993A4A73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B13D7F3-D6E0-4F45-8F62-3E27B8F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7D1C45E-4EBE-4351-99A0-F7C3FCA6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154DBFF-37F7-4F48-85BC-B43CA6C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743360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3A2DC1A-CF1C-4438-8E87-F82C1E1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07CF-0C61-406E-96CB-8B27FAD8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E843E-173E-4CC7-AF9B-4C113694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946B7-EBEA-43CF-AAD0-90F6E9E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5B854-EA47-47DA-AED9-F96F6CF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6D684-E6D2-4570-903B-707E19D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EF400-15FA-4D9F-948B-87DA00CA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9C682-5901-46FE-A68A-46B55D8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F1904-C2E5-483B-A095-ED6F69F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8E6D9-9CB4-4DC3-8C26-7781C6F9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6C66E-C511-413E-AC29-623821EE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8BCEE-F417-49D6-A65D-DEFD58FC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5CE2F-88AC-428B-A39C-786D0431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44F1C-1588-4396-A664-3742D3E8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42F5F-E333-4B3A-8A10-C5BF794E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7252C-36D3-4FBB-9778-6F38AA0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64484-8885-448C-B686-9C8D6D3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82A1A-9A7F-4776-BFB3-DCE82B2E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8C741-C046-4CA2-8805-10A43B3A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BB6CD-BED7-475B-B42D-D804EEDD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88D4E-C66F-4D87-8C78-A56091F7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6FD64-35AC-424E-B851-468A097D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D9B92-A190-4CAF-BC4D-BF8B09F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EA3A2-7509-4801-9E7A-18995017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7DDF4-C3F3-4125-9D4C-4E31886D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9A719-8AA2-4448-8145-8A07B85C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82B92-E292-4C30-A773-A2D1236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4394CF-8A1B-4D73-898E-2284B37D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892D6-3F79-48D7-BA5B-E18968F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EAC37-9571-4179-8A3C-91D0378B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6FDFB0-EAC9-413E-ADB5-A1E1C906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8BD91-278F-4D8D-A2AC-63134B96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FE462-D58B-418A-80BC-E021E658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33AA27-D17D-435D-BF73-0A1A544B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581270-55BE-471C-BC44-824D0641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FFFE6E-6A1A-4954-87C3-1531274B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6341E8-CCCC-4AC0-BED9-8AAD81DE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8CA9DE-9E5B-4530-9D46-533FF277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50B5F0-E39B-42BA-A83A-62D6D783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F47D6-0982-49D4-8A66-F133B251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1940E-D5F9-4CFD-A6AD-1DE36D3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74BDB6-927B-4429-93E3-8914A076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68E6F3-8ECB-4E56-8CA7-4DF9CE87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375370-C1B4-4F42-8332-50E68003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BB1BBE-2BFF-4768-A5A4-7D2FDFCB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22F305-C3A8-4CD4-82B5-DB2D16A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13D7CE-6DA1-45E7-BCF4-123B3D4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6833C5-A0A6-4BA8-924A-87D33CC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AC90DE-0599-4917-A284-70E92A7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E3B905-9FD5-46EB-AFE4-25FF942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39956A-31CA-46F0-AB5F-3DC33A21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84C75E-81EF-482F-A7EF-17480653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04877C-74EA-4015-BF16-066B5EDE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CA2231-CDD2-47B1-A5C6-93A3814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A830A3-26B9-46F5-87D1-75B2564D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79601D-BD7D-40D3-8E27-90535DCC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59E281-A8C6-4858-8C64-3210AA5E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9D6C1C-A405-4CBB-A051-9601CA5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0B0D15-79C1-4235-A61E-A45FEEE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E4D0F7-974F-4B67-8351-77815939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A413A1-5754-4D88-A240-26556533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FAB6E4-D48F-4F17-8344-7E772BAB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EB6520-7799-463B-A359-1997CA50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F88FBA-C447-46D2-8F62-5A631AAE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B82CB4-98BC-453A-A03C-57F0F4B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9FFA38-DCA4-409E-B8E0-A4389300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2B817D-7322-4176-96A6-8255CF3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9CCB67-41AB-4F77-9701-3360E92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DEB162-591C-409B-861D-9196510B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404750-B069-4926-8658-EBA3EEF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899D48-99A5-448C-AD6B-1E199193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BFD2E7-CD4E-4CCE-B5B2-E4F733FD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959276-017E-40BA-8B8A-3DA03DBA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F5B1C7-F7EA-407F-87B3-0212A90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1ABE03-4306-4750-9933-3B82069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FC2C88-CC87-4DDE-9DCE-D328FA19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E6E4A6-5594-442E-B2FF-EF7E595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0F7A20-00DA-4521-B974-7FADFD8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C6467B-907B-4726-9567-24B87984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C8275C-CAEA-4571-AC37-1783CA18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BE5ACF-8324-4184-9A0E-5F4DE50B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0668CD-3F59-4B3E-A799-93930881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3C17CB-CF52-493A-9C74-F72C3880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E66DCB-45C9-4E5A-9CDB-49482D37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534D25-C5D2-45E4-9243-1929BF0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7C9A29-CC95-43E2-8F81-C5E8DF87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963A7C1-070F-4922-A5B5-6F36BEF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875480-4969-40C5-84EE-A2FF2D4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C1F0A4-39D8-4EA0-B474-EA749082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4D0620-DA71-43C1-8DA9-C1732DFC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1453FBC-4EDC-46F8-8B57-F405FE43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68AE5F-CB84-42B0-8FF6-E8C4EBE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2F3E55-C486-4D0C-AFCA-F82D9A6C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DA7D3E1-A03D-4312-8AB7-1B93B3AD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F23F2ED-5692-46BB-BFBA-9159E6EA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D5C2C8-BF20-4BB4-BFDB-5DBBF72E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E370E2-B9F9-42CD-BE35-2AA90B5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7110E1-7F71-45ED-8343-212AB61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ABACDD-F351-4AD9-8184-F9DDC4E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F367BC-E8F8-4342-B0F5-42129855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3719A9-8261-480B-8691-D48D40A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AB1418-AB39-4E04-B9D4-05104087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DAD25A3-ED17-4DC0-BEC9-D316DCE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7D74EC6-7712-4D03-B81B-94535A3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5B2B40-8C46-432C-AFFA-EF8357E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3A0A27F-338E-45D8-ABD0-912571F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D62EB4-A1B2-4441-9FE6-1F3B7CAC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882DA6-595F-458B-BD45-9500E1F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31D9C7-7119-4DE1-A2A4-3DEEB439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54CEB32-9EC0-45A5-9F1E-40EE734F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85756C7-9F2E-4BB0-BED3-5086E147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EFC75B1-6CA9-45A1-8273-89DD91FC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764B03B-FE50-46B3-9C1E-B0ACC923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D89B781-7C9A-4D0F-9F0F-BD04DA0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C437B49-FE9B-44D5-AEAF-EBC78B97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FF02109-322C-4F90-BF54-34DB6F3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B7F0A64-10F5-45A8-ADEE-FD12A83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FEECD6-820E-4C61-A43C-9A5B10C8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21DF5C-DFAF-4DC0-AFF4-10784C1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5B87906-F49D-4E33-A5BB-8C485A4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045C0B0-BAD8-4ED2-B83E-0FA0316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D1C7F7E-F41E-44C3-9BE5-D544022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A9A49A-5B44-4D4E-8BBC-7175144A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54250A9-387E-427A-BA8E-F1E34B6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38BC5B8-CDA9-4464-9BC2-3E088C0C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5473048-68E5-4D4D-96B0-7B191CBB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612B2C0-FAC5-4904-9414-CF2A2D23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E50D1E-0C64-4763-922A-A47C044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389749F-B2F9-479D-9EAF-F49D467D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FD10CE1-1195-4D02-B46F-F69FE0D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A024F91-3D74-4769-88B9-588BAB49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C8C435B-AA00-46DB-9E8C-BFA8642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3593003-64F6-490A-A846-84E71E48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61DCD6A-FD03-4FB0-8CC7-E2E63355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92E588A-6C45-4483-92D6-7CEBFAD4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0023E7A-EE1E-4749-87A9-CB366BEC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7C66538-525C-4B88-AB07-FCC509F3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15347CE-2532-4B45-9C03-258A05A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A138659-0529-4108-9AC8-63994C35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EAAAD33-36E6-4380-8FA0-71225AD7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F61DA8A-5A28-4543-86C2-799E3B02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6A85331-B4AA-4552-BDC1-5E74EC56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C0CB74B-4F69-4D92-A9E2-2B9CD634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8AD4BBC-2A8A-45FB-B878-71C1074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0E872E3-3AB7-4D87-A4F7-E4B1423F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7CDEC02-C427-4C2E-9152-9FEE9619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A118DA9-2BDC-4061-9EEA-A106B19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89D6E30-358B-4D4F-A255-D8EE8CB3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14C2EDF-D392-4903-A89D-6FC88DA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D99849F-8FB1-4E1F-8905-13297B77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DB751EA-2887-4EFA-90BD-E8C43E91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1E14E37-81CF-4595-BC22-A8C562B1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1300DAD-A1CD-43E7-A06C-162108E8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582C11-11D5-4D69-9FFC-6EAFD5E0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3D56E77-325F-45FF-A97C-1679C3F8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1201E81-4468-43DB-B447-EBBCB3B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0993AD2-14CA-4DC4-9A46-F3A784A5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D963BDB-EC1E-4155-A382-D64F15A9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1E1A255-B09D-4AB1-9AA6-6E54021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EA62529-D83C-412C-B16D-65EAF3A2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1CB5AB3-405E-4D92-A90D-935960C5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6C7F650-808D-442C-A77C-E397FC0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B93A661-7767-4832-819B-4B76A891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81EC0B5-8665-41AE-9C55-B7AA646D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B69B5C6-D74F-4293-AD1B-DF023C41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A96823C-B43A-495D-9156-671C32C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E6C46F7-372D-48E5-B002-21C834C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0273FDF-FD13-4BA6-99D8-244070E6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22C4402-7E04-4C64-A78D-05F91A75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004B2E1-4178-4C9D-89AE-854132E1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EA460E0-5DDF-40B6-BEE3-96BC5139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ED76B5F-3801-4FDB-8D10-FDB32A3B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032C85-1387-4D18-B8ED-128F03B7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FF60312-734F-4423-B973-6B50E84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D0E8E2E-BACB-4138-B96F-0B0B314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9F497A-4064-47F5-AA26-A37A649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CE91036-FA1C-4AFF-AD32-6CAFDC3F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D928D31-5A75-42AA-92C7-87FB8DB5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A0CE90B-FB1C-49DE-B20B-2FC0E80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C9770FE-2FA4-4873-8D4B-DF2A03F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E4D0B4B-790B-4185-946E-020909F2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122ECBD-991D-4DCB-9385-3DBCE82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F10CBF6-3832-4468-B74B-298E174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323F80D-5B64-4197-9E19-DF856A8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10EF6F5-8E2C-4916-89A6-5FC811A2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B2077DC-CACB-41B6-8922-E6F10212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1C3C2C6-AFC2-492C-B952-D66F8F4D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42F3A3D-EDC6-4E74-A5F2-6B0DA73D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B8018BB-F56E-483B-806C-7278AF2E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EAE538F-AB2A-4D7B-B906-25958EB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CD22FB3-F5C3-4953-AB30-A5369C75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99FA575-ADEA-4014-9742-B20312F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03B16DF-64B2-47AE-94C8-119C8EF0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FD21D2C-8B33-4476-94FB-4E36A39B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6B62E08-70BC-4602-B280-BD7E9190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EDE62EF-5987-4952-9CF3-F93474E6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579B4B5-8118-4EC8-8433-6D8367F7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AA6AB53-EB6D-436C-9954-FA53F208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E4541FD-6F2B-459F-8005-A5B711A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17B613D-E2BA-4567-93A4-143BD3C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59D2650-F062-43F8-9353-FF88D5C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B145ED4-1CA8-42FD-80A9-D2CC80F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64E6560-DE02-44A5-A1E0-53A6F274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86F58AC-EC92-4FE8-816A-F4A0833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976DF94-E708-41B5-ABD2-1C5A35A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403D999-8070-4BC7-8152-2F3117D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BC7C7D4-2C57-4640-89BB-219666B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679F5EB-2BF7-424C-964E-858E1155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C9C0A10-508D-4208-BCD1-E4EFE6F0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82AF674-1322-4383-9E36-8B4E55B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00E1C29-2B14-41A3-B594-EE2EBD1A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CA157CB-8166-4077-8E58-8F53D798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154640C-862E-402E-A2AB-59EA1746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BD673BC-69CA-4A3C-AC95-3D12C56A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BD59994-0FED-4DB1-99ED-71D2DBD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0D0CD62-36CC-46AF-8D67-4B1EB77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CE4A106-5E8D-421D-86E9-FEA8EC9D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8427D81-DF51-4A6B-88A3-10F477B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D9AA79B-4891-4496-9590-99925AF3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749A7C6-E360-4249-8E8B-3D94FA2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788BE36-3D96-4598-8C9C-B9F7C2C4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6CA690B-6C81-4340-A205-9F824E9B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3493387-FFE8-44D5-B06C-2B2A999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CC28319-A7AF-4B38-8D80-A2A72FF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0A603AF-3885-41DA-BC6C-219CF652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B8447E0-9DED-4E75-BE4E-80678612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66CC974-3915-499A-A903-9B9CAED2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3A4424D-466E-4706-9D50-F8DF6853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333CBCF-65EE-48A4-B98A-EBB5BAA1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F1DFAFB-3F5F-40A1-A5E0-AFCAE46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A9AE2AD-288E-4454-BECE-25036576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DD6A38C-1563-4F2B-A181-247B5DD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817B569-9B30-4D18-9607-E5C4DC85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7FF3007-FC20-4D10-B645-C0A88E18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97DC2C3-2CEB-4E0F-83BD-70CE9709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5E67BA3-18E8-442D-9E90-97140622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BF732AD-7E73-4F00-9B0B-19B0C87D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ADA0276-C16C-410B-9611-BE410AC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6526375-2BD9-41B4-BCB3-2B734454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54C52F3-8B6D-40E5-B86F-3231496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14CDF71-4681-4875-B2D9-C7864EC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D8CCD59-750B-43DE-B79A-CFCF402B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441DC68-D63D-4C5A-A308-D7AD26E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A79523C-E2E8-401D-8E17-F3F1D14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E7FDA10-0306-44B8-811C-3A668B0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D944C3A-17C9-4E3F-84AE-B8D1A24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50C065B-BC2C-4A76-8828-34A8D810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0B3DE92-321C-4CA3-B33D-3DC1789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2604EF2-EA8B-4D97-9B69-5CCC0AB1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DCD4B97-91F9-4575-93AA-F8453435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2D92402-17A8-4101-A65C-2C261321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2893D89-DE9B-4AB7-9998-356D7FDF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D43A293-F020-4109-935B-10394D1D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37D92A9-E78D-4645-A314-BCA3DAFA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E4A9E4D-279C-4031-9FAC-318BFA1B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76C74A1-9738-4BF0-8072-BEAF2B5D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8F242F6-099A-4175-95A4-55595CE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372331B-CBD6-4F97-9E5D-5DEEEBFC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4719190-3522-47BD-B275-592E44B7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B05728B-5C31-45E5-9234-484A322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1DCB95A-3CA1-4199-9346-1597D54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E1C7C9F-AB88-4307-95C6-6597A730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F1E455A-DC74-48ED-A5AD-E350889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FCB91A6-611A-41C8-8FAC-9F04F752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597BA67-FE41-4031-926C-DC6A26A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D7B77DB-F3E4-4C51-8556-76F841F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752058DD-2EF5-46FF-A578-5CA24122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2D9DBBA-BF34-41FA-8568-BDD790A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4CD2483-9940-47FA-B8FF-89118A1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801436E-228C-481F-AA39-70558B6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678B908-3D24-4D98-B8D4-4667D05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547B5F4-18E0-4854-948D-46ACD23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0A06C60F-A7B4-4792-ACCD-448D9D8A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AA284B4-2BC5-451F-BBF1-D0283DA4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96F6A88-0893-4243-A913-AE7FA6B3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CB5FF9C-548F-44E0-B06D-6B83D3C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2AF7A9C-21AC-4860-9701-FED47FA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EB82EAC-2A9E-4A19-BA76-DE96F5A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2D05D2F-43F7-4D16-AEB0-14AD671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F9678F5-2F2C-4D7C-9FB7-163BD979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9FE791A-3870-4247-AC3B-5209E883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7070E93-A5E5-421A-B4AE-D2A4112C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3EFDDBE-BC21-4455-A014-A123A02A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F8C3F33-A5B5-431F-9A95-16205E12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55CE608-AF68-488C-9344-576D563C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BEB8941-5BDE-4B39-B1DD-B15EF2E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1607B6D-328B-450D-8B75-AECD37A7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54682ED-5ED7-4447-BE6A-372A61AF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2E520FB-1794-4C78-B342-D2E808BB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F294D1C-DAE4-4B99-82A2-5F6455D4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0406882C-9906-41D6-8871-F249011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DA0901E-A390-4869-9F03-FA0BF6C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E21A6C2-85B9-4A75-9A32-3693CD16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8137D62-4AD4-422F-9837-A9A3F01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44202CE-C1E4-42B3-B5F3-17840108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9F9E1E8-2E4C-453B-97AF-CCD896C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44B4C3A-D15C-4B31-A489-C6E9A874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5992531-F206-4CA3-973C-189299DE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EC450DE-4BB1-4D7B-B487-B4B562F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BCDD4C3-60F0-4132-9F38-FFC32F9D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D70E3D7-3E97-4646-A71C-36B9580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C8BD7D6-C381-43C2-A1F0-D7E4C891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8E5732D-8864-4844-90F0-13A5412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49006C5-CDC2-4F9D-8AFA-BF0424C9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C40CA60-6B24-48A2-83C4-A7D5D9DF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FE7CE42-F3DE-4C41-A53C-9FB9039C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6325CEA-E92F-4FE5-B3AF-1005513F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350F38B2-A9F2-4013-8AFB-69BBD3DC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0D1630A-EEBD-4D9F-8419-7F54D35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F2642B3-CF96-4608-96B4-08817DAD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981C21D-CF66-44AC-9184-0EB11DA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2C44145-B00E-4392-875B-CCD56989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38DD5C6-448F-4752-95CE-667EAAE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E4C5806-7D94-45A3-AB9F-F2E51082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5DCEDDD0-EBEC-422B-908B-4C91502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3C790EB-E101-42CB-B3B5-76AB918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4E56160-C6B3-482B-A75F-18CE310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EB3CC06-4491-422C-B282-282EB73A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244B80F-EB95-4AB0-ABD0-32171C6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9343C3C-AD79-4F6B-94AE-EE14897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32FDAEA-7671-4149-9B36-4CB98C3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89AFBE9-19F1-4139-84DC-5982BD33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30681FE-EC8C-4B28-A6AA-CBBD004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580F25E-4223-458D-829A-9C456AB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0233E09-FC31-43DE-BAC2-6D1F541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5CCB14D-211C-4AC3-801B-B5AB5F3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46C7209-C12F-4712-A437-EFD30D0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2E97C22-1566-4745-A6D8-5F8A2AE9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B09AED25-EB28-428D-8AAF-E1D57A24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7AA2FCF-F0B7-41A4-90B0-7CEDDE3E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ADD3F4F-246A-4D9D-82CB-8710D911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4399DE6-149B-493E-B130-E69E643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5D3D9AB5-280B-4A5B-A842-87505BD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94B5E7D-105A-47DB-8E3F-C0089F0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F27524B-E3B8-4062-91E0-7409058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E3EA7DD-57AB-457B-9620-C7603323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A9F6E0C-ECF4-44A3-98B0-F24B8A7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7AB0D73-B349-4F9C-8BE9-3254A7E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6D5147B-18C8-4F66-8493-F3984D6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5265039C-DB46-4592-8308-1D3FA80D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6144D17-DB24-4DE3-B5F7-7E175790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886BEF4-14D2-4203-85B8-52613816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AA9F50B3-424C-4593-BF51-ED0084F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FAE1B2D-2C3D-4D00-8C85-C9925C5A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F0F31AA-D211-4794-A387-912AF46C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170C481-346B-491E-9BEA-119F1B34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894687F-7263-4A9E-8A28-9BF1A97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A34D3B5B-A56B-4F1B-A663-CF502B1F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BAB57F22-9CBD-4E48-9D98-CC022C8C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CC296A1-A286-4798-B2A8-9284E304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471B2B8E-2A23-479D-A01F-ACD65A8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60F0116D-702C-40A2-BD0B-1D31FD1F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7A92F6E-46D7-4E9D-BB2A-025348B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6909CB6-5278-41BB-93C9-3ADC622F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AC093427-76F1-4FF0-BAC8-404411C7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8FE34F3-9CE1-48D0-9662-41A01D8A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08EE4A1B-535D-497D-9D1A-35BEF69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B72B0608-16F8-4AED-A548-E91571E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9F72165-DFD1-448D-86E9-0C590509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D8C3E09-62DE-4FD5-BDF6-D0A7DFD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ECAE972-25E1-44A3-82F3-71D11D5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3FA367E-6548-4FE8-B63A-0DCEAC95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CDA53DB-6B57-4DD6-BAB0-2CA9668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67B9C14-5FCF-4A08-8EE6-F675385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9FE66F05-858D-4612-8F21-DBB5B1C0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68C8412A-E9B5-4351-AE06-357CF563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99175AE-2060-4812-B572-0BA4852A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D77B9C3-E7E9-4DB2-8933-C1126B3E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A2CCB0C5-FEB7-4879-83A9-C5903B56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B672DB65-F352-4960-B7F4-E071BF1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C1F492D0-2BFA-4F2D-8421-D6BE9D54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959CE90-1B1D-45B3-8DDA-D6733A3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B2253C43-1038-40EF-AA4E-36094B72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9DBB307-74EA-423B-84D3-D63538FF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87C22192-7991-49DD-8995-578B6A0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BC70B827-5B60-4271-BC20-32A82BB7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1DAC2458-AB4D-4E1D-8F45-597E0019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E7B41BB-7205-4D63-A3BD-2202255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AAA102F9-BAA3-4992-B022-3F1D7BA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7FE275A-31E3-4F63-9169-302F16D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7FA99AB-3FAF-445A-832B-0536F58D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CEE3C62F-60BA-4C03-A7CA-4A0FBD4A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FB91992D-F4DE-4283-A460-ED316F86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20C413F-895A-4144-8A25-5EA04FE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37878CA9-88DD-4E1C-879C-0E282782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B38C539-056D-43F7-A69E-59A198A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3734E925-BCCC-44D6-9BDC-DF3D58D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4E67237C-F355-4410-8D82-959CD3D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785E7FE0-A5A2-4C4C-B8A5-051134F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630FBBE-C365-426E-8BE7-955B9605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198F43A5-1B73-4879-B6D2-2A92111C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02FA5E5C-B570-40AF-B641-7E5AA15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3CB72E9-D70F-4D26-8D93-0AEAED6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B04A255F-4C72-40F2-9016-239DC5E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13005E5-2A4B-47E9-B492-24432BE0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9FD968C1-10D1-4CEB-B795-0F14D74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60DF05D-5A44-4DEA-AD51-1CF0EED1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B2462DF3-DC03-47BB-B7D6-DB9EB641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98F5480-6284-4AE4-98EB-81ED40B8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06D08174-3A88-4DF7-B51F-8D14CAA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8E8137F-6608-45CA-80D8-4E76C9D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02B80CDD-3F08-4F97-9D34-996B123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88A2EDE-D6A0-4BB7-8DDE-7AD0D894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CF0C395-917F-4FCE-A2F9-E8D2D9BA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1D9844DC-E0C8-4E3F-959E-2490745C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9DD9D1BA-C311-462F-B35B-CA68E91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32655C1B-8AC6-453E-9732-A97A6556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E794A33-6F87-436E-B030-B168F62B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21B8D71-9791-4F08-8A0C-9EA332F6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1528E03A-A7A6-47D5-A13E-93E7C466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1427F9D8-8557-46FA-8611-2CCB589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2EA4C061-0B28-4987-A53B-02077D92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1074D871-C47A-43ED-8C75-9FBDFB2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81A974C2-15E0-4123-B98E-0B5E961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84EBBBE9-68E5-4EE1-A21B-39A6C2D8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4D4ED9F0-EAEE-42B1-BE30-8BBCEF8D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B6FDEAF0-6CF9-4C26-95F2-67DA0117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A197C6E7-1DE3-4900-B667-CC647403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DF06165B-2482-4548-BBCC-027699D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5FF4A3C3-91C2-4D00-B498-BD2E901D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5B952D7-89C1-4D72-AAA5-850CB74F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9D31B49-E835-4A7E-AD95-A2397AB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A020494D-85DB-488F-BC69-D0DF5FBD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1FBDBD97-AA54-4BCD-8924-4DABBBE8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EBB2038-5FF8-41C8-9514-4C287655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96D970B-BBFE-4195-B73F-CF250BE0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DEB516C8-96E3-472E-918E-3EF50666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0752EC04-936D-43E2-A42E-C8C11793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87753BC1-5886-48F6-BD75-4E073F1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1E3E6DC2-BF0C-4CBB-B944-FE0CD407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F47A33E-62FD-4307-909F-E04E2B4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653674A4-79F0-4F40-A6B0-6B24730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310BDFA-798C-452E-8CF3-0D50E7CE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169FE758-646E-4FE0-85A5-EAC22154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2A9949B-ECF2-4879-A599-2534754D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405EEC8-2191-4AB8-AFF5-411ECB8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5BC5A9A-389B-4192-B198-EECB740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DC440E45-C59E-4B29-AA99-70473290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6B8D9E4-0AA7-4D95-8B76-598757EF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4BA384E-1067-4B41-B4F5-05986A24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F031CCA8-8A43-450D-8A6B-EC1C4AD0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2A0485F3-CAE0-4636-981B-7F52EB7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95EEEDCA-AFD6-48CA-AED7-A5880220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E448C49-1A8E-4B99-89E1-C658291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F57970B-9333-443E-8E5E-C115FC20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E5C575C9-564A-4911-B741-DCA2E7DC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0FBCCA3F-34D5-4211-825F-9FDDAB0D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4EB2B893-1BC7-4016-AC62-93BBB4E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065F84C-7B4C-4214-92AF-1A121CD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A31DEA3C-58C7-4566-864F-96912D8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07A4941-80D0-40B2-B194-0823B2F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2DB10FDD-16FC-4B91-BD7E-0C9033FD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2888E043-F800-4E09-BF96-97A7B2BE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D0143E3-6345-4434-B58D-6E1732B8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084F8CC-CB1C-4766-BCFE-60C2B68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88040B08-9BF9-49E7-8546-7B12A84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A0D9CFE0-2110-49E1-A0AB-E2C9E615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C9E9844-4199-46A9-9457-5B819EF1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BF8BF348-52EA-419C-8EA7-BAB52C7F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B75086F-F76F-4467-A370-C2E0738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BCCA9CB8-A2E4-483F-8993-D4A4110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471FE30-07DC-4DBF-B319-87E27A15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DC30B71-ACA3-436E-8DD1-8F2B9CD7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36A1F751-7032-463A-AECA-F2F4E517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58DD90C7-CE32-4FBE-88ED-BE552C5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4750CDB-CD2E-4234-8874-5F823C57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A8E6C70-08AE-4216-A5D4-F2360E34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9FFC8395-E5F6-41EA-80AF-0A239C77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7C62890A-10AC-468B-AA16-4F66E4C4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CD6F515F-E25B-48CF-8383-78BF6958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CFE3540E-C1F9-4AD6-B15A-7DE13679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24DE064-4872-4B34-849A-234230A3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22B599F-34C9-40B1-B2A3-9F9EE956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626F8A8A-86B7-42C7-A8E1-223DBE9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94A9E7A-0C91-4022-A235-A4E91D7D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0A8D4957-3B2B-414C-99AB-C8A04C6A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681D845C-293F-4261-8666-8EFEBBFC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E09E717-D918-41B4-8994-66B392A5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62565D8-FA8C-48F5-B00B-0E1957D9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D64686CE-4A19-48A4-9425-37350F7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5674BA6-242F-4FC5-8C33-7E0C5C1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93A368F7-904C-48A2-A813-F8F9FB75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D5EC4488-AE30-480A-9214-0B3EDAAD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6262CA52-8D65-40C2-BB05-59C7B000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A866BCFB-B15C-4238-881A-C0596D0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0D7D4414-2C38-4CB5-BD18-8F9E00C7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057DDDAE-E1D1-4397-B912-36EC0B2D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21291F9-54C9-48EE-B75F-6B7A0870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F4975F23-A2FC-41D9-8746-165BA8B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869FBAB7-83EA-4C73-AC7E-AEDC24D1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0583DC7C-3F15-43E7-908D-37AF8CE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79EA0B8A-C3B7-4082-AE21-C3BB48D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4151CD60-9991-4850-A80D-E4AD8DE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E8CDBE91-6C28-493A-8FE9-45D14E6E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3C1D2F7B-04F8-4CEB-B503-79A17FDA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ECB1ED80-B4B9-42FC-8B1E-096882E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158C412A-D3EB-45F9-A701-3E600134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BC129C7B-633F-471A-901D-340A391B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55C02C19-190F-4D69-855A-14ACE490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667E4952-FD72-40E0-B9EB-38D2BBDC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B313C3E9-2470-4A63-8F06-3E54DB0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ECDDDBF1-9EA1-4F4F-9FF0-01244AF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D1DB162-69B1-484F-B347-370B163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92E4FD8A-1023-4221-BCCE-8924568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5EF3CC01-8CD2-4FC2-8DA6-4C17F81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3D8E33C-47AA-409A-87C0-A8A9C53C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605237C-CA0A-42CF-9F50-85865E5C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BEAE1D1-3086-4478-A55F-3586F22A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3106D8A2-4653-48FA-B62B-BDF15C9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B4E0DEC3-C256-4A09-92CA-68B3A5F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590CE53-9D6A-484A-B872-08ABC30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48B62B2F-03FF-4EA4-94B0-612EE579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62069918-D35C-4C0A-AC57-548C9578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0D9B8D8F-C506-4AB0-8A14-370A45B4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08E1E11C-F766-4EB0-B700-F7C3F94F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7BB129B2-90E4-412B-A7CA-B671288C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CEF146D4-C1C6-4114-85CC-19DE5884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DA69F2CF-33DE-45E3-B19A-AF7E292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47760B54-0F42-4EC1-8407-024FBA24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967E4EB3-8029-4C8D-A1FA-76650524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F99361F3-2519-4DB1-B0F8-4659A29D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5BB47127-8E54-4963-9147-39884493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761DB61E-3C66-4467-BCBE-B71FBFD7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E294EDFB-95D9-471A-86DD-F081437D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6732BB46-A95E-4A6E-BAED-D3359FDA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065AF5C-852F-48F4-BE7B-9CE49062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87B9EF96-1360-4C65-BD70-4B405119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5CFD432-406C-4CB1-99E7-82DDA0F9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69366D71-2178-443D-B8ED-A1D0BDA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137C9904-7324-4879-8AF4-17505D24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E8994E1-CB6E-4789-A378-A6424767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98601FC7-4E3D-40DA-B927-D298A2C3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54B234E6-BE56-4938-8EA9-7E1CADA7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F44B827-24EF-412F-AFFB-72C8474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112774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a11a900898403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7132361cc74528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5f197c0b5f4b7c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835460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082269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92b204c56b49ee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Interval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b20bc6db5940ae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Wait (s)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a0641484a84aee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Aircraft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953125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53125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95312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3246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246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3246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1644754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1381125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4324350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989862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2026-09-12T05:34:31.5460000Z</dcterms:created>
  <dcterms:modified xsi:type="dcterms:W3CDTF">2026-09-12T05:34:31.5460000Z</dcterms:modified>
</coreProperties>
</file>