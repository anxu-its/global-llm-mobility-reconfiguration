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92c5f775641bc" /><Relationship Type="http://schemas.openxmlformats.org/officeDocument/2006/relationships/extended-properties" Target="/docProps/app.xml" Id="R74423981d91f4f00" /><Relationship Type="http://schemas.openxmlformats.org/officeDocument/2006/relationships/officeDocument" Target="/ppt/presentation.xml" Id="Rf701e1b5305a43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22d04cf9b4a33"/>
  </p:sldMasterIdLst>
  <p:notesMasterIdLst>
    <p:notesMasterId xmlns:r="http://schemas.openxmlformats.org/officeDocument/2006/relationships" r:id="R5e9c791ec4d24f06"/>
  </p:notesMasterIdLst>
  <p:sldIdLst>
    <p:sldId xmlns:r="http://schemas.openxmlformats.org/officeDocument/2006/relationships" id="256" r:id="R2638516ab5b24e95"/>
    <p:sldId xmlns:r="http://schemas.openxmlformats.org/officeDocument/2006/relationships" id="257" r:id="Rb507f0db247543b6"/>
    <p:sldId xmlns:r="http://schemas.openxmlformats.org/officeDocument/2006/relationships" id="258" r:id="Re7035405ff7446bd"/>
    <p:sldId xmlns:r="http://schemas.openxmlformats.org/officeDocument/2006/relationships" id="259" r:id="R8ca1782a3b3a487a"/>
    <p:sldId xmlns:r="http://schemas.openxmlformats.org/officeDocument/2006/relationships" id="260" r:id="R28a2c0760f114dcc"/>
    <p:sldId xmlns:r="http://schemas.openxmlformats.org/officeDocument/2006/relationships" id="261" r:id="R01c0ef0cc7da47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c5998038347c8" /><Relationship Type="http://schemas.openxmlformats.org/officeDocument/2006/relationships/slideMaster" Target="/ppt/slideMasters/slideMaster1.xml" Id="Rcad22d04cf9b4a33" /><Relationship Type="http://schemas.openxmlformats.org/officeDocument/2006/relationships/notesMaster" Target="/ppt/notesMasters/notesMaster1.xml" Id="R5e9c791ec4d24f06" /><Relationship Type="http://schemas.openxmlformats.org/officeDocument/2006/relationships/presProps" Target="/ppt/presProps.xml" Id="Rc6218f842763410f" /><Relationship Type="http://schemas.openxmlformats.org/officeDocument/2006/relationships/tableStyles" Target="/ppt/tableStyles.xml" Id="R0ceb196843d444db" /><Relationship Type="http://schemas.openxmlformats.org/officeDocument/2006/relationships/slide" Target="/ppt/slides/slide1.xml" Id="R2638516ab5b24e95" /><Relationship Type="http://schemas.openxmlformats.org/officeDocument/2006/relationships/slide" Target="/ppt/slides/slide2.xml" Id="Rb507f0db247543b6" /><Relationship Type="http://schemas.openxmlformats.org/officeDocument/2006/relationships/slide" Target="/ppt/slides/slide3.xml" Id="Re7035405ff7446bd" /><Relationship Type="http://schemas.openxmlformats.org/officeDocument/2006/relationships/slide" Target="/ppt/slides/slide4.xml" Id="R8ca1782a3b3a487a" /><Relationship Type="http://schemas.openxmlformats.org/officeDocument/2006/relationships/slide" Target="/ppt/slides/slide5.xml" Id="R28a2c0760f114dcc" /><Relationship Type="http://schemas.openxmlformats.org/officeDocument/2006/relationships/slide" Target="/ppt/slides/slide6.xml" Id="R01c0ef0cc7da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bde93df634d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423d3565c429c" /><Relationship Type="http://schemas.openxmlformats.org/officeDocument/2006/relationships/notesMaster" Target="/ppt/notesMasters/notesMaster1.xml" Id="R6d65a0f515fa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72967b73649ad" /><Relationship Type="http://schemas.openxmlformats.org/officeDocument/2006/relationships/notesMaster" Target="/ppt/notesMasters/notesMaster1.xml" Id="R6735a08011fb44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f05d344c9140a4" /><Relationship Type="http://schemas.openxmlformats.org/officeDocument/2006/relationships/notesMaster" Target="/ppt/notesMasters/notesMaster1.xml" Id="R7d0d8ae89a43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57e917ac934811" /><Relationship Type="http://schemas.openxmlformats.org/officeDocument/2006/relationships/notesMaster" Target="/ppt/notesMasters/notesMaster1.xml" Id="R03c6364f02ae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1ff51993b4ea8" /><Relationship Type="http://schemas.openxmlformats.org/officeDocument/2006/relationships/notesMaster" Target="/ppt/notesMasters/notesMaster1.xml" Id="Rfe7d3e7c314f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53eb8a7e664145" /><Relationship Type="http://schemas.openxmlformats.org/officeDocument/2006/relationships/notesMaster" Target="/ppt/notesMasters/notesMaster1.xml" Id="R166e0d6c5d0940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9d7c7a0ba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6c211b4fa42f8" /><Relationship Type="http://schemas.openxmlformats.org/officeDocument/2006/relationships/slideLayout" Target="/ppt/slideLayouts/slideLayout1.xml" Id="R7130cecef644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0cecef644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10c57da094430" /><Relationship Type="http://schemas.openxmlformats.org/officeDocument/2006/relationships/notesSlide" Target="/ppt/notesSlides/notesSlide1.xml" Id="R3e887723729c40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05fd490d4d49" /><Relationship Type="http://schemas.openxmlformats.org/officeDocument/2006/relationships/notesSlide" Target="/ppt/notesSlides/notesSlide2.xml" Id="Re0a6e5b95c29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e1331fa34dd6" /><Relationship Type="http://schemas.openxmlformats.org/officeDocument/2006/relationships/chart" Target="/ppt/slides/charts/chart1.xml" Id="Rc50b7b92dfdd475c" /><Relationship Type="http://schemas.openxmlformats.org/officeDocument/2006/relationships/chart" Target="/ppt/slides/charts/chart2.xml" Id="Rf33a0fef076e477b" /><Relationship Type="http://schemas.openxmlformats.org/officeDocument/2006/relationships/chart" Target="/ppt/slides/charts/chart3.xml" Id="R5fea77c448e04898" /><Relationship Type="http://schemas.openxmlformats.org/officeDocument/2006/relationships/notesSlide" Target="/ppt/notesSlides/notesSlide3.xml" Id="Rc9b7ab4dbd3b42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1dcb6d8974e65" /><Relationship Type="http://schemas.openxmlformats.org/officeDocument/2006/relationships/notesSlide" Target="/ppt/notesSlides/notesSlide4.xml" Id="Rcbde6a00aa78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50b83bb84558" /><Relationship Type="http://schemas.openxmlformats.org/officeDocument/2006/relationships/chart" Target="/ppt/slides/charts/chart4.xml" Id="R9e71ff8df3bb4974" /><Relationship Type="http://schemas.openxmlformats.org/officeDocument/2006/relationships/chart" Target="/ppt/slides/charts/chart5.xml" Id="Rf5b3661cab6140dd" /><Relationship Type="http://schemas.openxmlformats.org/officeDocument/2006/relationships/chart" Target="/ppt/slides/charts/chart6.xml" Id="R84b1dfd4f3464328" /><Relationship Type="http://schemas.openxmlformats.org/officeDocument/2006/relationships/notesSlide" Target="/ppt/notesSlides/notesSlide5.xml" Id="Ra6ad79ff2495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f0e9d2ed4ab4" /><Relationship Type="http://schemas.openxmlformats.org/officeDocument/2006/relationships/notesSlide" Target="/ppt/notesSlides/notesSlide6.xml" Id="R2bcabe8e800d4ea8" /></Relationships>
</file>

<file path=ppt/slides/charts/chart1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60.9375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39.0625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37.1875</c:v>
              </c:pt>
              <c:pt idx="1">
                <c:v>37.5</c:v>
              </c:pt>
              <c:pt idx="2">
                <c:v>37.5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62.8125</c:v>
              </c:pt>
              <c:pt idx="1">
                <c:v>62.5</c:v>
              </c:pt>
              <c:pt idx="2">
                <c:v>62.5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300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242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General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94BFB36-9875-4918-9C8F-BC3E9D91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67991-FC48-48F1-B220-5589033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24C1A-B5D5-4B18-A24F-D5125E7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7669C-A152-4E51-A8E1-1CF7A134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C2FFB-41CB-42E3-9119-2337586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92680-238A-4155-B539-E3BCCFC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E35F4-4DF0-41EC-990B-A43EACAD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2837D-9207-403A-A67F-4437BCD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E41FE-679E-4073-9449-D1618AA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80BF2-C93B-4CA0-B694-FE7CC06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6F43E-8E85-45EF-BA78-2576FFD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64889-4F98-4A95-A1A9-7B92C8A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3260C-E25A-4086-A2E0-E9E18F0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9B663-79BF-4110-A1C7-690786A9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3BC5F-8FF7-4A7D-B751-DB99807E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A283B-8C1D-4E7D-9E9C-8C090D2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24955-74F1-47FD-87B1-72FCE1B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0EF90-9255-4705-8416-B051D5E6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CA8C3-06E1-4F7F-B6F5-7A035703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BE29A-ED5F-4D26-8E8B-C25F065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CA1F6-8913-4B55-9490-040B8BF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C6C16-1B85-41A0-9FAC-010509DC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A99EA-0BC3-48A0-AE2F-B71BC3D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83366-14C4-48C4-A2C1-D39A59C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B18E6-E195-41B3-8501-6B4B2ECB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B5764-8D12-4D83-AD80-58671E3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5C37C-9F4C-4802-94F4-E06B1FF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E90B7-AABA-4C99-84A5-5ABD847F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49CCF-380D-404D-B9D7-D230E16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E382A-75CA-4929-A303-155C518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ED8C0-62D1-481B-8D02-27EB20E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6262F-15F4-48A0-8D98-31D61D4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AE5A4-D571-407C-8BB2-9C4D062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CD4D10-D88C-4394-8540-BCB24EE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75DBC-738B-4477-8280-BC98CB6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5C202-3D7C-4BFE-8164-FC47E9F5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A34615-7160-4360-AA99-703D2FF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564ECD-DF19-4637-A608-CDA1781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37C3B-C3A5-4EE2-AEA8-5536D1D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4A7E88-5399-4721-B9F0-DBF3229E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1A154-878D-4947-ABFB-AFC41BE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A28AD-BC7E-4479-B685-7E5417C8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797A7A-1986-4226-839A-65EE9113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C9C0F-0D97-4E05-86A6-AB80AAD1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37CE0C-3020-409C-9A8E-FE23AD94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15E344-6A7B-43CC-AF3D-EECC4194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B1F0AC-AAFD-416E-8867-51FBE68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4CC016-AC8F-4C5C-827B-99F03E8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23A007-1A08-4C5C-8135-FCF831C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3F959C-3E89-4B90-B867-5116A6B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79CB70-2E6D-4EFC-87BF-A3AB9BE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38B6BA-7146-4882-A319-FDFED5B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AFDF60-FD11-44B4-83C1-CC6ABAA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4CCF7A-13DC-4D4D-B093-A86296E1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383F68-D26C-4602-B9D9-03A17CD3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68CB09-4593-4024-A1E9-00B82F7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8392F1-4734-4473-B8F4-D9A93B7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9EA08A-C797-4534-8112-BE5A126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DEBD98-8DC4-4142-88A6-767FA02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DE0A66-17CF-4147-98C5-A4A7879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0F8A58-B4C1-44A2-B9D6-D38869A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400136-92C3-4AD1-A42D-73AD1D4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169522-4E23-49F7-800F-B0BE603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9FE928-62D5-4CA4-B949-906175A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27576F-8633-4721-B3EE-358BF77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F966E2-1ED2-4EBA-B78A-CE32E88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8E3E21-5557-48C2-9346-663450A8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EE0897-4978-484B-AC79-A19B1E9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E8A851-14F0-4970-BA92-C4D6C28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42346C-7018-4008-AE7F-A011F2B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CEBBAB-F7CB-480C-B562-205681F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663685-008F-42C1-BACE-ABB1932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5E9EBD-CB13-4676-97FF-B8FE8C4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B50363-7E37-4371-B6C6-1B2A7818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50D6F6-A968-496B-A547-5797D37A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B9E9B2-D57D-457D-967D-649E0D8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47B479-B432-46C8-B928-414286C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075240-9908-4253-9A31-4563782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84C9D6-6BD3-40AA-8CB4-533A073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19C11B6-62A2-4BDD-A09F-B6C9F7E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8C06BB-826B-4041-96EC-5B8DECA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5CF335-9309-4998-B7F5-DF8A099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54011A-6070-46C0-A83F-BE2B4C7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DD6E4E-61A8-46BC-8DDA-D4D4876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ABCD52-5164-43FE-86CB-BEC8D50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CAC83F-3C80-4740-8457-D166FCA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38BF70-1923-44F4-81AE-5EAB4D21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FD344D-2924-46F1-94CD-ECAA123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6FA077-2898-4C37-AFF0-5199990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D5E399-AF09-4866-B6F5-7476AEF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8CC75E-C4BF-45EF-B987-5084242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1EE9A01-E5C5-4F8B-ADDF-AE7C33F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8A089F-1516-400B-974D-29396C1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B5D7E0-BFB8-419D-9841-587C577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8A6160-947E-403D-98F0-94CE82DF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2D8A02-0ABB-46FE-BDE2-572A25A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84ECEB-9466-4ED0-897C-BCC7815A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B7D6CE-0389-4315-B925-D9831B7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316D39-9BEE-4978-A0F7-740A062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6B48BE-22F0-480D-B453-0F65C873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69858C-6ABE-44FB-93AE-51F132E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B91D86-D749-4935-914D-BF0CF05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A2ADCE-85DC-4B8D-9E49-1BB034B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E14256-9706-4258-8534-8E138D2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0C00C3-7E03-4AAF-80F1-B2E7182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630D3C-566E-4732-BCE0-F284BF62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E9989A-BA3E-4D40-A99C-A35AB93E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4CCDEE-C948-498B-9729-7D618AD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4D10146-7370-47A1-B040-010211A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D57946-F298-4EF4-BA78-537976A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2EB314-C2E1-41EE-9256-8946C6E2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1D5913F-9B27-491A-9CA8-4634A0F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CCBB8B5-AD08-49E2-9269-29B7DCA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1B5B72-C888-413A-9003-8FBBE1C8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7A16E28-1CDE-4DF9-9EAA-253F203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F2B2868-4F0A-4AA8-8BFA-3B8DA5A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E9876F4-412F-4109-A536-7D6180F6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D0B45A-15E3-44D2-9A9E-57334466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BBBF8D-5DF9-496E-A785-9025471A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208BBC1-5F3B-4F30-865F-3D4D09F9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109886-7F8C-4F45-A740-5C15101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5647C1-22CF-4144-8ACE-A55D671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6DD49B-CE5A-4A26-80C3-31CB1C8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132F8E-9696-4AAB-B51F-B3188C9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0C01E1-9A7A-4003-A0E7-8D87DA8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3FF470-9D9B-4FF8-A101-191CEA3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3835AA2-5BBE-42D5-B29A-BD88B14A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7962CC-EB85-43AF-BC86-085529D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CB52941-7FE4-40C0-B4BA-8B7B316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EFB8FF-E2C1-495B-8A2B-75AD716C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E660F33-F844-4A71-9332-E579A4F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34B97C-F09D-4B9D-A9B5-5AB79D5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F3FDD76-964F-4D0C-8AB2-DFC9E67E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F96A80-C1FD-4A07-96D6-A41D592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B7D65A-76F1-454C-B528-03AD001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310EF44-6531-4471-8BC8-4D2FCC9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80703D-D8DA-4AD6-82D8-CE47D22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763BC20-2994-47B3-9F0B-761F1CF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08345DC-40B7-4D4E-9A4C-D744D095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D10B284-885E-4EFD-92D4-57CC7E0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77AE2E-B80F-4A47-B8F7-1444FB44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62A85EB-8D6D-4E1D-9920-125AB44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ED7EDD4-9145-4F93-B0C5-6AFEA2C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BFDED54-F606-4488-9418-1E18A46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8D7064-ECAA-41DE-A7A7-A696790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17A5BA0-05B0-414B-BCEC-9A5C9E3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9DF730-02BF-4D0C-B6B1-3058FCF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BC4841D-57D9-46D5-9B65-7ADBB49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EB3B27A-11FA-49A4-9176-0B1ED654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90AFB42-E03D-4454-B7F3-23A26DD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349366B-D536-421A-9A42-E371CC2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9C39CB2-D09D-41B6-8909-67804F6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ACCA61D-7DBF-4D21-8B9F-6B87E1CB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6AEA707-79A8-40BB-A32E-109226F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D0409AB-5C23-4281-9526-079515BE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D888563-915C-4F9E-AF4B-7563D31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67C3FD-C82B-4A68-9243-5E905C1C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3EF088A-B0B6-4736-BB5B-B51947E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53DB803-D8D7-4310-8BA3-C7D9B94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BB1B787-6684-423B-B635-7F5124A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47412A1-39BD-4198-AB4C-8DC8E70D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F4E7784-6C98-41C7-8807-7F80EA9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728D3E8-3F2F-4BA9-AAB1-20B1DAE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2918B19-6B65-41AA-9DDA-A0BF2AA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FC14856-1122-41F7-84CD-1E184425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F66B973-EAC9-47E4-A052-290AC4A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BDA7D62-253C-4B89-A999-76872BE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87C3106-2FE8-464A-B199-0AF86643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8CB85D6-E18E-47D0-960F-5006016F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FF4DE16-7898-4F37-9D7E-335E0A33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0E5F3CF-F0C0-46F8-A41F-A24E3B8F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9A9803E-9DF7-4778-9E52-8ACFC4F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823AE70-4504-4676-8FB5-36E9BF91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56B73F4-A8AE-4DFB-8067-3A29BDF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4CE6FE8-B907-497B-AF1E-997FE495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44A494B-336C-454E-AD28-5CFE82C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F699BEE-56F3-4E48-8073-6A0BFCE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B1F0664-BD47-4B81-AED8-B46C638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A3D4316-7171-4BE6-8C8D-28F951B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9994774-CE56-4631-B99F-E8367409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B92161C-167E-45A8-82EF-76285E8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C771DF8-AA7C-45FE-90E4-AF3C213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0961E8E-6FF1-4DFE-9FBE-63CC535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39BD585-35DB-46E3-813F-A42BB24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2FD08C6-D3AF-4890-9F9B-7BA8D10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B65CF25-E929-48FA-BAF0-6A1DF2A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1B22F43-CA75-4FB2-B879-5977FC4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365DF4E-FAF2-41C4-9369-43A1D72B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61610D6-5375-4F90-9E1A-9917AD1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9A8F102-FDB0-4AB6-AB66-505D76A2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77DDCC8-A46F-4B7C-AEDB-6E25DBA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92499CC-B786-466D-A43D-7EF30074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F55C581-5EB5-4ADD-A9CE-4D5FB4A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23D5FE9-35BE-4777-A069-7638A12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45737F5-12C4-4BA1-BA3B-DC8C797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96E10AB-EC19-4ECA-9F4A-A5E21D4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74F32E8-7FC1-41E4-B582-76769EA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B931F6C-49CC-428F-9DF5-511928D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9B8F974-8899-4F8E-9C67-F4772AA6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3AF027E-FE7E-458C-B71F-C6806E7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7E7F94E-A4DD-46BC-9BF0-63F83A4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7045F09-62CE-4E40-B996-26BBC00F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C811E61-0D5D-4C69-8B53-9DA295F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3C65021-80BA-4E0B-B490-D5BAC77D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A3307F3-C355-489B-BB4C-6E5CD345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0C438EF-8C36-4035-806D-A0B3FFE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BF3A0B5-5DAD-4350-9E79-B81EF6C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99C85A9-6201-4E2D-84AA-9F856B0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A928BBF-0BEE-4764-AEB2-A161ACB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98547A7-280B-4882-B9EA-B870285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661F5B1-8451-4B25-8CFD-EAF4D3A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ADB6A64-F0ED-4167-BDD5-E2A7115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9B7D325-CFBB-4F7E-AA53-D4ED30BB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B22A198-0A85-460C-A77D-C0F36D86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436F07E-1C54-4C0E-86E4-C6A91EA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B138B65-6755-48F3-804B-FCEAC1F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87628D9-81CF-48E0-B72E-44A4C6D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1FDAF15-CFBA-4925-B0E5-F19A1C2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F16FCE0-DFC0-4A0F-9EF3-0CDA107B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D9CD186-036E-4821-9C10-CA5E71C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96E3EFA-DF25-41EA-97BC-4C8B741F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18C3E41-CE80-4AE8-9F68-A5AFF98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5791F3B-0ED2-4991-8169-55ED344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863461A-F47E-4A8A-B1D7-D7F3E86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6BE6957-A7E1-4E7C-A758-2F26D7B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A509395-A1E5-442C-89FB-F2542BD4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AB34F87-0BAE-4B58-8B51-C3C02F2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440BC34-2C52-45DE-BA8E-A350A72C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B2C61C8-9AE4-4EB5-B8D7-D2C7EAE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DAABA71-F302-4EC7-BEAE-69E1A63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DFF0C1D-E076-47A4-93B1-2A44E43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78295EF-8407-4DCD-9C08-98A1FEBD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25DAC09-8895-4A28-86E4-E9E6D18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DB1E15A-47B5-43C3-A0EC-9308B10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DB96C61-58CA-48DD-84F1-8ECADD8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A2C2BF8-381B-42AF-AF65-282A8D83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4578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76A378C-1903-4FC6-BA7A-A6071A75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FF676-560F-479E-B99F-399654E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5F58F-CBED-4F5A-9C3D-FC95D272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70870-50E7-460F-9B27-AFE7286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32C69-45E6-4919-9464-4764FC2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3D857-11E9-4528-9F1A-177CBDF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F516-9461-40A9-A10B-A1E9D02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8ABF8-872B-4043-BAEF-7B6B716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58DF6-F3DA-4D40-B26B-2839E0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98FBC-4658-4C19-83AA-826A818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E7042-148D-45EB-987F-7AD2AFC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03562-4C9C-467E-99FD-35FDD2F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8985F-46F7-48B3-9BB5-2C8D9BD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DA9E-F552-484E-B5E3-0765639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CAD5F-6E23-4C77-9C12-8E11801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DA814-A6EA-498F-AEE8-0354428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FE8A5-F203-4783-AACC-2BC32C96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18725-D8DC-4D82-9E95-355D9E9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248C7-4B65-409F-AF96-B63BEA91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CDA18-BE52-444E-BCAF-FA34A9B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EEFF5-A71D-4DD9-A9EA-2D419EF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D9FC0-D161-40C4-88F6-0B6D6D3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EE566-5748-46E1-A1E9-3CA71DD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9CD86-74E9-4057-902F-0A9EFE6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A65AE-BECD-46C6-99FB-DC18B95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B5379-23A6-4BD3-9F65-BB81B0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F7364-FFF0-4055-8F8E-0470154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889F5-F849-42C0-8683-9188F83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3DC95-A9DE-4F26-A78F-D8863FA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C5BEB-450F-474F-B0A6-1FCBBCEA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D0305-5ED5-4035-8A9A-0CC59CD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53683-2EA5-43A6-A3F3-23E3FA07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B0EFA-3E17-4D8F-AEE7-42B954A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60BAB-A35B-4EAE-935D-2D7E57F9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A0F99-3A43-4070-B0F7-95211334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592D0A-CD16-4C9C-B1B5-B413D66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09764-B752-4FD0-A396-B943FCE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36FAD-D484-4BC2-8782-C3E5E4B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7364F-333C-4F99-8F49-5DDF90C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95F401-F86F-49D8-9690-1F6B87D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1B3116-2721-4905-826E-DBF3DA29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911CE6-BD74-4E5A-8D90-25361E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EBF5A9-8376-4856-A477-68165DFB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B4E00-1545-4D0F-BD5E-B378590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C78BCF-E212-45ED-913B-D972965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2A5BC0-16AA-4858-9C89-C791383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0F7337-217A-4E9D-B17A-6E5ED51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818FC6-3B0F-4FC7-B5E1-E9DA8A4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B7C244-8795-499F-BD00-AB7C0FE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BA1DB8-C15E-4A25-AE48-28DC94E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C8F6B1-9AE0-4566-B354-36741E9C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0FF7F7-B85B-424C-9E49-F7E51FF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0BC23E-322E-485B-A253-797441D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573E14-A9B0-4488-AF92-6CE973A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89E05A-8E2F-4AF0-90FE-7E814FA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77CC8D-6D10-4E2D-B13D-9C286F4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EFE83D-3EFE-4853-B7BD-F33B9E1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C026FD-AE99-42DC-81B9-31279C2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C59028-70CD-435C-B036-721B224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77F8D7-C7B6-43E0-9B18-CF00AF8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D5E6C5-1F87-4FFB-B9F7-B3DEFBB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4F3F1A-799C-4C8F-964D-C62A634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E2792A-DD9A-4E0D-B719-A04F0C2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3F7F76-92FA-4575-81EE-D71FD068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C4F5A0-8924-40B3-A4DB-F6114BB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C5B47F-82B1-43AA-8821-E626BF81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5677F8-E8C3-455A-B381-1B9FEDA9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159EA2-364B-4B80-B03F-9E39B95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DDBF70-ADB6-4102-937F-C74E7D46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01730F-EE5E-4D24-A7E8-133F115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53D4E7-7BE9-424A-B800-F469553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BED7B9-A390-445D-A4AB-400D9A60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224B0F-2BB9-445B-9AE7-F9F7A79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507591-D4B2-4206-BCC2-4B22619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59242C-C3DC-4926-B4BA-8CC0664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F8E439-D543-47B3-BEE6-B4A311B5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8CBADE-4013-4F1A-BF85-510476D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13DF49-07F9-4FD3-B2F2-D62D44B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F1A164-4194-4061-BB40-E051AF32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EE5A11-0A8A-47A3-9C03-BE4AE80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4FAAB5-E911-4715-8EE6-B21CDD8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8C9820-0A17-46F7-BFEF-981B4DE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E21D38-05DD-4B6D-8FCD-0FE4D670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20114BE-9A02-44EA-9205-BF2EE4D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68CF1-BDE3-49C5-82B2-ED63B654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BE3A0F-B29B-4A93-B0F9-19A1703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1FDC1E-8034-417E-B490-F0C86A7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52BA3B-EBCE-40C9-A72E-16C077F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9305F8-9881-4137-85A3-0DC5F95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2922A2-030C-4A53-BB1A-0916DE21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BD5645-E0EF-4095-BFFA-5D96AFD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790B3D-7440-4BA2-B77B-73CEE57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E61FDB-F8E9-47F3-B887-4FA8FC9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9A8F3E-C5CC-499C-8DE3-2EF80483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CFE9F9-C85F-47CA-BF3B-5CA3F11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232BF5-5749-4819-B4B7-E134767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E7D5784-C8C1-4C80-A936-C4C3E45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6CBA38-917E-43F4-9B34-BBB33DC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109075-FE71-4A0F-A5B8-0092831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A50EE4-748D-45D5-BF24-DF641B8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4B61FB-D108-48CF-98EB-CC1628E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493F08-4209-45C6-82E9-D84E46E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8C12E6-3B50-4574-A909-404CE72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63B32A-F88F-4F7D-95DA-AFBED47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7B1DAE-3C50-47A0-9685-71C2A904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D40C05-07CD-439A-BBC1-6616828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62F108-FFA9-41A1-8DB1-E365475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42552D-A995-40B7-B265-3E7B4ED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44471F-E7D3-4EE8-A906-3E67F71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0CBFB0-D066-4695-B3F9-D411F046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49FD8E-B80B-4B92-BD66-FA178B5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756CF9-43A7-4E0B-8D46-07AF71B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79B2CB-638A-420E-AD3A-60B1F58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7FD2CA-FDC8-44FE-8598-6BA3E21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7E79574-C451-4B7B-BAF2-CBF41D6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7CDC43A-4A27-4AB6-9FB0-250FFDF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BF6AED-9E95-4B19-9BF1-D2CB584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3680CA-3622-437B-B829-42A2888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547A93B-A19C-4C32-B643-6E1A0E7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AFF949-684D-40D3-8F8F-968C95A8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3640E5-12C7-4C4B-B5FE-C58E14C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B991C2-09FB-43CE-8EAB-77E86BD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E4C66A2-638D-4BB6-9244-FFECB33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49DB39-5CFF-444D-B152-7C8B0D0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9EBCB52-F7F8-472F-BBAD-CC174AC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3DB924-82BA-4E71-BB87-17621C0F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247CD3-3E3D-4885-8248-7004C88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549496-04B1-4648-998C-7AAAA9A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B274A59-A723-4F67-ADC6-C910670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22FD71A-5AC1-47F0-9A63-C172C255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01ECD33-4889-4DA5-9523-85B8311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F75DE6-5A90-4BE4-8614-E5DEA399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F0F41F8-369F-4176-8693-277909F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38C1F36-E61C-4B23-8B66-3C2DFA2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F1F529-E7F0-4D55-939D-5AB4ABB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B0929E-0AC7-4A02-8756-9029002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392FC7-97EF-42DC-8B71-F7EB82C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69736FC-CBF9-4624-96D3-8BF1F37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D14CFD-DB2B-490F-9DF4-995617B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909DCC4-8B00-4E15-A614-1F5E529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88F7159-0153-4EBB-931D-459BB85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BBB13B1-39F9-418A-969C-A82CE40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A676F19-32FC-40CC-98F6-3CD6335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CB20D44-87C1-4852-A9D6-86ED798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ECB21E7-36DA-476D-B6ED-06F6BE90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76C3312-B1FB-4FBA-95E8-45F9483A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23BB86C-F391-435B-87DF-0ABBF7E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9265733-ABB0-4FE5-8556-509CE7E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734DD74-0283-45E7-9B2E-2956F99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C7C8BE6-12B0-4B47-98B8-4B758B6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15A6AA6-9D09-4583-9A5A-F4506BF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C19EEB0-8C29-472F-81AF-3F40644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962584D-48DD-4670-B4F4-33116CB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8238C89-907D-417C-BE92-AC34FA2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C07B5CD-53F2-4FB9-98F6-9833BFE5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FC769A0-AB3A-4356-9384-6D62801A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00FA90-864A-4759-AC25-D99EC04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98008DE-5CF7-4C83-8601-9E615E6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D2F7E95-79DD-497F-B24F-B701CDF6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B94A95E-51FC-43D0-AD0A-93AF9CB9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F57813D-F025-4C8B-86EC-8F6A4EB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6C0641-7BE9-42DB-9A6E-EF51E99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9480685-AC2E-4D5C-9FC7-7B36DC8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53CAC06-651D-487E-A79A-51134F6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31C3653-B06F-41E6-B933-2FBB270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D69A974-11D4-452A-A226-90328C8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CFF4B63-CC5C-4BB6-987D-DDC7B26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8C610C0-7B58-4E57-B269-884FD31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2AC042-6558-4F87-B613-FFBF54E5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4A5BD60-C19C-4294-85B9-FF5678A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4B974DC-B68B-4A05-81F9-447B5F0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2DECCD3-4FF7-47EB-BEEB-A0BF57F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A12EEFA-C954-4DDA-9767-B9DEAD2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E2B1C99-EAE0-4376-80FD-E2885C0A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A127F45-535B-4C5F-9A33-F807757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4EA12C3-4EE8-44F0-852E-0451CAD1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7094250-2FA4-4332-831C-936B13F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6E46FFB-B3DF-49B5-928C-F6CD56CE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EDC1278-25E2-4BA0-B79F-ACBF181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20069AC-98AA-4635-B51A-BD9F94F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0CC7C0F-6F08-4ECE-A667-FEDBA28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9CC9D9D-2BAE-49E8-9B92-348A0EF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D7D5ABD-7C70-48C2-BA90-FB11AB4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BD1AD3B-B93E-4D6C-BC97-F8861DF3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2645C39-F52D-4091-BF44-022A4C5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85D2D5B-A8FF-4658-8645-5CB40AC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6AE87B5-4FA6-4D46-811A-F9DA5148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197D906-95BA-4C26-A579-6A32E13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4EAD953-24C5-4D45-8A8C-760E4E6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6F722F8-E2C4-4C37-9D8E-E0530DE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090AA56-AC7A-46A6-9778-394DF5D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E6FE1B0-BF3C-458A-963D-5A59B71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FB3CB1D-58E8-4AFC-BD46-A04D01BA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B281902-5149-41D6-AA12-4409BB4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1C6566C-12D8-474B-83DB-601144F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D056A8F-B09F-4BC3-A0A6-ABEC345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0DE236-C3B9-4375-9E21-B6A87FF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5B20938-8142-4E42-A557-9498DB30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3BE48EF-D1A0-4C3C-ADC8-39847B4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044BBF1-316F-4BF9-B342-3BD3CB74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0298E15-F513-47AE-865A-C4D8C303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45AE2FF-ADD7-4C2D-A161-20876FB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9B67F42-ECAF-46D0-9DF3-5698005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FE9A114-22F5-42D4-B080-07FFAE6A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E8A19AF-98D7-45ED-9B9B-20A7A30D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21E1857-6D93-4BDE-8F44-7AD9BD1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A758E7B-A02A-4600-84A2-2CC3180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5188124-A583-4D3A-817E-D2144D84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1F91B10-0099-4C8A-9D9D-A132A0E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3A9452D-BE6C-47E7-A71A-8E43AEC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8829770-650E-42CC-B3B7-089D5D9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0029FF0-003A-4941-ADD6-AD99E5DA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006A3AB-D32F-4CA4-A1F5-EC818F1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CD015F2-D05C-4AB9-B6CC-5DBF796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F00D7A3-A326-470D-B09F-51C3E0D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0CAE6B3-5F74-4C06-A116-6F511D93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C950EDA-C964-42EA-9EB8-B7B9778F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FDAB3F7-D171-4449-A08D-CEE196D8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C9D345B-2499-4AC1-BB57-E2A8513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AB48A64-3E7F-43C2-9CD3-EDEB212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9C89C51-0A67-4F7A-963E-B694F51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58D8A12-2A69-436E-AF9E-DFB281C5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811A944-E11B-40AC-AE29-B519F0ED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BF8C72C-49B9-4691-98B4-102DDC51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70F4041-A12A-40F2-88E9-277FB5C4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B76875F-A842-4EC9-B39C-D232235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7B8CF43-BA6A-47FF-B1B0-57A3D6C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47D9559-956C-4958-AD1F-0AE6924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66EC92D-3186-41B3-AD5F-3F92B04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2C96863-DE4F-4B12-A5FB-6C22070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FB787B8-224A-4494-8B85-6733789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A7926AE-57FA-4931-B309-92F043E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18BCC5F-F5D7-4C02-81D2-9680C8D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BFA7105-F636-45C5-9BEC-3479E3A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BD24011-F7A6-4E55-AE41-0780368D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294174D-60A1-498C-8939-476B8BC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F03F37E-FBDF-4BC5-AC95-7E618893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EF74BAE-83E3-4368-94EF-08C0589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C77C88C-8866-4A9B-A5DC-63E59A23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A040987-35FA-4D2D-B4E3-1C2F419C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00A3E60-671C-463C-8A35-38998BA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DAC1B0F-9617-4927-AF4F-2E77D0A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4FEDD21-A0B6-4B1B-BDAD-5A41E83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40D18F2-BEF5-4883-A734-3BFF708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C52E8A3-B894-40B0-89D3-7CD19522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448094E-90FF-421D-B325-7B44531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CE4193-6806-4CC8-9C62-96D131B8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BFF07C9-04F4-44A4-8025-804C7B36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BA1C4C8-4CC6-4D3D-BE93-160A1FE3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D506A2-93D1-4361-9D9C-98EAF2D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C1E3F9A-7D1F-49EE-958E-CD96598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2DD325A-06F9-4C1D-B2D9-886C779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1785B61-655C-4191-A888-D8ACA9BE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86D8FEE-FB42-4D0B-82FE-949CE77D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974B0C6-DCF8-44A0-893A-9CDB54E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A8E4E3A-32B6-4BD0-8C23-03B6204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38782D0-1025-47BE-AF4B-914010C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A69EDF1-04F8-4312-A29D-DCF0257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17D3212-D7EE-4EA3-9696-05E5BEED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1DB63DC-4670-4A10-89A9-ADE157A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966B25-6874-420C-AB2A-E4463F98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30449DB-F81A-4A3B-940F-F4491BA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AFF7A0C-FBE5-4E02-AB07-4D34858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9EB38E9-7837-4AF1-9DEE-3B2F3F3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286BCF9-C024-4914-B4F0-F9FD62E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6BDBC1D-2F5B-4F15-A28D-67D98FF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9BB3B40-61D2-4044-BF6A-E0ED2043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07EDC5D-43F1-45D3-B948-ED16B970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E536409-B642-4FF2-8B1F-2DF27C4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9317E10-65EF-433E-8E98-9B5DC5B7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A8D0FB4-2CF0-47A6-BD17-9E27DB39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591BBB21-8F01-40CF-B434-1DB4807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4049D66-D899-49D5-8FBE-0BB94FAD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2984908-BAE5-4762-9770-4C09C4C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9A13FDC-DCB8-43A0-9DDA-5A099D8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885C876-0805-4710-9495-12DB4F56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0FEB0A0-1C53-499F-85AE-CA4810BF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CAF630C-9EC3-4560-8B27-33F6F75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EEC8A73-4994-4224-B0C0-1373DB9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6B8C256-7300-4F60-B3CF-D0F83E9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788A6D8-DAAC-462C-93B1-39A6D58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CA2DA0D-371E-4A1D-9142-C20D991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00835E8-60AE-43BE-A032-26916EC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0BA90A0-1DAF-4C84-A97F-0FFCFC2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E1E18F1-215D-4FF7-8BA7-A8E9EF59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66DDE7A-8F0C-423E-827F-37E7BEF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88CA850-599D-4DB6-99DE-491852D0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12F642A-5EF0-4ABF-A968-C5D117D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D620CD8-D04D-429F-A21A-A531043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03BAF06-DF21-4D2D-8A58-D54B9F5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420678C-8321-42E3-9DE7-06D4EF7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B46669D2-A1A5-423E-8C9F-4954223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7D161E9-D9DE-4404-A1BA-E614DD99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C69CCAE-C8E8-4BD4-A8E7-AFCBA58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CC09235-B373-4E99-B6B7-62CB63F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38817E7-3034-442D-B193-C2544E6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38A120F-669F-4F5F-A667-8FA421C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C41F81F-663B-424E-8EF8-BEF8AEF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9F6EBC9-657D-4E91-BD1E-89CE25A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5F9190F-58E6-4C17-AC26-7A1D543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4395259-2462-40DB-BAA3-2291484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94E391-CF1D-4C46-BE3C-BD80FCA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9F6EC36-56C5-46BD-93BB-5A6EC92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C2F525E-F4DE-4F93-BC9C-61C0E70E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C4E5A34-D997-4AC5-9CB7-62C95F6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4EA1052-5A02-4F10-9F33-E186263A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774C833-D6BE-4F9C-8AF6-084B889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9F4E59E-929B-44E7-812E-CB0865F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0CF7556-974A-4933-9D3E-2FFFEE9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ACF3452-4DEB-471D-A1FB-34EC70AD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BE622D5-658C-4DA2-9052-6983C9A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C8D5535-338E-47CE-8729-85E26B5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8E63F33-FCF6-42F6-BE1D-ADEA33B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1BC7E5F-5794-4DE1-A917-EB40686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94AC4C4-6075-4362-8817-2DB5AB1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9050E1-C214-4C5D-945F-CEA346D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6D12D8C-3CE3-415F-B34B-01282543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0CB832B-DF7D-4036-9800-4DA21F40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F4E2A2D-CE44-423F-BA1B-8F64D08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CCE5BBB-B980-42F5-9A38-2473E09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B18151C-1EBA-45E6-BB7B-2EE11F2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5202734-CE5F-4801-9146-B327766E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02FB572-A2A5-49F8-953C-5CE36B1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C87E925-3A51-491F-9667-A095D86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19A154B-790A-4BDA-8C4C-F0B114C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80D6DC9-EE6E-4835-93AC-0BF3745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D52560A-5788-4653-B8E8-D09B2B0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24E961A-9F86-42C2-AC01-D5DF966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AC8E197-B811-4B71-B305-A1AF7AC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58CB7FF-4ED8-4911-96F1-1ED20E0F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E322625-29BB-4D90-80AA-E9E354A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7F53FCE-5BDA-431B-8559-CBEB378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80A808D-19C0-4C79-8A8C-37BA12E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A2581BD7-750B-40F1-84E2-544598F4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8653A5A-F4F6-4108-8589-676C833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8D954BA-2F0B-4878-B9DB-CCA4AD5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AA0EAF4-31D0-4C67-ABFB-8BC8C58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C253989-DD50-4B1B-AA2E-EF5D19E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C68FF20-0981-4870-B5D6-C986F60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AB548C9-5009-4A1B-8424-3590C77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B7DB4E4-F0BB-4412-8CAB-28BCAB0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BC65C0E-C89E-4E71-9AAF-9D778FB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7BEB73F-4692-4BFD-9ED7-7C41BE6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C2673D0-A50B-41DB-B7CB-D7B996D6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E7E1E5F-4276-4C6A-BA1F-9197CC4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26983F3-57B4-4929-A25D-90B7ACE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5621C37-88F5-4677-8005-089A40E8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38BC99B-D88D-48BF-B134-2466EBF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94BE2A5-EA11-4E53-93BA-A0F52712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F1A0B08-8023-4086-9DD0-E6497391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02F81F2-8DAA-40CB-98E1-D4A5193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3A35D2F-D89F-4E33-BFFC-293CC6E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62DFFFA-BCF5-4F62-A75E-A76A651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7F36DFB-08CE-490A-8D84-F39389E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F6A8472-926C-42B6-982E-75519F5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14E5E25-3845-49AF-AEFA-88914A4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2FFF22F-5B3B-4F49-98AA-8C64B50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432BED06-A861-48CA-911E-9077EF2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54E171A-90BC-4978-B6CD-4B4BEE6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A47D312-A4DA-43DB-ADFE-CCB3896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8AA805D8-ADCB-4A05-B318-3649139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EE29EE7-199C-464C-8381-D4F96C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A996B04-B30D-4F06-A4DF-4C17EBD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4305F3A-4838-4143-8C21-8162F1C3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BAA2CE6-6011-4A1E-B7A5-943C5FE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90F54E5-096D-4C65-A3E1-829075D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B4C95990-BF49-4EB1-9277-B0B3242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E0E022B-4AB4-43C3-BE05-E0C6B81D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BD83B90-343E-4095-B883-4DF0CBA0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DE6D992-0672-49BA-B585-45E09C60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B6A58E8A-3528-47AC-AD1F-D7035EB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EEB1315-82FA-4158-9465-B82471B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B2FECD8-E255-4D6F-B3D0-1516FEA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D41905D-C096-4660-8436-6232751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8549077-6981-491B-BF88-6E18CFF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DC7B2D4-97E2-40E0-9175-385230C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7E5C5E1-1221-4D57-B011-00226C5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774A979-2C33-446E-AC14-D846A7E3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1BEFB58-AD1C-44F9-B669-CD71391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82F28FD-0545-4A86-9900-869BAB1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1A8E4E5-0005-408D-AC02-976B16D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9471CA81-4139-4188-9566-3B24078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D5E359D-F4CC-46A0-A895-6B08DBC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D8590C9-58C9-4F4D-AB89-739610AB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1D4E33E-5628-4A24-BBFE-5BFE7D7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D6BF83C-D7DC-4B0A-BE3A-E241BE41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696A0FA-DF0D-4DD7-80FA-8C568EC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48DF133-9EC6-47AE-A15F-07BC840E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2C457CC-49EA-4D5C-846F-0D1D46B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ACA6670-A48B-4EF1-B5E2-E16DFA91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D74E8659-652C-4173-A6FB-A3FE991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2ED4458-5E40-4729-9771-3B8055D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E0292A4-E0D1-4962-AE0D-13074488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C87333C8-5759-4275-B8DA-B2999EE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6189EB5-1E6E-418A-9059-7484448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C573795-4779-4729-A008-2C5F4FB7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0295B20-CF2D-4C8D-8E01-6FFFADC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3D5B14A-27D9-4469-87A0-588C4C16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AE117E9-E97E-4F74-9A40-6B75CF4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1CCD058-79E4-4D22-BB33-BCEECF3A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13EB33BB-E3FF-4364-AC65-91BC596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9448C87C-9F73-4357-91B7-7156EE9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041F2F3A-286D-4F26-9A19-A829AF4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EB732DB-8F07-4D22-906C-33B9491A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A1D799C-C7BD-453C-A175-98069A8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73EDF6C-6D61-4892-845D-4C080FF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0BF112F-8404-4C55-BCEE-52FA1F4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B08C170-EDAB-4C98-833C-1E501268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F3570CD1-8866-45B2-A4B6-D0A2906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171D73A-F1A9-4B3B-84E2-0D860D2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79D8A5E-AA04-489E-BFC5-5014979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59867CD-91AF-40B9-A7ED-E15B8AA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3CAB0E9-43D9-46BA-B2EA-4730BD4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C68D6AA-5818-478F-B16D-E2AA709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F48D5A17-F3C1-48DE-828A-53FD13F3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307BE85-0565-449F-8430-9D9894FE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08E1A04-5874-448F-BA4A-DCF06B0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CB58355-0EB6-44BB-88E3-9927F5A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1E615BA-30B4-4AF7-A924-FE9F51B7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B27DCC33-8D5B-4267-9830-D77CAF6C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19CEE9BB-867E-42FA-AD03-F310F8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080D077-4CBA-471C-B8F3-BA00550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34C97C9D-EEF5-444E-BC11-5D1B261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54AD85C-4EA1-43E5-BB2E-44810085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F7D49CB1-ADA7-46BC-A454-E42BEDA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6442556-3ACA-4C2B-8924-B9603D0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67B5F1D-BBD6-4B46-AED1-6384C07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7A0DFF8-365B-4665-B8CE-11C2371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D11097BF-E783-409C-BDBE-320B287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12562D5-28AB-4D02-92AE-84387017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56803D5-D7C9-4EED-A968-BF2090A6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D2993A9-3003-4371-8481-9324581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6B8D2ED-18DA-4228-9065-45DAA34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2160A85-0AB4-47AF-AC89-921FAD4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F6E072C-7028-42F7-8A3F-A896747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6E243EF-9815-4619-A456-046D532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EFA6072-F769-45F9-9E91-11274132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C9A713A-55FA-4191-AE05-AF71375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74515A76-BC04-4ED5-881F-9211F224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A94FF19-9D20-494E-B6EC-6BBDADC4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84656EC-2AF1-4206-AA71-95DAE7A2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BCF57E0F-8923-466B-B68D-695993E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DDF9BD2-B0C6-42A2-BCD3-E2B75A1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F6D66C2-6E98-4FC7-90B6-5B14279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6BD45BB-EB24-4663-961A-5FFC09F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64698CD-B996-40B9-BC6A-6CD7A3F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B632B06-D24A-45F0-A6EA-9937C98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EC731A26-6D9E-4E4F-A563-3038CCD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202BD1B-F49B-46C3-A2D0-001C12A3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FDEAC6F-A0FB-45F5-88A9-A9632DB0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1EAAD8A-07CA-49D1-902C-8F1D15C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E9C69FB-6692-4923-B0B8-9E6B2092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E34FFA60-75EC-43FE-964D-F333CAE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799F8CD-5487-4D66-BD1B-790C474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6091168-4407-48D5-B1AD-C265108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E00A852-928A-4DD5-B14D-C782728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612F7FC4-D39B-4418-8B73-3777B65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C55FFEA-6FE5-468D-B488-930B0AEE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A4739C9-4413-4B19-AD53-A10308F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F997972-CCC9-46C4-ACF2-5550DD2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C893C7E-F328-4EAB-A48C-E9015FCA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245D7491-0BAF-46DF-8794-A2E9680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8C595DA-8DE7-4800-AB9F-D6C7115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D365593-63D8-4305-9AFC-7F39C58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E56E20B-C827-4000-A0F3-58C0F50C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9EE5FD9-0768-4330-98C2-6D5F4B6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CC2EB92-0238-4D57-BC8B-A7A74C6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CE215F3D-BEB9-4C86-8731-878431C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55F982BB-CF62-4BE9-9DC3-F53E4AF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64A1073-6D4E-43D7-9421-B1CEBB9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51F46CA-45C1-4C8B-B42B-E01A32F1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37417887-C86B-4F88-B7CA-6D13AFFF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5977A936-C2CE-4F11-A4A7-219A2AB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AE27DD5-C321-46F9-B331-D8663B49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6A1D02FB-6D31-457D-A581-EA092C1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C590E9B-8793-43C1-BF5D-06293C6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36FD908-CE8F-4C2F-9574-88852DA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9CB1232-1E1D-4D84-8D88-CB794ED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D1C844CE-E74D-4D4C-8EA6-4D73BA9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067AF197-3B50-4750-8405-4D1C36E8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51E0288-51E9-485D-9B9F-771F23E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1E51BA2A-1E46-40A9-BCEF-B7869AE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04A1E7F-6D22-4751-BE11-D77F1EE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CFBF43D-1290-471E-9388-8FDE402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BCA96C6-3269-46D7-8080-A3C7ECC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20005A9-43A3-42FF-AC0A-E269FBF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2F0A892-D56F-4AC4-B961-3BF3F3A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0AD2B61-322F-4EDD-A331-C33EE84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E9F4574-1E35-4E9A-8092-E7CEF5C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5948AC3B-DD87-4A77-824F-3F857D2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E7C6EC5-5F15-47B5-9BD6-B5AEC83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AC9DE5A3-588F-4FE9-B97B-F9C609F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81499498-C05F-4E29-85FC-5D11071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1AA832B8-4816-4E1A-9348-09B66848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613B47-0D36-438B-B844-3208D2E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9C63D0B1-4EE9-41C9-A464-C5AF102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0341C093-2697-44C8-9E30-6A0720A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CB9B4D12-FC9E-4FA8-A65B-3B81975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0323E8F6-2156-4620-941C-5ADA102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68EA797-AE77-49A7-958D-6B0D2C79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AC02691C-3951-45D4-B181-4D05835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816B36B-D4D4-4164-89B1-279B282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EC8A73D-3A4F-4DBF-9E64-EAB0FD5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208C661E-9A06-480B-B6BC-905AC64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1AA80AF-F65C-44D5-A71D-9B21B58F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4D74EC9-909E-4E22-A683-DA5756D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7254F952-ECEA-43D8-9F16-CD36AC0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781DA699-7A16-44F4-90D7-618B56D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60C51389-6C2D-4C77-8ABC-247A6F5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7F76750-F852-48B9-8571-9ECBF9F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1DAC04B8-0501-4B83-9CD9-2450F13E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3223922-43D7-4F27-8062-6221B7F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A6EB335-0989-41FB-8048-999BE17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E207E59-D20F-4006-8581-211FED3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2DEB120-6C92-4CB0-B0E5-3243105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84D9202-B62B-4887-A560-97B7E12A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5F1E61AB-DDC0-4598-94F7-7D7198C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8933C6A-8385-4B08-96C5-0CF53BA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7E65E484-E5C3-4D52-BE51-2820833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1554249-B07E-4E5B-99D6-F75EBE0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EF909F6-3615-4C92-AE47-DE86DE7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A767C59-B017-46E0-ABE1-E8F8980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2E5E014-6C78-48D2-847A-B7D8BE90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A815470-41F8-461D-92F8-7A9EBB3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EB1F0486-3A84-4547-B999-8EEA39D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DC201B7-D8C9-4685-93E0-1E10C49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0EBCFB9-D650-41D3-8CA0-F8C9315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0A47D0E-1109-414D-BC28-E86EE04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423F0B7-BF4A-46D8-9832-C642EAC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B4936496-9054-4C71-81AE-C789FA5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11AF6CD3-FCA1-4E95-B01B-88FFFEDE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C19619BA-2CCC-4742-BBEC-EB05BB34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06E9BFC-BDB6-4DD2-9F17-1EAF42CA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D9BE843-4A5A-4B52-AB4F-B207C244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667287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F856DB-2E68-4AE6-8BB3-DA025F6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FA781-5958-4435-AF69-474C78A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9688-1704-48EB-A1FC-5242647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06C2-C456-4DDE-928B-3793C25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9BBF6-5CE6-4FEC-90D5-B1B1C94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38340-5319-4051-B12C-A3A8104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0b7b92dfdd475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D0F0-AB84-4943-8822-189D8D9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7DBB2-8A66-4434-92A7-821B86F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FE0D2-4D48-4305-9005-FF9382B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C6213-F224-4BC7-BBE7-EB1B9271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E4C3A-DE09-4707-81E2-5E98C22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23F42-C2A6-46AA-8A66-01BC9AA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63E71-04B1-4D5B-95C8-A422A5D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04ECA-0DBF-44E6-852C-9587740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AA170-78DE-47DF-8340-EB75B9A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72033-D294-44CC-8F22-49370A6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3a0fef076e477b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B0FE-92EA-49A4-9D0F-F7C85845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24734-2062-4817-9D90-5A4BE27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EDA18-6302-4160-BBC0-8AE21D0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63BEE-F97C-43C3-924D-9152D26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A9860-11E3-40B1-8AD8-4EB445F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85544-700D-4484-9A41-20AB05A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1B4F9-5568-4012-BBB0-94FC10D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DE3DE-86A7-4412-9BAD-F099062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7F545-4EC6-4AA3-9098-F463597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F4CB9-D4D4-498A-945A-5B66DC4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ea77c448e04898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D350A-0571-4C4B-B4C9-C067AC7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37D1E-33B7-4ABA-96C5-409720D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67105-30AD-4255-92BD-58E3A31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02190-728B-4EE4-ACF7-1FF2E830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B7A41-A0B9-46DF-9FAA-9E219C28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6721A-0B12-4815-9B97-F084CE3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AAA61-2668-4823-8DF4-D4C38C9D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BE7C6-8D52-4B13-9B07-4CCF1B8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1262808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4BD3100-A67E-4438-B956-99161538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C930-0CF6-407B-A18E-2A566948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F6B45-B214-47F0-899C-0185B0CD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2153-EB62-4D70-95FE-3C777DF8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AF1EF-4F3D-49F3-9234-D52955E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5C0E0-A736-4FE0-B3CA-1035C39B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155D3-FBD0-4659-A783-DF6D7B1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23F4F-C17E-4F9A-8B94-197B7BD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8763C-A165-4549-B98F-4C9DAF8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99E17-2093-4811-99D8-95EA4FE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6453D-FC69-4347-9AEA-5790DCC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D5770-6681-46DD-85AB-44E359D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EF95-EEBF-45F4-93EA-08FA71D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E2A11-7EC4-4A5D-A3B6-4BB146A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84BC5-A5D5-419C-9A23-5C229D5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50DBE-B000-451F-9C4A-41AD4A1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E6E33-A47C-46EB-A764-75A78C6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ED5A7-FFCC-495A-B558-A964A188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DD176-4B92-4783-8252-92641A7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DFCFD-460C-41BE-8238-7ACDE37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11321-C4F6-413E-B6FE-B98C217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311E7-BC0F-44D2-A308-A9C7E9B9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CE7B1-2B04-4E35-BD62-537CC3F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BF283-8452-4FA9-8D99-0D1EEE15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AE0A7-77D7-4A7B-8691-B88929C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1F27E-22D1-40F6-869B-6221310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75A3F-82E7-4A4B-BA8B-67FC2C8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E84213-E6C2-4575-B9A7-96052125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426AC-6858-4CE2-95C6-5F9A5B4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5E2B9-4796-4562-BD08-7902289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7D3C4-0B6C-4777-9635-2EAA9CA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D497E9-7ACB-4657-BEEE-730B6A8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94925-7192-43EF-AA00-57B16E9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432DA-CC29-46EC-A5ED-C31B4B4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E71E7-2DFE-42E0-AE30-2EE309A3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037419-8ABA-4E6B-B6F0-EF47EE4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5E9F17-7D26-4172-9731-5F8C349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9886A-99F8-4860-831E-4ED6CB1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AF16A0-D79A-4F3F-A419-E77426FF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70B42-DF58-4B6B-B3B3-1F54B22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580D23-7DB0-4DAC-BB17-FF9568B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C1B43-1530-4F8B-9F26-EBA1495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C89A2F-2A89-4A4A-AD96-087A0A2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ECADA7-0E03-4855-A70E-D5E53351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95BB4-7F76-4E13-B773-EC4BA547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DCB934-B78E-4E6C-92F0-9EA003A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8CFC57-A740-4597-9E4E-8B833C5A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221000-954E-4D63-878F-05BBA4B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391CA-1E00-434E-83FE-DE830D2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49E111-8C72-4735-9E62-6E8F4FB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1BC8B8-AB08-4F13-B5A5-2D3D3730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5ABC14-A2BF-4408-A984-39CAB030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424E2D-1E1F-4D56-8088-398BFB3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F539A6-49A2-44DC-AEE2-4E19B7D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E05A3D-9833-4C27-8F96-E1BE652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088072-82EE-4C96-B9DB-0BE3A60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76A029-C0FD-4957-9512-A37FB15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DF8FD5-87AE-41E5-9ABB-938C39B2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1D2B80-5571-42D8-9F83-18A0DEA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AF7372-CB1F-489A-9DCE-525ABDC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C91B1E-C740-41BB-87DF-24B8FA2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9BE86-EE09-4DE4-84EA-D07F096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B81088-520C-467E-964B-2961685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F9CC81-DCD1-4715-B7F7-83189A44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0BA182-BFB6-4AC1-9A0A-BB6D376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45AE77-002E-495A-A5E9-D57BC240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EBDB51-42FB-4960-AFCE-772E0BE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FB3260-ACF9-443E-A26F-1B5CBA03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EBA036-5C20-442E-8A3C-0613451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B9A716-7FBD-46B4-BCD7-F61224A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4BB7C1-94DB-4390-9C0D-A47912E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10A259-1E50-4887-9E04-A006314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7D249B-9F2B-4655-AFB4-3DB1C7B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C9701C-BC07-4464-ABBB-18E4439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66C81B-3D41-472D-8CF4-7261E23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C22251-713E-4CAF-B2D6-E1420E7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8F8B28-E4DB-4896-A007-B46D3C5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41271-217A-4566-8283-D97BBC3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1AF106-295F-43D4-872E-4C01644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7A4C40-D979-46D1-800C-CB52C67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700010-156B-4159-B161-A8DDBBAA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6FD4FC-99A9-4C9D-B4DB-5F7E86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F52C65-5CE3-443A-953C-6E5A94A5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EC037DC-87FD-4E16-8EDD-62D5F01B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5111AC-8778-4BCC-A0E2-C756B64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32C59B-A08F-4814-9CFC-0A16DD6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0DA103-1E19-4CDA-8B48-780D676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D585F7-2D83-4A1F-9AF3-3374A996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0CE004-4875-4155-AEB4-4FB86033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D7A200-7F3C-43CB-8B5A-4D69EC47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8DE99F-0170-438B-B04E-9FB3AD4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D8F62A-6608-4818-ACD2-6A4D7073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9AC852-4A26-44B7-BE4C-12A7CAF2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043FF0-2276-4892-9B17-180BDD6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AB30A3-0E1F-4114-99B2-93BCF73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EE566B-3D3E-4380-ADFD-4BF7794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E550AD-8A0F-4103-B114-4F32F38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C0B6D7-66DB-4730-ACC1-D78E452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D9EC0C-3B0D-446C-B077-75415CC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28E56C-6DA8-427C-AEFB-CF85469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42D335-BEEE-4F72-9A95-C736CFD9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8B99DEE-DCFE-4454-820A-0B325696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A68C59-DDC8-43F8-80ED-5C4BC0D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3BF237-0A9A-4DA3-B642-E0A53F8D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B0FE66-5863-4329-A7E3-E867E15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4648FC-7643-490B-9FFE-8503426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252A53-E26B-4B9B-A12A-04452EE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473638-4978-4940-B8DF-F3117BAF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9E9A47-074F-46CE-9D21-588B695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A10921-4388-4BC7-AEB3-A20E2A7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7C61DF-3983-487B-8990-CFF8B987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200360-39A6-4833-AD49-ECBDA48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3B73039-78BF-4D69-B683-D4484BF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09112F-45D2-445B-A454-5DBC3D5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068E68C-8E7B-4E28-A48D-0BF88AB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47F7DF-9B4F-4919-8F00-1AF85B1C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C2BD40-B65D-4EB7-A623-8F143697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69D0D1-0803-4E88-8E36-C0A6D77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8306A0-4284-491A-B10B-5E5361D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D2B56F-65E5-4576-B67F-383CE5E5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D75BDB-4996-4D21-95F9-DD9B0F9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A3184DC-FF75-423E-A59E-7CA88B6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5A0FEC-9823-4DA1-9364-BA703DC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0653F11-19D4-431B-BCFE-43574A9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1BDAA2E-8DA9-4478-B662-1290E86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F727791-DC5E-43C3-8F7E-D5A466E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8FD453-45AB-4541-9563-823F8F32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15A908-77DF-4B5E-A28B-218EDCBC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B22CB4C-CF6B-4AA7-86E0-2DC03F8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F4513A-3478-459F-BF21-3478BD5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2F7799-AD6B-4261-9991-8225826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ADC02EC-A90F-4E5D-99CB-89921DD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73CB05-D52E-4214-9FF9-8D42E7A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FEE26D-8462-43F0-946D-CC3C3F0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8B8DF45-C7E0-480A-800F-8BB80F23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D6CCC5-EF9D-44E5-90C9-1D71D2E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E50829-8836-4A4D-897E-A2DF4A0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E82AE2-14E1-4964-8E22-5026F69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8313F1-EC9B-4E16-A240-9D6DDB2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11D4B28-9B8C-408D-8BE8-AC5EF2A1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810F3F1-32EF-466A-84D0-A166F6B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8C215F-2FE5-4D9D-84A9-9792F67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21E4721-93F6-468C-8626-92BA1F5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429138E-7510-4622-987A-09AC15AA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34540C-375B-429A-B895-029E8CE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5ECD024-D510-43C7-A173-7D40FEC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7971DF6-4894-4C9C-AC56-E5415CF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0EB2F8-EF6F-48EC-AE1E-79EFC8D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8F59075-5814-4391-8AC1-D6E486B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7C765B8-50B5-45C5-A44A-83800CE2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8244358-9422-4D85-8F1D-25052D2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A5B4A6F-2DBF-4FE1-93AE-3285CBB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AC98381-2736-4540-A12D-7B4DA06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626BFA2-34C5-4B71-85D0-792D2B1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2784138-18AB-49E0-9509-9A83D51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2AA3C3-3DC5-4C3E-90C0-5AD4F1B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5A97CF4-28DB-4797-B14E-270DF12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749BE3F-A595-4CBC-B910-2673AE5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39775EA-99A1-4500-B949-EB41051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6D5D06-3B56-408E-BE6A-35385F69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2EDC147-5EC4-45B5-9FDB-F8AF3C7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8A22E1F-4D6A-4DFE-A552-D3A36745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7820666-3FE6-4BF3-95E7-DE8264A9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2930DD2-A329-4852-9664-77722FA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4B0AF2A-5F8D-4B32-82F8-61DA9FD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3B70F83-A50B-4443-864F-BD07916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55E3249-4A49-4E71-A599-CB6A3F9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5B366E-8B9D-4E61-B2A8-B9A2CC1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96D76F1-E536-4075-942C-294B0C9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5E5F3C8-D49F-43D2-92C3-F34A70C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A5274FD-CB28-4882-AB88-F2F1C80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1EE33E7-396A-4849-9F95-DDB343CB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B0F6CCA-B105-47B9-888D-DAD8061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233A5FC-1344-4855-BEC5-BD111F2E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09780CE-B1F9-41CC-9C05-5EE2BA3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7A709E0-180C-49CC-8BA4-7DA338C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D0F977D-EFDD-43F8-8342-7765F0F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43495A5-CBD8-4BF7-9E40-3CF7A69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0FC3636-A8FC-41EE-BE28-9CDC8FE6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79852F1-DDF5-49E2-8293-CE40759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57386DC-A895-4343-B1B3-32518CF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EA077D4-4BF6-4C1A-9241-EDA4686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07E63A4-1944-40F1-9C95-E39E62C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AF19E6D-C667-4495-A458-14B8049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D827528-4268-4D7C-8B5F-0AB0246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AAA0080-638D-47F5-98E6-C95B9709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7281017-9394-4644-BD9B-CD51EFE4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C31667D-4917-4156-A8F0-C06D395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44680CF-AD4F-4E33-862B-286C6E1B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F6326DC-9AA7-4BEB-A426-8DC9F69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80EAAAC-0889-45EB-9454-B4D4A01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771C46B-CFFC-484B-9970-7384778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E292CEE-356B-469A-B54F-79C758B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62929DE-3124-4DB4-98BE-384523D1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F7E53E9-AEC6-43A2-AA3F-96C5DC7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66E772-8743-40BA-BF7B-9C03F43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2A2C6A0-FFCA-475B-B526-E1CCCDF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AE9118D-70AD-4787-A5F2-45D1BBA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5D2437A-2342-401C-903A-556D074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A1407E8-DCEE-4042-B2C3-59E4F4E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8F02DD8-0AEB-42A9-BE76-C4C157F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C051305-83AD-45F1-8746-78445EDA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34A60C2-67A0-49F8-81C9-43A7C04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BDAF4B1-EF25-4664-B494-E92C6A3D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D1B1C35-47A6-47B2-9204-ABE6CF6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09FA7CD-3BF1-4483-8480-46BD3B6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F4E6DD7-B008-4431-8E98-DD70E6EA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655A3D2-5AD7-4109-B98E-A6D2243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E7BDB06-01A3-404E-B3DA-2B057A18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718558C-5AD3-4841-96B7-1CF3916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C1A6969-9ECF-47EF-B33B-EFDF172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53E7795-9A8C-4FF7-84A6-61C2704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09B325D-0082-46C8-8F82-89A9A7A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B4F5A85-3849-4F26-B987-AB58DF4B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5F76B09-35D0-4CEE-8BC0-57599008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071B8F1-6AFB-40CD-9D7F-D661D74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9F3D351-171B-4241-B5A9-E8BA62C2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6D3F608-9106-412F-9788-F9CDBBDB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6B98DCB-46B3-48BD-9BF4-5FD64D1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88E10D5-1688-4FB0-8D98-E5947F8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1913952-A4F9-4F2D-A7EA-C69D5059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45735D7-68C5-4045-BFFA-123D69F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FAFE47E-621B-41CA-8825-F75D937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3C4BBBD-D488-4012-8299-09656E9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380D38D-E379-4175-9095-5B2DCAB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CF3B691-07CB-4CC3-929B-E5DEFCBD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5234D6A-9B7C-43E8-88D2-A848D90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627C0A9-F62D-4F6B-8987-B5EBD03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6AFF1EF-AF92-4478-ABFF-94AEF9B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8425F58-1CC5-49E0-9AD7-1E862C2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3323776-FF53-4490-BE19-EFA9EE96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EB5B32C-E1E9-4AC8-8615-D65E974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8B66A66-C4F6-40D1-89D3-FC77B140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D895DA0-DE80-4AEF-89C9-BCC0D12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7A13D97-39E3-4820-B831-D7D823A9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33A6990-0E8A-475B-99BF-B13BFFA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EA99E64-02FB-427A-BFD1-E6423E1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699F4E3-734B-4389-A6D6-CC06E13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0FF8C0E-DCB0-43EA-99FF-5911DF7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2479324-76F4-4441-B568-55FB2DC2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89E1979-BD9F-49F2-9DE1-D93A120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9F76F80-A5B0-4F1F-924D-0D74EFE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A01699A-D602-4FB8-BCB0-0D56D53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7CE2A51-135B-4371-9595-69BC489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1ABE5A8-18EC-4CFD-B153-179EDA4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C0BEBB5-1EB2-459C-8676-C894DF1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365A5DC-C990-439A-AEEA-05E8349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792B758-FE48-4FCF-AEE8-2F80402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61E0D66-59D5-42F0-A953-94B1D8CD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D2E7D8D-C47B-4607-8D0D-7D334BE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DA01A4B-9D81-440E-99D2-4991B81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DD16261-1781-47F3-867A-2E83AA0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90DF583-D1C7-4FF7-B4BA-8FE4D57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4939876-B63A-417D-9421-1C62CA7B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D766B4C-D4E9-44B7-B833-D82023C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2FB5C68-5E88-46C1-B618-E0C7C2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27602B4-01A4-4E5E-97B1-962F907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D1F5062-FC7B-42AA-9B82-286CEEC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75FCF45-6D88-4487-9DE1-7021706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33A581-63FC-40E9-8555-BAD3ACDF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B1D32CD-03DC-4F2C-8B0C-8C8332F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FF437D7-5AFF-4687-9835-E7E4F1BC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9BCDDA5-943B-4842-A8E4-156FBE8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183B225-580A-436B-8F8B-71C1EF85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318D372-3D4F-4D00-8BCF-3CDE0A2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7FCB1F1-786D-4CAF-AE31-4842172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3357B9A-F01E-4EED-84E5-1B0088A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E103524-4F02-421D-B4EF-1875213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08CB7B2-3221-4F7B-9314-E69FBBA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F22F657-589A-4BC7-8193-7DDD69D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9FBAFFC-C25C-4384-BFFE-6A27E85A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3F2A21D-DEC0-453D-8EF5-91390E2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4F7973B-5842-4F5E-8B59-4FBC5BD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6828A1B-D09F-49B3-85BC-F2C16D42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4A45593-A107-462E-AC7E-DD9C57C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C70F88B-F85D-4204-8C07-87EAEF0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D64130-45FA-490B-8C83-7F373F5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4AA72CD-77EC-4E8C-B33E-683AD9E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92D7655-4854-4D3A-8962-9FC7B58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02BFACF-EDB3-49E4-8787-E097DD6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76809AF-0E73-4130-A494-EDC530E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6501806-7C6B-4C90-83F3-8BBBE41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C28B90A-36F9-413C-9074-91A2A0C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715A9CD-135C-4582-AF5F-903EA9F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6DE168B-237A-4A3F-8D48-3E5BD13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C119A8C-ED0C-40BA-BAAA-62EF7226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7FA0FD1-91A8-4A4F-BC84-03AA1FC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7B73CD0-80CC-45BC-A5F0-A2DDA9CF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E2ED756-C43B-4D34-8342-95928F4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22E095F-AA60-425F-BBD8-5F7390D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EED7FD8-7DC7-4346-9FEC-839ED05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1720E60-9970-4A17-B0CC-209E726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BD6C29B-AB89-4BBE-A819-997E8B7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6DCE9AAE-39BA-4C47-8FF1-B2EBDEA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ADAD4AD-38D5-49FE-82D8-819C37E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83A6005-DB0C-4101-A921-197EDB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427AE44-0307-4FFC-8083-061D3BD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FBC0BCD-02AC-493E-9606-85F9A6BE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7BC7EEC-C272-48F1-97DB-9C99943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FDB4B9C-F6D6-4856-935A-D75673D4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64A468E-DD39-475A-B843-ACBD2C1C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CC64F21-A162-4F9D-9BBA-432AB42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7B74351-0DAE-44DF-8C97-5E9070B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B4BBBF6-9A02-448C-B6F5-FE7EC42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53D1F92-C6B6-4840-A0A1-B39EE7D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1300D4CD-7D0F-47A3-B04B-A094CB4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B25C06B-327C-408E-8F2C-9E8FE0AD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5AF8BAE-6690-4C55-98CF-000404F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205ED44-68D9-4FE5-B919-FA59CC3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FBC772B-D7FD-40EC-958A-34DCCD3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AA7E129-E463-49F2-9FCA-CD4B3FBB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C9C953C9-F9B9-4AE5-BA3C-A0E9806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118544C-11FE-48B7-9DA8-F832DE1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E2C62B9-1937-4EAD-8009-B6AF7E04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756029F-CC06-4DD9-82CC-AD51BFD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96EBC39-60D4-4497-8C56-B0D3132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847349E-D497-44E7-8255-FB2349E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52A67B7-874F-4F54-BD12-926DAB2B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466FB71-E7D8-4D28-A910-C11C228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78354AE-904C-4722-8CB6-7890424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1685281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44C1A-7143-49F9-AD2E-A83E47B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32F1D-B94D-40C8-A6C8-8351590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C5CD8-D75C-4AF3-BDFE-037411D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04D32-0755-4F1D-AF4F-8984240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9C73-4922-40E7-974E-71D7CFDC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A8E59-7736-4FFD-B110-9FBEC829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D098-E1F0-4DD6-9A30-042F554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BB1B-CAA1-4CCF-8ABD-95DA19D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20511-DF0E-4A0D-A4C6-BBC5F6DF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B4F3-46FC-421E-8C78-1599389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992A-1FA3-4B1F-BF51-DFFB894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6EC6F-DA24-464F-898E-2024866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7E7E4-E173-4FFE-8B2E-07104BD1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0B002-9C63-4DED-9B4A-5F583D66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1ff8df3bb497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41317-8115-4AD0-8F6A-084E30A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B1AE2-3F81-40FA-B00A-BCA50EB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b3661cab6140dd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D51F3-BB71-477B-AD71-B3C0D94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48DDC-D251-414B-9B6C-00177B8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b1dfd4f3464328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C457D-3DB7-4975-93CA-C57D5BE4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44AF1-7621-4143-A434-85556A7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CD43C-AB97-40BD-B535-696114D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85D2A-752C-437C-BC50-40A6B3B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876C5-52C1-46C0-A2A1-E0D52060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09F82-9272-423D-90F1-7B4791D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352568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E9EFC4-5724-4C69-BD19-2DA70A0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58A93-AA4D-4492-ADEF-CE87444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2B526-40E7-45C8-9806-727ECFA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FF3E-EB3B-4AEA-94C5-6859E811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5CBF5-6BDB-47A4-8423-6A7FFCC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0AFF-0FCB-4104-8DE6-AB91E82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31E4-7068-4F26-B461-70D3F31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885BC-DB0B-4349-950D-F4AA628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4F955-9058-41F7-B6D7-79113C7D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DB1A-AE06-4833-82A2-839DC6F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AD90C-4AB6-400B-B6ED-34D1384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CEE7F-52E1-4AEE-A5F1-4934ACD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BE5BA-CB74-4335-9D4C-9E5F6177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7C076-2356-4A2F-8639-270F3C3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565F5-B2CA-4410-A31B-EBE72C2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F8A6B-9DCC-411D-94BD-67C56B6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3D8D-C616-477E-BAB3-9B748C2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A991A-3D6F-45BC-A2D9-25B70C8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68BF6-6467-4E8C-BA3D-23EF91A5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0BF26-A75C-4CD6-AA59-066779C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F6FC3-1D6D-40A1-8C2D-93D1E9EF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E1940-D508-4A65-9EEE-89EAA86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BAA3F-7B7A-42BA-8DBB-D44EDB7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A07E4-F11D-48F6-94F7-77FBCA1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07128-B8CA-4292-BDFC-C672ECF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97479-5DAE-4982-9754-97EFCBE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6FBC2-E2F4-4801-A770-D6CDD9D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EF519-0C52-4A6B-84DB-220418C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999BD-E539-468D-AEB5-F112510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D8823-149E-4A86-A8AC-023D1E3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79731-F9AD-4D66-A1C9-A4A177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FF678-D09E-4A44-9F1C-2C30D9B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8B889-7CCE-4DDD-BE8C-AA5B4124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FB565-EDCD-4976-A91C-4B8A2E9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F80A4-434C-4C58-B187-CF246FD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FD539-892F-4427-AF8B-CA69A21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F9FAD-758F-462B-B63A-F1E8C62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FDC5FF-FEC7-42A2-A7CC-D26392E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49BA0-77A8-46DA-BC54-8C4CFB0F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E40BE-61D1-4FEC-847F-DBD9683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4FB36-D0DC-4D19-86C8-D9A26EB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E8D42-AEA8-4EAC-A413-AF41B25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6D7ED1-97B3-407B-8C52-25193B9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760972-5725-4364-9B43-45AD1B2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EB7841-62C6-43E6-8EAB-7834073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4D60A4-FFEE-449C-9274-F5F056F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71994-52E0-4477-975A-8177437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1E61BA-0F5E-4597-B303-F4E13740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937F5E-00D9-43BB-9BEF-479E9EA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8C486F-A822-4710-A604-1745FE32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0AA07B-21C6-4924-98A3-1870566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F0CB6-F496-4139-B5BF-13048A7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52619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2026-09-12T05:29:43.9560000Z</dcterms:created>
  <dcterms:modified xsi:type="dcterms:W3CDTF">2026-09-12T05:29:43.9560000Z</dcterms:modified>
</coreProperties>
</file>