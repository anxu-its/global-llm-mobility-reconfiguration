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6df979d1a4a11" /><Relationship Type="http://schemas.openxmlformats.org/officeDocument/2006/relationships/extended-properties" Target="/docProps/app.xml" Id="R682fdf14f8804ad7" /><Relationship Type="http://schemas.openxmlformats.org/officeDocument/2006/relationships/officeDocument" Target="/ppt/presentation.xml" Id="Rb0f3556d00284e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5a5869f8e4269"/>
  </p:sldMasterIdLst>
  <p:notesMasterIdLst>
    <p:notesMasterId xmlns:r="http://schemas.openxmlformats.org/officeDocument/2006/relationships" r:id="R3067da50352c4576"/>
  </p:notesMasterIdLst>
  <p:sldIdLst>
    <p:sldId xmlns:r="http://schemas.openxmlformats.org/officeDocument/2006/relationships" id="256" r:id="R37426a38d789475c"/>
    <p:sldId xmlns:r="http://schemas.openxmlformats.org/officeDocument/2006/relationships" id="257" r:id="Rcd138c580a52418e"/>
    <p:sldId xmlns:r="http://schemas.openxmlformats.org/officeDocument/2006/relationships" id="258" r:id="R17b73ec96f304100"/>
    <p:sldId xmlns:r="http://schemas.openxmlformats.org/officeDocument/2006/relationships" id="259" r:id="Rd38280e3d0564f19"/>
    <p:sldId xmlns:r="http://schemas.openxmlformats.org/officeDocument/2006/relationships" id="260" r:id="Rcb40014140bd4866"/>
    <p:sldId xmlns:r="http://schemas.openxmlformats.org/officeDocument/2006/relationships" id="261" r:id="Rc8adac190f48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e2a58add84168" /><Relationship Type="http://schemas.openxmlformats.org/officeDocument/2006/relationships/slideMaster" Target="/ppt/slideMasters/slideMaster1.xml" Id="R8a85a5869f8e4269" /><Relationship Type="http://schemas.openxmlformats.org/officeDocument/2006/relationships/notesMaster" Target="/ppt/notesMasters/notesMaster1.xml" Id="R3067da50352c4576" /><Relationship Type="http://schemas.openxmlformats.org/officeDocument/2006/relationships/presProps" Target="/ppt/presProps.xml" Id="R19c14604dead4e79" /><Relationship Type="http://schemas.openxmlformats.org/officeDocument/2006/relationships/tableStyles" Target="/ppt/tableStyles.xml" Id="Rbe381ba7be9944be" /><Relationship Type="http://schemas.openxmlformats.org/officeDocument/2006/relationships/slide" Target="/ppt/slides/slide1.xml" Id="R37426a38d789475c" /><Relationship Type="http://schemas.openxmlformats.org/officeDocument/2006/relationships/slide" Target="/ppt/slides/slide2.xml" Id="Rcd138c580a52418e" /><Relationship Type="http://schemas.openxmlformats.org/officeDocument/2006/relationships/slide" Target="/ppt/slides/slide3.xml" Id="R17b73ec96f304100" /><Relationship Type="http://schemas.openxmlformats.org/officeDocument/2006/relationships/slide" Target="/ppt/slides/slide4.xml" Id="Rd38280e3d0564f19" /><Relationship Type="http://schemas.openxmlformats.org/officeDocument/2006/relationships/slide" Target="/ppt/slides/slide5.xml" Id="Rcb40014140bd4866" /><Relationship Type="http://schemas.openxmlformats.org/officeDocument/2006/relationships/slide" Target="/ppt/slides/slide6.xml" Id="Rc8adac190f48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8856bce29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25d6f6e924baa" /><Relationship Type="http://schemas.openxmlformats.org/officeDocument/2006/relationships/notesMaster" Target="/ppt/notesMasters/notesMaster1.xml" Id="Ra683e407b71b45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ff90000b94efa" /><Relationship Type="http://schemas.openxmlformats.org/officeDocument/2006/relationships/notesMaster" Target="/ppt/notesMasters/notesMaster1.xml" Id="Radc31a4dc19f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007914f0b4c57" /><Relationship Type="http://schemas.openxmlformats.org/officeDocument/2006/relationships/notesMaster" Target="/ppt/notesMasters/notesMaster1.xml" Id="Rc4118005cb47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6c092559c4c74" /><Relationship Type="http://schemas.openxmlformats.org/officeDocument/2006/relationships/notesMaster" Target="/ppt/notesMasters/notesMaster1.xml" Id="R1c8e848d8bf2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311e44137438d" /><Relationship Type="http://schemas.openxmlformats.org/officeDocument/2006/relationships/notesMaster" Target="/ppt/notesMasters/notesMaster1.xml" Id="Ree442bd1eeb9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7607ae04746fb" /><Relationship Type="http://schemas.openxmlformats.org/officeDocument/2006/relationships/notesMaster" Target="/ppt/notesMasters/notesMaster1.xml" Id="R93ef3379d05a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992b385d0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fdd2a60dd429b" /><Relationship Type="http://schemas.openxmlformats.org/officeDocument/2006/relationships/slideLayout" Target="/ppt/slideLayouts/slideLayout1.xml" Id="R4148d9e6b84b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8d9e6b84b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ae4de732f4e9d" /><Relationship Type="http://schemas.openxmlformats.org/officeDocument/2006/relationships/notesSlide" Target="/ppt/notesSlides/notesSlide1.xml" Id="Rdd139f1345464e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47abfd4544fd" /><Relationship Type="http://schemas.openxmlformats.org/officeDocument/2006/relationships/notesSlide" Target="/ppt/notesSlides/notesSlide2.xml" Id="R4f34416f2e47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18dc98d3140b2" /><Relationship Type="http://schemas.openxmlformats.org/officeDocument/2006/relationships/chart" Target="/ppt/slides/charts/chart1.xml" Id="Rc04b383cdc6a402b" /><Relationship Type="http://schemas.openxmlformats.org/officeDocument/2006/relationships/chart" Target="/ppt/slides/charts/chart2.xml" Id="Rd521cb27f32e4b20" /><Relationship Type="http://schemas.openxmlformats.org/officeDocument/2006/relationships/chart" Target="/ppt/slides/charts/chart3.xml" Id="R878122eef5fc490b" /><Relationship Type="http://schemas.openxmlformats.org/officeDocument/2006/relationships/notesSlide" Target="/ppt/notesSlides/notesSlide3.xml" Id="R1e1c3d62fb18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c7a89aeb484f" /><Relationship Type="http://schemas.openxmlformats.org/officeDocument/2006/relationships/notesSlide" Target="/ppt/notesSlides/notesSlide4.xml" Id="R7c2afcdbd58248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f4bd44554f33" /><Relationship Type="http://schemas.openxmlformats.org/officeDocument/2006/relationships/chart" Target="/ppt/slides/charts/chart4.xml" Id="Rd407ee3d7c9641eb" /><Relationship Type="http://schemas.openxmlformats.org/officeDocument/2006/relationships/chart" Target="/ppt/slides/charts/chart5.xml" Id="R9fc1a71026d5403e" /><Relationship Type="http://schemas.openxmlformats.org/officeDocument/2006/relationships/chart" Target="/ppt/slides/charts/chart6.xml" Id="R923e05dc70b24833" /><Relationship Type="http://schemas.openxmlformats.org/officeDocument/2006/relationships/notesSlide" Target="/ppt/notesSlides/notesSlide5.xml" Id="R463448aa12ed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3dba12d4f4751" /><Relationship Type="http://schemas.openxmlformats.org/officeDocument/2006/relationships/notesSlide" Target="/ppt/notesSlides/notesSlide6.xml" Id="R10d75c239572441f" /></Relationships>
</file>

<file path=ppt/slides/charts/chart1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60.9375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39.0625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37.1875</c:v>
              </c:pt>
              <c:pt idx="1">
                <c:v>37.5</c:v>
              </c:pt>
              <c:pt idx="2">
                <c:v>37.5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62.8125</c:v>
              </c:pt>
              <c:pt idx="1">
                <c:v>62.5</c:v>
              </c:pt>
              <c:pt idx="2">
                <c:v>62.5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300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242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General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D1AD501-A110-4008-B43A-104A9374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2F77-A6D4-4218-AE25-9199497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FD093-8828-4C10-AC1A-B565418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CAF84-EB57-4F49-8119-BFAE522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70D7B-3C7C-457E-BDB6-E6AF2F42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52AE-1362-4617-8AFA-A4A6F749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B2C88-6613-40A1-91E4-5369218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B7DED-DBC2-41B5-A9EA-D89BF6E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EFE28-28C6-4B35-8B01-D94B635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B309A-65F2-4B22-A854-A116F8D6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56717-5F54-42DC-9EAB-0E2A6AE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B6BB0-6299-4F9C-A2DB-ECC338A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CA2FA-C816-46C8-8BEA-53CACF9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B3D86-3735-490D-A890-C5A6697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CF97-E8D5-450E-903E-D878088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EBF85-77E9-44D6-9F7A-6D588C9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FA3AD-18AB-42F1-9E3D-4257E99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1E4E7-C608-4B8D-B9C6-EF479CC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A4596-8948-478C-99D7-059F4DA4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FDEAF-D7B3-4806-B628-E070BC92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3CFC8-8D38-48A9-A7E2-01854C4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67B7F-4EBA-43F2-8E3C-22CC076B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C67D9-950F-42A9-8623-4C1F604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212A7-C74F-4B2A-B348-43A3A33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F1945-1278-435D-AB3C-E3CE58F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A393A-82B3-4BA4-9C35-B7C332F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B8114-0739-41D7-AA59-80BB921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26DE9-3B14-4E2B-A2B3-80DC4EB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E66F6-9834-4C43-97B2-5B47431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FBE42-D977-4A35-A03A-CDE2428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D779F-B6F2-41A0-83E4-FF4DD29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07F63-FF1D-4AA2-ADD3-2E66523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9D0F8-5150-49A0-8C14-B956FDE7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DF9BE-E7C9-4A2F-B416-531B9FD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41987-43C1-4BCE-8223-9180E6B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CCE8E-84AD-434E-B0FC-89AE4B4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79090-4C53-4615-B23F-90FB8B4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AD35BC-265E-4996-A25F-6DBEFF7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667738-9BFA-416A-8287-25B47A6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49E42-E938-4830-B172-8BD4537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D88B45-DC02-4237-BB6F-C79B01C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B59B16-6FE7-437C-84E1-BBE2A2FA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C9562D-9C83-4870-AE49-5C5F570F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D5E741-336B-463D-B258-F98BFE1E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187EE7-BD73-4559-BEEA-79A9D5A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D9478C-7E7A-48EA-AE7F-9DB66BD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A302D4-9700-427E-BF5B-CA28AE8A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2D127A-8D29-47A3-BF63-BB04CA89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63E30E-3BB4-45D5-A329-C38F3DE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246E7F-1B51-45CF-8762-3D7A8AD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E863D7-0015-4425-A501-CD31158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8F5FA8-8038-4EEA-B250-ACCD7952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514DFB-5875-4E5A-8D55-4DC7C0B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84C7C5-3863-4235-A450-54DE429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3D3C93-CC07-40BD-9346-7EC4206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337E0F-29D0-4DF2-9BB2-0EC3521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49F206-3431-4BE3-8EE2-E97FB4A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68E7E6-04F5-42B0-9BCE-8C6400F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C9B10B-80CB-405F-BAB5-EA97FB0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077AE0-DFEB-43D1-B40F-CF0C902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C6D469-B4E2-4936-8DDD-DC80E84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EEF8DD-189E-445E-89AF-33105ED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80A5BB-8CF4-4923-AD82-EBE4650D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8FC30D-5293-41D1-9020-E9CD7200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2D3B86-99D6-4327-9903-553C90B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B157AC-8443-4784-A2F6-A410142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CCA0DC-ADB8-4CB2-B02D-9285619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644A87-D29A-4BDA-ABD1-ED0410D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0C06A6-DEB0-4E8D-A2C3-6A7214C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F6E8A2-0EAF-4818-907A-4242F2E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A716FE-5351-4E1A-828F-0711208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CC0DFB-D9D3-4602-A0B6-ECFD0CA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6926F1-3D33-4611-97F0-699AEDD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33E929-8EA1-4FE9-9635-E88C4D14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A80A15-A80C-4EDC-B6B3-4A8D4AE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A0C1AC-ADD2-414F-A4A1-F1C3526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C98BEA-758B-48ED-AD6D-91B70B1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B83CD3-5E11-4CDB-A376-278EF5B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E58F1B-2175-4412-8FFF-D1EB4411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17D784-46E2-45A1-8ABE-D58D0D3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FCDA34-ED85-458C-8BD8-DF76A62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16129B-A8E9-4F47-934E-DB10F18E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404A71-CEF5-403E-A527-9D3E8C2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C781C2-4719-4085-A1E1-EE688C9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47E0EF-24D3-43AC-9323-0658793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92276D-A3E6-4416-AC7D-10B3A5D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021E68-4706-49EB-A6E0-35E7D67E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EC3B82-5EFC-475B-9954-20D1B5C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2D5494-971F-4121-B248-85F8F97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ECFE09-275B-449D-96AE-9121C41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F71EF9B-29DD-4F14-BF81-C5A0478C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820579-1817-4C63-A6D3-6BC7EE56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21E279-15F8-439F-AF0C-CDE0BDF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2686BA-D529-43B9-A7F6-3FACB324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63573D-736A-485B-9CDD-EE201023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2B6F80-197F-462A-80BF-D6AA42D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A18819-36C9-4006-8A8F-2DA1396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15EB42-60AF-45C1-ABBB-1C4BBCA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92FB53-CF0E-441F-BF02-9A02400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421F4F-CAA5-4CA4-8ED0-921E87A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3B0632-D6FD-4A5C-9DBB-6B076A3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500F44-5EFC-4C47-9E89-7BBC410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754747-BEF6-44F3-BA46-A24C94C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48E46E-F822-471B-A6EF-5EAD0D33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0C0530-D361-47A9-9482-3408A81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5C1D6B-F493-45AC-BF07-EF6F32C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FD3836-E863-4A33-999D-8CA6E986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AAF5C0-3DA5-4A11-A80D-E1F5A3DD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C1B180-6CA8-42B7-81CF-9000685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4BB738-BBFF-40D0-AFC3-2F607E44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1968F2-B453-4A0B-AE3C-89A242D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700934-CA55-4C20-BD6C-25F25735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EF44CC-49D0-4046-8975-BB16ECD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ADECAD0-F80F-48AE-B936-6F3D71F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387B2A-ED45-4354-9F58-3A598A0F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8DF176C-BA4E-488D-BC9C-1078045F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1814995-340D-487D-9783-28813538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46FE62-7D31-4124-AF07-730BCA28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C8E94A2-7FE1-4F18-B099-E91B4D0C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9F82F1-939F-44AB-BC23-F53C3614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F9372DD-67FB-458C-8E11-83FEC5B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B61D64-F27C-4C84-B1E0-53AA01C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E07B54F-6971-4021-8DB2-C7F47EF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B768D59-0780-453B-A525-641769C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486492C-9045-4FD1-B09A-5140EFA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38D695-03FD-43E9-A7C5-58316ADF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5D2F37-D171-45B8-8C01-0B888B27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B8BBFEE-A56D-49B8-8EE2-B3318F2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1C120C-5B4F-4F51-AF5C-58ABB2E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2105F66-4E84-42AE-9B2B-D89A507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DD4D7DF-17C9-4ECB-87A3-2729BA1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5A0D873-D5A4-4009-8C4A-01117490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6C8CA5-0D96-4FED-B054-F9B6188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23521D2-106A-438F-ABBA-32D1734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4311F33-21A2-498A-9C06-85BC755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4F3526B-10EA-49FD-BFB6-23A6804E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45BA0E1-545B-469F-9CF4-8FF9141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C9E8F4-5C28-4485-8BD0-5321D8A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FD9A12C-723B-4C8B-BCBD-1B911651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5D4C56E-B81B-4BB6-92A1-72E3D55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876F1CD-082C-454C-BAD7-92D919C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5C181BA-AA46-491B-A9B7-6B4DEAE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3ABFD3D-BA52-4C23-83DB-11A8382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49DC9A-9699-4118-ACBC-815F440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931046-B966-46A1-AB23-81B4EC10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0264FD7-675A-436B-A518-CD7CECE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4B368B9-03B7-44D7-A5FA-3BF6FE0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88957F5-03EB-4EE1-A964-FE40312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EDFD09D-D783-4EEA-AB5E-373E309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1A4F4DE-6369-4FD0-9686-83F7562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7EE5F65-6E0A-47DC-A1D8-03132E6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B43B68B-4B27-4803-9738-587742DB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8D7453E-67B5-4E6C-80DB-5D34521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FD11800-8496-4755-B2D8-5B65496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6B6E992-5EC9-4C28-9B94-98FEC312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169E70C-A15B-47F0-91A6-C253E1B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8137B72-B53C-4B81-80B3-946474F2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4031287-CA89-4572-90CF-4226336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18B531E-6077-45DC-90F7-44C7E0E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57E8D88-8432-4319-AC4A-6E51FCC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C9F76C5-D711-4332-80E6-6BDEF76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71EDF42-BD36-4988-99AE-EEBDF22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11724D-AD58-40DA-BA8A-0B3B366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7A1C25C-92CB-4CD8-BA87-6B3A4AC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05A2D41-3687-4E7B-8522-535AF26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5E76489-9714-48F0-A3EF-EB8861C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888AE62-98D4-4A7A-A2EE-A36CBE0E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20368B9-A041-4C7C-98D3-E8796DD8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8A29234-7421-452A-BB44-B4BDCC78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3D4258A-AF78-4D53-BB2E-1C63E78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F099605-792F-4632-A2F0-E98C488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FFDA1CD-8C26-42F2-AF85-A08761E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878AAB-5260-4108-9706-7297D4A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D346B3D-9421-4582-B781-B7332DD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EC61526-F99B-475C-ADEF-7B7D125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5670491-E6F1-4C87-8008-139240AB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9F681E7-95DC-44B1-8BFD-1B83194F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B810117-6B9B-43AC-A761-2CBCD7B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45F4532-266C-46AE-ADE9-0B3712A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41DC8FB-0C74-4BEA-AF16-D29BFAC4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A76FA81-C429-4874-A13E-F615F89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5328C13-FA7C-4771-A5FE-B364B3D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AFCFAE9-F318-40E5-AF7C-F82A321E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A853032-A69B-4300-992D-19FC89F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2AE3199-7D98-4EFD-ACA0-72C4AAC7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81ADE8D-8367-4659-80EB-A95A4C01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27F6507-10DF-42E3-886C-7446D70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10F401F-3769-493C-A8BD-B97663F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DADC25B-7FF3-41BB-8AA0-F97DF88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6CF732B-685C-4D2F-A719-198951BD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75CBCFC-5DB4-43D3-9184-9083E14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E554FC0-D5BF-48FF-A50E-C155C5FB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284D77B-361B-46BD-B7C7-A5A65A8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527611D-17FE-4A7E-82A7-03043DFA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F26474C-1E53-4AEF-B0C8-910143A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532E92-F8E7-42FC-B19F-485F18A9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C59431D-9C04-4EDC-A965-0359A3A0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DDAE24B-9311-4950-996B-BAD6159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1D8A570-C75D-4854-BBF2-5E29068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D852858-F26A-4B50-BECF-F15AB2E0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28B8E0E-B820-4673-9ED2-667727B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B4FFF2A-5B4D-4066-8F94-7514E968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EDE127B-7041-4E3F-A1C7-FE51E38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1AAC5DF-8A71-4A1F-8562-783DD56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9F6BBEC-7E08-4EEF-91F5-8E068264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0BCB35-079E-4A81-B129-8AB4F478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204C5C0-483E-47B8-9F13-D0D290D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A1B9925-0BD5-46BC-B5FF-27A39172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A9D6125-FEC5-40FF-9CD5-1D09349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8EB4B1B-DD22-442A-ABD2-8184C867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67C2C57-AD07-4236-9A9A-81877C2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24C5453-97BF-445B-BC8A-3CCAB94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C11AED7-E460-4DF4-801E-BE71CA5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32BA9E6-FB4D-4FAF-AAFD-7EB130E8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FCF756F-DFD9-43AC-8EFE-5919D53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7E89DD7-A4D4-4CF3-8829-07665B2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7F93A87-1AFD-49D8-80DD-2E62262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FCB690A-9D2D-4AAA-A035-75A6015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7BE05CC-8F12-42A7-8A03-4C54753B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822E838-4D7B-470E-B700-51430CF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5C211F6-C040-4B62-835B-EA473AD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7E81036-0ED5-464E-B014-26C8C43A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633042B-AEF4-41F1-9DD2-D48B927D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C34AB5-BFEB-4FE7-81EA-4A732D4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BE14991-3C46-41B6-8784-31BDDB94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6A1538F-3031-4350-A466-94424CD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18DE869-AACC-4E14-8A09-D2551ED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7FD710F-AE62-4CB6-945C-FDC1442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10B86FA-8D53-4E4A-96DE-33F5949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C51B9E4-6080-430F-A55F-864E9B1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4FD3AEE-1DCD-4670-A453-342CA08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D6B3043-296E-41C9-83E9-16BC4CD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349A71D-BF98-4F7B-B0C8-7BCF08A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4F92BC9-A6CA-4EC0-A39C-0522CD8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920580F-A638-4F7C-A13C-017DA23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6C80019-C5E5-47C2-9E2F-26E3096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144019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6D6DA71-6DC3-42BB-A5D8-22CDD55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262D8-2710-4D12-BF73-8F19E6C7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08775-D91C-4870-AABF-0926F62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2E38-81EF-42B9-A4E4-6BA8258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B2F4F-DF1F-4989-BA52-3407A6A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3A02-12AB-4FB1-B8F7-03D4F32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1C3D-E062-40F7-B0A1-774B3EA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D154F-5636-4E61-9B4F-B1187AF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6F3D6-91BB-41F8-9E7B-C900D6F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FF3F8-6BCE-48E7-B496-6426A06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B17FF-7D7B-4365-BB9B-515BA6A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01163-1EF7-4771-8FBB-792E2DA6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E2CA9-367E-4C7C-A79E-FAEC3B6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20237-C166-4F35-AFDD-C57A8F1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B322B-5EB0-4EE3-878C-407B07E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53054-2C70-4A0D-9CE7-DBC0247F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C3E99-B288-4A5E-AB86-5014F4A7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D975F-67BC-4927-907D-3B5D945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33423-BE67-429A-B4E0-D801113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3BCFC-92B4-4469-974C-B6F03490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C91C0-5416-449A-848F-CD8CF69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2E40C-238D-47BC-898D-7078B024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05A78-4F50-4856-B8E8-6DDCB08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C6120-1912-47F4-A2FC-162FCAF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901E2-4E71-44F7-84E1-F868E63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9A65C-DB18-4664-A220-35A5ED7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28CCE-18F7-431E-A20D-71B9C4A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06A60-31FB-4EB5-B8DE-58C57F2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A14C9-7863-4798-A08B-BFEF313A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EE337-BBFC-457C-9160-ADFEFA85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2AC5F-9571-454C-B920-8C3BCD2F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D9B6C-A05A-487A-9230-0C75BC4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84F8D-0C39-430D-BE17-9D960050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C632D7-257E-4195-B4F6-6FE8BD6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890003-E41C-4886-85AE-B85DAF91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455D3C-2119-45ED-A614-6213124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395D9-8F0B-46BF-B870-99B2240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A2776C-B5C5-4DA3-9E9A-AE348794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6623CB-D15D-4B81-8666-120352AA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D7B47-003B-49FB-B5C2-AAC9230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61C591-95C8-4F87-9FA0-9E1C35A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6A29B2-A41A-4C3A-967B-F970AE0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9B1400-B4CA-4C69-B66E-F300924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0ED9-15A3-4906-A687-4DC1611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44663D-DF00-43F6-AE5C-4FB922C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759AD-B5BE-4E4D-834C-820A877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E70C9B-2334-4030-9DF9-0EA3C7A9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6D851A-FEF1-4BCC-8CF0-F600D85E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29D24-4075-4C4F-8B09-3ADDE94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134CA-11E4-4C4C-BC26-5B58E200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BC93D4-B174-43C8-BCEE-69A1899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B8FB36-F021-43B2-BC67-9146D62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66A893-0E07-4192-8805-703CFFE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97B2FD-5E74-4796-8B93-62135AA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8028E-27ED-4ECD-BBB6-16476E4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FF70DD-014F-449C-A687-BD1E34A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F1BE05-1B32-4372-8A03-672143FB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90B3C2-0E2F-49EB-BE56-38F9EE2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2FE9C2-B34F-4769-9F08-96C9F7F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C7C9EC-DCE3-4B65-BC1A-E479F57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424B48-7523-4E13-84A1-CBE273F0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01530E-BAFC-402B-844B-AB410F16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727BCE-F0E6-4D49-8E51-DBD0AAE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FD08CD-D0EB-48AC-B208-4B2F62F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CA009A-1674-47AB-87E0-0FEFDF5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F223EC-C9A9-4F1F-AF84-CC54929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8AE16F-F7FC-4344-A3FD-4D2A138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57B9BB-D007-4283-8FD6-5F0D58D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44B357-386A-4BF1-8A68-74EA4C8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74CA90-D9ED-41D9-939A-24684D7C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89FE6E-08BD-4AE8-BC40-A84BAF2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1E734D-E677-4FD9-9D5B-5B65425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A7A570-F1B0-4722-AD1B-A3D5FDC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D6FD06-F7A7-472D-AEE9-F257FEC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C83AA9-895C-47A7-AE11-18472A0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5A2675-3FEA-4BF1-BD69-0E8FD89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D400CC-E66C-45A5-A94C-802E38DB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F52461-35F1-4606-87EC-756535F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AB43A5-A5F3-4311-B571-1CDF822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2357C8-2BBB-437A-9EC2-8780D1F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D1B8BBE-3BDC-40C7-B215-44338E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FFBA2A-15AE-488B-980A-F555E51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6DF36E-1444-4C15-8C69-959E69A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2C2F55-1183-4806-84E1-AC9E9E8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3EED49-F25B-401A-B767-56D3336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DAB01E-437D-4A4E-AB5D-6F3AD14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99CB34-057D-4D95-939B-D5BE0D4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EB42DC-11D5-4D6E-BAA5-56688FD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19FC07-DB7C-459A-A881-065F8E3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CA6858-ECBE-4699-8CD6-2AD9786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7D6AF04-7261-45E7-A46F-795A958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BF1E1C-38DB-42AD-933B-E25F2C1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086FE8-9D9B-4FE2-BD97-624EECA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7F87C7-24B9-4C30-A8B6-FBE9F099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3C2F12-8F4E-46D0-8C01-D8DCE21A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8BFA0A-C1FB-460C-A1BB-658DF9C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3567C8-770B-477A-B9AD-FA86A5D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67EAAD-02E1-4D41-BF1D-28CC0B7E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D928F6-6C01-478C-BA15-EDCF064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997499-C995-4CAC-8DC3-57435A9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0AAA35-1A40-4709-91AF-14AF3F9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DDFC62-A25A-4143-AF4E-DD5C211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23FD480-7D23-4E5B-B0BA-ABF7CDF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112286-471D-4D3F-B39F-4A52BDC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27E536F-A03C-45D9-9075-BB9A6D2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A240D7-D65B-46DF-8DAA-2135026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528026-4EA5-4D20-973E-FFFC20F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9A3345-B7E1-49E6-9D17-A5E26B4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26AE54-C20D-4D79-BE1E-0474851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A250FD-8E74-45A5-BB3B-E24A0FC5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C1B0E14-65D8-4220-A65B-3089C84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1BE62D-F489-4D54-8F5E-A93EA3E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635DFA-4DF6-4A0F-84CF-C7BC638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446BC9-8BEA-4F14-A290-E6C7F09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6377A8D-BF8F-43C5-83FB-B3A3DABA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5941F6-1162-4060-94F5-3CC8978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1408BA-143B-40F9-90E2-AA163DA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000239B-22B2-404C-BF03-4419084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EF2495F-80F9-408C-B25B-EF83CF7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CA2D92-9C04-46A1-A964-1823A25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FE6339-EEE8-4C77-A025-F028D15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C63C4A0-AA5B-468F-A0C8-605A4C8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88A6D96-B1CB-4151-ADD7-D9D3D50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F32474-37E5-40F2-8690-CB40B93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7BBEB6-0814-4863-822B-3960C18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3E3E7E-89E3-4BE2-98EA-FB00C24A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676DA7-7F78-4408-B5BE-3E79464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E305D8F-E501-4617-89CC-5D07705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E02B92-FCFE-4B4D-A9DE-BC4BF9A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5284642-E1DD-4934-9545-74DC98F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247DDEC-EAEC-40BD-9BBA-FBE48BE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C2EC2E3-5A91-4941-8F09-A962D1C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E6D57F9-5236-41BC-925A-158D8CB8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7F78B43-B013-4F56-856D-5F6FA4D8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384F979-62B7-4F61-A7E7-FF2A781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29F5AA5-C009-43EC-887E-FFE4BF7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05F3F7-7672-4C15-94ED-BD67689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AF081B4-03A3-4CB7-9E3A-B1C71B7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16D205-0ED5-4833-BEBE-921CCEF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91E190-E7F9-4AD1-9984-B8D38A0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5BDF51-8002-4C48-93EA-EC18E55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EC43DF-D5C8-479D-BE77-9C49E12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8BCEE68-61B8-4AA8-B177-95B71A0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1A7E62F-050F-4051-BA1C-967C885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2FACB1B-A8A6-42C5-8F08-99DAD72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FF56499-B66E-4AE5-BD4F-0753CB2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7EF4B07-EBE7-4E6F-AF25-7D14E5F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2DAC3B0-7F6D-4AFA-B3BE-12CD19D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9E7B2FE-2834-49A3-8FA1-D5236459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AC6D5FD-D859-4794-BE05-07F01F43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25A901E-4101-4DF9-88C4-9BC0FE5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DE63A98-B3B9-42AE-9173-6D452B3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409B78D-3D7C-44C3-951B-323CBB5B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1B85515-318E-4491-9318-A35549C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8568528-9263-4C1F-BEDF-6BE641D5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91C0AAA-12C4-40E3-B79E-C3CA03B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C79AD28-4226-4484-9D1A-DC79EAD9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0FD6BC6-957E-442B-AA8B-3C592EA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E868032-F2D6-4EBD-A1E2-4691354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B907D15-74B4-4E52-9EEC-01F2709B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9E6CA90-6025-4C0F-B93C-19A08EF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E5B2BF5-638C-4FFD-938E-C12EE96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BC251A4-9875-425B-95B9-48AFDD8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257CC56-ED32-436E-B809-4AE45AA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FE9A86D-929F-4690-9625-1084D3B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E849816-64D6-4DF1-9A8F-3E638090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9828EF4-B54F-43FF-B487-BDCDE43E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A2C8A9F-66C7-46A5-8CB9-8706D71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529F6C6-C6E1-46DF-8CB0-9069844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731CB5B-6A27-49F1-BD5A-ED4A0BD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2683EB3-D1A4-4594-A095-47856CF9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9EEB91E-CAF8-4314-A3AA-B1464E5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745363B-F1DB-46C5-973C-940DBDE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215DDF-FBBA-4915-B1A2-B83C9D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FCAE9E0-4893-4AD6-AF97-6B0FB971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85BCF8F-A7AE-48FA-ACF3-684B6A10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9F243DB-E251-44BC-B2E6-1F45ACAD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98A2100-1C7B-4F42-92CE-3037F0E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D4E19EC-AFDA-4D90-BA40-30FF0FB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7B5AFD7-0C68-4664-A5FF-77C31B6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E900279-872F-4F86-A3F4-B378122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8FCE30F-895D-48B6-976C-3B5CD8B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4654A6D-14B3-4EB6-BBF7-8FC1F95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223735B-F6E3-4D52-B065-4A54C40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87820CD-9CB8-4E36-B68E-C114841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58F5101-7DE3-4660-8CBF-40C4699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28175EC-C61E-4CE6-8C7E-F72B6D6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FD9B91C-6629-4B22-9CA5-9C177CD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31C3F4D-2822-46DE-966F-89C584D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BB019DF-585B-43FD-8AF1-419EC2F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4BC7CFF-5E69-41F7-B26D-DF64338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AA314B2-53C6-41E4-BAAE-C9AB9D5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16335AC-7E33-4915-AF66-AA7D79E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B18025A-9D5A-4B9B-BFA9-3B88071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C0CE357-A061-4B15-B8E6-B3ED8E27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DC593C5-E5CD-49D2-9A73-4F1F5F8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B471C2E-8078-4A8D-87A4-A9E9A13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ED4E4D8-EB6A-4BED-8E63-87F2F08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D2741E5-15BA-4579-AA1A-9B014E2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31A4BB8-A1CA-40AB-82EB-9B0FA9A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777619F-249F-41F5-A6CF-D7795A7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FB58409-CA6C-4E6A-A02B-E3EB567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8648114-36F5-4AF7-B6B0-716A90F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F41F074-2FCF-43B5-8304-1B12CFA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6C15AE7-F607-44E0-BB23-B9A82C7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4457C06-11FF-4CDA-BFD4-7A9B3DF8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E06DAF3-2D94-48EE-8207-D24724E9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A4DAF94-4549-42E2-A98C-A9D585C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494804C-868E-4F36-A3EB-EFC2BF40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859C299-A57E-43DE-BF93-9712F464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0B0ADBC-5E7F-4E60-8DFB-C648A1CD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DCAD5FD-892E-4B5C-B2E8-9E1C9F4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618994C-4B84-4AF2-9A25-8F375721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0B4E6DC-48E9-4629-BCC8-F429C49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86E9714-9290-45E2-BD20-01DAD4C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69BFAAD-2DAF-4B4B-BB27-8B5335E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80388A3-5FE7-4B8B-AE8E-9A76C1DD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D8AE164-F9C5-4DBA-8F9A-3BE38AA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A300FB1-54DD-4A65-BA2F-3D875732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C267322-56B4-4BCF-8E21-BD4193E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72E7AA0-11E3-4335-9060-A435D05D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93312C8-4F3A-41DA-B60D-4570D39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0865CA1-EA10-4A74-8731-1A06DB0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158DF63-D61B-43BD-BFF4-36C5DF1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6C69D8B-0E77-43CE-AEF6-4995C9B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F1F7F57-AC33-4C94-9B51-EE6A240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CEF4BD0-C0FB-4FAC-8955-4274196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0FD0A16-5321-4DCE-B9CA-ACBFBFE5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B975DC0-2B0D-4F93-80DA-022648EC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5A01F6E-D946-4135-844F-98B8BDA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6E150B9-CBBC-4D21-A4C4-FC8A0A2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32BA9C9-9B49-46D9-98C4-AADF8C7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CE05323-4AE8-4B36-BB56-5392B06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FF3F940-DB47-4565-80D0-63C43D4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38B42E7-5C57-4234-B76E-508FE5FA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3537BC-AB91-4D9A-AEE9-25A467C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4E72FED-7A97-4F14-9FAF-5CA6C56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7301534-55A8-4668-85EE-DD4FBCC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2618631-696C-4640-A2C9-EAB266B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349178A-B878-4300-9920-5C821AAA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6DF642A-44DD-4589-9A9F-A0F0B83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EEC119B-4B34-4CDE-A474-D0EAC4D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AD132F0-086B-409B-92B6-F2E8B16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21F210D-AB01-4645-8177-FF9F9B44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293176D-A018-4BCF-820F-C05CC75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BE9515A-8289-4FA5-B15D-A043216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C1C0422-78A3-4BF0-8985-8B93F3F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62CBB73-7034-420B-B54F-A704EB2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F2E3E0F-401D-493B-8F71-6F5494A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6D17411-7DBA-4D85-A769-EFE1F910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945457D-2530-4100-8D62-8BE2298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08FA594-7D28-41E7-B557-89FD158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46FBE48-82CF-4657-8D01-6D9181D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C91114-5A03-4A50-933B-AFD4ED7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3490866-C8B4-4E00-91AD-04DBA1B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F6C4BA2-419A-41FA-9E11-C52663D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2EF6841-56D3-4F0F-8A50-2D283478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783184A-8B8C-4166-8E65-25016F5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38CEF3B-6C94-4FE4-AA53-8974FA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18F3151-9512-4549-8D4E-6D8F965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2AD8A60-505C-46D0-B339-504FFAE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A5F0D8D-369F-45FE-B536-B30B4A7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D0C2307-6513-4E52-998D-C8403D0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7C65A33-A6C8-4AD9-A312-C60C1A2A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9671837-B1A1-4BBA-9A82-08F1C57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44A8C86-FDBB-4655-9AE8-552ED23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19933D9-8B58-4442-B4BE-E7FA4403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5E379DE-2493-440F-855F-0126E75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826C6E8-F38A-415F-A517-3B970DD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78A9BAC-A758-43B1-B887-896F024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FA8EA86-5FAE-4A67-996E-EDBF661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DD96B92-E17E-4F75-9756-62E3634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E99B4FD-9379-43DA-B80A-1819515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673A875-E32B-400D-A85F-FD25F508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DCB5A85-8230-4C02-BB9D-B6BB1784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B5B6A32-724D-4E83-8043-F522198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5AF53-4A0C-4776-9C1E-0B247E4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2A4B970-E4FA-43BD-8425-B0CC69B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80F4731-D7BA-4FBE-9D86-F85BDA8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989A4C3-984F-4C4D-ABE2-816F76C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A2835B4-BF10-451B-82BB-851D96A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ACA1126-408D-413C-ABCC-F5E83A50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A63B55F-AF3B-42DD-9F32-181AFF7F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03EB303-C865-4BE3-9197-A4D996A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F2CDE5F-C40F-4A66-B921-C3B8298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8F76E61-38A6-48E4-B010-2448DD3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E65D3CB-B45B-4A99-8CAA-5EEE1601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7A86D12-7EAF-4F28-A7C6-0AA15526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8BA8B6C-38A5-420F-A5BD-DD205FD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D26D2DB-4F8B-4E12-AB05-41C1511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B7DB4A0-C7BE-4247-895D-50B1AA2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A4A5B13-0DFE-44C4-8CD9-0C22C94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A81B383-909A-4CAE-8C76-F11FDA0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AD35CEDD-D613-4763-976C-34D4890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EE5D9B6-3DD5-42B3-ACD9-52A4177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441EFDD-9B3E-4866-A7D0-CDEAFE5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34E08D2-BA4B-49DD-9B21-4FBBBA00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E500A9F-EA3A-4B1C-9F34-FEFF097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B2BD802-A308-4744-9F35-5F446EDD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172F30E-0A25-4290-B349-ABE38B9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5F45919-848A-4622-A965-691038B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D39786A-B777-49F3-849F-B481FC9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2E6C37E-0FB4-4FB5-A400-A054CF5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4DAC70A-5DD8-43DF-896F-DCA2A62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DA5B1F5-E2F0-4C24-8631-A0A1FA9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76FF59F-F7E9-425E-B0C9-3B01399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D4CD7FE-4EDB-4A78-968B-13F3564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543F4F2-3D01-423B-8E39-7113BE0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3D99881-3873-4101-893C-6E8F94F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ECCCBE7-6AB7-40C6-98D2-9B45465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7AFCCAD-2033-4DBC-9710-054215B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9435AA3-DF2D-46A8-8149-F91CC3E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414FF64-F8BF-4B11-8609-D29F7813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F7E43C7-97ED-408C-911C-2600564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185F25D-C3D7-4D60-ABE8-E13E98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D711D14-C994-4B04-89E0-AE940981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74360AB-7172-4870-8BC6-2F5DCFE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74563D9-8FD9-4BD2-BD65-EDD5380B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3A79555-ED8E-4351-99BA-F49B257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80B689E6-93A0-4006-A433-F4D3039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857EB20-AE4F-4DDD-9D8B-919D20D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D03EC5C-9A75-4EDF-AD38-D9766DEF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3842A0D-6DE2-491D-B1FD-3A49E72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0993E53-5517-4349-90B5-DAB8DD7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39E52E7-97CB-4855-BBB1-73CF506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1505F76-D181-4C56-8161-EB2414E6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D997089-9768-43A7-A18E-0A764004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A44246C-47C9-40C7-BC70-CDBED13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E7B81B2-652D-415A-A2E7-DC9DCBA5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92C9F23-E495-418A-B7D9-FE45DB32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F8BBE77-E2D3-416A-AFF3-E98C1F5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82B837A-0EBB-4D21-A553-5E394E5B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32B64B5-1F18-4F38-B71F-70802899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7AD9EF0-9227-4FCB-BFB2-38B69541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5C523E6-0A24-47F9-8C1F-46F9F983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03111B2-A69E-45C8-9D28-2BE4D09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AC1D77E3-2102-4567-B917-CFCA78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370D8F8-A6A9-4D68-A3C9-0882E3B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63BD6F44-D400-4812-8735-32D9588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4D7CADB-A673-4A60-BF2C-E28A0A4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E0E88432-E265-4D51-BCE5-1C7ED0D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691CA5D-D45E-4B5C-A7F2-EB4512F0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297D907-D65A-4AF9-BC38-235AE9CF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97AFDE3-B4F3-49DF-9F57-252B6E7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6084AD9-710A-4869-92C8-ABECD62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8CAB1AA-575F-47D6-8058-58345F5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C3BEE23-99F4-42FB-89BC-4DAC719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B615F5E-5EA6-422B-8295-B962F31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8E84724-9241-474D-A9DE-64315AC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29B1B7E-A4AB-4D5B-9274-FE4BF5E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E336530-BC50-4A92-BAFC-8FA30BD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39E259C-6847-41EE-A570-8EAA3743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9665E87-796A-4615-986A-16EBFD10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5AF864D5-1838-407F-B934-82593CD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E559ED6-8550-418F-8947-6596FF4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6187C83-0071-4A20-91D5-3CBB6A78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8C3FE19-D607-43C5-B72C-0471831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5F98B3A-13B1-4ADD-A364-B1CB71A2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1503E48-36A3-4ADA-9FC9-8E70586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00DF185-FA84-4F4E-B670-D23AEA6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C3A517E-C151-4FA2-AE3C-0E8CACB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0C53806-F81E-4C94-A0C1-1D06D4C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365714A-F715-4030-983A-249B5FE1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A08413E-0CB4-4607-B31D-087D24A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CC72288-98D7-474F-A328-249CF3E7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34D59D6-DE37-4EB4-B796-7F4CA7F3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BD8DA76-0E99-46FA-8DF8-25EB6CB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90CEF2C-A97A-490B-AA1E-E9A957C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302C4B39-35B8-4C3F-A3CC-E0F11189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E46EEF23-456F-4F14-AE14-3F6D8C19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B9A831C-9F8D-4DD2-8052-264B245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7B02539-EEB0-4D1E-8BAD-390C95D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BDA427E-48F9-4271-8EEF-B5D0D47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DB7EB1F-3DA2-4B30-BDCC-FA6DD66A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F09ADA6-BC25-41A5-9025-253A86D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C9C0D53-E158-460F-9E81-1845B53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690BDF0-EF0F-4E41-BB02-30125A6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C63AB7B-1DFE-4872-861E-F548A3E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962C68C-38EF-475E-B1D7-B3D50DD1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807D740-EC23-48BB-B0AD-DC499773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9490443-F425-4F0C-8E89-D6AC805D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0EED457-76FE-4C96-A8AF-09B4084A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59AE947-039B-4EFD-89F0-F455CBBF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D3D49D4-D115-487D-A80A-3B5A054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AC2C1BC-639D-4015-8672-4302BF5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A1C9A6C-A256-4EA8-8C8F-78EC9C6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40EABFAA-0D13-4913-BCD9-04ACBC05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6E624F3-BD3B-4CDC-866B-F18DBB6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C1945BB-08C9-49A7-91A6-020F45C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63C0450-C210-43F7-92D8-A8EDF32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8BE9258-EED3-4389-BCAC-0F70A84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14CA206-5890-4813-8520-0777EB8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96F6A33-3232-46AD-8628-7A694FF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6D7F4A8-AC8D-4239-8D3A-4537D8E6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CEDA968-C1D2-4F1E-A04D-23DABE5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27C3BC4B-2E0C-4285-97B0-A5FC765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FE17F10-A289-49CC-94FD-51B8541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D26E0D4-34B3-468C-A3FB-6A578E3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90261E53-DB4A-4EBD-A116-600FAC3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6FDDC13-AD37-437D-AD7D-8B8E694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E756014-FA16-4FDD-BE13-E20A095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DF067C4-3E3B-42FD-AD87-666DF39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C090F8E9-6C57-4BAD-89DD-B9F59F3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2B6F5F9-F26B-4B69-A8F4-9DDCC22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6E22D4F9-2570-4474-BF60-6328EEA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D73341E-55D9-4EAD-87C7-323A5B9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17D22DD-2554-4BF5-B61C-4AF6929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62F197A-BCC6-48F5-92CC-C2F72BC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05219C0-A5F3-477D-B0DB-58B61B9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59349193-66B7-48BE-A20B-0C1798F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AC78E32-7E30-4A3C-A93D-7B759F0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196997E-3235-4B07-B90E-BFD95D2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0D4FBFB-F587-44AB-BFC4-D1F29F1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E61972A-6F2B-4F21-BE32-8C6303D3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5242BDF-F279-49D1-9BB1-B9639BDE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ACC8FC9-8938-44A7-9910-272316A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53C54D2D-0F2D-4D3A-B163-28DEE91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8AD595B2-64CB-428A-8426-1B99AFED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7398C1F-6EC9-413D-962D-D313B4D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E84512A-6E45-405E-B31C-7A70095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6535A54C-B84A-41B9-B3FC-4A5BF58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8B9735A-0373-46FE-BC0B-832E631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3206E864-55CA-4B4C-814F-0C54A795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CD276B31-AAE8-429E-A87A-30ED0262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5421609-D46F-4A3B-9F7E-90043E9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D111662-6032-4D51-A168-E83DBF6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1F5BFB1B-5688-4002-A717-9CDCC9D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FC32421-81A3-411C-822C-3EB51BAC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3F594A1-94FC-4229-98B1-1D683DDC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D0B841B3-98BA-40C4-B3AD-1B6B67D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CC2BA112-4808-426F-AF48-F2F7B3DD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6C68EAB-649F-4D11-BEBA-9CCC42CB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30D23F3-4D87-44C4-9390-D962049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EAE5841-6FAF-48AF-982E-2FFF1B9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109D652-5B65-4301-BE78-31B0BD9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6334396-A434-4629-B6DE-A9B7A34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01B3942-026A-4F8B-A231-C2C9B49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C083BE3-3B80-4D60-9958-02E5D26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9FEC92B-7616-4A4C-A5D4-D7C5E6D6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CD16182-58D6-45DD-A0A4-80644C2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4CF1AD3-02BC-425F-88C8-19B098B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3001DC1-BA9B-4F56-8A56-723ED0CB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F5A37824-1083-4DF5-9122-8D01A4C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DF7A73C-6A95-47E7-B519-FA40480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C3BF7AD-3A97-45C6-9ED7-606D78E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6E14B91-3715-4D53-A19F-A29090BD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66E2FDE-5E4E-4AD4-BD72-9F6FA330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E2442E8-FD81-44ED-BE95-906CE45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7A347E2-A873-47EC-9F3A-82DCA60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2384A1A-8D2A-48DE-83A8-4BEDD7C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ECE41C5-F630-445F-8F67-0B815F4A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DD19A09C-C499-480E-B2A0-5BD1882A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C01E69F-7E89-428F-A298-9B5BF6E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9485218-C732-4682-8B02-5A3BB5C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72A2AD75-6EE3-4E6E-986A-79C102B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2D5ADF4-AEFF-4B4D-ACB7-F53D375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854706D-B1AF-4B19-B545-420D6138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FA3CB4B-10F2-48BC-8A18-46645EB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E912DD0-8640-416F-B4C0-733691E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8F3858B-28A2-48DE-9B7C-520AEFF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10731136-815B-40AD-B86D-A6CC451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6F262575-8302-4A9E-B261-B6003E84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03EE265A-9D67-459B-90F9-12E6B63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4EC61C6-8B8B-4742-A9D9-749270A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A090F10A-14A8-400A-9EFF-247B1D9C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F40FF69-D55E-42F5-B351-CFDEADA2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4FA0795-E27A-4951-A04D-3483E8A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3B64A192-8BA0-446F-8B31-DAA8649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CE6614EF-53F3-4B8C-A08E-11C580A4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1CB931D-9E37-4052-8213-8440ABAA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7FDAC345-63EC-4D33-B2EF-FF75CA5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66C47109-5B2E-4755-AF51-0C5B1F8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51FAC4F-1B30-4664-9347-4C9D70B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BACDAC6-7817-4279-954E-A023CD0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4CD4B5D9-C4CF-45C4-BC24-C346C0F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41EAE80-16D6-4081-8F9E-AACB176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269FDBBA-4D2A-4EF4-8688-CED03402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C47D58D-2FF2-43B2-8027-8B0F91CA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0EFDF2E-20A4-4713-A44E-AAA1C238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4F51BE6-8FAD-43F5-91BE-0DDEEF0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3CA9BC56-2E7D-434B-8FE2-9A10B99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9C4B91C4-907C-4ED3-979E-AAB1DB8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8A9B158-7187-43B3-AAAC-1B32542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254D2CBE-F2BC-4EB5-843F-0CE2AA0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1B8FB7A6-DD39-45D4-AB36-8CFB922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3C51864-7038-47B8-9880-F871B76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6C65788-1305-457A-BDC6-215260A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A5900D4-CA5C-4859-8A09-776E134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267189BE-8BEC-4295-BAB6-D01F318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AE10CE9-5107-4439-89C2-4276DB91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FE1E128-0AD1-49F8-8F01-81B44F0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EBF2996-C746-4232-BCF8-65E8E51B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FEACF0A-4C39-45CE-BA49-40FC260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E0E3F7C-6D4F-477E-8788-87FB66A2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AA6708CB-F4AB-42BF-A342-DC87FDA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D7FFC61-9536-452E-81C6-3B78AFC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5B2B50B-EB52-4731-9E45-CCB9F699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E5A627F-4034-4DF0-9C1E-F599570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1B803B0-6127-44F6-94D9-36880A7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DFC87EC4-AC32-45AE-8DE2-96C787C7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6F8DE79A-EB46-4C70-BC24-FD72362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4D67FAE-4902-45AA-926D-35315A8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24A3666-0AAE-4F00-BA88-32FA4BA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6761672B-D05A-4698-9704-40EAE00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71708602-52D9-4C5E-866B-6AC08AB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142AEF3-A2E8-4C27-9BE7-8153587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5F8A1976-99C9-4A8D-BF32-36C7A13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88EB7E71-17DC-42B0-825B-44924C3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0A7C25FB-6A27-42D8-A1D4-895FCD6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C27A681E-70D9-4561-970F-2EEAB1C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8F1BBC9-97EC-4499-AAA1-2C26F6AD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46011A49-F394-43B5-A6E4-4656B8BB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4BE25FAC-E308-4033-AE7B-1BA2F41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BA3620A-A9A7-4E77-BFFA-7453F7C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D69382F-4436-4699-91DD-7BDDA84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D7358D84-2DBD-4BA7-BBAD-6CCA3F3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50F5E4DE-5906-401F-B7FF-3F4B1C6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63FB497-D50D-4460-967B-3C2BCD4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59606E7-2BA4-48C0-9371-2D711D8B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8EC26610-7423-4893-A73E-86E8B08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BCE98668-39FB-474E-B21F-2490980B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0C4BE7A-1672-42A4-9A36-6C0CFEE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F54E7C18-E3EA-4000-9D75-DA7AD3A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5245CC3-30EB-4799-86A8-38C25BC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CE841B69-FDB6-447B-9C74-7F99C3C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8241855-33FF-4E09-A54A-6D2F45CF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DB88172-2F9A-4F07-94D4-7DF7183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6487A006-F31B-47DA-A7A8-CE0B82D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BD0BF7A4-19F5-4B5D-A783-53932D6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519481E-FAB0-48A8-829E-DFA48D6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70B5887-86E9-40DE-BF79-B4D51DBF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CAEF466D-42D7-47A0-853D-8B2E858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3EFC9EC-FFE1-4E7E-8893-6313F96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2ABD935-5CDE-4D13-86F9-7BA4EAC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735323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CCE714-04DA-4112-9DC6-673F27E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6463-3623-4909-AEC5-4E7E09B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0D8B-CAA1-41BE-9B5C-54293E5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8E854-0E2C-4870-8B12-7BCF5B84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CFF0A-B52F-48F9-A570-06C7D10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9A59C-95B7-4E05-955E-5E6D48F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b383cdc6a402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CB3E-9D49-4BC0-B724-A324B6CC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1A9CE-7231-4756-A7D1-C43432B4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3884E-3B98-4A47-AB9C-6F11B52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C62CA-A39D-4678-94FA-11A1C421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AC9D6-A977-4ADB-8F03-CB11E70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90234-B5EF-4C09-996B-A37F74D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8AFD2-B06B-485C-9E04-F140D07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8B685-2EBA-4D2F-9C1A-63775B54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63749-93D7-440E-9D64-1A7D4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1F4A0-74FB-4F8B-89E1-76ABB69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21cb27f32e4b20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EEF80-A549-4358-9C4A-4E5C4DE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FAECF-A137-4482-B4B7-332F1AB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A5072-9B2F-439E-8958-67D9764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6F9F7-6BD3-4A1C-94FE-54DD2DA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FB4BE-1132-4F40-B6FD-C4D79B5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6E1B8-1C65-4A49-8595-20672E5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9C0FE-99C2-45BC-A730-8166182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32D1C-A345-4351-80AD-8626FF1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7A56D7-5DAE-4317-B218-09E8D08B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320E3-65EC-42C9-8800-88F0D826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8122eef5fc490b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EBAD7D-FAA2-449F-9ED0-E0DFA91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E2784-63C8-48F3-99C4-53425AE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854C5-9C75-4AAE-8AF3-63BEF4D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D28AE-0033-4525-913E-46D8D3BE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FFCE4-94B1-426E-9714-62A344E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48832-89A1-40B0-86AA-100EE843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4708D-BE2B-42E2-BA11-B11FB97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5737A2-C1E1-4402-B64C-56EB4AA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172918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CF47718-DFCE-46E1-B90F-81689CB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14B6E-7123-44F8-BEB7-A23268A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0C7C9-7D8B-4FF7-9FFE-8D0132AE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0CC5-BF40-4605-9023-075EB47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3290F-18EE-464C-B647-0DDBCA3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58278-86B6-4597-80FA-1116AF9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ECA58-E039-4026-B22A-E5F1155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D4A3-504F-4B07-86B9-04B17D2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B17BF-7114-4506-AA12-2D7898B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44421-1492-4E4D-9F0C-8F3EC9A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AAC98-43C7-4C85-A8D3-77EE4E12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79529-5B5E-47DD-AEBE-CB04CF3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4E3AD-048D-4735-9866-524FFF0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CF0D-12A5-4F37-80FE-E0CD9CB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6942A-8732-451E-ABF5-B1A2C173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312C4-B2F8-43E0-8D1F-B5B5D33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391EA-863F-493D-BD98-675AE6C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930DF-E114-4EA7-8114-F294717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A1D8E-C3F2-45FA-A6E7-4156117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BF1EE-8A38-406F-A5D7-595050C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BE71B-9BFE-4D4B-B8F7-5007BB8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26563-5BD1-4D6C-AE3A-74F59B7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6E91A-35F7-4979-887F-5E0BE12E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72954-68E2-4868-8B28-B63F143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3A855-AD6E-409C-83B9-1ADA0CA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68B0D-36D9-4F03-B4A3-72D8827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D9A14-EC42-4BF7-9FB1-F0A085F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16A54-FFF3-444E-916F-9577A450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02151-3EC3-4CBA-AFE6-467F852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24B6D-B47C-42E1-90C8-F1674E45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A3A88-BA50-4439-BD5E-991CCE7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01021-3AED-44C8-8812-14B08ECD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218CB-7DFF-486A-80C5-DBE14DA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ACE6F-3E91-4ABA-994E-4A33B6E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6E483F-3A51-4AD0-B4E7-9288A41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331A4-98F6-47FA-958E-F321828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23A56-D39D-4FDD-A3F4-C64D805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15199-485A-4C47-ACE0-D94B25B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115B22-C646-4D93-8A99-3820C34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558D78-A2DF-4F18-9C08-4BB579E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9D0FB-69AE-4778-8CE7-52DF590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EE15CD-285B-46F2-8D49-0554763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E428D6-650F-4953-94C3-BFA8EA5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7ACB7-8104-4C68-A4A3-787D8FF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3D580-96AB-466D-B2C6-29B582A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2D780-5CCD-4920-9E0D-1D46C2D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BB77DE-34C9-4ED3-BB72-82C1930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DD3994-4F6A-47D2-B8EA-D0169D4D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1F550F-8387-449D-8338-73242C3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2923AF-B68A-4771-A6B2-CE5B5E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0884A-78E4-44DF-B77E-1AFE585A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0B8173-A503-4075-AF57-9489498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1F0C24-9219-496F-8673-7764CA2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A14CDD-62D7-4080-AA7F-96AD30F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F703AA-E3E9-4817-94C0-FA535F2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AC6D92-C892-43B2-9A9C-1B30A764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160DF2-31D9-4AD2-9FC6-7E45DB0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A97EBA-ACF2-4D90-A2FB-A2068CF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455EBD-A8A5-4033-A922-3FCED98E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20BCC1-5C38-4B81-8275-8575ED4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C77841-CC73-424B-B330-5060102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5129BC-4073-4DDD-89F1-7AB55D3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9174D7-4258-428E-8D13-8368D29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4164E0-6D2A-4535-A92B-8C6303B4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D38A52-C61B-44DC-86EB-22F299D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E1E452-5104-4522-8FC2-213C428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86B278-5DEF-47F2-9D5A-E159730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D12641-5BA2-4A38-A47D-16A0D71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563839-DEB0-475F-A216-11089B98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D9410C-8615-41A5-A31E-6EE0BF1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389618-2184-45AB-8D01-5C5859B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B3062B-CD02-49C4-825A-4DE1B702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0D73B9-081A-4ACC-BBEA-AAC427C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E5DD4D-8923-4EAA-89BB-860B51D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A56A6D0-E5E9-45F1-A788-564E67F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2B3293-5419-4A3D-AA58-93B2354C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3AC2DC-389C-411B-B049-31678C7F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904662-4E22-484A-BA68-65F08A6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95EF81-5593-463F-A9FE-D0EA679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B0C7EE-4F17-479A-91B1-A4AEB7E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0CD78E-717E-4C17-BC12-E073883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F3A8DE-5F8D-4518-BCCB-1705C00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DD2184-CDE8-48F2-B58E-045BA362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EE07EF-1976-40EC-8CD9-8F460B4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6AC3E2-C13E-4732-9AB5-887340EB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5C4ABFB-6476-462E-A67A-1FCB26D7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5A9BF0-3052-4463-850F-78A35762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36182C-C9FA-49B7-B931-74CFADC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39BCD9-844E-4889-A354-4EB0AF68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9C1D55-0F02-424E-8800-FF5ECFA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9AC137-F66D-4FA6-B9C6-CD0A21AA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284BC7-EE5F-4EF1-BBBB-DCA02753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390B13-3F9A-405B-94B2-84DFAFF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1F4083-8870-4FB8-9BA3-FC7BD74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1EE008-AEF3-49AE-9737-ED3231C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DDA616-4A0F-4251-970E-4328E2B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C8E272-3D61-4730-A550-869C83D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2EF399-1EBC-45C4-B367-A8536110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34607C-431A-4207-A406-70E96B78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4B08BD-C842-4E47-B8BC-2177A47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023B327-1EE2-4BAF-A7C6-0A646B9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4639A86-B61E-42B3-A90D-1159A30B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BB823C-C808-4AE1-BA47-F0E5C14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558FFE-6B6C-4AD9-8737-328AA56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BCDEE5-759D-4926-99E8-A021FE2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EA9432-6340-4105-BD3F-6CF18D2A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88DEFC-653B-456E-8DD5-6878E47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D6B95E-5605-4629-95C2-B9B4BB7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C361B2-FB53-4C75-9A51-A25CF09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8002-2254-462E-BDFF-EA1271C5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B7A6B1-86E9-47CC-83C3-FBAEBC3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4BA0185-18D9-4726-9E67-0BBF01DC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421DA29-ACD9-4CFF-9EFC-F045FB0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5DE46D-0AAE-413E-8367-8650B16C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2CA49C-322F-49D4-9ECF-E1254A5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AA9864-0193-4AB8-8B7F-4A47409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9BD7C8-F37C-4F69-8B66-1ECF6DE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61133B-9ACF-460D-8046-D0FCB31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04355A6-BB73-4C4B-BCA6-1759D8BD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C868B28-CEDF-47F6-83A6-1DE160F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0821AA-20A3-45DC-BA28-7004786C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A32E80-50D8-4B95-A0BA-B62AF0C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C9EEAE9-A893-4995-B439-F61DB382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234142-464B-4D55-AD94-83D6F53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D46BFB9-AEC0-4AF9-BEF3-7104D6A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079B65-431B-4C00-95EA-C3C0D9BB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0E7458-8644-4B1B-8420-169EE58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AFBF3C-853C-458A-99D9-DA1DDC2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99E4C66-94A3-479C-A0EA-4ACF37D0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89561C-5984-49C3-B28C-669EC61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EA19B55-F0FE-43F2-AE36-6C3B62B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F22F5A9-3793-455F-A8E2-7755F02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BB82CE1-F328-43E2-BF5E-19BE426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98D2A45-783D-4506-BB08-837B9A3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A3FA813-42BC-453C-B433-CE07D4D8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B1641E6-6B69-43CA-85B8-6698F80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517FA6-7A4B-46B6-B6AB-E40A48F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F2B66A7-6B7D-4F87-A43F-442DBD5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F390AA0-311D-41A9-B6E8-95D73FE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89A77E2-2AA4-40E0-9F2A-0C6C512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264BB38-90FA-47C6-9DC4-C4002CB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AE14585-9589-4677-BE89-B072ECF8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DAE2919-CFB7-46DF-A878-45A10E5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04652A4-D91E-48FD-B8AB-DABE048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E3D29EA-6927-437D-9CE2-6CA2DDC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A3D18CB-2428-4467-8712-95C01236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79A03C0-B465-467C-BAB6-B184FA8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21C68CD-B341-42E3-A0A0-72ED989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6A68F8-525A-4E90-935F-D149A6A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872546C-AE6C-4C43-A1B2-79A8F6DD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F9DE2F7-764F-4800-8C16-DCC5A71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8BF690-A001-4AA5-9136-2547E25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4C84B45-E599-4EE6-BC18-380935A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BE2401-D32E-4E3A-B413-395062E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7DED5F-E58C-4094-AB8A-38400B8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C34EE7F-5710-4550-9FA8-A1C4690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A333101-2CBF-4187-AC43-DB65CD1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85DDF6C-D203-418E-BCFE-ED0844A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DCAB6A6-2094-4F34-91AB-B72BE76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989902-8AC2-46C4-8506-40D738D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7C435DF-CC38-4339-AD82-97DEFB5F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479E982-E89F-4CDC-9C98-6FBFDE3A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09208D6-839A-47BE-8B27-EBB14F1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9CD228B-92F8-4771-9A52-456073E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4A038C8-EB42-44AA-A782-544B7A0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C0F9C8A-6C30-4D47-9FE8-B88B96A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52DBE71-904B-4CE9-8DB9-EA4AC96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23D4766-E1D9-4C18-BF80-B4CA949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FDD3FC6-F457-44AF-A5E3-C404FE0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E7E5E73-DA4F-4111-854D-9110BC4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E4E3D9F-FCA6-45F2-ADBE-B4AB7D5B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A935132-D957-4942-80CF-4594A65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151CBCE-D790-4ED7-8A5E-791C9D6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8063D3A-D0FB-43AF-878E-CF44B599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102DE2-EEDE-481B-8FE2-0021B46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8A27C08-5893-4467-B960-42EBE79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BB6738D-95DF-4A09-88E3-E9C616C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DA40365-EC60-461A-8B6D-88330CF4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256ECCC-0870-4E43-8097-62959B3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D6B9BD2-4838-4AB6-9637-B7E9916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320ADD4-EA4B-4FFE-BD11-F294A33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A1332A6-8548-4F60-9BE9-239E974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387C70A-44C3-4344-9A80-3E943798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7003B73-7880-4C5E-AEF3-AB704F4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782C5B9-ED98-4FD6-ABB6-7DB548C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C2A259C-FD06-433C-8A5B-92C8CD6A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37B5C23-0A95-49BA-BB9D-56B2AAC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6DE7D83-78CD-4D66-AD6C-73648B8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3DE3883-E216-4D33-85F8-C6E8066E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84E6CA5-285F-40A9-B1E3-65BFB012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3AF6773-1A00-4893-AFD9-9C73C63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4261FC9-F9C6-4D55-A002-388F27A5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D643E47-E4F3-4BF8-8F52-6CD1FD3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68FD6B1-5CB4-4F99-BBFF-CFBF87A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1C22398-D4D6-409C-84D3-3CA9046F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D2D1433-FE1B-4AF0-B2B0-B75E63A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521584B-37AF-4A9D-B565-CC3D98F2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EC440D2-0054-41A3-9264-E8E5483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342C5C9-86FF-4974-8AF5-51D1E78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62BEBF7-0575-4C16-B707-08B3152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BCA1BE3-6DB2-4B55-A4FE-B401915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9A8A03-D3F6-432C-8561-CD4A312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332B0C6-AA99-465F-A8ED-8456B75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3D79FE6-492A-4D7F-AECB-957D22E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82E74B-1150-44D5-B337-EC57B3A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05BCB96-D30A-4E40-B148-03EE4B6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47AA438-A003-4F4D-8845-AD193871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09ECBD5-10C8-4FFA-9E28-E02E077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0F0CFE8-89CF-4632-B2EE-D488883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74DFAEE-A991-432A-B5A2-44187EFF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FD5037F-1C00-4A0F-A844-E189450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9A240D9-83AE-4D14-952A-6D750FE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B2964A9-BF6F-4C4C-A036-1C2AB1F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BD71739-85E2-4232-AA36-602C6BA7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49373E3-1008-4A91-B223-9A04EEA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152207A-5054-446A-9B80-699B3B6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017C1C0-A12C-4107-BC11-F0F4821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2D592BA-1675-403F-BD45-066F20A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CC5D1B7-C1D7-4B02-BAB9-39F4695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F83F73C-09FD-4CE8-9206-40709D6C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63F0977-0448-4487-A982-9BF743B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143C1C8-ED5A-4919-9AAE-CD09F064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11A077A-BF13-449A-99BA-7820F68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3901CD1-CC81-4704-8E12-E185A15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010B880-B8F7-4DA8-B970-C547FBE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98BF783-5E6D-4C3F-B811-8EF66BBC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C447FC5-A980-473D-924B-FEB134D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A80F398-3F19-4769-A7A6-B9B26BF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B8C4538-A769-48E2-83F7-B352FD71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05543B2-9A37-4B50-8F0F-3BED594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E6B3568-9355-4B77-86CB-F87CE5AD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6E44C50-F5DB-4EA3-9EFD-14AA1F2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6B68B2A-237A-4FC2-8C69-9BFB58D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B654A3-0D17-47DD-924B-FB6EF50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30CDED4-5759-4587-9AE5-C9CA1BA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69809EE-829C-4E2A-B8DD-E3B9F07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7BD985F-05C3-4C97-A963-BB52F1C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D33F00D-E302-49FD-8A88-37A8672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B85F0D0-0343-4A01-A079-15D6701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70B227F-8AEE-43C1-B823-208DE90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1952F3D-5867-4E39-91CF-5C72521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43C9D69-C0B2-45B7-9C87-A19B699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C54068B-EF72-4880-88B2-39E0975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1D573D7-2427-4B2D-B4DD-BA3420D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0C24977-7D07-4E36-851F-541994E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49B0144-0539-44D0-A4B4-831A8FD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9E8939E-B3ED-483D-BBAF-4D46EEFC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4958738-D557-4B73-9D17-09F03C0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E8E4EB3-9481-4B70-AA28-F057702F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5BE3ADD-6E04-4491-B345-1AB117EE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ACD8BF2-6FD2-4B49-9FBD-2B124DFF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988D861-32A4-45EF-A9B1-CD76B9D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FC8093E-62C9-43F3-831D-C0A2F2A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7E36CDC-FEBB-4201-8ACD-E2EB92E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5F34284-5CA2-40E2-873F-D309C76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A4DA3D-5C77-4E63-A0DD-6E75240E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C5890FB-2F3B-4803-BCFD-5F70E26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8AE8C24-1FD5-4688-9FA8-45157C04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956BEE0-44D0-4F61-AEC2-E5897AD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940F618-57F0-43E2-A644-6EA5661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1197D40-7E83-4017-831E-9979FFBA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E9CEC4C-11DF-4B07-B728-E8DF387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F96666C-E737-49D3-BA6B-3726B2A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3AE8967-FD0D-495C-ABCB-9A13E18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2A19562-A43B-40B7-A992-26A29E3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2A41E61-55FB-42BD-8808-4B7CF7F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756D46C-E2E6-446E-9AA1-08A37346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619D765-86F9-4B34-ACC2-14C01B8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BB5B4CB-1D9F-4702-87BB-BE9BBD0D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C90A473-0650-4362-A7CD-69A519B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CF1AA31-DB8C-40F4-96A7-C8CF854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916CD2A-6347-4804-B1BB-4FA62A4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0B3C90C-44D8-4ACA-B221-AB7F690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E272117-9747-4811-A6C8-C53A5266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D7BAEDD-6E78-409F-A609-8D2F4A7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6EF507B-F4FE-4245-B221-04133C6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3347CC7-09DD-4CAA-923F-916BF814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A6B4956-E954-44E5-8B23-EA29903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433C1B2-EEE3-417D-B202-948BB03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CE0047D-AFA2-4C80-9536-1AE1704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6DFD56F-0E0D-4F28-AA68-710878C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3F9AE68-D205-40AD-B8A8-B89B870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AEE2904-9153-4211-89FF-1AF26842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ABC16AC-A2FF-49E9-B601-9816D60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065995F-4883-47F3-8BCB-0FDB878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0D9E84D-C502-4277-8B6E-E450439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17D7F94-09BA-4C30-AEBA-ECF5478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0E3CE7D-306E-4A94-A3CD-0E09B8E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2403FF6-C780-4DD3-A648-53CA820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4D413B4-2F1E-402C-A4DA-FF023C36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5E4496F-8A82-44D5-9A57-75A9964D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47A371C-4BD4-4F74-8A7F-8D9AA39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6052212-A479-46A5-A860-388B7D73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7C966A5-7946-4259-96D3-ADE239B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454C0A0-F0D8-46D2-8504-8A4388C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8D9FD6E-BE02-4418-B054-1D9E4F4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8FF0366-B09F-4666-B04D-88B968F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DD607BA-1F80-4AEB-A077-6BA875D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5F0726C-A137-448E-9806-3D51D69B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1A434AF-1CE9-47EB-A8A3-B9798989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93DB42D-042B-4C95-B325-D2C16E7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4B7DC58-5A25-47C1-9C40-C1A33C06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B7D4784-1B3D-4130-9DE3-651521B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C9E9961-2ED1-4964-8A6F-84563D53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58F156D-A82A-4810-B83C-FFDBBCFD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FE31406-6ACE-44E9-8073-D5E20E9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7303A4E-916B-471F-8367-E477612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B63AAD2-EF57-4563-9548-B0284F1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5DE89E6-468B-4BE4-AE69-3ADD02A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74EE458-9EF1-4587-B4EB-33F7890B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00C00B8-37B9-40C5-B91B-7E211A8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09EE420-96CD-4F3A-95C4-EBCDD512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507680F-4DE3-4EF4-8D19-803BDAF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BEB3B2D-176F-4FEF-A01B-8268E5B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BB6283E-5A7F-4A49-8A59-1D75AC9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4D71C9F-3625-49E6-88C3-1F007DF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69639DD-FA57-442E-BD69-A08F260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5C71AE6-2E74-48A1-8E5A-CC7A563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99CD19A-0640-4C86-92A4-C41161A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7A91F9A-B397-492D-8AEC-A09C49F9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508170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1CC1E-F55B-41EF-AF13-CEB6F0F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AD523-D5C3-4AC3-A282-431ECF57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4ED89-5F56-4198-B27A-9407558C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7327C-A7BF-4B0D-9520-253A6EB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4BEE6-CDD0-46A7-A5B5-290EB7D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3B648-1A90-41CD-B4B6-C48609C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8F330-9E09-4DBE-B3B6-AA75B23F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0D0FB-03DF-4D38-886F-0F7CC55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3259B-1889-4D67-AAC1-BD56308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A6883-37BD-49FA-A591-DE44830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8826-FFFA-420B-8EB0-B8FBB6B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B96D-76FB-497D-9CCC-0D7F057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508A3-D141-4CCD-8C03-CA8DA6C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A694B-363A-4849-AA53-E78E21D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07ee3d7c9641e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16D8F-4928-4D23-9741-25345E3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5337D-90A1-4093-89E2-68EFE281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D5544-949D-43DC-9CA3-FCA93A62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c1a71026d5403e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B500A-CBB2-42FA-B1DF-7F6648B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DAD41-9DFA-4B94-9C51-5F5F56A1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1C9C2-F7A9-4AC8-9389-E9022A73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3e05dc70b24833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7F77A-1EAF-40D7-AD81-ACAC285C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9499E-E03D-4A7C-9AA4-076D1D9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953125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15F1C-1600-4AA0-978A-537E4147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53125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AC0E3-3817-4152-A712-EB32F4B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5312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0E856-03E6-4D71-AB2D-645F55C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3246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DB374-0644-4373-A820-3204A85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246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2A3E1-1F61-4016-A0D9-58D12DF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246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771284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3080D-DF8E-4E90-BEE1-03DA1E2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BE295-ADCF-4A3C-AA7B-62D8A8CE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B02F8-03DA-4526-98ED-DB27B0E0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E70E7-94E8-41C4-8353-993FECC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8F235-1B77-4C3C-A8FA-C6CC3A8C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7DDD1-5433-4811-B39C-9DA1C40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1381125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6D73-C316-458F-A777-339144D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22ED1-FD7D-48E2-9DCF-325E927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4324350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163BA-97F5-43D0-8FEF-DE6D9063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84C89-AB86-4FB3-97C3-DDFFD4BB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DE47-6FC5-4888-AD13-38744C9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C5B93-71B9-45B5-9CD0-DFC449D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A27FC-9F0C-499A-B3B2-2FA1C97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89C14-5DED-49BD-A09E-B6941103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784F5-1483-4182-8487-A9B38AF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DD727-25DD-48CC-9FB9-2717971B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52B02-0DC8-43AF-ADC2-7EA8E12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09344-5E3F-4684-9041-AB512D1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2989B-1754-40E2-9E61-89A8D6D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B1D58-BF4D-490D-BB72-0A13412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9EB60-1CE5-4198-B5A0-0B3E79B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9A54F-F57A-4479-B28A-0811A09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3C08E-FC43-4CD2-B726-DD02B5F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8BBF5-EEC5-49B0-A359-DA43026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FA547-5D20-4729-8276-A3EF3759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FC4A2-8706-4536-AE21-552BE2A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BF390-DC3C-498C-BCEE-BC0908D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79661-FCEE-4C95-AA19-090C2D1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FC0AC-09A6-4FEE-AACB-B28B546E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0020D-0748-45E5-9BE5-B61974B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4E846-9355-4EB5-B20E-3D7B4762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0A0D2-6048-4D87-B92E-AA45A24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59B17-15EF-4476-A55B-F8614A5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8AA04-0816-48B8-B319-18DFF4F7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DD214-B516-4775-B913-D9FD739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4F919-4D07-4FE4-84F3-AFA7D59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CBACD-368B-4BC9-AE04-A9181882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27B344-CF0F-4F8D-AA6A-9BB7577E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FE10D6-5372-47B4-9B7C-2D25E60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7674D-D5B6-4818-B818-351342D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BB2B-823A-41BC-B23B-99A0CDF0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DFAE0-BB79-4B2E-B2C5-A7D227C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943C2F-9DA1-4710-B573-E77D770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BB5B97-BCAE-4DF3-B2EB-B338AF9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8070AC-FE6D-487D-B844-11E5AE0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BF0D5B-1ADC-48AF-A4F2-221F23D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635E31-8238-4F55-A1D1-058B8FC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F057AB-B84F-4AA3-8306-6503E5F1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66C8BE-2BDB-4DE8-B575-45BAD1C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D43C2F-A988-4432-98E5-D2D577D0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74F2F4-19DD-40F6-8D71-D554158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6BB7DB-C24D-4682-8E4D-ABCDFBD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61070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2026-09-12T05:32:33.9930000Z</dcterms:created>
  <dcterms:modified xsi:type="dcterms:W3CDTF">2026-09-12T05:32:33.9930000Z</dcterms:modified>
</coreProperties>
</file>