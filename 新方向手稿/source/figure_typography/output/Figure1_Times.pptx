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26000" cy="13144500"/>
  <p:notesSz cx="6858000" cy="9144000"/>
  <p:defaultTextStyle>
    <a:defPPr>
      <a:defRPr lang="zh-CN">
        <a:latin typeface="Times New Roman"/>
        <a:ea typeface="Times New Roman"/>
        <a:cs typeface="Times New Roman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6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 XU" userId="b57dadcb959ae258" providerId="LiveId" clId="{228C71EC-6186-466B-81D0-6428DDAC3B9E}"/>
    <pc:docChg chg="undo custSel modSld">
      <pc:chgData name="AN XU" userId="b57dadcb959ae258" providerId="LiveId" clId="{228C71EC-6186-466B-81D0-6428DDAC3B9E}" dt="2026-09-12T03:25:18.804" v="74" actId="1076"/>
      <pc:docMkLst>
        <pc:docMk/>
      </pc:docMkLst>
      <pc:sldChg chg="addSp delSp modSp mod">
        <pc:chgData name="AN XU" userId="b57dadcb959ae258" providerId="LiveId" clId="{228C71EC-6186-466B-81D0-6428DDAC3B9E}" dt="2026-09-12T03:25:18.804" v="74" actId="1076"/>
        <pc:sldMkLst>
          <pc:docMk/>
          <pc:sldMk cId="1669418089" sldId="256"/>
        </pc:sldMkLst>
        <pc:spChg chg="mod">
          <ac:chgData name="AN XU" userId="b57dadcb959ae258" providerId="LiveId" clId="{228C71EC-6186-466B-81D0-6428DDAC3B9E}" dt="2026-09-12T03:20:27.954" v="12" actId="1076"/>
          <ac:spMkLst>
            <pc:docMk/>
            <pc:sldMk cId="1669418089" sldId="256"/>
            <ac:spMk id="88" creationId="{795A0C30-3E5F-4525-9894-D66BAC3AA642}"/>
          </ac:spMkLst>
        </pc:spChg>
        <pc:spChg chg="mod">
          <ac:chgData name="AN XU" userId="b57dadcb959ae258" providerId="LiveId" clId="{228C71EC-6186-466B-81D0-6428DDAC3B9E}" dt="2026-09-12T03:20:32.351" v="13" actId="1076"/>
          <ac:spMkLst>
            <pc:docMk/>
            <pc:sldMk cId="1669418089" sldId="256"/>
            <ac:spMk id="90" creationId="{AEDB1EAB-0019-4A9A-AED6-64BE706CEE58}"/>
          </ac:spMkLst>
        </pc:spChg>
        <pc:spChg chg="mod">
          <ac:chgData name="AN XU" userId="b57dadcb959ae258" providerId="LiveId" clId="{228C71EC-6186-466B-81D0-6428DDAC3B9E}" dt="2026-09-12T03:21:04.687" v="27" actId="1076"/>
          <ac:spMkLst>
            <pc:docMk/>
            <pc:sldMk cId="1669418089" sldId="256"/>
            <ac:spMk id="94" creationId="{2CD0B2B0-680C-49A3-B269-68916EC7E568}"/>
          </ac:spMkLst>
        </pc:spChg>
        <pc:spChg chg="mod">
          <ac:chgData name="AN XU" userId="b57dadcb959ae258" providerId="LiveId" clId="{228C71EC-6186-466B-81D0-6428DDAC3B9E}" dt="2026-09-12T03:21:21.175" v="29" actId="1076"/>
          <ac:spMkLst>
            <pc:docMk/>
            <pc:sldMk cId="1669418089" sldId="256"/>
            <ac:spMk id="96" creationId="{27F42988-A3C1-4C64-9DA1-2FA1710C8ECB}"/>
          </ac:spMkLst>
        </pc:spChg>
        <pc:spChg chg="mod">
          <ac:chgData name="AN XU" userId="b57dadcb959ae258" providerId="LiveId" clId="{228C71EC-6186-466B-81D0-6428DDAC3B9E}" dt="2026-09-12T03:21:39.776" v="32" actId="1076"/>
          <ac:spMkLst>
            <pc:docMk/>
            <pc:sldMk cId="1669418089" sldId="256"/>
            <ac:spMk id="121" creationId="{4AF5D4FE-5802-4CD7-B76F-4B5008AF7D7B}"/>
          </ac:spMkLst>
        </pc:spChg>
        <pc:spChg chg="mod">
          <ac:chgData name="AN XU" userId="b57dadcb959ae258" providerId="LiveId" clId="{228C71EC-6186-466B-81D0-6428DDAC3B9E}" dt="2026-09-12T03:21:46.192" v="33" actId="14100"/>
          <ac:spMkLst>
            <pc:docMk/>
            <pc:sldMk cId="1669418089" sldId="256"/>
            <ac:spMk id="125" creationId="{E8EEC531-154E-4A32-A396-2597A5974878}"/>
          </ac:spMkLst>
        </pc:spChg>
        <pc:spChg chg="mod">
          <ac:chgData name="AN XU" userId="b57dadcb959ae258" providerId="LiveId" clId="{228C71EC-6186-466B-81D0-6428DDAC3B9E}" dt="2026-09-12T03:23:54.010" v="59" actId="1076"/>
          <ac:spMkLst>
            <pc:docMk/>
            <pc:sldMk cId="1669418089" sldId="256"/>
            <ac:spMk id="127" creationId="{C819F86E-3ED2-4646-84E4-8E1B1DE4F644}"/>
          </ac:spMkLst>
        </pc:spChg>
        <pc:spChg chg="mod">
          <ac:chgData name="AN XU" userId="b57dadcb959ae258" providerId="LiveId" clId="{228C71EC-6186-466B-81D0-6428DDAC3B9E}" dt="2026-09-12T03:22:06.616" v="38" actId="14100"/>
          <ac:spMkLst>
            <pc:docMk/>
            <pc:sldMk cId="1669418089" sldId="256"/>
            <ac:spMk id="131" creationId="{4347F08E-CDEC-4DA8-9801-DA8DFA1152BA}"/>
          </ac:spMkLst>
        </pc:spChg>
        <pc:spChg chg="mod">
          <ac:chgData name="AN XU" userId="b57dadcb959ae258" providerId="LiveId" clId="{228C71EC-6186-466B-81D0-6428DDAC3B9E}" dt="2026-09-12T03:23:41.778" v="58" actId="1076"/>
          <ac:spMkLst>
            <pc:docMk/>
            <pc:sldMk cId="1669418089" sldId="256"/>
            <ac:spMk id="133" creationId="{A5D0A6A4-91BB-4273-9E39-CD7CDCE9CDF8}"/>
          </ac:spMkLst>
        </pc:spChg>
        <pc:spChg chg="mod">
          <ac:chgData name="AN XU" userId="b57dadcb959ae258" providerId="LiveId" clId="{228C71EC-6186-466B-81D0-6428DDAC3B9E}" dt="2026-09-12T03:22:12.920" v="39" actId="14100"/>
          <ac:spMkLst>
            <pc:docMk/>
            <pc:sldMk cId="1669418089" sldId="256"/>
            <ac:spMk id="134" creationId="{5006505C-CB17-4EB1-A89B-046F00958241}"/>
          </ac:spMkLst>
        </pc:spChg>
        <pc:spChg chg="mod">
          <ac:chgData name="AN XU" userId="b57dadcb959ae258" providerId="LiveId" clId="{228C71EC-6186-466B-81D0-6428DDAC3B9E}" dt="2026-09-12T03:22:34.833" v="45" actId="1076"/>
          <ac:spMkLst>
            <pc:docMk/>
            <pc:sldMk cId="1669418089" sldId="256"/>
            <ac:spMk id="136" creationId="{B81C45D8-E39F-49B5-B9C1-8B87A15CB121}"/>
          </ac:spMkLst>
        </pc:spChg>
        <pc:spChg chg="del mod">
          <ac:chgData name="AN XU" userId="b57dadcb959ae258" providerId="LiveId" clId="{228C71EC-6186-466B-81D0-6428DDAC3B9E}" dt="2026-09-12T03:24:39.661" v="68" actId="478"/>
          <ac:spMkLst>
            <pc:docMk/>
            <pc:sldMk cId="1669418089" sldId="256"/>
            <ac:spMk id="145" creationId="{EB5A2CB2-4155-4717-86CA-8B4C9C91CF57}"/>
          </ac:spMkLst>
        </pc:spChg>
        <pc:spChg chg="mod">
          <ac:chgData name="AN XU" userId="b57dadcb959ae258" providerId="LiveId" clId="{228C71EC-6186-466B-81D0-6428DDAC3B9E}" dt="2026-09-12T03:25:18.804" v="74" actId="1076"/>
          <ac:spMkLst>
            <pc:docMk/>
            <pc:sldMk cId="1669418089" sldId="256"/>
            <ac:spMk id="150" creationId="{531EF4ED-633C-4E51-8C97-25C449E1AB42}"/>
          </ac:spMkLst>
        </pc:spChg>
        <pc:spChg chg="del">
          <ac:chgData name="AN XU" userId="b57dadcb959ae258" providerId="LiveId" clId="{228C71EC-6186-466B-81D0-6428DDAC3B9E}" dt="2026-09-12T03:22:57.378" v="51" actId="478"/>
          <ac:spMkLst>
            <pc:docMk/>
            <pc:sldMk cId="1669418089" sldId="256"/>
            <ac:spMk id="167" creationId="{A3F44547-FBAD-40E7-BE31-6AC3CAD43B38}"/>
          </ac:spMkLst>
        </pc:spChg>
        <pc:spChg chg="add del mod">
          <ac:chgData name="AN XU" userId="b57dadcb959ae258" providerId="LiveId" clId="{228C71EC-6186-466B-81D0-6428DDAC3B9E}" dt="2026-09-12T03:23:15.194" v="55" actId="1076"/>
          <ac:spMkLst>
            <pc:docMk/>
            <pc:sldMk cId="1669418089" sldId="256"/>
            <ac:spMk id="169" creationId="{E50B08DD-19BC-4AC7-9143-FD4B0B1F4695}"/>
          </ac:spMkLst>
        </pc:spChg>
        <pc:spChg chg="mod">
          <ac:chgData name="AN XU" userId="b57dadcb959ae258" providerId="LiveId" clId="{228C71EC-6186-466B-81D0-6428DDAC3B9E}" dt="2026-09-12T03:23:20.345" v="57" actId="1076"/>
          <ac:spMkLst>
            <pc:docMk/>
            <pc:sldMk cId="1669418089" sldId="256"/>
            <ac:spMk id="170" creationId="{FA8DFF02-B859-485A-ADC6-5379AD95F235}"/>
          </ac:spMkLst>
        </pc:spChg>
        <pc:spChg chg="del">
          <ac:chgData name="AN XU" userId="b57dadcb959ae258" providerId="LiveId" clId="{228C71EC-6186-466B-81D0-6428DDAC3B9E}" dt="2026-09-12T03:22:42.704" v="46" actId="478"/>
          <ac:spMkLst>
            <pc:docMk/>
            <pc:sldMk cId="1669418089" sldId="256"/>
            <ac:spMk id="171" creationId="{B687162A-2E2A-4E64-9D5C-7BE6CACBD17D}"/>
          </ac:spMkLst>
        </pc:spChg>
        <pc:spChg chg="del">
          <ac:chgData name="AN XU" userId="b57dadcb959ae258" providerId="LiveId" clId="{228C71EC-6186-466B-81D0-6428DDAC3B9E}" dt="2026-09-12T03:22:44.581" v="47" actId="478"/>
          <ac:spMkLst>
            <pc:docMk/>
            <pc:sldMk cId="1669418089" sldId="256"/>
            <ac:spMk id="172" creationId="{9570F747-A570-44CB-80C1-90CC56BC5120}"/>
          </ac:spMkLst>
        </pc:spChg>
        <pc:spChg chg="mod">
          <ac:chgData name="AN XU" userId="b57dadcb959ae258" providerId="LiveId" clId="{228C71EC-6186-466B-81D0-6428DDAC3B9E}" dt="2026-09-12T03:23:10.266" v="54" actId="1076"/>
          <ac:spMkLst>
            <pc:docMk/>
            <pc:sldMk cId="1669418089" sldId="256"/>
            <ac:spMk id="173" creationId="{E22762E1-F69E-4602-8C70-691EDF003EC4}"/>
          </ac:spMkLst>
        </pc:spChg>
        <pc:spChg chg="mod">
          <ac:chgData name="AN XU" userId="b57dadcb959ae258" providerId="LiveId" clId="{228C71EC-6186-466B-81D0-6428DDAC3B9E}" dt="2026-09-12T03:23:07.689" v="53" actId="1076"/>
          <ac:spMkLst>
            <pc:docMk/>
            <pc:sldMk cId="1669418089" sldId="256"/>
            <ac:spMk id="174" creationId="{B977B4C3-F6A7-4329-994A-78C916F556BA}"/>
          </ac:spMkLst>
        </pc:spChg>
        <pc:spChg chg="del">
          <ac:chgData name="AN XU" userId="b57dadcb959ae258" providerId="LiveId" clId="{228C71EC-6186-466B-81D0-6428DDAC3B9E}" dt="2026-09-12T03:24:53.196" v="69" actId="478"/>
          <ac:spMkLst>
            <pc:docMk/>
            <pc:sldMk cId="1669418089" sldId="256"/>
            <ac:spMk id="218" creationId="{0648F8A0-4BEB-40B6-AC75-90C35794EE67}"/>
          </ac:spMkLst>
        </pc:spChg>
        <pc:picChg chg="mod">
          <ac:chgData name="AN XU" userId="b57dadcb959ae258" providerId="LiveId" clId="{228C71EC-6186-466B-81D0-6428DDAC3B9E}" dt="2026-09-12T03:20:24.719" v="10" actId="1076"/>
          <ac:picMkLst>
            <pc:docMk/>
            <pc:sldMk cId="1669418089" sldId="256"/>
            <ac:picMk id="325" creationId="{00000000-0000-0000-0000-000000000000}"/>
          </ac:picMkLst>
        </pc:picChg>
        <pc:picChg chg="mod">
          <ac:chgData name="AN XU" userId="b57dadcb959ae258" providerId="LiveId" clId="{228C71EC-6186-466B-81D0-6428DDAC3B9E}" dt="2026-09-12T03:20:45.991" v="17" actId="1076"/>
          <ac:picMkLst>
            <pc:docMk/>
            <pc:sldMk cId="1669418089" sldId="256"/>
            <ac:picMk id="331" creationId="{00000000-0000-0000-0000-000000000000}"/>
          </ac:picMkLst>
        </pc:picChg>
        <pc:picChg chg="mod">
          <ac:chgData name="AN XU" userId="b57dadcb959ae258" providerId="LiveId" clId="{228C71EC-6186-466B-81D0-6428DDAC3B9E}" dt="2026-09-12T03:21:34.208" v="31" actId="1076"/>
          <ac:picMkLst>
            <pc:docMk/>
            <pc:sldMk cId="1669418089" sldId="256"/>
            <ac:picMk id="356" creationId="{00000000-0000-0000-0000-000000000000}"/>
          </ac:picMkLst>
        </pc:picChg>
        <pc:picChg chg="mod">
          <ac:chgData name="AN XU" userId="b57dadcb959ae258" providerId="LiveId" clId="{228C71EC-6186-466B-81D0-6428DDAC3B9E}" dt="2026-09-12T03:22:25.217" v="43" actId="14100"/>
          <ac:picMkLst>
            <pc:docMk/>
            <pc:sldMk cId="1669418089" sldId="256"/>
            <ac:picMk id="362" creationId="{00000000-0000-0000-0000-000000000000}"/>
          </ac:picMkLst>
        </pc:picChg>
        <pc:picChg chg="mod">
          <ac:chgData name="AN XU" userId="b57dadcb959ae258" providerId="LiveId" clId="{228C71EC-6186-466B-81D0-6428DDAC3B9E}" dt="2026-09-12T03:22:20.065" v="41" actId="1076"/>
          <ac:picMkLst>
            <pc:docMk/>
            <pc:sldMk cId="1669418089" sldId="256"/>
            <ac:picMk id="368" creationId="{00000000-0000-0000-0000-000000000000}"/>
          </ac:picMkLst>
        </pc:picChg>
        <pc:picChg chg="mod">
          <ac:chgData name="AN XU" userId="b57dadcb959ae258" providerId="LiveId" clId="{228C71EC-6186-466B-81D0-6428DDAC3B9E}" dt="2026-09-12T03:25:02.052" v="71" actId="1076"/>
          <ac:picMkLst>
            <pc:docMk/>
            <pc:sldMk cId="1669418089" sldId="256"/>
            <ac:picMk id="468" creationId="{00000000-0000-0000-0000-000000000000}"/>
          </ac:picMkLst>
        </pc:picChg>
        <pc:picChg chg="mod">
          <ac:chgData name="AN XU" userId="b57dadcb959ae258" providerId="LiveId" clId="{228C71EC-6186-466B-81D0-6428DDAC3B9E}" dt="2026-09-12T03:25:05.459" v="73" actId="1076"/>
          <ac:picMkLst>
            <pc:docMk/>
            <pc:sldMk cId="1669418089" sldId="256"/>
            <ac:picMk id="471" creationId="{00000000-0000-0000-0000-000000000000}"/>
          </ac:picMkLst>
        </pc:picChg>
        <pc:cxnChg chg="mod">
          <ac:chgData name="AN XU" userId="b57dadcb959ae258" providerId="LiveId" clId="{228C71EC-6186-466B-81D0-6428DDAC3B9E}" dt="2026-09-12T03:24:23.795" v="66" actId="14100"/>
          <ac:cxnSpMkLst>
            <pc:docMk/>
            <pc:sldMk cId="1669418089" sldId="256"/>
            <ac:cxnSpMk id="329" creationId="{00000000-0000-0000-0000-000000000000}"/>
          </ac:cxnSpMkLst>
        </pc:cxnChg>
        <pc:cxnChg chg="mod">
          <ac:chgData name="AN XU" userId="b57dadcb959ae258" providerId="LiveId" clId="{228C71EC-6186-466B-81D0-6428DDAC3B9E}" dt="2026-09-12T03:24:16.787" v="64" actId="1076"/>
          <ac:cxnSpMkLst>
            <pc:docMk/>
            <pc:sldMk cId="1669418089" sldId="256"/>
            <ac:cxnSpMk id="335" creationId="{00000000-0000-0000-0000-000000000000}"/>
          </ac:cxnSpMkLst>
        </pc:cxnChg>
        <pc:cxnChg chg="mod">
          <ac:chgData name="AN XU" userId="b57dadcb959ae258" providerId="LiveId" clId="{228C71EC-6186-466B-81D0-6428DDAC3B9E}" dt="2026-09-12T03:24:12.418" v="63" actId="14100"/>
          <ac:cxnSpMkLst>
            <pc:docMk/>
            <pc:sldMk cId="1669418089" sldId="256"/>
            <ac:cxnSpMk id="354" creationId="{00000000-0000-0000-0000-000000000000}"/>
          </ac:cxnSpMkLst>
        </pc:cxnChg>
        <pc:cxnChg chg="mod">
          <ac:chgData name="AN XU" userId="b57dadcb959ae258" providerId="LiveId" clId="{228C71EC-6186-466B-81D0-6428DDAC3B9E}" dt="2026-09-12T03:24:04.067" v="61" actId="14100"/>
          <ac:cxnSpMkLst>
            <pc:docMk/>
            <pc:sldMk cId="1669418089" sldId="256"/>
            <ac:cxnSpMk id="360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Times New Roman"/>
        <a:ea typeface="Times New Roman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1. Overview of the Ground-Low-Altitude Mobility Manager. Hybrid reference reconstruction: all words, labels and numbers are native editable PowerPoint text; complex text-free illustrations are separately embedded AI-generated assets. Reference: user-provided Gemini figure, supplied 12 September 2026. Individual illustrations and clean map base generated with built-in imagegen for this composition. The map is Not to scale. Candidate data: E1_H_H_high, seed20240601, t=300; air preemption interrupts one NORMAL incumbent. B1 on the map denotes a disrupted link, distinct from policy B1. E1–E3 use A/B/C, E4 uses A. B4a is only an E1 interface ablation. Four primary policies share modeled facts and execution constraints; B2 is a fixed-preference structured comparator. Main findings are conceptual, not quantitative charts. Candidate-interface effects are strongest at Site A. Scientific claims follow paper_final_20260910. The revised manuscript documents an identical pending-command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object_1">
            <a:extLst>
              <a:ext uri="{FF2B5EF4-FFF2-40B4-BE49-F238E27FC236}">
                <a16:creationId xmlns:a16="http://schemas.microsoft.com/office/drawing/2014/main" id="{1F0887BF-81B7-4A8D-ABE9-5867F5E195CA}"/>
              </a:ext>
            </a:extLst>
          </p:cNvPr>
          <p:cNvSpPr>
            <a:spLocks noGrp="1"/>
          </p:cNvSpPr>
          <p:nvPr/>
        </p:nvSpPr>
        <p:spPr>
          <a:xfrm>
            <a:off x="85725" y="809625"/>
            <a:ext cx="4533900" cy="1204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AAB0B8"/>
            </a:solidFill>
          </a:ln>
        </p:spPr>
      </p:sp>
      <p:sp>
        <p:nvSpPr>
          <p:cNvPr id="2" name="(a)  Problem context">
            <a:extLst>
              <a:ext uri="{FF2B5EF4-FFF2-40B4-BE49-F238E27FC236}">
                <a16:creationId xmlns:a16="http://schemas.microsoft.com/office/drawing/2014/main" id="{D0CE90B6-BCEC-42BD-86FB-DD54AEBF3C1E}"/>
              </a:ext>
            </a:extLst>
          </p:cNvPr>
          <p:cNvSpPr>
            <a:spLocks noGrp="1"/>
          </p:cNvSpPr>
          <p:nvPr/>
        </p:nvSpPr>
        <p:spPr>
          <a:xfrm>
            <a:off x="276225" y="914400"/>
            <a:ext cx="42100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(a)  Problem context</a:t>
            </a:r>
          </a:p>
        </p:txBody>
      </p:sp>
      <p:sp>
        <p:nvSpPr>
          <p:cNvPr id="3" name="object_2">
            <a:extLst>
              <a:ext uri="{FF2B5EF4-FFF2-40B4-BE49-F238E27FC236}">
                <a16:creationId xmlns:a16="http://schemas.microsoft.com/office/drawing/2014/main" id="{72B48413-829F-4C0E-BEF6-155481049A7F}"/>
              </a:ext>
            </a:extLst>
          </p:cNvPr>
          <p:cNvSpPr>
            <a:spLocks noGrp="1"/>
          </p:cNvSpPr>
          <p:nvPr/>
        </p:nvSpPr>
        <p:spPr>
          <a:xfrm>
            <a:off x="4705350" y="809625"/>
            <a:ext cx="4057650" cy="1204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AAB0B8"/>
            </a:solidFill>
          </a:ln>
        </p:spPr>
      </p:sp>
      <p:sp>
        <p:nvSpPr>
          <p:cNvPr id="4" name="(b)  Manager architecture">
            <a:extLst>
              <a:ext uri="{FF2B5EF4-FFF2-40B4-BE49-F238E27FC236}">
                <a16:creationId xmlns:a16="http://schemas.microsoft.com/office/drawing/2014/main" id="{B8CA2297-5392-4443-B41F-2833012C6A3C}"/>
              </a:ext>
            </a:extLst>
          </p:cNvPr>
          <p:cNvSpPr>
            <a:spLocks noGrp="1"/>
          </p:cNvSpPr>
          <p:nvPr/>
        </p:nvSpPr>
        <p:spPr>
          <a:xfrm>
            <a:off x="4895850" y="914400"/>
            <a:ext cx="37338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(b)  Manager architecture</a:t>
            </a:r>
          </a:p>
        </p:txBody>
      </p:sp>
      <p:sp>
        <p:nvSpPr>
          <p:cNvPr id="5" name="object_3">
            <a:extLst>
              <a:ext uri="{FF2B5EF4-FFF2-40B4-BE49-F238E27FC236}">
                <a16:creationId xmlns:a16="http://schemas.microsoft.com/office/drawing/2014/main" id="{D396E8D7-EDBC-4E8F-8BB3-2B96EB43DE18}"/>
              </a:ext>
            </a:extLst>
          </p:cNvPr>
          <p:cNvSpPr>
            <a:spLocks noGrp="1"/>
          </p:cNvSpPr>
          <p:nvPr/>
        </p:nvSpPr>
        <p:spPr>
          <a:xfrm>
            <a:off x="8848725" y="809625"/>
            <a:ext cx="4810125" cy="1204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AAB0B8"/>
            </a:solidFill>
          </a:ln>
        </p:spPr>
      </p:sp>
      <p:sp>
        <p:nvSpPr>
          <p:cNvPr id="6" name="(c)  Experimental program">
            <a:extLst>
              <a:ext uri="{FF2B5EF4-FFF2-40B4-BE49-F238E27FC236}">
                <a16:creationId xmlns:a16="http://schemas.microsoft.com/office/drawing/2014/main" id="{51D2EC2B-7E6D-4657-A375-9A937C87E891}"/>
              </a:ext>
            </a:extLst>
          </p:cNvPr>
          <p:cNvSpPr>
            <a:spLocks noGrp="1"/>
          </p:cNvSpPr>
          <p:nvPr/>
        </p:nvSpPr>
        <p:spPr>
          <a:xfrm>
            <a:off x="9039225" y="914400"/>
            <a:ext cx="4486275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(c)  Experimental program</a:t>
            </a:r>
          </a:p>
        </p:txBody>
      </p:sp>
      <p:sp>
        <p:nvSpPr>
          <p:cNvPr id="7" name="object_4">
            <a:extLst>
              <a:ext uri="{FF2B5EF4-FFF2-40B4-BE49-F238E27FC236}">
                <a16:creationId xmlns:a16="http://schemas.microsoft.com/office/drawing/2014/main" id="{6A7C27F4-D2E0-4878-B7DD-25BA20FE7B7E}"/>
              </a:ext>
            </a:extLst>
          </p:cNvPr>
          <p:cNvSpPr>
            <a:spLocks noGrp="1"/>
          </p:cNvSpPr>
          <p:nvPr/>
        </p:nvSpPr>
        <p:spPr>
          <a:xfrm>
            <a:off x="13744575" y="809625"/>
            <a:ext cx="3695700" cy="12049125"/>
          </a:xfrm>
          <a:prstGeom prst="rect">
            <a:avLst/>
          </a:prstGeom>
          <a:solidFill>
            <a:srgbClr val="FFFFFF"/>
          </a:solidFill>
          <a:ln w="14288">
            <a:solidFill>
              <a:srgbClr val="AAB0B8"/>
            </a:solidFill>
          </a:ln>
        </p:spPr>
      </p:sp>
      <p:sp>
        <p:nvSpPr>
          <p:cNvPr id="8" name="(d)  Main findings">
            <a:extLst>
              <a:ext uri="{FF2B5EF4-FFF2-40B4-BE49-F238E27FC236}">
                <a16:creationId xmlns:a16="http://schemas.microsoft.com/office/drawing/2014/main" id="{D261C2D2-A857-4396-BB84-6F7F064D79CF}"/>
              </a:ext>
            </a:extLst>
          </p:cNvPr>
          <p:cNvSpPr>
            <a:spLocks noGrp="1"/>
          </p:cNvSpPr>
          <p:nvPr/>
        </p:nvSpPr>
        <p:spPr>
          <a:xfrm>
            <a:off x="13935075" y="914400"/>
            <a:ext cx="337185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(d)  Main findings</a:t>
            </a:r>
          </a:p>
        </p:txBody>
      </p:sp>
      <p:pic>
        <p:nvPicPr>
          <p:cNvPr id="245" name="图片 244"/>
          <p:cNvPicPr>
            <a:picLocks noChangeAspect="1"/>
          </p:cNvPicPr>
          <p:nvPr/>
        </p:nvPicPr>
        <p:blipFill>
          <a:blip r:embed="rId3"/>
          <a:srcRect l="168" r="168"/>
          <a:stretch>
            <a:fillRect/>
          </a:stretch>
        </p:blipFill>
        <p:spPr>
          <a:xfrm>
            <a:off x="228600" y="1590675"/>
            <a:ext cx="4248150" cy="8524875"/>
          </a:xfrm>
          <a:prstGeom prst="rect">
            <a:avLst/>
          </a:prstGeom>
        </p:spPr>
      </p:pic>
      <p:sp>
        <p:nvSpPr>
          <p:cNvPr id="10" name="N">
            <a:extLst>
              <a:ext uri="{FF2B5EF4-FFF2-40B4-BE49-F238E27FC236}">
                <a16:creationId xmlns:a16="http://schemas.microsoft.com/office/drawing/2014/main" id="{C479AF44-2EBB-4E6E-82B2-38502F6D40E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" name="path_5">
            <a:extLst>
              <a:ext uri="{FF2B5EF4-FFF2-40B4-BE49-F238E27FC236}">
                <a16:creationId xmlns:a16="http://schemas.microsoft.com/office/drawing/2014/main" id="{D741700F-5BA0-41E0-8732-6449D079CC0A}"/>
              </a:ext>
            </a:extLst>
          </p:cNvPr>
          <p:cNvSpPr>
            <a:spLocks noGrp="1"/>
          </p:cNvSpPr>
          <p:nvPr/>
        </p:nvSpPr>
        <p:spPr>
          <a:xfrm>
            <a:off x="466725" y="2143125"/>
            <a:ext cx="228600" cy="276225"/>
          </a:xfrm>
          <a:custGeom>
            <a:avLst/>
            <a:gdLst/>
            <a:ahLst/>
            <a:cxnLst/>
            <a:rect l="0" t="0" r="0" b="0"/>
            <a:pathLst>
              <a:path w="228600" h="276225">
                <a:moveTo>
                  <a:pt x="114300" y="0"/>
                </a:moveTo>
                <a:lnTo>
                  <a:pt x="0" y="276225"/>
                </a:lnTo>
                <a:lnTo>
                  <a:pt x="114300" y="190500"/>
                </a:lnTo>
                <a:lnTo>
                  <a:pt x="228600" y="276225"/>
                </a:lnTo>
                <a:close/>
              </a:path>
            </a:pathLst>
          </a:custGeom>
          <a:solidFill>
            <a:srgbClr val="55709A"/>
          </a:solidFill>
          <a:ln w="19050">
            <a:solidFill>
              <a:srgbClr val="24354B"/>
            </a:solidFill>
            <a:prstDash val="solid"/>
          </a:ln>
        </p:spPr>
      </p:sp>
      <p:sp>
        <p:nvSpPr>
          <p:cNvPr id="12" name="path_6">
            <a:extLst>
              <a:ext uri="{FF2B5EF4-FFF2-40B4-BE49-F238E27FC236}">
                <a16:creationId xmlns:a16="http://schemas.microsoft.com/office/drawing/2014/main" id="{D5A9EC6D-72A3-47DF-BE8D-F4D85BE1BE4D}"/>
              </a:ext>
            </a:extLst>
          </p:cNvPr>
          <p:cNvSpPr>
            <a:spLocks noGrp="1"/>
          </p:cNvSpPr>
          <p:nvPr/>
        </p:nvSpPr>
        <p:spPr>
          <a:xfrm>
            <a:off x="228600" y="5619750"/>
            <a:ext cx="3867150" cy="857250"/>
          </a:xfrm>
          <a:custGeom>
            <a:avLst/>
            <a:gdLst/>
            <a:ahLst/>
            <a:cxnLst/>
            <a:rect l="0" t="0" r="0" b="0"/>
            <a:pathLst>
              <a:path w="3867150" h="857250">
                <a:moveTo>
                  <a:pt x="0" y="0"/>
                </a:moveTo>
                <a:lnTo>
                  <a:pt x="542925" y="161925"/>
                </a:lnTo>
                <a:lnTo>
                  <a:pt x="1485900" y="609600"/>
                </a:lnTo>
                <a:lnTo>
                  <a:pt x="2800350" y="857250"/>
                </a:lnTo>
                <a:lnTo>
                  <a:pt x="3867150" y="847725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13" name="path_7">
            <a:extLst>
              <a:ext uri="{FF2B5EF4-FFF2-40B4-BE49-F238E27FC236}">
                <a16:creationId xmlns:a16="http://schemas.microsoft.com/office/drawing/2014/main" id="{9454F862-78F5-420B-B453-0693AFFCCD49}"/>
              </a:ext>
            </a:extLst>
          </p:cNvPr>
          <p:cNvSpPr>
            <a:spLocks noGrp="1"/>
          </p:cNvSpPr>
          <p:nvPr/>
        </p:nvSpPr>
        <p:spPr>
          <a:xfrm>
            <a:off x="542925" y="5781675"/>
            <a:ext cx="361950" cy="2162175"/>
          </a:xfrm>
          <a:custGeom>
            <a:avLst/>
            <a:gdLst/>
            <a:ahLst/>
            <a:cxnLst/>
            <a:rect l="0" t="0" r="0" b="0"/>
            <a:pathLst>
              <a:path w="361950" h="2162175">
                <a:moveTo>
                  <a:pt x="228600" y="0"/>
                </a:moveTo>
                <a:lnTo>
                  <a:pt x="0" y="1000125"/>
                </a:lnTo>
                <a:lnTo>
                  <a:pt x="361950" y="2162175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14" name="path_8">
            <a:extLst>
              <a:ext uri="{FF2B5EF4-FFF2-40B4-BE49-F238E27FC236}">
                <a16:creationId xmlns:a16="http://schemas.microsoft.com/office/drawing/2014/main" id="{188B1D85-5445-48F2-A20D-F78C64091F5D}"/>
              </a:ext>
            </a:extLst>
          </p:cNvPr>
          <p:cNvSpPr>
            <a:spLocks noGrp="1"/>
          </p:cNvSpPr>
          <p:nvPr/>
        </p:nvSpPr>
        <p:spPr>
          <a:xfrm>
            <a:off x="542925" y="6467475"/>
            <a:ext cx="3552825" cy="800100"/>
          </a:xfrm>
          <a:custGeom>
            <a:avLst/>
            <a:gdLst/>
            <a:ahLst/>
            <a:cxnLst/>
            <a:rect l="0" t="0" r="0" b="0"/>
            <a:pathLst>
              <a:path w="3552825" h="800100">
                <a:moveTo>
                  <a:pt x="0" y="314325"/>
                </a:moveTo>
                <a:lnTo>
                  <a:pt x="933450" y="647700"/>
                </a:lnTo>
                <a:lnTo>
                  <a:pt x="1638300" y="800100"/>
                </a:lnTo>
                <a:lnTo>
                  <a:pt x="2495550" y="561975"/>
                </a:lnTo>
                <a:lnTo>
                  <a:pt x="3552825" y="0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15" name="path_9">
            <a:extLst>
              <a:ext uri="{FF2B5EF4-FFF2-40B4-BE49-F238E27FC236}">
                <a16:creationId xmlns:a16="http://schemas.microsoft.com/office/drawing/2014/main" id="{EB56B072-3ED3-44D0-966A-E98AC782EAB5}"/>
              </a:ext>
            </a:extLst>
          </p:cNvPr>
          <p:cNvSpPr>
            <a:spLocks noGrp="1"/>
          </p:cNvSpPr>
          <p:nvPr/>
        </p:nvSpPr>
        <p:spPr>
          <a:xfrm>
            <a:off x="1476375" y="7115175"/>
            <a:ext cx="2628900" cy="1609725"/>
          </a:xfrm>
          <a:custGeom>
            <a:avLst/>
            <a:gdLst/>
            <a:ahLst/>
            <a:cxnLst/>
            <a:rect l="0" t="0" r="0" b="0"/>
            <a:pathLst>
              <a:path w="2628900" h="1609725">
                <a:moveTo>
                  <a:pt x="0" y="0"/>
                </a:moveTo>
                <a:lnTo>
                  <a:pt x="76200" y="885825"/>
                </a:lnTo>
                <a:lnTo>
                  <a:pt x="209550" y="1476375"/>
                </a:lnTo>
                <a:lnTo>
                  <a:pt x="1438275" y="1609725"/>
                </a:lnTo>
                <a:lnTo>
                  <a:pt x="2628900" y="1514475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16" name="path_10">
            <a:extLst>
              <a:ext uri="{FF2B5EF4-FFF2-40B4-BE49-F238E27FC236}">
                <a16:creationId xmlns:a16="http://schemas.microsoft.com/office/drawing/2014/main" id="{0FF769A9-4004-4DDA-903E-FAE8211FE99A}"/>
              </a:ext>
            </a:extLst>
          </p:cNvPr>
          <p:cNvSpPr>
            <a:spLocks noGrp="1"/>
          </p:cNvSpPr>
          <p:nvPr/>
        </p:nvSpPr>
        <p:spPr>
          <a:xfrm>
            <a:off x="1552575" y="7781925"/>
            <a:ext cx="1552575" cy="314325"/>
          </a:xfrm>
          <a:custGeom>
            <a:avLst/>
            <a:gdLst/>
            <a:ahLst/>
            <a:cxnLst/>
            <a:rect l="0" t="0" r="0" b="0"/>
            <a:pathLst>
              <a:path w="1552575" h="314325">
                <a:moveTo>
                  <a:pt x="0" y="219075"/>
                </a:moveTo>
                <a:lnTo>
                  <a:pt x="1390650" y="314325"/>
                </a:lnTo>
                <a:lnTo>
                  <a:pt x="1552575" y="0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17" name="path_11">
            <a:extLst>
              <a:ext uri="{FF2B5EF4-FFF2-40B4-BE49-F238E27FC236}">
                <a16:creationId xmlns:a16="http://schemas.microsoft.com/office/drawing/2014/main" id="{4BB8BCFB-28AA-4C11-B66A-FED611392F84}"/>
              </a:ext>
            </a:extLst>
          </p:cNvPr>
          <p:cNvSpPr>
            <a:spLocks noGrp="1"/>
          </p:cNvSpPr>
          <p:nvPr/>
        </p:nvSpPr>
        <p:spPr>
          <a:xfrm>
            <a:off x="2914650" y="7029450"/>
            <a:ext cx="123825" cy="1695450"/>
          </a:xfrm>
          <a:custGeom>
            <a:avLst/>
            <a:gdLst/>
            <a:ahLst/>
            <a:cxnLst/>
            <a:rect l="0" t="0" r="0" b="0"/>
            <a:pathLst>
              <a:path w="123825" h="1695450">
                <a:moveTo>
                  <a:pt x="123825" y="0"/>
                </a:moveTo>
                <a:lnTo>
                  <a:pt x="28575" y="1066800"/>
                </a:lnTo>
                <a:lnTo>
                  <a:pt x="0" y="1695450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18" name="path_12">
            <a:extLst>
              <a:ext uri="{FF2B5EF4-FFF2-40B4-BE49-F238E27FC236}">
                <a16:creationId xmlns:a16="http://schemas.microsoft.com/office/drawing/2014/main" id="{876B77D1-136A-4BB2-A5D9-6F88FF490C80}"/>
              </a:ext>
            </a:extLst>
          </p:cNvPr>
          <p:cNvSpPr>
            <a:spLocks noGrp="1"/>
          </p:cNvSpPr>
          <p:nvPr/>
        </p:nvSpPr>
        <p:spPr>
          <a:xfrm>
            <a:off x="904875" y="7943850"/>
            <a:ext cx="647700" cy="57150"/>
          </a:xfrm>
          <a:custGeom>
            <a:avLst/>
            <a:gdLst/>
            <a:ahLst/>
            <a:cxnLst/>
            <a:rect l="0" t="0" r="0" b="0"/>
            <a:pathLst>
              <a:path w="647700" h="57150">
                <a:moveTo>
                  <a:pt x="0" y="0"/>
                </a:moveTo>
                <a:lnTo>
                  <a:pt x="647700" y="57150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19" name="path_13">
            <a:extLst>
              <a:ext uri="{FF2B5EF4-FFF2-40B4-BE49-F238E27FC236}">
                <a16:creationId xmlns:a16="http://schemas.microsoft.com/office/drawing/2014/main" id="{A290638A-9B0C-4CC8-987C-7BB508A1E577}"/>
              </a:ext>
            </a:extLst>
          </p:cNvPr>
          <p:cNvSpPr>
            <a:spLocks noGrp="1"/>
          </p:cNvSpPr>
          <p:nvPr/>
        </p:nvSpPr>
        <p:spPr>
          <a:xfrm>
            <a:off x="3028950" y="6477000"/>
            <a:ext cx="9525" cy="552450"/>
          </a:xfrm>
          <a:custGeom>
            <a:avLst/>
            <a:gdLst/>
            <a:ahLst/>
            <a:cxnLst/>
            <a:rect l="0" t="0" r="0" b="0"/>
            <a:pathLst>
              <a:path w="9525" h="552450">
                <a:moveTo>
                  <a:pt x="0" y="0"/>
                </a:moveTo>
                <a:lnTo>
                  <a:pt x="9525" y="552450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20" name="path_14">
            <a:extLst>
              <a:ext uri="{FF2B5EF4-FFF2-40B4-BE49-F238E27FC236}">
                <a16:creationId xmlns:a16="http://schemas.microsoft.com/office/drawing/2014/main" id="{455E3731-95AB-41DB-BD2F-845676198A29}"/>
              </a:ext>
            </a:extLst>
          </p:cNvPr>
          <p:cNvSpPr>
            <a:spLocks noGrp="1"/>
          </p:cNvSpPr>
          <p:nvPr/>
        </p:nvSpPr>
        <p:spPr>
          <a:xfrm>
            <a:off x="904875" y="6467475"/>
            <a:ext cx="3190875" cy="1476375"/>
          </a:xfrm>
          <a:custGeom>
            <a:avLst/>
            <a:gdLst/>
            <a:ahLst/>
            <a:cxnLst/>
            <a:rect l="0" t="0" r="0" b="0"/>
            <a:pathLst>
              <a:path w="3190875" h="1476375">
                <a:moveTo>
                  <a:pt x="0" y="1476375"/>
                </a:moveTo>
                <a:lnTo>
                  <a:pt x="390525" y="1066800"/>
                </a:lnTo>
                <a:lnTo>
                  <a:pt x="571500" y="647700"/>
                </a:lnTo>
                <a:lnTo>
                  <a:pt x="1028700" y="752475"/>
                </a:lnTo>
                <a:lnTo>
                  <a:pt x="1276350" y="800100"/>
                </a:lnTo>
                <a:lnTo>
                  <a:pt x="1733550" y="714375"/>
                </a:lnTo>
                <a:lnTo>
                  <a:pt x="2133600" y="561975"/>
                </a:lnTo>
                <a:lnTo>
                  <a:pt x="2600325" y="361950"/>
                </a:lnTo>
                <a:lnTo>
                  <a:pt x="2809875" y="19050"/>
                </a:lnTo>
                <a:lnTo>
                  <a:pt x="3190875" y="0"/>
                </a:lnTo>
              </a:path>
            </a:pathLst>
          </a:custGeom>
          <a:noFill/>
          <a:ln w="57150">
            <a:solidFill>
              <a:srgbClr val="2F659D"/>
            </a:solidFill>
            <a:prstDash val="solid"/>
          </a:ln>
        </p:spPr>
      </p:sp>
      <p:sp>
        <p:nvSpPr>
          <p:cNvPr id="21" name="path_15">
            <a:extLst>
              <a:ext uri="{FF2B5EF4-FFF2-40B4-BE49-F238E27FC236}">
                <a16:creationId xmlns:a16="http://schemas.microsoft.com/office/drawing/2014/main" id="{9DD72EF4-4F92-4862-9123-8D1B449B719E}"/>
              </a:ext>
            </a:extLst>
          </p:cNvPr>
          <p:cNvSpPr>
            <a:spLocks noGrp="1"/>
          </p:cNvSpPr>
          <p:nvPr/>
        </p:nvSpPr>
        <p:spPr>
          <a:xfrm>
            <a:off x="904875" y="6467475"/>
            <a:ext cx="3200400" cy="2257425"/>
          </a:xfrm>
          <a:custGeom>
            <a:avLst/>
            <a:gdLst/>
            <a:ahLst/>
            <a:cxnLst/>
            <a:rect l="0" t="0" r="0" b="0"/>
            <a:pathLst>
              <a:path w="3200400" h="2257425">
                <a:moveTo>
                  <a:pt x="0" y="1476375"/>
                </a:moveTo>
                <a:lnTo>
                  <a:pt x="647700" y="1533525"/>
                </a:lnTo>
                <a:lnTo>
                  <a:pt x="781050" y="2124075"/>
                </a:lnTo>
                <a:lnTo>
                  <a:pt x="1447800" y="2238375"/>
                </a:lnTo>
                <a:lnTo>
                  <a:pt x="2009775" y="2257425"/>
                </a:lnTo>
                <a:lnTo>
                  <a:pt x="2647950" y="2247900"/>
                </a:lnTo>
                <a:lnTo>
                  <a:pt x="3200400" y="2162175"/>
                </a:lnTo>
                <a:lnTo>
                  <a:pt x="3162300" y="1790700"/>
                </a:lnTo>
                <a:lnTo>
                  <a:pt x="2952750" y="1209675"/>
                </a:lnTo>
                <a:lnTo>
                  <a:pt x="2771775" y="733425"/>
                </a:lnTo>
                <a:lnTo>
                  <a:pt x="2762250" y="171450"/>
                </a:lnTo>
                <a:lnTo>
                  <a:pt x="3190875" y="0"/>
                </a:lnTo>
              </a:path>
            </a:pathLst>
          </a:custGeom>
          <a:noFill/>
          <a:ln w="38100">
            <a:solidFill>
              <a:srgbClr val="2F659D"/>
            </a:solidFill>
            <a:prstDash val="dash"/>
          </a:ln>
        </p:spPr>
      </p:sp>
      <p:sp>
        <p:nvSpPr>
          <p:cNvPr id="22" name="path_16">
            <a:extLst>
              <a:ext uri="{FF2B5EF4-FFF2-40B4-BE49-F238E27FC236}">
                <a16:creationId xmlns:a16="http://schemas.microsoft.com/office/drawing/2014/main" id="{576B5786-8B1A-4A7B-867D-3A280215D661}"/>
              </a:ext>
            </a:extLst>
          </p:cNvPr>
          <p:cNvSpPr>
            <a:spLocks noGrp="1"/>
          </p:cNvSpPr>
          <p:nvPr/>
        </p:nvSpPr>
        <p:spPr>
          <a:xfrm>
            <a:off x="1066800" y="5076825"/>
            <a:ext cx="2209800" cy="876300"/>
          </a:xfrm>
          <a:custGeom>
            <a:avLst/>
            <a:gdLst/>
            <a:ahLst/>
            <a:cxnLst/>
            <a:rect l="0" t="0" r="0" b="0"/>
            <a:pathLst>
              <a:path w="2209800" h="876300">
                <a:moveTo>
                  <a:pt x="0" y="142875"/>
                </a:moveTo>
                <a:lnTo>
                  <a:pt x="485775" y="0"/>
                </a:lnTo>
                <a:lnTo>
                  <a:pt x="1057275" y="114300"/>
                </a:lnTo>
                <a:lnTo>
                  <a:pt x="1581150" y="333375"/>
                </a:lnTo>
                <a:lnTo>
                  <a:pt x="1914525" y="590550"/>
                </a:lnTo>
                <a:lnTo>
                  <a:pt x="2209800" y="876300"/>
                </a:lnTo>
              </a:path>
            </a:pathLst>
          </a:custGeom>
          <a:noFill/>
          <a:ln w="38100">
            <a:solidFill>
              <a:srgbClr val="D78A3A"/>
            </a:solidFill>
            <a:prstDash val="dash"/>
          </a:ln>
        </p:spPr>
      </p:sp>
      <p:sp>
        <p:nvSpPr>
          <p:cNvPr id="23" name="path_17">
            <a:extLst>
              <a:ext uri="{FF2B5EF4-FFF2-40B4-BE49-F238E27FC236}">
                <a16:creationId xmlns:a16="http://schemas.microsoft.com/office/drawing/2014/main" id="{D5F26C4A-AB7D-4934-AD7A-C8AF8088B695}"/>
              </a:ext>
            </a:extLst>
          </p:cNvPr>
          <p:cNvSpPr>
            <a:spLocks noGrp="1"/>
          </p:cNvSpPr>
          <p:nvPr/>
        </p:nvSpPr>
        <p:spPr>
          <a:xfrm>
            <a:off x="1724025" y="3705225"/>
            <a:ext cx="2428875" cy="2762250"/>
          </a:xfrm>
          <a:custGeom>
            <a:avLst/>
            <a:gdLst/>
            <a:ahLst/>
            <a:cxnLst/>
            <a:rect l="0" t="0" r="0" b="0"/>
            <a:pathLst>
              <a:path w="2428875" h="2762250">
                <a:moveTo>
                  <a:pt x="0" y="0"/>
                </a:moveTo>
                <a:lnTo>
                  <a:pt x="504825" y="190500"/>
                </a:lnTo>
                <a:lnTo>
                  <a:pt x="1181100" y="342900"/>
                </a:lnTo>
                <a:lnTo>
                  <a:pt x="1752600" y="571500"/>
                </a:lnTo>
                <a:lnTo>
                  <a:pt x="2124075" y="838200"/>
                </a:lnTo>
                <a:lnTo>
                  <a:pt x="2362200" y="1371600"/>
                </a:lnTo>
                <a:lnTo>
                  <a:pt x="2428875" y="1943100"/>
                </a:lnTo>
                <a:lnTo>
                  <a:pt x="2371725" y="2762250"/>
                </a:lnTo>
              </a:path>
            </a:pathLst>
          </a:custGeom>
          <a:noFill/>
          <a:ln w="38100">
            <a:solidFill>
              <a:srgbClr val="D78A3A"/>
            </a:solidFill>
            <a:prstDash val="dash"/>
          </a:ln>
        </p:spPr>
      </p:sp>
      <p:sp>
        <p:nvSpPr>
          <p:cNvPr id="24" name="path_18">
            <a:extLst>
              <a:ext uri="{FF2B5EF4-FFF2-40B4-BE49-F238E27FC236}">
                <a16:creationId xmlns:a16="http://schemas.microsoft.com/office/drawing/2014/main" id="{4CE0B0F4-415B-47A3-BE5E-04127C75EF3C}"/>
              </a:ext>
            </a:extLst>
          </p:cNvPr>
          <p:cNvSpPr>
            <a:spLocks noGrp="1"/>
          </p:cNvSpPr>
          <p:nvPr/>
        </p:nvSpPr>
        <p:spPr>
          <a:xfrm>
            <a:off x="1990725" y="4933950"/>
            <a:ext cx="2105025" cy="1533525"/>
          </a:xfrm>
          <a:custGeom>
            <a:avLst/>
            <a:gdLst/>
            <a:ahLst/>
            <a:cxnLst/>
            <a:rect l="0" t="0" r="0" b="0"/>
            <a:pathLst>
              <a:path w="2105025" h="1533525">
                <a:moveTo>
                  <a:pt x="0" y="0"/>
                </a:moveTo>
                <a:lnTo>
                  <a:pt x="542925" y="142875"/>
                </a:lnTo>
                <a:lnTo>
                  <a:pt x="1066800" y="352425"/>
                </a:lnTo>
                <a:lnTo>
                  <a:pt x="1419225" y="695325"/>
                </a:lnTo>
                <a:lnTo>
                  <a:pt x="1714500" y="1162050"/>
                </a:lnTo>
                <a:lnTo>
                  <a:pt x="2105025" y="1533525"/>
                </a:lnTo>
              </a:path>
            </a:pathLst>
          </a:custGeom>
          <a:noFill/>
          <a:ln w="38100">
            <a:solidFill>
              <a:srgbClr val="B52935"/>
            </a:solidFill>
            <a:prstDash val="dash"/>
          </a:ln>
        </p:spPr>
      </p:sp>
      <p:sp>
        <p:nvSpPr>
          <p:cNvPr id="25" name="object_19">
            <a:extLst>
              <a:ext uri="{FF2B5EF4-FFF2-40B4-BE49-F238E27FC236}">
                <a16:creationId xmlns:a16="http://schemas.microsoft.com/office/drawing/2014/main" id="{38B197DF-0215-4393-9028-92A636457428}"/>
              </a:ext>
            </a:extLst>
          </p:cNvPr>
          <p:cNvSpPr>
            <a:spLocks noGrp="1"/>
          </p:cNvSpPr>
          <p:nvPr/>
        </p:nvSpPr>
        <p:spPr>
          <a:xfrm>
            <a:off x="704850" y="5715000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26" name="object_20">
            <a:extLst>
              <a:ext uri="{FF2B5EF4-FFF2-40B4-BE49-F238E27FC236}">
                <a16:creationId xmlns:a16="http://schemas.microsoft.com/office/drawing/2014/main" id="{C5500A72-10DF-4E43-92EA-BC548EC99AFA}"/>
              </a:ext>
            </a:extLst>
          </p:cNvPr>
          <p:cNvSpPr>
            <a:spLocks noGrp="1"/>
          </p:cNvSpPr>
          <p:nvPr/>
        </p:nvSpPr>
        <p:spPr>
          <a:xfrm>
            <a:off x="1647825" y="616267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27" name="object_21">
            <a:extLst>
              <a:ext uri="{FF2B5EF4-FFF2-40B4-BE49-F238E27FC236}">
                <a16:creationId xmlns:a16="http://schemas.microsoft.com/office/drawing/2014/main" id="{1705D502-ACC8-4937-AC1E-2AD98EFF9EF0}"/>
              </a:ext>
            </a:extLst>
          </p:cNvPr>
          <p:cNvSpPr>
            <a:spLocks noGrp="1"/>
          </p:cNvSpPr>
          <p:nvPr/>
        </p:nvSpPr>
        <p:spPr>
          <a:xfrm>
            <a:off x="2962275" y="641032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28" name="object_22">
            <a:extLst>
              <a:ext uri="{FF2B5EF4-FFF2-40B4-BE49-F238E27FC236}">
                <a16:creationId xmlns:a16="http://schemas.microsoft.com/office/drawing/2014/main" id="{152E989E-CBDD-4716-952C-5CE0D2379809}"/>
              </a:ext>
            </a:extLst>
          </p:cNvPr>
          <p:cNvSpPr>
            <a:spLocks noGrp="1"/>
          </p:cNvSpPr>
          <p:nvPr/>
        </p:nvSpPr>
        <p:spPr>
          <a:xfrm>
            <a:off x="476250" y="671512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29" name="object_23">
            <a:extLst>
              <a:ext uri="{FF2B5EF4-FFF2-40B4-BE49-F238E27FC236}">
                <a16:creationId xmlns:a16="http://schemas.microsoft.com/office/drawing/2014/main" id="{2C94C14E-7FBF-4C60-B0D8-7D06E8F6F274}"/>
              </a:ext>
            </a:extLst>
          </p:cNvPr>
          <p:cNvSpPr>
            <a:spLocks noGrp="1"/>
          </p:cNvSpPr>
          <p:nvPr/>
        </p:nvSpPr>
        <p:spPr>
          <a:xfrm>
            <a:off x="1409700" y="7048500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30" name="object_24">
            <a:extLst>
              <a:ext uri="{FF2B5EF4-FFF2-40B4-BE49-F238E27FC236}">
                <a16:creationId xmlns:a16="http://schemas.microsoft.com/office/drawing/2014/main" id="{EDCB7A51-48E0-4D2D-A483-7202EB354FF0}"/>
              </a:ext>
            </a:extLst>
          </p:cNvPr>
          <p:cNvSpPr>
            <a:spLocks noGrp="1"/>
          </p:cNvSpPr>
          <p:nvPr/>
        </p:nvSpPr>
        <p:spPr>
          <a:xfrm>
            <a:off x="2971800" y="696277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31" name="object_25">
            <a:extLst>
              <a:ext uri="{FF2B5EF4-FFF2-40B4-BE49-F238E27FC236}">
                <a16:creationId xmlns:a16="http://schemas.microsoft.com/office/drawing/2014/main" id="{A4761F2A-228E-40B7-BD6D-33008FD6A763}"/>
              </a:ext>
            </a:extLst>
          </p:cNvPr>
          <p:cNvSpPr>
            <a:spLocks noGrp="1"/>
          </p:cNvSpPr>
          <p:nvPr/>
        </p:nvSpPr>
        <p:spPr>
          <a:xfrm>
            <a:off x="1485900" y="793432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32" name="object_26">
            <a:extLst>
              <a:ext uri="{FF2B5EF4-FFF2-40B4-BE49-F238E27FC236}">
                <a16:creationId xmlns:a16="http://schemas.microsoft.com/office/drawing/2014/main" id="{D4C05AC3-FC97-4BBF-8D35-D57C54ECACDF}"/>
              </a:ext>
            </a:extLst>
          </p:cNvPr>
          <p:cNvSpPr>
            <a:spLocks noGrp="1"/>
          </p:cNvSpPr>
          <p:nvPr/>
        </p:nvSpPr>
        <p:spPr>
          <a:xfrm>
            <a:off x="2876550" y="802957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33" name="object_27">
            <a:extLst>
              <a:ext uri="{FF2B5EF4-FFF2-40B4-BE49-F238E27FC236}">
                <a16:creationId xmlns:a16="http://schemas.microsoft.com/office/drawing/2014/main" id="{548BA244-13F8-4C6F-A181-8A8185158C31}"/>
              </a:ext>
            </a:extLst>
          </p:cNvPr>
          <p:cNvSpPr>
            <a:spLocks noGrp="1"/>
          </p:cNvSpPr>
          <p:nvPr/>
        </p:nvSpPr>
        <p:spPr>
          <a:xfrm>
            <a:off x="3038475" y="7715250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34" name="object_28">
            <a:extLst>
              <a:ext uri="{FF2B5EF4-FFF2-40B4-BE49-F238E27FC236}">
                <a16:creationId xmlns:a16="http://schemas.microsoft.com/office/drawing/2014/main" id="{E0E3B7DE-838B-4627-9270-F4208656C610}"/>
              </a:ext>
            </a:extLst>
          </p:cNvPr>
          <p:cNvSpPr>
            <a:spLocks noGrp="1"/>
          </p:cNvSpPr>
          <p:nvPr/>
        </p:nvSpPr>
        <p:spPr>
          <a:xfrm>
            <a:off x="2847975" y="865822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35" name="object_29">
            <a:extLst>
              <a:ext uri="{FF2B5EF4-FFF2-40B4-BE49-F238E27FC236}">
                <a16:creationId xmlns:a16="http://schemas.microsoft.com/office/drawing/2014/main" id="{B04D5C68-013A-454C-A62A-D8B58C89309D}"/>
              </a:ext>
            </a:extLst>
          </p:cNvPr>
          <p:cNvSpPr>
            <a:spLocks noGrp="1"/>
          </p:cNvSpPr>
          <p:nvPr/>
        </p:nvSpPr>
        <p:spPr>
          <a:xfrm>
            <a:off x="4038600" y="8562975"/>
            <a:ext cx="133350" cy="133350"/>
          </a:xfrm>
          <a:prstGeom prst="ellipse">
            <a:avLst/>
          </a:prstGeom>
          <a:solidFill>
            <a:srgbClr val="FFFFFF"/>
          </a:solidFill>
          <a:ln w="23813">
            <a:solidFill>
              <a:srgbClr val="283653"/>
            </a:solidFill>
          </a:ln>
        </p:spPr>
      </p:sp>
      <p:sp>
        <p:nvSpPr>
          <p:cNvPr id="36" name="object_30">
            <a:extLst>
              <a:ext uri="{FF2B5EF4-FFF2-40B4-BE49-F238E27FC236}">
                <a16:creationId xmlns:a16="http://schemas.microsoft.com/office/drawing/2014/main" id="{DCF70A6E-C344-420D-94E0-D88E39F489C8}"/>
              </a:ext>
            </a:extLst>
          </p:cNvPr>
          <p:cNvSpPr>
            <a:spLocks noGrp="1"/>
          </p:cNvSpPr>
          <p:nvPr/>
        </p:nvSpPr>
        <p:spPr>
          <a:xfrm>
            <a:off x="781050" y="7820025"/>
            <a:ext cx="247650" cy="247650"/>
          </a:xfrm>
          <a:prstGeom prst="ellipse">
            <a:avLst/>
          </a:prstGeom>
          <a:solidFill>
            <a:srgbClr val="C7E3F4"/>
          </a:solidFill>
          <a:ln w="38100">
            <a:solidFill>
              <a:srgbClr val="2F659D"/>
            </a:solidFill>
          </a:ln>
        </p:spPr>
      </p:sp>
      <p:sp>
        <p:nvSpPr>
          <p:cNvPr id="37" name="path_31">
            <a:extLst>
              <a:ext uri="{FF2B5EF4-FFF2-40B4-BE49-F238E27FC236}">
                <a16:creationId xmlns:a16="http://schemas.microsoft.com/office/drawing/2014/main" id="{9B04F872-A077-4A21-8EEF-C7093142E599}"/>
              </a:ext>
            </a:extLst>
          </p:cNvPr>
          <p:cNvSpPr>
            <a:spLocks noGrp="1"/>
          </p:cNvSpPr>
          <p:nvPr/>
        </p:nvSpPr>
        <p:spPr>
          <a:xfrm>
            <a:off x="2038350" y="7124700"/>
            <a:ext cx="285750" cy="285750"/>
          </a:xfrm>
          <a:custGeom>
            <a:avLst/>
            <a:gdLst/>
            <a:ahLst/>
            <a:cxnLst/>
            <a:rect l="0" t="0" r="0" b="0"/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38" name="path_32">
            <a:extLst>
              <a:ext uri="{FF2B5EF4-FFF2-40B4-BE49-F238E27FC236}">
                <a16:creationId xmlns:a16="http://schemas.microsoft.com/office/drawing/2014/main" id="{5D7B9A12-82B6-4A86-B68E-9DD209D0A26F}"/>
              </a:ext>
            </a:extLst>
          </p:cNvPr>
          <p:cNvSpPr>
            <a:spLocks noGrp="1"/>
          </p:cNvSpPr>
          <p:nvPr/>
        </p:nvSpPr>
        <p:spPr>
          <a:xfrm>
            <a:off x="2038350" y="7124700"/>
            <a:ext cx="285750" cy="285750"/>
          </a:xfrm>
          <a:custGeom>
            <a:avLst/>
            <a:gdLst/>
            <a:ahLst/>
            <a:cxnLst/>
            <a:rect l="0" t="0" r="0" b="0"/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39" name="path_33">
            <a:extLst>
              <a:ext uri="{FF2B5EF4-FFF2-40B4-BE49-F238E27FC236}">
                <a16:creationId xmlns:a16="http://schemas.microsoft.com/office/drawing/2014/main" id="{A034917A-6B92-48F0-B6C1-C94E7ECF9826}"/>
              </a:ext>
            </a:extLst>
          </p:cNvPr>
          <p:cNvSpPr>
            <a:spLocks noGrp="1"/>
          </p:cNvSpPr>
          <p:nvPr/>
        </p:nvSpPr>
        <p:spPr>
          <a:xfrm>
            <a:off x="2038350" y="7124700"/>
            <a:ext cx="285750" cy="285750"/>
          </a:xfrm>
          <a:custGeom>
            <a:avLst/>
            <a:gdLst/>
            <a:ahLst/>
            <a:cxnLst/>
            <a:rect l="0" t="0" r="0" b="0"/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40" name="path_34">
            <a:extLst>
              <a:ext uri="{FF2B5EF4-FFF2-40B4-BE49-F238E27FC236}">
                <a16:creationId xmlns:a16="http://schemas.microsoft.com/office/drawing/2014/main" id="{27AA09FE-E6A5-4063-A33F-A69E233B6E6A}"/>
              </a:ext>
            </a:extLst>
          </p:cNvPr>
          <p:cNvSpPr>
            <a:spLocks noGrp="1"/>
          </p:cNvSpPr>
          <p:nvPr/>
        </p:nvSpPr>
        <p:spPr>
          <a:xfrm>
            <a:off x="2038350" y="7124700"/>
            <a:ext cx="285750" cy="285750"/>
          </a:xfrm>
          <a:custGeom>
            <a:avLst/>
            <a:gdLst/>
            <a:ahLst/>
            <a:cxnLst/>
            <a:rect l="0" t="0" r="0" b="0"/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41" name="object_35">
            <a:extLst>
              <a:ext uri="{FF2B5EF4-FFF2-40B4-BE49-F238E27FC236}">
                <a16:creationId xmlns:a16="http://schemas.microsoft.com/office/drawing/2014/main" id="{8C477DE2-5626-40BD-A290-486FBE2525C7}"/>
              </a:ext>
            </a:extLst>
          </p:cNvPr>
          <p:cNvSpPr>
            <a:spLocks noGrp="1"/>
          </p:cNvSpPr>
          <p:nvPr/>
        </p:nvSpPr>
        <p:spPr>
          <a:xfrm>
            <a:off x="1971675" y="6657975"/>
            <a:ext cx="438150" cy="304800"/>
          </a:xfrm>
          <a:prstGeom prst="rect">
            <a:avLst/>
          </a:prstGeom>
          <a:solidFill>
            <a:srgbClr val="B52935"/>
          </a:solidFill>
          <a:ln w="9525">
            <a:solidFill>
              <a:srgbClr val="B52935"/>
            </a:solidFill>
          </a:ln>
        </p:spPr>
      </p:sp>
      <p:sp>
        <p:nvSpPr>
          <p:cNvPr id="42" name="B1">
            <a:extLst>
              <a:ext uri="{FF2B5EF4-FFF2-40B4-BE49-F238E27FC236}">
                <a16:creationId xmlns:a16="http://schemas.microsoft.com/office/drawing/2014/main" id="{56D2D209-492A-4AB8-BFEE-192E4223217E}"/>
              </a:ext>
            </a:extLst>
          </p:cNvPr>
          <p:cNvSpPr>
            <a:spLocks noGrp="1"/>
          </p:cNvSpPr>
          <p:nvPr/>
        </p:nvSpPr>
        <p:spPr>
          <a:xfrm>
            <a:off x="1971675" y="6657975"/>
            <a:ext cx="4381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43" name="object_36">
            <a:extLst>
              <a:ext uri="{FF2B5EF4-FFF2-40B4-BE49-F238E27FC236}">
                <a16:creationId xmlns:a16="http://schemas.microsoft.com/office/drawing/2014/main" id="{8E55254E-CF42-4A0A-913C-49693F13CEC9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304800" cy="304800"/>
          </a:xfrm>
          <a:prstGeom prst="ellipse">
            <a:avLst/>
          </a:prstGeom>
          <a:solidFill>
            <a:srgbClr val="F5AE45"/>
          </a:solidFill>
          <a:ln w="22860">
            <a:solidFill>
              <a:srgbClr val="B87229"/>
            </a:solidFill>
          </a:ln>
        </p:spPr>
      </p:sp>
      <p:sp>
        <p:nvSpPr>
          <p:cNvPr id="44" name="V">
            <a:extLst>
              <a:ext uri="{FF2B5EF4-FFF2-40B4-BE49-F238E27FC236}">
                <a16:creationId xmlns:a16="http://schemas.microsoft.com/office/drawing/2014/main" id="{839967D6-9573-492E-B810-F504A914D96F}"/>
              </a:ext>
            </a:extLst>
          </p:cNvPr>
          <p:cNvSpPr>
            <a:spLocks noGrp="1"/>
          </p:cNvSpPr>
          <p:nvPr/>
        </p:nvSpPr>
        <p:spPr>
          <a:xfrm>
            <a:off x="933450" y="507682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5" name="V1">
            <a:extLst>
              <a:ext uri="{FF2B5EF4-FFF2-40B4-BE49-F238E27FC236}">
                <a16:creationId xmlns:a16="http://schemas.microsoft.com/office/drawing/2014/main" id="{21313B82-C523-497A-BE8A-D194826B9EC9}"/>
              </a:ext>
            </a:extLst>
          </p:cNvPr>
          <p:cNvSpPr>
            <a:spLocks noGrp="1"/>
          </p:cNvSpPr>
          <p:nvPr/>
        </p:nvSpPr>
        <p:spPr>
          <a:xfrm>
            <a:off x="847725" y="5410200"/>
            <a:ext cx="457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46" name="object_37">
            <a:extLst>
              <a:ext uri="{FF2B5EF4-FFF2-40B4-BE49-F238E27FC236}">
                <a16:creationId xmlns:a16="http://schemas.microsoft.com/office/drawing/2014/main" id="{FF5CC1D8-6A52-4383-A2E7-CF46CA409475}"/>
              </a:ext>
            </a:extLst>
          </p:cNvPr>
          <p:cNvSpPr>
            <a:spLocks noGrp="1"/>
          </p:cNvSpPr>
          <p:nvPr/>
        </p:nvSpPr>
        <p:spPr>
          <a:xfrm>
            <a:off x="3124200" y="5800725"/>
            <a:ext cx="304800" cy="304800"/>
          </a:xfrm>
          <a:prstGeom prst="ellipse">
            <a:avLst/>
          </a:prstGeom>
          <a:solidFill>
            <a:srgbClr val="F5AE45"/>
          </a:solidFill>
          <a:ln w="22860">
            <a:solidFill>
              <a:srgbClr val="B87229"/>
            </a:solidFill>
          </a:ln>
        </p:spPr>
      </p:sp>
      <p:sp>
        <p:nvSpPr>
          <p:cNvPr id="47" name="V">
            <a:extLst>
              <a:ext uri="{FF2B5EF4-FFF2-40B4-BE49-F238E27FC236}">
                <a16:creationId xmlns:a16="http://schemas.microsoft.com/office/drawing/2014/main" id="{A0CF223A-9792-4CFB-A6B5-92BB8C4AC74A}"/>
              </a:ext>
            </a:extLst>
          </p:cNvPr>
          <p:cNvSpPr>
            <a:spLocks noGrp="1"/>
          </p:cNvSpPr>
          <p:nvPr/>
        </p:nvSpPr>
        <p:spPr>
          <a:xfrm>
            <a:off x="3143250" y="58102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8" name="V2">
            <a:extLst>
              <a:ext uri="{FF2B5EF4-FFF2-40B4-BE49-F238E27FC236}">
                <a16:creationId xmlns:a16="http://schemas.microsoft.com/office/drawing/2014/main" id="{052B1C54-B7BC-42B4-B553-10DC86FD1FE7}"/>
              </a:ext>
            </a:extLst>
          </p:cNvPr>
          <p:cNvSpPr>
            <a:spLocks noGrp="1"/>
          </p:cNvSpPr>
          <p:nvPr/>
        </p:nvSpPr>
        <p:spPr>
          <a:xfrm>
            <a:off x="3057525" y="6143625"/>
            <a:ext cx="457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49" name="object_38">
            <a:extLst>
              <a:ext uri="{FF2B5EF4-FFF2-40B4-BE49-F238E27FC236}">
                <a16:creationId xmlns:a16="http://schemas.microsoft.com/office/drawing/2014/main" id="{597EEFDA-9A8E-4E25-A877-769A010511A2}"/>
              </a:ext>
            </a:extLst>
          </p:cNvPr>
          <p:cNvSpPr>
            <a:spLocks noGrp="1"/>
          </p:cNvSpPr>
          <p:nvPr/>
        </p:nvSpPr>
        <p:spPr>
          <a:xfrm>
            <a:off x="3695700" y="4391025"/>
            <a:ext cx="304800" cy="304800"/>
          </a:xfrm>
          <a:prstGeom prst="ellipse">
            <a:avLst/>
          </a:prstGeom>
          <a:solidFill>
            <a:srgbClr val="F5AE45"/>
          </a:solidFill>
          <a:ln w="22860">
            <a:solidFill>
              <a:srgbClr val="B87229"/>
            </a:solidFill>
          </a:ln>
        </p:spPr>
      </p:sp>
      <p:sp>
        <p:nvSpPr>
          <p:cNvPr id="50" name="V">
            <a:extLst>
              <a:ext uri="{FF2B5EF4-FFF2-40B4-BE49-F238E27FC236}">
                <a16:creationId xmlns:a16="http://schemas.microsoft.com/office/drawing/2014/main" id="{5B5E0B11-71EA-4FF9-AFFB-49FEDE139C1B}"/>
              </a:ext>
            </a:extLst>
          </p:cNvPr>
          <p:cNvSpPr>
            <a:spLocks noGrp="1"/>
          </p:cNvSpPr>
          <p:nvPr/>
        </p:nvSpPr>
        <p:spPr>
          <a:xfrm>
            <a:off x="3714750" y="4400550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51" name="V3">
            <a:extLst>
              <a:ext uri="{FF2B5EF4-FFF2-40B4-BE49-F238E27FC236}">
                <a16:creationId xmlns:a16="http://schemas.microsoft.com/office/drawing/2014/main" id="{F9FE749F-6D3D-46F3-8C4F-A445876694B2}"/>
              </a:ext>
            </a:extLst>
          </p:cNvPr>
          <p:cNvSpPr>
            <a:spLocks noGrp="1"/>
          </p:cNvSpPr>
          <p:nvPr/>
        </p:nvSpPr>
        <p:spPr>
          <a:xfrm>
            <a:off x="3629025" y="4733925"/>
            <a:ext cx="457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pic>
        <p:nvPicPr>
          <p:cNvPr id="288" name="图片 28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62075" y="3325859"/>
            <a:ext cx="666750" cy="549183"/>
          </a:xfrm>
          <a:prstGeom prst="rect">
            <a:avLst/>
          </a:prstGeom>
        </p:spPr>
      </p:pic>
      <p:sp>
        <p:nvSpPr>
          <p:cNvPr id="53" name="Existing&#10;service">
            <a:extLst>
              <a:ext uri="{FF2B5EF4-FFF2-40B4-BE49-F238E27FC236}">
                <a16:creationId xmlns:a16="http://schemas.microsoft.com/office/drawing/2014/main" id="{0F058BAE-81ED-412D-84F0-320F0CA415B4}"/>
              </a:ext>
            </a:extLst>
          </p:cNvPr>
          <p:cNvSpPr>
            <a:spLocks noGrp="1"/>
          </p:cNvSpPr>
          <p:nvPr/>
        </p:nvSpPr>
        <p:spPr>
          <a:xfrm>
            <a:off x="2219325" y="3248978"/>
            <a:ext cx="1238250" cy="617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rPr>
              <a:t>Existing</a:t>
            </a:r>
          </a:p>
          <a:p>
            <a:pPr algn="l">
              <a:def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rPr>
              <a:t>service</a:t>
            </a:r>
          </a:p>
        </p:txBody>
      </p:sp>
      <p:pic>
        <p:nvPicPr>
          <p:cNvPr id="290" name="图片 28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85925" y="4544253"/>
            <a:ext cx="666750" cy="550793"/>
          </a:xfrm>
          <a:prstGeom prst="rect">
            <a:avLst/>
          </a:prstGeom>
        </p:spPr>
      </p:pic>
      <p:sp>
        <p:nvSpPr>
          <p:cNvPr id="55" name="Emergency&#10;mission">
            <a:extLst>
              <a:ext uri="{FF2B5EF4-FFF2-40B4-BE49-F238E27FC236}">
                <a16:creationId xmlns:a16="http://schemas.microsoft.com/office/drawing/2014/main" id="{5D3F331E-3238-49A9-AD44-956A8A0B51FD}"/>
              </a:ext>
            </a:extLst>
          </p:cNvPr>
          <p:cNvSpPr>
            <a:spLocks noGrp="1"/>
          </p:cNvSpPr>
          <p:nvPr/>
        </p:nvSpPr>
        <p:spPr>
          <a:xfrm>
            <a:off x="2447925" y="4477703"/>
            <a:ext cx="1333500" cy="617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Emergency</a:t>
            </a:r>
          </a:p>
          <a:p>
            <a:pPr algn="l">
              <a:def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mission</a:t>
            </a:r>
          </a:p>
        </p:txBody>
      </p:sp>
      <p:pic>
        <p:nvPicPr>
          <p:cNvPr id="292" name="图片 29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00050" y="7978126"/>
            <a:ext cx="381000" cy="541048"/>
          </a:xfrm>
          <a:prstGeom prst="rect">
            <a:avLst/>
          </a:prstGeom>
        </p:spPr>
      </p:pic>
      <p:sp>
        <p:nvSpPr>
          <p:cNvPr id="57" name="D1">
            <a:extLst>
              <a:ext uri="{FF2B5EF4-FFF2-40B4-BE49-F238E27FC236}">
                <a16:creationId xmlns:a16="http://schemas.microsoft.com/office/drawing/2014/main" id="{541B4763-A763-4D6D-820A-422FB9EA57D8}"/>
              </a:ext>
            </a:extLst>
          </p:cNvPr>
          <p:cNvSpPr>
            <a:spLocks noGrp="1"/>
          </p:cNvSpPr>
          <p:nvPr/>
        </p:nvSpPr>
        <p:spPr>
          <a:xfrm>
            <a:off x="847725" y="8115300"/>
            <a:ext cx="514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pic>
        <p:nvPicPr>
          <p:cNvPr id="294" name="图片 29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76675" y="6233118"/>
            <a:ext cx="457200" cy="449664"/>
          </a:xfrm>
          <a:prstGeom prst="rect">
            <a:avLst/>
          </a:prstGeom>
        </p:spPr>
      </p:pic>
      <p:sp>
        <p:nvSpPr>
          <p:cNvPr id="59" name="H1">
            <a:extLst>
              <a:ext uri="{FF2B5EF4-FFF2-40B4-BE49-F238E27FC236}">
                <a16:creationId xmlns:a16="http://schemas.microsoft.com/office/drawing/2014/main" id="{C574CB69-DA43-43C2-922B-380A2E97DD32}"/>
              </a:ext>
            </a:extLst>
          </p:cNvPr>
          <p:cNvSpPr>
            <a:spLocks noGrp="1"/>
          </p:cNvSpPr>
          <p:nvPr/>
        </p:nvSpPr>
        <p:spPr>
          <a:xfrm>
            <a:off x="3914775" y="6734175"/>
            <a:ext cx="514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0" name="Not to scale">
            <a:extLst>
              <a:ext uri="{FF2B5EF4-FFF2-40B4-BE49-F238E27FC236}">
                <a16:creationId xmlns:a16="http://schemas.microsoft.com/office/drawing/2014/main" id="{E15B86BB-9C83-486B-B844-B3A1100D095F}"/>
              </a:ext>
            </a:extLst>
          </p:cNvPr>
          <p:cNvSpPr>
            <a:spLocks noGrp="1"/>
          </p:cNvSpPr>
          <p:nvPr/>
        </p:nvSpPr>
        <p:spPr>
          <a:xfrm>
            <a:off x="542925" y="9667875"/>
            <a:ext cx="349567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0">
                <a:solidFill>
                  <a:srgbClr val="5D64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5D646A"/>
                </a:solidFill>
                <a:latin typeface="Times New Roman"/>
                <a:ea typeface="Times New Roman"/>
                <a:cs typeface="Times New Roman"/>
              </a:rPr>
              <a:t>Not to scale</a:t>
            </a:r>
          </a:p>
        </p:txBody>
      </p:sp>
      <p:sp>
        <p:nvSpPr>
          <p:cNvPr id="61" name="object_39">
            <a:extLst>
              <a:ext uri="{FF2B5EF4-FFF2-40B4-BE49-F238E27FC236}">
                <a16:creationId xmlns:a16="http://schemas.microsoft.com/office/drawing/2014/main" id="{F725340C-22FC-4E50-8411-951B343F7DA6}"/>
              </a:ext>
            </a:extLst>
          </p:cNvPr>
          <p:cNvSpPr>
            <a:spLocks noGrp="1"/>
          </p:cNvSpPr>
          <p:nvPr/>
        </p:nvSpPr>
        <p:spPr>
          <a:xfrm>
            <a:off x="228600" y="10239375"/>
            <a:ext cx="4248150" cy="2438400"/>
          </a:xfrm>
          <a:prstGeom prst="rect">
            <a:avLst/>
          </a:prstGeom>
          <a:solidFill>
            <a:srgbClr val="FFFFFF"/>
          </a:solidFill>
          <a:ln w="13335">
            <a:solidFill>
              <a:srgbClr val="AAB0B8"/>
            </a:solidFill>
          </a:ln>
        </p:spPr>
      </p:sp>
      <p:sp>
        <p:nvSpPr>
          <p:cNvPr id="62" name="path_40">
            <a:extLst>
              <a:ext uri="{FF2B5EF4-FFF2-40B4-BE49-F238E27FC236}">
                <a16:creationId xmlns:a16="http://schemas.microsoft.com/office/drawing/2014/main" id="{F4F70D18-4C2F-427F-9106-9B8D1E8EFB1E}"/>
              </a:ext>
            </a:extLst>
          </p:cNvPr>
          <p:cNvSpPr>
            <a:spLocks noGrp="1"/>
          </p:cNvSpPr>
          <p:nvPr/>
        </p:nvSpPr>
        <p:spPr>
          <a:xfrm>
            <a:off x="2571750" y="10391775"/>
            <a:ext cx="95" cy="2133600"/>
          </a:xfrm>
          <a:custGeom>
            <a:avLst/>
            <a:gdLst/>
            <a:ahLst/>
            <a:cxnLst/>
            <a:rect l="0" t="0" r="0" b="0"/>
            <a:pathLst>
              <a:path w="9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/>
          <a:ln w="11430">
            <a:solidFill>
              <a:srgbClr val="C8CDD2"/>
            </a:solidFill>
            <a:prstDash val="solid"/>
          </a:ln>
        </p:spPr>
      </p:sp>
      <p:sp>
        <p:nvSpPr>
          <p:cNvPr id="63" name="path_41">
            <a:extLst>
              <a:ext uri="{FF2B5EF4-FFF2-40B4-BE49-F238E27FC236}">
                <a16:creationId xmlns:a16="http://schemas.microsoft.com/office/drawing/2014/main" id="{B5459F7C-B971-43EB-9E7A-41D1BDA51A4B}"/>
              </a:ext>
            </a:extLst>
          </p:cNvPr>
          <p:cNvSpPr>
            <a:spLocks noGrp="1"/>
          </p:cNvSpPr>
          <p:nvPr/>
        </p:nvSpPr>
        <p:spPr>
          <a:xfrm>
            <a:off x="409575" y="10544175"/>
            <a:ext cx="457200" cy="95"/>
          </a:xfrm>
          <a:custGeom>
            <a:avLst/>
            <a:gdLst/>
            <a:ahLst/>
            <a:cxnLst/>
            <a:rect l="0" t="0" r="0" b="0"/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38100">
            <a:solidFill>
              <a:srgbClr val="A5ABB5"/>
            </a:solidFill>
            <a:prstDash val="solid"/>
          </a:ln>
        </p:spPr>
      </p:sp>
      <p:sp>
        <p:nvSpPr>
          <p:cNvPr id="64" name="Road network">
            <a:extLst>
              <a:ext uri="{FF2B5EF4-FFF2-40B4-BE49-F238E27FC236}">
                <a16:creationId xmlns:a16="http://schemas.microsoft.com/office/drawing/2014/main" id="{8830FA38-0A07-4B77-8F85-DCD3ACDA07C6}"/>
              </a:ext>
            </a:extLst>
          </p:cNvPr>
          <p:cNvSpPr>
            <a:spLocks noGrp="1"/>
          </p:cNvSpPr>
          <p:nvPr/>
        </p:nvSpPr>
        <p:spPr>
          <a:xfrm>
            <a:off x="1028700" y="10372725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Road network</a:t>
            </a:r>
          </a:p>
        </p:txBody>
      </p:sp>
      <p:sp>
        <p:nvSpPr>
          <p:cNvPr id="65" name="path_42">
            <a:extLst>
              <a:ext uri="{FF2B5EF4-FFF2-40B4-BE49-F238E27FC236}">
                <a16:creationId xmlns:a16="http://schemas.microsoft.com/office/drawing/2014/main" id="{3D702EA4-F0DB-465F-ACA1-DABC1192C665}"/>
              </a:ext>
            </a:extLst>
          </p:cNvPr>
          <p:cNvSpPr>
            <a:spLocks noGrp="1"/>
          </p:cNvSpPr>
          <p:nvPr/>
        </p:nvSpPr>
        <p:spPr>
          <a:xfrm>
            <a:off x="409575" y="10887075"/>
            <a:ext cx="457200" cy="95"/>
          </a:xfrm>
          <a:custGeom>
            <a:avLst/>
            <a:gdLst/>
            <a:ahLst/>
            <a:cxnLst/>
            <a:rect l="0" t="0" r="0" b="0"/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38100">
            <a:solidFill>
              <a:srgbClr val="2F659D"/>
            </a:solidFill>
            <a:prstDash val="solid"/>
          </a:ln>
        </p:spPr>
      </p:sp>
      <p:sp>
        <p:nvSpPr>
          <p:cNvPr id="66" name="Baseline route">
            <a:extLst>
              <a:ext uri="{FF2B5EF4-FFF2-40B4-BE49-F238E27FC236}">
                <a16:creationId xmlns:a16="http://schemas.microsoft.com/office/drawing/2014/main" id="{EDAEBD5F-949F-4CBF-A7BC-C53656062EA7}"/>
              </a:ext>
            </a:extLst>
          </p:cNvPr>
          <p:cNvSpPr>
            <a:spLocks noGrp="1"/>
          </p:cNvSpPr>
          <p:nvPr/>
        </p:nvSpPr>
        <p:spPr>
          <a:xfrm>
            <a:off x="1028700" y="10715625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Baseline route</a:t>
            </a:r>
          </a:p>
        </p:txBody>
      </p:sp>
      <p:sp>
        <p:nvSpPr>
          <p:cNvPr id="67" name="path_43">
            <a:extLst>
              <a:ext uri="{FF2B5EF4-FFF2-40B4-BE49-F238E27FC236}">
                <a16:creationId xmlns:a16="http://schemas.microsoft.com/office/drawing/2014/main" id="{4E38AFE4-0C10-4086-B8F1-69F70D433B11}"/>
              </a:ext>
            </a:extLst>
          </p:cNvPr>
          <p:cNvSpPr>
            <a:spLocks noGrp="1"/>
          </p:cNvSpPr>
          <p:nvPr/>
        </p:nvSpPr>
        <p:spPr>
          <a:xfrm>
            <a:off x="409575" y="11229975"/>
            <a:ext cx="457200" cy="95"/>
          </a:xfrm>
          <a:custGeom>
            <a:avLst/>
            <a:gdLst/>
            <a:ahLst/>
            <a:cxnLst/>
            <a:rect l="0" t="0" r="0" b="0"/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38100">
            <a:solidFill>
              <a:srgbClr val="2F659D"/>
            </a:solidFill>
            <a:prstDash val="dash"/>
          </a:ln>
        </p:spPr>
      </p:sp>
      <p:sp>
        <p:nvSpPr>
          <p:cNvPr id="68" name="Detour route">
            <a:extLst>
              <a:ext uri="{FF2B5EF4-FFF2-40B4-BE49-F238E27FC236}">
                <a16:creationId xmlns:a16="http://schemas.microsoft.com/office/drawing/2014/main" id="{6577FB45-AB0E-4D02-AA66-965E9361FE9D}"/>
              </a:ext>
            </a:extLst>
          </p:cNvPr>
          <p:cNvSpPr>
            <a:spLocks noGrp="1"/>
          </p:cNvSpPr>
          <p:nvPr/>
        </p:nvSpPr>
        <p:spPr>
          <a:xfrm>
            <a:off x="1028700" y="11058525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Detour route</a:t>
            </a:r>
          </a:p>
        </p:txBody>
      </p:sp>
      <p:sp>
        <p:nvSpPr>
          <p:cNvPr id="69" name="path_44">
            <a:extLst>
              <a:ext uri="{FF2B5EF4-FFF2-40B4-BE49-F238E27FC236}">
                <a16:creationId xmlns:a16="http://schemas.microsoft.com/office/drawing/2014/main" id="{769F2117-77B5-43CA-980F-9BFEC8978390}"/>
              </a:ext>
            </a:extLst>
          </p:cNvPr>
          <p:cNvSpPr>
            <a:spLocks noGrp="1"/>
          </p:cNvSpPr>
          <p:nvPr/>
        </p:nvSpPr>
        <p:spPr>
          <a:xfrm>
            <a:off x="409575" y="11572875"/>
            <a:ext cx="457200" cy="95"/>
          </a:xfrm>
          <a:custGeom>
            <a:avLst/>
            <a:gdLst/>
            <a:ahLst/>
            <a:cxnLst/>
            <a:rect l="0" t="0" r="0" b="0"/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38100">
            <a:solidFill>
              <a:srgbClr val="D78A3A"/>
            </a:solidFill>
            <a:prstDash val="dash"/>
          </a:ln>
        </p:spPr>
      </p:sp>
      <p:sp>
        <p:nvSpPr>
          <p:cNvPr id="70" name="Low-altitude route">
            <a:extLst>
              <a:ext uri="{FF2B5EF4-FFF2-40B4-BE49-F238E27FC236}">
                <a16:creationId xmlns:a16="http://schemas.microsoft.com/office/drawing/2014/main" id="{7009DFB9-CC1E-4819-9310-C5894817DA79}"/>
              </a:ext>
            </a:extLst>
          </p:cNvPr>
          <p:cNvSpPr>
            <a:spLocks noGrp="1"/>
          </p:cNvSpPr>
          <p:nvPr/>
        </p:nvSpPr>
        <p:spPr>
          <a:xfrm>
            <a:off x="1028700" y="11401425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Low-altitude route</a:t>
            </a:r>
          </a:p>
        </p:txBody>
      </p:sp>
      <p:sp>
        <p:nvSpPr>
          <p:cNvPr id="71" name="(eVTOL/UAV)">
            <a:extLst>
              <a:ext uri="{FF2B5EF4-FFF2-40B4-BE49-F238E27FC236}">
                <a16:creationId xmlns:a16="http://schemas.microsoft.com/office/drawing/2014/main" id="{246438D6-9B19-462C-8041-6DC7CB65EAA5}"/>
              </a:ext>
            </a:extLst>
          </p:cNvPr>
          <p:cNvSpPr>
            <a:spLocks noGrp="1"/>
          </p:cNvSpPr>
          <p:nvPr/>
        </p:nvSpPr>
        <p:spPr>
          <a:xfrm>
            <a:off x="1028700" y="11744325"/>
            <a:ext cx="1524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(eVTOL/UAV)</a:t>
            </a:r>
          </a:p>
        </p:txBody>
      </p:sp>
      <p:sp>
        <p:nvSpPr>
          <p:cNvPr id="72" name="path_45">
            <a:extLst>
              <a:ext uri="{FF2B5EF4-FFF2-40B4-BE49-F238E27FC236}">
                <a16:creationId xmlns:a16="http://schemas.microsoft.com/office/drawing/2014/main" id="{8B6B60FA-C325-438D-98CB-357755CCD7FB}"/>
              </a:ext>
            </a:extLst>
          </p:cNvPr>
          <p:cNvSpPr>
            <a:spLocks noGrp="1"/>
          </p:cNvSpPr>
          <p:nvPr/>
        </p:nvSpPr>
        <p:spPr>
          <a:xfrm>
            <a:off x="533400" y="12125325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73" name="path_46">
            <a:extLst>
              <a:ext uri="{FF2B5EF4-FFF2-40B4-BE49-F238E27FC236}">
                <a16:creationId xmlns:a16="http://schemas.microsoft.com/office/drawing/2014/main" id="{ADC53C48-A94D-46DF-BE69-E1D051FE6BC7}"/>
              </a:ext>
            </a:extLst>
          </p:cNvPr>
          <p:cNvSpPr>
            <a:spLocks noGrp="1"/>
          </p:cNvSpPr>
          <p:nvPr/>
        </p:nvSpPr>
        <p:spPr>
          <a:xfrm>
            <a:off x="533400" y="12125325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74" name="path_47">
            <a:extLst>
              <a:ext uri="{FF2B5EF4-FFF2-40B4-BE49-F238E27FC236}">
                <a16:creationId xmlns:a16="http://schemas.microsoft.com/office/drawing/2014/main" id="{2E4C92A8-16D7-4380-BACB-A0D3DD40909F}"/>
              </a:ext>
            </a:extLst>
          </p:cNvPr>
          <p:cNvSpPr>
            <a:spLocks noGrp="1"/>
          </p:cNvSpPr>
          <p:nvPr/>
        </p:nvSpPr>
        <p:spPr>
          <a:xfrm>
            <a:off x="533400" y="12125325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75" name="path_48">
            <a:extLst>
              <a:ext uri="{FF2B5EF4-FFF2-40B4-BE49-F238E27FC236}">
                <a16:creationId xmlns:a16="http://schemas.microsoft.com/office/drawing/2014/main" id="{CB5F424E-EDD9-4E20-8077-D8782F853E0F}"/>
              </a:ext>
            </a:extLst>
          </p:cNvPr>
          <p:cNvSpPr>
            <a:spLocks noGrp="1"/>
          </p:cNvSpPr>
          <p:nvPr/>
        </p:nvSpPr>
        <p:spPr>
          <a:xfrm>
            <a:off x="533400" y="12125325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76" name="Disrupted link">
            <a:extLst>
              <a:ext uri="{FF2B5EF4-FFF2-40B4-BE49-F238E27FC236}">
                <a16:creationId xmlns:a16="http://schemas.microsoft.com/office/drawing/2014/main" id="{20109371-B1E3-47D5-9EA1-0438C324F5C6}"/>
              </a:ext>
            </a:extLst>
          </p:cNvPr>
          <p:cNvSpPr>
            <a:spLocks noGrp="1"/>
          </p:cNvSpPr>
          <p:nvPr/>
        </p:nvSpPr>
        <p:spPr>
          <a:xfrm>
            <a:off x="1028700" y="1207770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Disrupted link</a:t>
            </a:r>
          </a:p>
        </p:txBody>
      </p:sp>
      <p:sp>
        <p:nvSpPr>
          <p:cNvPr id="77" name="D1">
            <a:extLst>
              <a:ext uri="{FF2B5EF4-FFF2-40B4-BE49-F238E27FC236}">
                <a16:creationId xmlns:a16="http://schemas.microsoft.com/office/drawing/2014/main" id="{C5F9BF99-9F7F-42F4-86CD-A5DCAAFDEE14}"/>
              </a:ext>
            </a:extLst>
          </p:cNvPr>
          <p:cNvSpPr>
            <a:spLocks noGrp="1"/>
          </p:cNvSpPr>
          <p:nvPr/>
        </p:nvSpPr>
        <p:spPr>
          <a:xfrm>
            <a:off x="2724150" y="1038225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78" name="Logistics">
            <a:extLst>
              <a:ext uri="{FF2B5EF4-FFF2-40B4-BE49-F238E27FC236}">
                <a16:creationId xmlns:a16="http://schemas.microsoft.com/office/drawing/2014/main" id="{6017D7BD-B76C-4387-9347-66A810A383BB}"/>
              </a:ext>
            </a:extLst>
          </p:cNvPr>
          <p:cNvSpPr>
            <a:spLocks noGrp="1"/>
          </p:cNvSpPr>
          <p:nvPr/>
        </p:nvSpPr>
        <p:spPr>
          <a:xfrm>
            <a:off x="3200400" y="10382250"/>
            <a:ext cx="11144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Logistics</a:t>
            </a:r>
          </a:p>
        </p:txBody>
      </p:sp>
      <p:sp>
        <p:nvSpPr>
          <p:cNvPr id="79" name="H1">
            <a:extLst>
              <a:ext uri="{FF2B5EF4-FFF2-40B4-BE49-F238E27FC236}">
                <a16:creationId xmlns:a16="http://schemas.microsoft.com/office/drawing/2014/main" id="{A219C47F-4C4F-408B-9670-02F8582705CA}"/>
              </a:ext>
            </a:extLst>
          </p:cNvPr>
          <p:cNvSpPr>
            <a:spLocks noGrp="1"/>
          </p:cNvSpPr>
          <p:nvPr/>
        </p:nvSpPr>
        <p:spPr>
          <a:xfrm>
            <a:off x="2724150" y="107442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80" name="Hospital">
            <a:extLst>
              <a:ext uri="{FF2B5EF4-FFF2-40B4-BE49-F238E27FC236}">
                <a16:creationId xmlns:a16="http://schemas.microsoft.com/office/drawing/2014/main" id="{998CE663-282B-4C09-B1F4-0961831D259B}"/>
              </a:ext>
            </a:extLst>
          </p:cNvPr>
          <p:cNvSpPr>
            <a:spLocks noGrp="1"/>
          </p:cNvSpPr>
          <p:nvPr/>
        </p:nvSpPr>
        <p:spPr>
          <a:xfrm>
            <a:off x="3200400" y="10744200"/>
            <a:ext cx="11144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Hospital</a:t>
            </a:r>
          </a:p>
        </p:txBody>
      </p:sp>
      <p:sp>
        <p:nvSpPr>
          <p:cNvPr id="81" name="object_49">
            <a:extLst>
              <a:ext uri="{FF2B5EF4-FFF2-40B4-BE49-F238E27FC236}">
                <a16:creationId xmlns:a16="http://schemas.microsoft.com/office/drawing/2014/main" id="{DE9BBFEB-B4C8-44D0-9113-E6E90E7AA164}"/>
              </a:ext>
            </a:extLst>
          </p:cNvPr>
          <p:cNvSpPr>
            <a:spLocks noGrp="1"/>
          </p:cNvSpPr>
          <p:nvPr/>
        </p:nvSpPr>
        <p:spPr>
          <a:xfrm>
            <a:off x="2781300" y="11125200"/>
            <a:ext cx="304800" cy="304800"/>
          </a:xfrm>
          <a:prstGeom prst="ellipse">
            <a:avLst/>
          </a:prstGeom>
          <a:solidFill>
            <a:srgbClr val="F5AE45"/>
          </a:solidFill>
          <a:ln w="19050">
            <a:solidFill>
              <a:srgbClr val="B87229"/>
            </a:solidFill>
          </a:ln>
        </p:spPr>
      </p:sp>
      <p:sp>
        <p:nvSpPr>
          <p:cNvPr id="82" name="V">
            <a:extLst>
              <a:ext uri="{FF2B5EF4-FFF2-40B4-BE49-F238E27FC236}">
                <a16:creationId xmlns:a16="http://schemas.microsoft.com/office/drawing/2014/main" id="{FACBDAE7-9C0E-433E-AE22-E65496D9A7FD}"/>
              </a:ext>
            </a:extLst>
          </p:cNvPr>
          <p:cNvSpPr>
            <a:spLocks noGrp="1"/>
          </p:cNvSpPr>
          <p:nvPr/>
        </p:nvSpPr>
        <p:spPr>
          <a:xfrm>
            <a:off x="2800350" y="1113472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83" name="Vertiport">
            <a:extLst>
              <a:ext uri="{FF2B5EF4-FFF2-40B4-BE49-F238E27FC236}">
                <a16:creationId xmlns:a16="http://schemas.microsoft.com/office/drawing/2014/main" id="{11567D91-1EB7-4DF8-AB17-5D3B745364B1}"/>
              </a:ext>
            </a:extLst>
          </p:cNvPr>
          <p:cNvSpPr>
            <a:spLocks noGrp="1"/>
          </p:cNvSpPr>
          <p:nvPr/>
        </p:nvSpPr>
        <p:spPr>
          <a:xfrm>
            <a:off x="3200400" y="11115675"/>
            <a:ext cx="11144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Vertiport</a:t>
            </a:r>
          </a:p>
        </p:txBody>
      </p:sp>
      <p:pic>
        <p:nvPicPr>
          <p:cNvPr id="320" name="图片 3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727586" y="11620500"/>
            <a:ext cx="393179" cy="323850"/>
          </a:xfrm>
          <a:prstGeom prst="rect">
            <a:avLst/>
          </a:prstGeom>
        </p:spPr>
      </p:pic>
      <p:sp>
        <p:nvSpPr>
          <p:cNvPr id="85" name="Existing">
            <a:extLst>
              <a:ext uri="{FF2B5EF4-FFF2-40B4-BE49-F238E27FC236}">
                <a16:creationId xmlns:a16="http://schemas.microsoft.com/office/drawing/2014/main" id="{626DD78A-9051-4326-8309-6924C7FF867D}"/>
              </a:ext>
            </a:extLst>
          </p:cNvPr>
          <p:cNvSpPr>
            <a:spLocks noGrp="1"/>
          </p:cNvSpPr>
          <p:nvPr/>
        </p:nvSpPr>
        <p:spPr>
          <a:xfrm>
            <a:off x="3200400" y="11601450"/>
            <a:ext cx="11144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Existing</a:t>
            </a:r>
          </a:p>
        </p:txBody>
      </p:sp>
      <p:pic>
        <p:nvPicPr>
          <p:cNvPr id="322" name="图片 3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728161" y="12077700"/>
            <a:ext cx="392029" cy="323850"/>
          </a:xfrm>
          <a:prstGeom prst="rect">
            <a:avLst/>
          </a:prstGeom>
        </p:spPr>
      </p:pic>
      <p:sp>
        <p:nvSpPr>
          <p:cNvPr id="87" name="Emergency">
            <a:extLst>
              <a:ext uri="{FF2B5EF4-FFF2-40B4-BE49-F238E27FC236}">
                <a16:creationId xmlns:a16="http://schemas.microsoft.com/office/drawing/2014/main" id="{203BDDFF-3B8B-4597-B25F-AE09264E6028}"/>
              </a:ext>
            </a:extLst>
          </p:cNvPr>
          <p:cNvSpPr>
            <a:spLocks noGrp="1"/>
          </p:cNvSpPr>
          <p:nvPr/>
        </p:nvSpPr>
        <p:spPr>
          <a:xfrm>
            <a:off x="3200400" y="12058650"/>
            <a:ext cx="120967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Emergency</a:t>
            </a:r>
          </a:p>
        </p:txBody>
      </p:sp>
      <p:sp>
        <p:nvSpPr>
          <p:cNvPr id="88" name="object_50">
            <a:extLst>
              <a:ext uri="{FF2B5EF4-FFF2-40B4-BE49-F238E27FC236}">
                <a16:creationId xmlns:a16="http://schemas.microsoft.com/office/drawing/2014/main" id="{795A0C30-3E5F-4525-9894-D66BAC3AA642}"/>
              </a:ext>
            </a:extLst>
          </p:cNvPr>
          <p:cNvSpPr>
            <a:spLocks noGrp="1"/>
          </p:cNvSpPr>
          <p:nvPr/>
        </p:nvSpPr>
        <p:spPr>
          <a:xfrm>
            <a:off x="5148303" y="1781175"/>
            <a:ext cx="3271797" cy="981075"/>
          </a:xfrm>
          <a:prstGeom prst="rect">
            <a:avLst/>
          </a:prstGeom>
          <a:solidFill>
            <a:srgbClr val="FFFFFF"/>
          </a:solidFill>
          <a:ln w="16193">
            <a:solidFill>
              <a:srgbClr val="AAB0B8"/>
            </a:solidFill>
          </a:ln>
        </p:spPr>
      </p:sp>
      <p:pic>
        <p:nvPicPr>
          <p:cNvPr id="325" name="图片 32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279093" y="1890272"/>
            <a:ext cx="872938" cy="770031"/>
          </a:xfrm>
          <a:prstGeom prst="rect">
            <a:avLst/>
          </a:prstGeom>
        </p:spPr>
      </p:pic>
      <p:sp>
        <p:nvSpPr>
          <p:cNvPr id="90" name="Global state">
            <a:extLst>
              <a:ext uri="{FF2B5EF4-FFF2-40B4-BE49-F238E27FC236}">
                <a16:creationId xmlns:a16="http://schemas.microsoft.com/office/drawing/2014/main" id="{AEDB1EAB-0019-4A9A-AED6-64BE706CEE58}"/>
              </a:ext>
            </a:extLst>
          </p:cNvPr>
          <p:cNvSpPr>
            <a:spLocks noGrp="1"/>
          </p:cNvSpPr>
          <p:nvPr/>
        </p:nvSpPr>
        <p:spPr>
          <a:xfrm>
            <a:off x="6449786" y="1914524"/>
            <a:ext cx="1495425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Global state</a:t>
            </a:r>
          </a:p>
        </p:txBody>
      </p:sp>
      <p:sp>
        <p:nvSpPr>
          <p:cNvPr id="91" name="object_51">
            <a:extLst>
              <a:ext uri="{FF2B5EF4-FFF2-40B4-BE49-F238E27FC236}">
                <a16:creationId xmlns:a16="http://schemas.microsoft.com/office/drawing/2014/main" id="{CF662B38-E008-4342-BAC8-E56AFB7681E8}"/>
              </a:ext>
            </a:extLst>
          </p:cNvPr>
          <p:cNvSpPr>
            <a:spLocks noGrp="1"/>
          </p:cNvSpPr>
          <p:nvPr/>
        </p:nvSpPr>
        <p:spPr>
          <a:xfrm>
            <a:off x="6981730" y="2838355"/>
            <a:ext cx="191" cy="191"/>
          </a:xfrm>
          <a:prstGeom prst="ellipse">
            <a:avLst/>
          </a:prstGeom>
          <a:noFill/>
          <a:ln w="0">
            <a:noFill/>
          </a:ln>
        </p:spPr>
      </p:sp>
      <p:sp>
        <p:nvSpPr>
          <p:cNvPr id="92" name="object_52">
            <a:extLst>
              <a:ext uri="{FF2B5EF4-FFF2-40B4-BE49-F238E27FC236}">
                <a16:creationId xmlns:a16="http://schemas.microsoft.com/office/drawing/2014/main" id="{726D560A-3DBF-4088-93EF-792A57A0C3D1}"/>
              </a:ext>
            </a:extLst>
          </p:cNvPr>
          <p:cNvSpPr>
            <a:spLocks noGrp="1"/>
          </p:cNvSpPr>
          <p:nvPr/>
        </p:nvSpPr>
        <p:spPr>
          <a:xfrm>
            <a:off x="6981730" y="3219355"/>
            <a:ext cx="191" cy="191"/>
          </a:xfrm>
          <a:prstGeom prst="ellipse">
            <a:avLst/>
          </a:prstGeom>
          <a:noFill/>
          <a:ln w="0">
            <a:noFill/>
          </a:ln>
        </p:spPr>
      </p:sp>
      <p:cxnSp>
        <p:nvCxnSpPr>
          <p:cNvPr id="329" name="直接箭头连接符 328"/>
          <p:cNvCxnSpPr>
            <a:cxnSpLocks/>
          </p:cNvCxnSpPr>
          <p:nvPr/>
        </p:nvCxnSpPr>
        <p:spPr>
          <a:xfrm>
            <a:off x="6981730" y="2844800"/>
            <a:ext cx="0" cy="404178"/>
          </a:xfrm>
          <a:prstGeom prst="straightConnector1">
            <a:avLst/>
          </a:prstGeom>
          <a:ln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94" name="object_53">
            <a:extLst>
              <a:ext uri="{FF2B5EF4-FFF2-40B4-BE49-F238E27FC236}">
                <a16:creationId xmlns:a16="http://schemas.microsoft.com/office/drawing/2014/main" id="{2CD0B2B0-680C-49A3-B269-68916EC7E568}"/>
              </a:ext>
            </a:extLst>
          </p:cNvPr>
          <p:cNvSpPr>
            <a:spLocks noGrp="1"/>
          </p:cNvSpPr>
          <p:nvPr/>
        </p:nvSpPr>
        <p:spPr>
          <a:xfrm>
            <a:off x="5133975" y="3314700"/>
            <a:ext cx="3286125" cy="981075"/>
          </a:xfrm>
          <a:prstGeom prst="rect">
            <a:avLst/>
          </a:prstGeom>
          <a:solidFill>
            <a:srgbClr val="FFFFFF"/>
          </a:solidFill>
          <a:ln w="16193">
            <a:solidFill>
              <a:srgbClr val="AAB0B8"/>
            </a:solidFill>
          </a:ln>
        </p:spPr>
      </p:sp>
      <p:pic>
        <p:nvPicPr>
          <p:cNvPr id="331" name="图片 330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350690" y="3350040"/>
            <a:ext cx="932368" cy="904316"/>
          </a:xfrm>
          <a:prstGeom prst="rect">
            <a:avLst/>
          </a:prstGeom>
        </p:spPr>
      </p:pic>
      <p:sp>
        <p:nvSpPr>
          <p:cNvPr id="96" name="Candidate&#10;generator">
            <a:extLst>
              <a:ext uri="{FF2B5EF4-FFF2-40B4-BE49-F238E27FC236}">
                <a16:creationId xmlns:a16="http://schemas.microsoft.com/office/drawing/2014/main" id="{27F42988-A3C1-4C64-9DA1-2FA1710C8ECB}"/>
              </a:ext>
            </a:extLst>
          </p:cNvPr>
          <p:cNvSpPr>
            <a:spLocks noGrp="1"/>
          </p:cNvSpPr>
          <p:nvPr/>
        </p:nvSpPr>
        <p:spPr>
          <a:xfrm>
            <a:off x="6501974" y="3423036"/>
            <a:ext cx="1535926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Candidate</a:t>
            </a:r>
            <a:r>
              <a:rPr lang="en-US" sz="217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97" name="object_54">
            <a:extLst>
              <a:ext uri="{FF2B5EF4-FFF2-40B4-BE49-F238E27FC236}">
                <a16:creationId xmlns:a16="http://schemas.microsoft.com/office/drawing/2014/main" id="{E0394978-C944-4511-8CB1-B7C54385C4F1}"/>
              </a:ext>
            </a:extLst>
          </p:cNvPr>
          <p:cNvSpPr>
            <a:spLocks noGrp="1"/>
          </p:cNvSpPr>
          <p:nvPr/>
        </p:nvSpPr>
        <p:spPr>
          <a:xfrm>
            <a:off x="6981730" y="4371880"/>
            <a:ext cx="191" cy="191"/>
          </a:xfrm>
          <a:prstGeom prst="ellipse">
            <a:avLst/>
          </a:prstGeom>
          <a:noFill/>
          <a:ln w="0">
            <a:noFill/>
          </a:ln>
        </p:spPr>
      </p:sp>
      <p:sp>
        <p:nvSpPr>
          <p:cNvPr id="98" name="object_55">
            <a:extLst>
              <a:ext uri="{FF2B5EF4-FFF2-40B4-BE49-F238E27FC236}">
                <a16:creationId xmlns:a16="http://schemas.microsoft.com/office/drawing/2014/main" id="{F126B064-8F99-4606-BFA8-56FF65AB8155}"/>
              </a:ext>
            </a:extLst>
          </p:cNvPr>
          <p:cNvSpPr>
            <a:spLocks noGrp="1"/>
          </p:cNvSpPr>
          <p:nvPr/>
        </p:nvSpPr>
        <p:spPr>
          <a:xfrm>
            <a:off x="6981730" y="4752880"/>
            <a:ext cx="191" cy="191"/>
          </a:xfrm>
          <a:prstGeom prst="ellipse">
            <a:avLst/>
          </a:prstGeom>
          <a:noFill/>
          <a:ln w="0">
            <a:noFill/>
          </a:ln>
        </p:spPr>
      </p:sp>
      <p:cxnSp>
        <p:nvCxnSpPr>
          <p:cNvPr id="335" name="直接箭头连接符 334"/>
          <p:cNvCxnSpPr>
            <a:cxnSpLocks/>
          </p:cNvCxnSpPr>
          <p:nvPr/>
        </p:nvCxnSpPr>
        <p:spPr>
          <a:xfrm flipH="1">
            <a:off x="6973915" y="4326036"/>
            <a:ext cx="191" cy="381000"/>
          </a:xfrm>
          <a:prstGeom prst="straightConnector1">
            <a:avLst/>
          </a:prstGeom>
          <a:ln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00" name="object_56">
            <a:extLst>
              <a:ext uri="{FF2B5EF4-FFF2-40B4-BE49-F238E27FC236}">
                <a16:creationId xmlns:a16="http://schemas.microsoft.com/office/drawing/2014/main" id="{783C8C83-B440-43C5-8BDD-915DF68D044F}"/>
              </a:ext>
            </a:extLst>
          </p:cNvPr>
          <p:cNvSpPr>
            <a:spLocks noGrp="1"/>
          </p:cNvSpPr>
          <p:nvPr/>
        </p:nvSpPr>
        <p:spPr>
          <a:xfrm>
            <a:off x="5943600" y="4848225"/>
            <a:ext cx="2476500" cy="981075"/>
          </a:xfrm>
          <a:prstGeom prst="rect">
            <a:avLst/>
          </a:prstGeom>
          <a:solidFill>
            <a:srgbClr val="FFFFFF"/>
          </a:solidFill>
          <a:ln w="16193">
            <a:solidFill>
              <a:srgbClr val="AAB0B8"/>
            </a:solidFill>
          </a:ln>
        </p:spPr>
      </p:sp>
      <p:sp>
        <p:nvSpPr>
          <p:cNvPr id="101" name="object_57">
            <a:extLst>
              <a:ext uri="{FF2B5EF4-FFF2-40B4-BE49-F238E27FC236}">
                <a16:creationId xmlns:a16="http://schemas.microsoft.com/office/drawing/2014/main" id="{809E2594-FBE7-4910-9D48-755D3D606633}"/>
              </a:ext>
            </a:extLst>
          </p:cNvPr>
          <p:cNvSpPr>
            <a:spLocks noGrp="1"/>
          </p:cNvSpPr>
          <p:nvPr/>
        </p:nvSpPr>
        <p:spPr>
          <a:xfrm>
            <a:off x="5143500" y="4724400"/>
            <a:ext cx="3276600" cy="1419225"/>
          </a:xfrm>
          <a:prstGeom prst="rect">
            <a:avLst/>
          </a:prstGeom>
          <a:solidFill>
            <a:srgbClr val="FFFFFF"/>
          </a:solidFill>
          <a:ln w="16193">
            <a:solidFill>
              <a:srgbClr val="AAB0B8"/>
            </a:solidFill>
          </a:ln>
        </p:spPr>
      </p:sp>
      <p:sp>
        <p:nvSpPr>
          <p:cNvPr id="102" name="Candidate interface">
            <a:extLst>
              <a:ext uri="{FF2B5EF4-FFF2-40B4-BE49-F238E27FC236}">
                <a16:creationId xmlns:a16="http://schemas.microsoft.com/office/drawing/2014/main" id="{D7555289-1876-4432-BF39-0CC472FB1AF4}"/>
              </a:ext>
            </a:extLst>
          </p:cNvPr>
          <p:cNvSpPr>
            <a:spLocks noGrp="1"/>
          </p:cNvSpPr>
          <p:nvPr/>
        </p:nvSpPr>
        <p:spPr>
          <a:xfrm>
            <a:off x="5229225" y="4762500"/>
            <a:ext cx="3095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Candidate interface</a:t>
            </a:r>
          </a:p>
        </p:txBody>
      </p:sp>
      <p:sp>
        <p:nvSpPr>
          <p:cNvPr id="103" name="Mode">
            <a:extLst>
              <a:ext uri="{FF2B5EF4-FFF2-40B4-BE49-F238E27FC236}">
                <a16:creationId xmlns:a16="http://schemas.microsoft.com/office/drawing/2014/main" id="{9124F666-9BB3-4439-B576-39F377CEE49D}"/>
              </a:ext>
            </a:extLst>
          </p:cNvPr>
          <p:cNvSpPr>
            <a:spLocks noGrp="1"/>
          </p:cNvSpPr>
          <p:nvPr/>
        </p:nvSpPr>
        <p:spPr>
          <a:xfrm>
            <a:off x="5238750" y="51054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Mode</a:t>
            </a:r>
          </a:p>
        </p:txBody>
      </p:sp>
      <p:sp>
        <p:nvSpPr>
          <p:cNvPr id="104" name="ETA s">
            <a:extLst>
              <a:ext uri="{FF2B5EF4-FFF2-40B4-BE49-F238E27FC236}">
                <a16:creationId xmlns:a16="http://schemas.microsoft.com/office/drawing/2014/main" id="{5A5EDC7B-6F21-4EE2-B4BA-4BB3ED6E6B00}"/>
              </a:ext>
            </a:extLst>
          </p:cNvPr>
          <p:cNvSpPr>
            <a:spLocks noGrp="1"/>
          </p:cNvSpPr>
          <p:nvPr/>
        </p:nvSpPr>
        <p:spPr>
          <a:xfrm>
            <a:off x="6000750" y="51054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ETA s</a:t>
            </a:r>
          </a:p>
        </p:txBody>
      </p:sp>
      <p:sp>
        <p:nvSpPr>
          <p:cNvPr id="105" name="Margin">
            <a:extLst>
              <a:ext uri="{FF2B5EF4-FFF2-40B4-BE49-F238E27FC236}">
                <a16:creationId xmlns:a16="http://schemas.microsoft.com/office/drawing/2014/main" id="{46D1503F-4641-4798-AE04-273D7EA9AC11}"/>
              </a:ext>
            </a:extLst>
          </p:cNvPr>
          <p:cNvSpPr>
            <a:spLocks noGrp="1"/>
          </p:cNvSpPr>
          <p:nvPr/>
        </p:nvSpPr>
        <p:spPr>
          <a:xfrm>
            <a:off x="6772275" y="5105400"/>
            <a:ext cx="742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Margin</a:t>
            </a:r>
          </a:p>
        </p:txBody>
      </p:sp>
      <p:sp>
        <p:nvSpPr>
          <p:cNvPr id="106" name="Loss">
            <a:extLst>
              <a:ext uri="{FF2B5EF4-FFF2-40B4-BE49-F238E27FC236}">
                <a16:creationId xmlns:a16="http://schemas.microsoft.com/office/drawing/2014/main" id="{2A451424-4820-4B9F-BD3C-54EE8A3ED81B}"/>
              </a:ext>
            </a:extLst>
          </p:cNvPr>
          <p:cNvSpPr>
            <a:spLocks noGrp="1"/>
          </p:cNvSpPr>
          <p:nvPr/>
        </p:nvSpPr>
        <p:spPr>
          <a:xfrm>
            <a:off x="7581900" y="51054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Loss</a:t>
            </a:r>
          </a:p>
        </p:txBody>
      </p:sp>
      <p:sp>
        <p:nvSpPr>
          <p:cNvPr id="107" name="Gnd">
            <a:extLst>
              <a:ext uri="{FF2B5EF4-FFF2-40B4-BE49-F238E27FC236}">
                <a16:creationId xmlns:a16="http://schemas.microsoft.com/office/drawing/2014/main" id="{8B23F53F-A06B-417D-80E3-E18C59185E03}"/>
              </a:ext>
            </a:extLst>
          </p:cNvPr>
          <p:cNvSpPr>
            <a:spLocks noGrp="1"/>
          </p:cNvSpPr>
          <p:nvPr/>
        </p:nvSpPr>
        <p:spPr>
          <a:xfrm>
            <a:off x="5238750" y="53721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Gnd</a:t>
            </a:r>
          </a:p>
        </p:txBody>
      </p:sp>
      <p:sp>
        <p:nvSpPr>
          <p:cNvPr id="108" name="228.6">
            <a:extLst>
              <a:ext uri="{FF2B5EF4-FFF2-40B4-BE49-F238E27FC236}">
                <a16:creationId xmlns:a16="http://schemas.microsoft.com/office/drawing/2014/main" id="{E8ECEF00-C1B1-45EA-991A-72E34C7E3158}"/>
              </a:ext>
            </a:extLst>
          </p:cNvPr>
          <p:cNvSpPr>
            <a:spLocks noGrp="1"/>
          </p:cNvSpPr>
          <p:nvPr/>
        </p:nvSpPr>
        <p:spPr>
          <a:xfrm>
            <a:off x="6000750" y="53721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228.6</a:t>
            </a:r>
          </a:p>
        </p:txBody>
      </p:sp>
      <p:sp>
        <p:nvSpPr>
          <p:cNvPr id="109" name="+71.4">
            <a:extLst>
              <a:ext uri="{FF2B5EF4-FFF2-40B4-BE49-F238E27FC236}">
                <a16:creationId xmlns:a16="http://schemas.microsoft.com/office/drawing/2014/main" id="{E8AC01A9-3997-4873-8F35-DCBF099D603F}"/>
              </a:ext>
            </a:extLst>
          </p:cNvPr>
          <p:cNvSpPr>
            <a:spLocks noGrp="1"/>
          </p:cNvSpPr>
          <p:nvPr/>
        </p:nvSpPr>
        <p:spPr>
          <a:xfrm>
            <a:off x="6772275" y="5372100"/>
            <a:ext cx="742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+71.4</a:t>
            </a:r>
          </a:p>
        </p:txBody>
      </p:sp>
      <p:sp>
        <p:nvSpPr>
          <p:cNvPr id="110" name="0">
            <a:extLst>
              <a:ext uri="{FF2B5EF4-FFF2-40B4-BE49-F238E27FC236}">
                <a16:creationId xmlns:a16="http://schemas.microsoft.com/office/drawing/2014/main" id="{4EFA1D5B-29A2-4730-826F-C599AE5E7378}"/>
              </a:ext>
            </a:extLst>
          </p:cNvPr>
          <p:cNvSpPr>
            <a:spLocks noGrp="1"/>
          </p:cNvSpPr>
          <p:nvPr/>
        </p:nvSpPr>
        <p:spPr>
          <a:xfrm>
            <a:off x="7581900" y="53721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11" name="Air">
            <a:extLst>
              <a:ext uri="{FF2B5EF4-FFF2-40B4-BE49-F238E27FC236}">
                <a16:creationId xmlns:a16="http://schemas.microsoft.com/office/drawing/2014/main" id="{F06E5657-7886-446D-9CD1-731B9D450D47}"/>
              </a:ext>
            </a:extLst>
          </p:cNvPr>
          <p:cNvSpPr>
            <a:spLocks noGrp="1"/>
          </p:cNvSpPr>
          <p:nvPr/>
        </p:nvSpPr>
        <p:spPr>
          <a:xfrm>
            <a:off x="5238750" y="56388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</a:t>
            </a:r>
          </a:p>
        </p:txBody>
      </p:sp>
      <p:sp>
        <p:nvSpPr>
          <p:cNvPr id="112" name="212.8">
            <a:extLst>
              <a:ext uri="{FF2B5EF4-FFF2-40B4-BE49-F238E27FC236}">
                <a16:creationId xmlns:a16="http://schemas.microsoft.com/office/drawing/2014/main" id="{3525BCFC-799B-4BFE-80E8-9A5B2168D313}"/>
              </a:ext>
            </a:extLst>
          </p:cNvPr>
          <p:cNvSpPr>
            <a:spLocks noGrp="1"/>
          </p:cNvSpPr>
          <p:nvPr/>
        </p:nvSpPr>
        <p:spPr>
          <a:xfrm>
            <a:off x="6000750" y="56388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212.8</a:t>
            </a:r>
          </a:p>
        </p:txBody>
      </p:sp>
      <p:sp>
        <p:nvSpPr>
          <p:cNvPr id="113" name="+87.2">
            <a:extLst>
              <a:ext uri="{FF2B5EF4-FFF2-40B4-BE49-F238E27FC236}">
                <a16:creationId xmlns:a16="http://schemas.microsoft.com/office/drawing/2014/main" id="{4ABCE4DF-E6AE-439C-B41F-0A9357AAC231}"/>
              </a:ext>
            </a:extLst>
          </p:cNvPr>
          <p:cNvSpPr>
            <a:spLocks noGrp="1"/>
          </p:cNvSpPr>
          <p:nvPr/>
        </p:nvSpPr>
        <p:spPr>
          <a:xfrm>
            <a:off x="6772275" y="5638800"/>
            <a:ext cx="742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+87.2</a:t>
            </a:r>
          </a:p>
        </p:txBody>
      </p:sp>
      <p:sp>
        <p:nvSpPr>
          <p:cNvPr id="114" name="1">
            <a:extLst>
              <a:ext uri="{FF2B5EF4-FFF2-40B4-BE49-F238E27FC236}">
                <a16:creationId xmlns:a16="http://schemas.microsoft.com/office/drawing/2014/main" id="{738609DA-00A4-4812-929B-FDE2839A0CD7}"/>
              </a:ext>
            </a:extLst>
          </p:cNvPr>
          <p:cNvSpPr>
            <a:spLocks noGrp="1"/>
          </p:cNvSpPr>
          <p:nvPr/>
        </p:nvSpPr>
        <p:spPr>
          <a:xfrm>
            <a:off x="7581900" y="5638800"/>
            <a:ext cx="7239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5" name="Both legal; air preempts M-L-002">
            <a:extLst>
              <a:ext uri="{FF2B5EF4-FFF2-40B4-BE49-F238E27FC236}">
                <a16:creationId xmlns:a16="http://schemas.microsoft.com/office/drawing/2014/main" id="{8868B3C5-4B2A-4F6B-BCB1-AA3AE5405191}"/>
              </a:ext>
            </a:extLst>
          </p:cNvPr>
          <p:cNvSpPr>
            <a:spLocks noGrp="1"/>
          </p:cNvSpPr>
          <p:nvPr/>
        </p:nvSpPr>
        <p:spPr>
          <a:xfrm>
            <a:off x="5172075" y="5876925"/>
            <a:ext cx="32194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8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Both legal; air preempts M-L-002</a:t>
            </a:r>
          </a:p>
        </p:txBody>
      </p:sp>
      <p:sp>
        <p:nvSpPr>
          <p:cNvPr id="116" name="object_58">
            <a:extLst>
              <a:ext uri="{FF2B5EF4-FFF2-40B4-BE49-F238E27FC236}">
                <a16:creationId xmlns:a16="http://schemas.microsoft.com/office/drawing/2014/main" id="{013DEDF2-D7BE-4DDD-9FFC-581933A6AB29}"/>
              </a:ext>
            </a:extLst>
          </p:cNvPr>
          <p:cNvSpPr>
            <a:spLocks noGrp="1"/>
          </p:cNvSpPr>
          <p:nvPr/>
        </p:nvSpPr>
        <p:spPr>
          <a:xfrm>
            <a:off x="6981730" y="6229255"/>
            <a:ext cx="191" cy="191"/>
          </a:xfrm>
          <a:prstGeom prst="ellipse">
            <a:avLst/>
          </a:prstGeom>
          <a:noFill/>
          <a:ln w="0">
            <a:noFill/>
          </a:ln>
        </p:spPr>
      </p:sp>
      <p:sp>
        <p:nvSpPr>
          <p:cNvPr id="117" name="object_59">
            <a:extLst>
              <a:ext uri="{FF2B5EF4-FFF2-40B4-BE49-F238E27FC236}">
                <a16:creationId xmlns:a16="http://schemas.microsoft.com/office/drawing/2014/main" id="{29A8FB9D-AD2F-42E8-883B-6F666FED91D0}"/>
              </a:ext>
            </a:extLst>
          </p:cNvPr>
          <p:cNvSpPr>
            <a:spLocks noGrp="1"/>
          </p:cNvSpPr>
          <p:nvPr/>
        </p:nvSpPr>
        <p:spPr>
          <a:xfrm>
            <a:off x="6981730" y="6381655"/>
            <a:ext cx="191" cy="191"/>
          </a:xfrm>
          <a:prstGeom prst="ellipse">
            <a:avLst/>
          </a:prstGeom>
          <a:noFill/>
          <a:ln w="0">
            <a:noFill/>
          </a:ln>
        </p:spPr>
      </p:sp>
      <p:cxnSp>
        <p:nvCxnSpPr>
          <p:cNvPr id="354" name="直接箭头连接符 353"/>
          <p:cNvCxnSpPr>
            <a:cxnSpLocks/>
          </p:cNvCxnSpPr>
          <p:nvPr/>
        </p:nvCxnSpPr>
        <p:spPr>
          <a:xfrm>
            <a:off x="6977822" y="6201508"/>
            <a:ext cx="0" cy="242154"/>
          </a:xfrm>
          <a:prstGeom prst="straightConnector1">
            <a:avLst/>
          </a:prstGeom>
          <a:ln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19" name="object_60">
            <a:extLst>
              <a:ext uri="{FF2B5EF4-FFF2-40B4-BE49-F238E27FC236}">
                <a16:creationId xmlns:a16="http://schemas.microsoft.com/office/drawing/2014/main" id="{30F0502F-8074-4FE5-843A-EF462D5F722F}"/>
              </a:ext>
            </a:extLst>
          </p:cNvPr>
          <p:cNvSpPr>
            <a:spLocks noGrp="1"/>
          </p:cNvSpPr>
          <p:nvPr/>
        </p:nvSpPr>
        <p:spPr>
          <a:xfrm>
            <a:off x="5943600" y="6477000"/>
            <a:ext cx="2476500" cy="1743075"/>
          </a:xfrm>
          <a:prstGeom prst="rect">
            <a:avLst/>
          </a:prstGeom>
          <a:solidFill>
            <a:srgbClr val="EEF0F5"/>
          </a:solidFill>
          <a:ln w="16193">
            <a:solidFill>
              <a:srgbClr val="AAB0B8"/>
            </a:solidFill>
          </a:ln>
        </p:spPr>
      </p:sp>
      <p:pic>
        <p:nvPicPr>
          <p:cNvPr id="356" name="图片 35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5086350" y="6262687"/>
            <a:ext cx="1257300" cy="1143000"/>
          </a:xfrm>
          <a:prstGeom prst="rect">
            <a:avLst/>
          </a:prstGeom>
        </p:spPr>
      </p:pic>
      <p:sp>
        <p:nvSpPr>
          <p:cNvPr id="121" name="Supervisor&#10;policy">
            <a:extLst>
              <a:ext uri="{FF2B5EF4-FFF2-40B4-BE49-F238E27FC236}">
                <a16:creationId xmlns:a16="http://schemas.microsoft.com/office/drawing/2014/main" id="{4AF5D4FE-5802-4CD7-B76F-4B5008AF7D7B}"/>
              </a:ext>
            </a:extLst>
          </p:cNvPr>
          <p:cNvSpPr>
            <a:spLocks noGrp="1"/>
          </p:cNvSpPr>
          <p:nvPr/>
        </p:nvSpPr>
        <p:spPr>
          <a:xfrm>
            <a:off x="6686550" y="6596062"/>
            <a:ext cx="1495425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Supervisor</a:t>
            </a:r>
          </a:p>
          <a:p>
            <a:pPr algn="l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22" name="object_61">
            <a:extLst>
              <a:ext uri="{FF2B5EF4-FFF2-40B4-BE49-F238E27FC236}">
                <a16:creationId xmlns:a16="http://schemas.microsoft.com/office/drawing/2014/main" id="{72A4EEEF-8B8E-4868-9089-827BF5BF96CB}"/>
              </a:ext>
            </a:extLst>
          </p:cNvPr>
          <p:cNvSpPr>
            <a:spLocks noGrp="1"/>
          </p:cNvSpPr>
          <p:nvPr/>
        </p:nvSpPr>
        <p:spPr>
          <a:xfrm>
            <a:off x="6981730" y="8315230"/>
            <a:ext cx="191" cy="191"/>
          </a:xfrm>
          <a:prstGeom prst="ellipse">
            <a:avLst/>
          </a:prstGeom>
          <a:noFill/>
          <a:ln w="0">
            <a:noFill/>
          </a:ln>
        </p:spPr>
      </p:sp>
      <p:sp>
        <p:nvSpPr>
          <p:cNvPr id="123" name="object_62">
            <a:extLst>
              <a:ext uri="{FF2B5EF4-FFF2-40B4-BE49-F238E27FC236}">
                <a16:creationId xmlns:a16="http://schemas.microsoft.com/office/drawing/2014/main" id="{2E24F9BD-B986-4435-98F4-2650E3CECA96}"/>
              </a:ext>
            </a:extLst>
          </p:cNvPr>
          <p:cNvSpPr>
            <a:spLocks noGrp="1"/>
          </p:cNvSpPr>
          <p:nvPr/>
        </p:nvSpPr>
        <p:spPr>
          <a:xfrm>
            <a:off x="6981730" y="8420005"/>
            <a:ext cx="191" cy="191"/>
          </a:xfrm>
          <a:prstGeom prst="ellipse">
            <a:avLst/>
          </a:prstGeom>
          <a:noFill/>
          <a:ln w="0">
            <a:noFill/>
          </a:ln>
        </p:spPr>
      </p:sp>
      <p:cxnSp>
        <p:nvCxnSpPr>
          <p:cNvPr id="360" name="直接箭头连接符 359"/>
          <p:cNvCxnSpPr>
            <a:cxnSpLocks/>
          </p:cNvCxnSpPr>
          <p:nvPr/>
        </p:nvCxnSpPr>
        <p:spPr>
          <a:xfrm>
            <a:off x="6992747" y="8248650"/>
            <a:ext cx="0" cy="252412"/>
          </a:xfrm>
          <a:prstGeom prst="straightConnector1">
            <a:avLst/>
          </a:prstGeom>
          <a:ln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25" name="object_63">
            <a:extLst>
              <a:ext uri="{FF2B5EF4-FFF2-40B4-BE49-F238E27FC236}">
                <a16:creationId xmlns:a16="http://schemas.microsoft.com/office/drawing/2014/main" id="{E8EEC531-154E-4A32-A396-2597A5974878}"/>
              </a:ext>
            </a:extLst>
          </p:cNvPr>
          <p:cNvSpPr>
            <a:spLocks noGrp="1"/>
          </p:cNvSpPr>
          <p:nvPr/>
        </p:nvSpPr>
        <p:spPr>
          <a:xfrm>
            <a:off x="5210175" y="8515350"/>
            <a:ext cx="3209925" cy="981075"/>
          </a:xfrm>
          <a:prstGeom prst="rect">
            <a:avLst/>
          </a:prstGeom>
          <a:solidFill>
            <a:srgbClr val="FFFFFF"/>
          </a:solidFill>
          <a:ln w="16193">
            <a:solidFill>
              <a:srgbClr val="AAB0B8"/>
            </a:solidFill>
          </a:ln>
        </p:spPr>
      </p:sp>
      <p:pic>
        <p:nvPicPr>
          <p:cNvPr id="362" name="图片 361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5467350" y="8622149"/>
            <a:ext cx="890948" cy="790717"/>
          </a:xfrm>
          <a:prstGeom prst="rect">
            <a:avLst/>
          </a:prstGeom>
        </p:spPr>
      </p:pic>
      <p:sp>
        <p:nvSpPr>
          <p:cNvPr id="127" name="Safety &amp;&#10;feasibility">
            <a:extLst>
              <a:ext uri="{FF2B5EF4-FFF2-40B4-BE49-F238E27FC236}">
                <a16:creationId xmlns:a16="http://schemas.microsoft.com/office/drawing/2014/main" id="{C819F86E-3ED2-4646-84E4-8E1B1DE4F644}"/>
              </a:ext>
            </a:extLst>
          </p:cNvPr>
          <p:cNvSpPr>
            <a:spLocks noGrp="1"/>
          </p:cNvSpPr>
          <p:nvPr/>
        </p:nvSpPr>
        <p:spPr>
          <a:xfrm>
            <a:off x="6655117" y="8658225"/>
            <a:ext cx="1167765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Safety &amp;</a:t>
            </a:r>
          </a:p>
          <a:p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128" name="object_64">
            <a:extLst>
              <a:ext uri="{FF2B5EF4-FFF2-40B4-BE49-F238E27FC236}">
                <a16:creationId xmlns:a16="http://schemas.microsoft.com/office/drawing/2014/main" id="{D638CE39-31CC-4AD6-A7BD-DCBB88E425AE}"/>
              </a:ext>
            </a:extLst>
          </p:cNvPr>
          <p:cNvSpPr>
            <a:spLocks noGrp="1"/>
          </p:cNvSpPr>
          <p:nvPr/>
        </p:nvSpPr>
        <p:spPr>
          <a:xfrm>
            <a:off x="6981730" y="9572530"/>
            <a:ext cx="191" cy="191"/>
          </a:xfrm>
          <a:prstGeom prst="ellipse">
            <a:avLst/>
          </a:prstGeom>
          <a:noFill/>
          <a:ln w="0">
            <a:noFill/>
          </a:ln>
        </p:spPr>
      </p:sp>
      <p:sp>
        <p:nvSpPr>
          <p:cNvPr id="129" name="object_65">
            <a:extLst>
              <a:ext uri="{FF2B5EF4-FFF2-40B4-BE49-F238E27FC236}">
                <a16:creationId xmlns:a16="http://schemas.microsoft.com/office/drawing/2014/main" id="{156E481D-504B-407A-832F-E16AFFF6DA78}"/>
              </a:ext>
            </a:extLst>
          </p:cNvPr>
          <p:cNvSpPr>
            <a:spLocks noGrp="1"/>
          </p:cNvSpPr>
          <p:nvPr/>
        </p:nvSpPr>
        <p:spPr>
          <a:xfrm>
            <a:off x="6981730" y="10096405"/>
            <a:ext cx="191" cy="191"/>
          </a:xfrm>
          <a:prstGeom prst="ellipse">
            <a:avLst/>
          </a:prstGeom>
          <a:noFill/>
          <a:ln w="0">
            <a:noFill/>
          </a:ln>
        </p:spPr>
      </p:sp>
      <p:cxnSp>
        <p:nvCxnSpPr>
          <p:cNvPr id="366" name="直接箭头连接符 365"/>
          <p:cNvCxnSpPr>
            <a:stCxn id="128" idx="6"/>
            <a:endCxn id="129" idx="2"/>
          </p:cNvCxnSpPr>
          <p:nvPr/>
        </p:nvCxnSpPr>
        <p:spPr>
          <a:xfrm flipH="1">
            <a:off x="6981730" y="9572626"/>
            <a:ext cx="191" cy="523875"/>
          </a:xfrm>
          <a:prstGeom prst="straightConnector1">
            <a:avLst/>
          </a:prstGeom>
          <a:ln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31" name="object_66">
            <a:extLst>
              <a:ext uri="{FF2B5EF4-FFF2-40B4-BE49-F238E27FC236}">
                <a16:creationId xmlns:a16="http://schemas.microsoft.com/office/drawing/2014/main" id="{4347F08E-CDEC-4DA8-9801-DA8DFA1152BA}"/>
              </a:ext>
            </a:extLst>
          </p:cNvPr>
          <p:cNvSpPr>
            <a:spLocks noGrp="1"/>
          </p:cNvSpPr>
          <p:nvPr/>
        </p:nvSpPr>
        <p:spPr>
          <a:xfrm>
            <a:off x="5209775" y="10191750"/>
            <a:ext cx="3210325" cy="981075"/>
          </a:xfrm>
          <a:prstGeom prst="rect">
            <a:avLst/>
          </a:prstGeom>
          <a:solidFill>
            <a:srgbClr val="FFFFFF"/>
          </a:solidFill>
          <a:ln w="16193">
            <a:solidFill>
              <a:srgbClr val="AAB0B8"/>
            </a:solidFill>
          </a:ln>
        </p:spPr>
      </p:sp>
      <p:pic>
        <p:nvPicPr>
          <p:cNvPr id="368" name="图片 367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5419725" y="10236523"/>
            <a:ext cx="813501" cy="901053"/>
          </a:xfrm>
          <a:prstGeom prst="rect">
            <a:avLst/>
          </a:prstGeom>
        </p:spPr>
      </p:pic>
      <p:sp>
        <p:nvSpPr>
          <p:cNvPr id="133" name="Executor">
            <a:extLst>
              <a:ext uri="{FF2B5EF4-FFF2-40B4-BE49-F238E27FC236}">
                <a16:creationId xmlns:a16="http://schemas.microsoft.com/office/drawing/2014/main" id="{A5D0A6A4-91BB-4273-9E39-CD7CDCE9CDF8}"/>
              </a:ext>
            </a:extLst>
          </p:cNvPr>
          <p:cNvSpPr>
            <a:spLocks noGrp="1"/>
          </p:cNvSpPr>
          <p:nvPr/>
        </p:nvSpPr>
        <p:spPr>
          <a:xfrm>
            <a:off x="6734175" y="10315575"/>
            <a:ext cx="1163955" cy="733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Executor</a:t>
            </a:r>
          </a:p>
        </p:txBody>
      </p:sp>
      <p:sp>
        <p:nvSpPr>
          <p:cNvPr id="134" name="object_67">
            <a:extLst>
              <a:ext uri="{FF2B5EF4-FFF2-40B4-BE49-F238E27FC236}">
                <a16:creationId xmlns:a16="http://schemas.microsoft.com/office/drawing/2014/main" id="{5006505C-CB17-4EB1-A89B-046F00958241}"/>
              </a:ext>
            </a:extLst>
          </p:cNvPr>
          <p:cNvSpPr>
            <a:spLocks noGrp="1"/>
          </p:cNvSpPr>
          <p:nvPr/>
        </p:nvSpPr>
        <p:spPr>
          <a:xfrm>
            <a:off x="5194407" y="11763375"/>
            <a:ext cx="3235218" cy="895350"/>
          </a:xfrm>
          <a:prstGeom prst="rect">
            <a:avLst/>
          </a:prstGeom>
          <a:solidFill>
            <a:srgbClr val="F5F7FC"/>
          </a:solidFill>
          <a:ln w="16193">
            <a:solidFill>
              <a:srgbClr val="AAB0B8"/>
            </a:solidFill>
          </a:ln>
        </p:spPr>
      </p:sp>
      <p:pic>
        <p:nvPicPr>
          <p:cNvPr id="371" name="图片 370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420064" y="11849100"/>
            <a:ext cx="494623" cy="438150"/>
          </a:xfrm>
          <a:prstGeom prst="rect">
            <a:avLst/>
          </a:prstGeom>
        </p:spPr>
      </p:pic>
      <p:sp>
        <p:nvSpPr>
          <p:cNvPr id="136" name="SUMO + BlueSky">
            <a:extLst>
              <a:ext uri="{FF2B5EF4-FFF2-40B4-BE49-F238E27FC236}">
                <a16:creationId xmlns:a16="http://schemas.microsoft.com/office/drawing/2014/main" id="{B81C45D8-E39F-49B5-B9C1-8B87A15CB121}"/>
              </a:ext>
            </a:extLst>
          </p:cNvPr>
          <p:cNvSpPr>
            <a:spLocks noGrp="1"/>
          </p:cNvSpPr>
          <p:nvPr/>
        </p:nvSpPr>
        <p:spPr>
          <a:xfrm>
            <a:off x="6280657" y="11894123"/>
            <a:ext cx="20764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dirty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SUMO + BlueSky</a:t>
            </a:r>
          </a:p>
        </p:txBody>
      </p:sp>
      <p:sp>
        <p:nvSpPr>
          <p:cNvPr id="137" name="object_68">
            <a:extLst>
              <a:ext uri="{FF2B5EF4-FFF2-40B4-BE49-F238E27FC236}">
                <a16:creationId xmlns:a16="http://schemas.microsoft.com/office/drawing/2014/main" id="{814E9039-95D9-44F0-962D-24FD2665F443}"/>
              </a:ext>
            </a:extLst>
          </p:cNvPr>
          <p:cNvSpPr>
            <a:spLocks noGrp="1"/>
          </p:cNvSpPr>
          <p:nvPr/>
        </p:nvSpPr>
        <p:spPr>
          <a:xfrm>
            <a:off x="6981730" y="11277505"/>
            <a:ext cx="191" cy="191"/>
          </a:xfrm>
          <a:prstGeom prst="ellipse">
            <a:avLst/>
          </a:prstGeom>
          <a:noFill/>
          <a:ln w="0">
            <a:noFill/>
          </a:ln>
        </p:spPr>
      </p:sp>
      <p:sp>
        <p:nvSpPr>
          <p:cNvPr id="138" name="object_69">
            <a:extLst>
              <a:ext uri="{FF2B5EF4-FFF2-40B4-BE49-F238E27FC236}">
                <a16:creationId xmlns:a16="http://schemas.microsoft.com/office/drawing/2014/main" id="{3D06E586-0A51-41BF-B992-5060C3CF009F}"/>
              </a:ext>
            </a:extLst>
          </p:cNvPr>
          <p:cNvSpPr>
            <a:spLocks noGrp="1"/>
          </p:cNvSpPr>
          <p:nvPr/>
        </p:nvSpPr>
        <p:spPr>
          <a:xfrm>
            <a:off x="6981730" y="11668030"/>
            <a:ext cx="191" cy="191"/>
          </a:xfrm>
          <a:prstGeom prst="ellipse">
            <a:avLst/>
          </a:prstGeom>
          <a:noFill/>
          <a:ln w="0">
            <a:noFill/>
          </a:ln>
        </p:spPr>
      </p:sp>
      <p:cxnSp>
        <p:nvCxnSpPr>
          <p:cNvPr id="375" name="直接箭头连接符 374"/>
          <p:cNvCxnSpPr>
            <a:stCxn id="137" idx="6"/>
            <a:endCxn id="138" idx="2"/>
          </p:cNvCxnSpPr>
          <p:nvPr/>
        </p:nvCxnSpPr>
        <p:spPr>
          <a:xfrm flipH="1">
            <a:off x="6981730" y="11277601"/>
            <a:ext cx="191" cy="390525"/>
          </a:xfrm>
          <a:prstGeom prst="straightConnector1">
            <a:avLst/>
          </a:prstGeom>
          <a:ln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40" name="path_70">
            <a:extLst>
              <a:ext uri="{FF2B5EF4-FFF2-40B4-BE49-F238E27FC236}">
                <a16:creationId xmlns:a16="http://schemas.microsoft.com/office/drawing/2014/main" id="{E5337F78-3C0C-4380-B472-72589212D1E3}"/>
              </a:ext>
            </a:extLst>
          </p:cNvPr>
          <p:cNvSpPr>
            <a:spLocks noGrp="1"/>
          </p:cNvSpPr>
          <p:nvPr/>
        </p:nvSpPr>
        <p:spPr>
          <a:xfrm>
            <a:off x="8591550" y="2305050"/>
            <a:ext cx="95" cy="9906000"/>
          </a:xfrm>
          <a:custGeom>
            <a:avLst/>
            <a:gdLst/>
            <a:ahLst/>
            <a:cxnLst/>
            <a:rect l="0" t="0" r="0" b="0"/>
            <a:pathLst>
              <a:path w="95" h="9906000">
                <a:moveTo>
                  <a:pt x="0" y="0"/>
                </a:moveTo>
                <a:lnTo>
                  <a:pt x="0" y="9906000"/>
                </a:lnTo>
              </a:path>
            </a:pathLst>
          </a:custGeom>
          <a:noFill/>
          <a:ln w="21908">
            <a:solidFill>
              <a:srgbClr val="D78A3A"/>
            </a:solidFill>
            <a:prstDash val="dash"/>
          </a:ln>
        </p:spPr>
      </p:sp>
      <p:sp>
        <p:nvSpPr>
          <p:cNvPr id="141" name="object_71">
            <a:extLst>
              <a:ext uri="{FF2B5EF4-FFF2-40B4-BE49-F238E27FC236}">
                <a16:creationId xmlns:a16="http://schemas.microsoft.com/office/drawing/2014/main" id="{5592EA25-DE7E-4838-B93D-E9E159B6BE78}"/>
              </a:ext>
            </a:extLst>
          </p:cNvPr>
          <p:cNvSpPr>
            <a:spLocks noGrp="1"/>
          </p:cNvSpPr>
          <p:nvPr/>
        </p:nvSpPr>
        <p:spPr>
          <a:xfrm>
            <a:off x="8591455" y="2304955"/>
            <a:ext cx="191" cy="191"/>
          </a:xfrm>
          <a:prstGeom prst="ellipse">
            <a:avLst/>
          </a:prstGeom>
          <a:noFill/>
          <a:ln w="0">
            <a:noFill/>
          </a:ln>
        </p:spPr>
      </p:sp>
      <p:sp>
        <p:nvSpPr>
          <p:cNvPr id="142" name="object_72">
            <a:extLst>
              <a:ext uri="{FF2B5EF4-FFF2-40B4-BE49-F238E27FC236}">
                <a16:creationId xmlns:a16="http://schemas.microsoft.com/office/drawing/2014/main" id="{967F6D75-4411-4F92-929B-04AB4FE28753}"/>
              </a:ext>
            </a:extLst>
          </p:cNvPr>
          <p:cNvSpPr>
            <a:spLocks noGrp="1"/>
          </p:cNvSpPr>
          <p:nvPr/>
        </p:nvSpPr>
        <p:spPr>
          <a:xfrm>
            <a:off x="8429530" y="2304955"/>
            <a:ext cx="191" cy="191"/>
          </a:xfrm>
          <a:prstGeom prst="ellipse">
            <a:avLst/>
          </a:prstGeom>
          <a:noFill/>
          <a:ln w="0">
            <a:noFill/>
          </a:ln>
        </p:spPr>
      </p:sp>
      <p:cxnSp>
        <p:nvCxnSpPr>
          <p:cNvPr id="379" name="直接箭头连接符 378"/>
          <p:cNvCxnSpPr>
            <a:stCxn id="141" idx="6"/>
            <a:endCxn id="142" idx="2"/>
          </p:cNvCxnSpPr>
          <p:nvPr/>
        </p:nvCxnSpPr>
        <p:spPr>
          <a:xfrm flipH="1">
            <a:off x="8429530" y="2305051"/>
            <a:ext cx="162116" cy="0"/>
          </a:xfrm>
          <a:prstGeom prst="straightConnector1">
            <a:avLst/>
          </a:prstGeom>
          <a:ln w="21908">
            <a:solidFill>
              <a:srgbClr val="D78A3A"/>
            </a:solidFill>
            <a:prstDash val="dash"/>
            <a:tailEnd type="triangle" w="med" len="med"/>
          </a:ln>
        </p:spPr>
      </p:cxnSp>
      <p:sp>
        <p:nvSpPr>
          <p:cNvPr id="144" name="path_73">
            <a:extLst>
              <a:ext uri="{FF2B5EF4-FFF2-40B4-BE49-F238E27FC236}">
                <a16:creationId xmlns:a16="http://schemas.microsoft.com/office/drawing/2014/main" id="{AAB7A051-FC6F-4B11-9213-06672C5F3096}"/>
              </a:ext>
            </a:extLst>
          </p:cNvPr>
          <p:cNvSpPr>
            <a:spLocks noGrp="1"/>
          </p:cNvSpPr>
          <p:nvPr/>
        </p:nvSpPr>
        <p:spPr>
          <a:xfrm>
            <a:off x="8429625" y="12211050"/>
            <a:ext cx="161925" cy="95"/>
          </a:xfrm>
          <a:custGeom>
            <a:avLst/>
            <a:gdLst/>
            <a:ahLst/>
            <a:cxnLst/>
            <a:rect l="0" t="0" r="0" b="0"/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21908">
            <a:solidFill>
              <a:srgbClr val="D78A3A"/>
            </a:solidFill>
            <a:prstDash val="dash"/>
          </a:ln>
        </p:spPr>
      </p:sp>
      <p:sp>
        <p:nvSpPr>
          <p:cNvPr id="146" name="Feedback">
            <a:extLst>
              <a:ext uri="{FF2B5EF4-FFF2-40B4-BE49-F238E27FC236}">
                <a16:creationId xmlns:a16="http://schemas.microsoft.com/office/drawing/2014/main" id="{2A304384-11C4-441D-B292-D74B4A38EA6F}"/>
              </a:ext>
            </a:extLst>
          </p:cNvPr>
          <p:cNvSpPr>
            <a:spLocks noGrp="1"/>
          </p:cNvSpPr>
          <p:nvPr/>
        </p:nvSpPr>
        <p:spPr>
          <a:xfrm>
            <a:off x="7648575" y="9544050"/>
            <a:ext cx="9906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AE6C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AE6C32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147" name="B0 Ground    B1 Rule">
            <a:extLst>
              <a:ext uri="{FF2B5EF4-FFF2-40B4-BE49-F238E27FC236}">
                <a16:creationId xmlns:a16="http://schemas.microsoft.com/office/drawing/2014/main" id="{C6B056CA-F77A-45C3-9DC6-4D91A3671A2A}"/>
              </a:ext>
            </a:extLst>
          </p:cNvPr>
          <p:cNvSpPr>
            <a:spLocks noGrp="1"/>
          </p:cNvSpPr>
          <p:nvPr/>
        </p:nvSpPr>
        <p:spPr>
          <a:xfrm>
            <a:off x="6067425" y="74866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B0 Ground    B1 Rule</a:t>
            </a:r>
          </a:p>
        </p:txBody>
      </p:sp>
      <p:sp>
        <p:nvSpPr>
          <p:cNvPr id="148" name="B2 Heuristic  B4b LLM">
            <a:extLst>
              <a:ext uri="{FF2B5EF4-FFF2-40B4-BE49-F238E27FC236}">
                <a16:creationId xmlns:a16="http://schemas.microsoft.com/office/drawing/2014/main" id="{971DC240-FF16-4F34-8326-3A1E58A0EF74}"/>
              </a:ext>
            </a:extLst>
          </p:cNvPr>
          <p:cNvSpPr>
            <a:spLocks noGrp="1"/>
          </p:cNvSpPr>
          <p:nvPr/>
        </p:nvSpPr>
        <p:spPr>
          <a:xfrm>
            <a:off x="6019800" y="7734300"/>
            <a:ext cx="23431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B2 Heuristic  B4b LLM</a:t>
            </a:r>
          </a:p>
        </p:txBody>
      </p:sp>
      <p:sp>
        <p:nvSpPr>
          <p:cNvPr id="149" name="B4a: interface ablation">
            <a:extLst>
              <a:ext uri="{FF2B5EF4-FFF2-40B4-BE49-F238E27FC236}">
                <a16:creationId xmlns:a16="http://schemas.microsoft.com/office/drawing/2014/main" id="{E686D60A-6663-4371-AE47-401FAE86691B}"/>
              </a:ext>
            </a:extLst>
          </p:cNvPr>
          <p:cNvSpPr>
            <a:spLocks noGrp="1"/>
          </p:cNvSpPr>
          <p:nvPr/>
        </p:nvSpPr>
        <p:spPr>
          <a:xfrm>
            <a:off x="6000750" y="7991475"/>
            <a:ext cx="23907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68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68707A"/>
                </a:solidFill>
                <a:latin typeface="Times New Roman"/>
                <a:ea typeface="Times New Roman"/>
                <a:cs typeface="Times New Roman"/>
              </a:rPr>
              <a:t>B4a: interface ablation</a:t>
            </a:r>
          </a:p>
        </p:txBody>
      </p:sp>
      <p:sp>
        <p:nvSpPr>
          <p:cNvPr id="150" name="Independent local contingency">
            <a:extLst>
              <a:ext uri="{FF2B5EF4-FFF2-40B4-BE49-F238E27FC236}">
                <a16:creationId xmlns:a16="http://schemas.microsoft.com/office/drawing/2014/main" id="{531EF4ED-633C-4E51-8C97-25C449E1AB42}"/>
              </a:ext>
            </a:extLst>
          </p:cNvPr>
          <p:cNvSpPr>
            <a:spLocks noGrp="1"/>
          </p:cNvSpPr>
          <p:nvPr/>
        </p:nvSpPr>
        <p:spPr>
          <a:xfrm>
            <a:off x="5276850" y="12334875"/>
            <a:ext cx="32956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Independent local contingency</a:t>
            </a:r>
          </a:p>
        </p:txBody>
      </p:sp>
      <p:sp>
        <p:nvSpPr>
          <p:cNvPr id="151" name="Scenarios">
            <a:extLst>
              <a:ext uri="{FF2B5EF4-FFF2-40B4-BE49-F238E27FC236}">
                <a16:creationId xmlns:a16="http://schemas.microsoft.com/office/drawing/2014/main" id="{5B6AB1A9-B7A7-4AAC-8603-9B23BF53551E}"/>
              </a:ext>
            </a:extLst>
          </p:cNvPr>
          <p:cNvSpPr>
            <a:spLocks noGrp="1"/>
          </p:cNvSpPr>
          <p:nvPr/>
        </p:nvSpPr>
        <p:spPr>
          <a:xfrm>
            <a:off x="9029700" y="1609725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2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Scenarios</a:t>
            </a:r>
          </a:p>
        </p:txBody>
      </p:sp>
      <p:sp>
        <p:nvSpPr>
          <p:cNvPr id="152" name="path_75">
            <a:extLst>
              <a:ext uri="{FF2B5EF4-FFF2-40B4-BE49-F238E27FC236}">
                <a16:creationId xmlns:a16="http://schemas.microsoft.com/office/drawing/2014/main" id="{F7A48050-9E61-42DD-A45F-029E3608AC53}"/>
              </a:ext>
            </a:extLst>
          </p:cNvPr>
          <p:cNvSpPr>
            <a:spLocks noGrp="1"/>
          </p:cNvSpPr>
          <p:nvPr/>
        </p:nvSpPr>
        <p:spPr>
          <a:xfrm>
            <a:off x="9010650" y="2000250"/>
            <a:ext cx="4467225" cy="95"/>
          </a:xfrm>
          <a:custGeom>
            <a:avLst/>
            <a:gdLst/>
            <a:ahLst/>
            <a:cxnLst/>
            <a:rect l="0" t="0" r="0" b="0"/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/>
          <a:ln w="11430">
            <a:solidFill>
              <a:srgbClr val="AAB0B8"/>
            </a:solidFill>
            <a:prstDash val="dash"/>
          </a:ln>
        </p:spPr>
      </p:sp>
      <p:sp>
        <p:nvSpPr>
          <p:cNvPr id="153" name="path_76">
            <a:extLst>
              <a:ext uri="{FF2B5EF4-FFF2-40B4-BE49-F238E27FC236}">
                <a16:creationId xmlns:a16="http://schemas.microsoft.com/office/drawing/2014/main" id="{BD135445-E62B-405A-B091-2E76E05CE674}"/>
              </a:ext>
            </a:extLst>
          </p:cNvPr>
          <p:cNvSpPr>
            <a:spLocks noGrp="1"/>
          </p:cNvSpPr>
          <p:nvPr/>
        </p:nvSpPr>
        <p:spPr>
          <a:xfrm>
            <a:off x="11239500" y="2152650"/>
            <a:ext cx="95" cy="5943600"/>
          </a:xfrm>
          <a:custGeom>
            <a:avLst/>
            <a:gdLst/>
            <a:ahLst/>
            <a:cxnLst/>
            <a:rect l="0" t="0" r="0" b="0"/>
            <a:pathLst>
              <a:path w="95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noFill/>
          <a:ln w="11430">
            <a:solidFill>
              <a:srgbClr val="AAB0B8"/>
            </a:solidFill>
            <a:prstDash val="dash"/>
          </a:ln>
        </p:spPr>
      </p:sp>
      <p:sp>
        <p:nvSpPr>
          <p:cNvPr id="154" name="path_77">
            <a:extLst>
              <a:ext uri="{FF2B5EF4-FFF2-40B4-BE49-F238E27FC236}">
                <a16:creationId xmlns:a16="http://schemas.microsoft.com/office/drawing/2014/main" id="{2668A81F-9105-43C7-9AB7-98A39C8AFFEC}"/>
              </a:ext>
            </a:extLst>
          </p:cNvPr>
          <p:cNvSpPr>
            <a:spLocks noGrp="1"/>
          </p:cNvSpPr>
          <p:nvPr/>
        </p:nvSpPr>
        <p:spPr>
          <a:xfrm>
            <a:off x="9010650" y="5086350"/>
            <a:ext cx="4467225" cy="95"/>
          </a:xfrm>
          <a:custGeom>
            <a:avLst/>
            <a:gdLst/>
            <a:ahLst/>
            <a:cxnLst/>
            <a:rect l="0" t="0" r="0" b="0"/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/>
          <a:ln w="11430">
            <a:solidFill>
              <a:srgbClr val="AAB0B8"/>
            </a:solidFill>
            <a:prstDash val="dash"/>
          </a:ln>
        </p:spPr>
      </p:sp>
      <p:sp>
        <p:nvSpPr>
          <p:cNvPr id="155" name="object_78">
            <a:extLst>
              <a:ext uri="{FF2B5EF4-FFF2-40B4-BE49-F238E27FC236}">
                <a16:creationId xmlns:a16="http://schemas.microsoft.com/office/drawing/2014/main" id="{44232B97-881E-40C4-BA34-ADDECECF7B9F}"/>
              </a:ext>
            </a:extLst>
          </p:cNvPr>
          <p:cNvSpPr>
            <a:spLocks noGrp="1"/>
          </p:cNvSpPr>
          <p:nvPr/>
        </p:nvSpPr>
        <p:spPr>
          <a:xfrm>
            <a:off x="9058275" y="2219325"/>
            <a:ext cx="552450" cy="400050"/>
          </a:xfrm>
          <a:prstGeom prst="rect">
            <a:avLst/>
          </a:prstGeom>
          <a:solidFill>
            <a:srgbClr val="386AA4"/>
          </a:solidFill>
          <a:ln w="12383">
            <a:solidFill>
              <a:srgbClr val="41536B"/>
            </a:solidFill>
          </a:ln>
        </p:spPr>
      </p:sp>
      <p:sp>
        <p:nvSpPr>
          <p:cNvPr id="156" name="E1">
            <a:extLst>
              <a:ext uri="{FF2B5EF4-FFF2-40B4-BE49-F238E27FC236}">
                <a16:creationId xmlns:a16="http://schemas.microsoft.com/office/drawing/2014/main" id="{A14FCAD1-7B29-4C12-83E3-B174513D37A3}"/>
              </a:ext>
            </a:extLst>
          </p:cNvPr>
          <p:cNvSpPr>
            <a:spLocks noGrp="1"/>
          </p:cNvSpPr>
          <p:nvPr/>
        </p:nvSpPr>
        <p:spPr>
          <a:xfrm>
            <a:off x="9058275" y="2219325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E1</a:t>
            </a:r>
          </a:p>
        </p:txBody>
      </p:sp>
      <p:sp>
        <p:nvSpPr>
          <p:cNvPr id="157" name="Selective&#10;air support">
            <a:extLst>
              <a:ext uri="{FF2B5EF4-FFF2-40B4-BE49-F238E27FC236}">
                <a16:creationId xmlns:a16="http://schemas.microsoft.com/office/drawing/2014/main" id="{6774823D-61D8-4C41-ABAB-EEDD34B6BAF8}"/>
              </a:ext>
            </a:extLst>
          </p:cNvPr>
          <p:cNvSpPr>
            <a:spLocks noGrp="1"/>
          </p:cNvSpPr>
          <p:nvPr/>
        </p:nvSpPr>
        <p:spPr>
          <a:xfrm>
            <a:off x="9686925" y="2190750"/>
            <a:ext cx="1619250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Selective</a:t>
            </a:r>
          </a:p>
          <a:p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 support</a:t>
            </a:r>
          </a:p>
        </p:txBody>
      </p:sp>
      <p:pic>
        <p:nvPicPr>
          <p:cNvPr id="394" name="图片 393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9024013" y="2943225"/>
            <a:ext cx="2106874" cy="2076450"/>
          </a:xfrm>
          <a:prstGeom prst="rect">
            <a:avLst/>
          </a:prstGeom>
        </p:spPr>
      </p:pic>
      <p:sp>
        <p:nvSpPr>
          <p:cNvPr id="159" name="object_79">
            <a:extLst>
              <a:ext uri="{FF2B5EF4-FFF2-40B4-BE49-F238E27FC236}">
                <a16:creationId xmlns:a16="http://schemas.microsoft.com/office/drawing/2014/main" id="{692B5D0B-7B16-42FE-ABF7-138B59A9DB82}"/>
              </a:ext>
            </a:extLst>
          </p:cNvPr>
          <p:cNvSpPr>
            <a:spLocks noGrp="1"/>
          </p:cNvSpPr>
          <p:nvPr/>
        </p:nvSpPr>
        <p:spPr>
          <a:xfrm>
            <a:off x="11372850" y="2219325"/>
            <a:ext cx="552450" cy="400050"/>
          </a:xfrm>
          <a:prstGeom prst="rect">
            <a:avLst/>
          </a:prstGeom>
          <a:solidFill>
            <a:srgbClr val="386AA4"/>
          </a:solidFill>
          <a:ln w="12383">
            <a:solidFill>
              <a:srgbClr val="41536B"/>
            </a:solidFill>
          </a:ln>
        </p:spPr>
      </p:sp>
      <p:sp>
        <p:nvSpPr>
          <p:cNvPr id="160" name="E2">
            <a:extLst>
              <a:ext uri="{FF2B5EF4-FFF2-40B4-BE49-F238E27FC236}">
                <a16:creationId xmlns:a16="http://schemas.microsoft.com/office/drawing/2014/main" id="{16390CB2-6AD1-4D8A-904C-58ADEE1EEDE0}"/>
              </a:ext>
            </a:extLst>
          </p:cNvPr>
          <p:cNvSpPr>
            <a:spLocks noGrp="1"/>
          </p:cNvSpPr>
          <p:nvPr/>
        </p:nvSpPr>
        <p:spPr>
          <a:xfrm>
            <a:off x="11372850" y="2219325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E2</a:t>
            </a:r>
          </a:p>
        </p:txBody>
      </p:sp>
      <p:sp>
        <p:nvSpPr>
          <p:cNvPr id="161" name="Air-layer&#10;reconfiguration">
            <a:extLst>
              <a:ext uri="{FF2B5EF4-FFF2-40B4-BE49-F238E27FC236}">
                <a16:creationId xmlns:a16="http://schemas.microsoft.com/office/drawing/2014/main" id="{718EE610-A837-4062-87C2-65597E608633}"/>
              </a:ext>
            </a:extLst>
          </p:cNvPr>
          <p:cNvSpPr>
            <a:spLocks noGrp="1"/>
          </p:cNvSpPr>
          <p:nvPr/>
        </p:nvSpPr>
        <p:spPr>
          <a:xfrm>
            <a:off x="12001500" y="2190750"/>
            <a:ext cx="1619250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Air-layer</a:t>
            </a:r>
          </a:p>
          <a:p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reconfiguration</a:t>
            </a:r>
          </a:p>
        </p:txBody>
      </p:sp>
      <p:pic>
        <p:nvPicPr>
          <p:cNvPr id="398" name="图片 397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11342264" y="2943225"/>
            <a:ext cx="2099522" cy="2076450"/>
          </a:xfrm>
          <a:prstGeom prst="rect">
            <a:avLst/>
          </a:prstGeom>
        </p:spPr>
      </p:pic>
      <p:sp>
        <p:nvSpPr>
          <p:cNvPr id="163" name="object_80">
            <a:extLst>
              <a:ext uri="{FF2B5EF4-FFF2-40B4-BE49-F238E27FC236}">
                <a16:creationId xmlns:a16="http://schemas.microsoft.com/office/drawing/2014/main" id="{496C3542-FEE8-4E3E-BAF5-7A460EEE0B37}"/>
              </a:ext>
            </a:extLst>
          </p:cNvPr>
          <p:cNvSpPr>
            <a:spLocks noGrp="1"/>
          </p:cNvSpPr>
          <p:nvPr/>
        </p:nvSpPr>
        <p:spPr>
          <a:xfrm>
            <a:off x="9058275" y="5286375"/>
            <a:ext cx="552450" cy="400050"/>
          </a:xfrm>
          <a:prstGeom prst="rect">
            <a:avLst/>
          </a:prstGeom>
          <a:solidFill>
            <a:srgbClr val="477F60"/>
          </a:solidFill>
          <a:ln w="12383">
            <a:solidFill>
              <a:srgbClr val="41536B"/>
            </a:solidFill>
          </a:ln>
        </p:spPr>
      </p:sp>
      <p:sp>
        <p:nvSpPr>
          <p:cNvPr id="164" name="E3">
            <a:extLst>
              <a:ext uri="{FF2B5EF4-FFF2-40B4-BE49-F238E27FC236}">
                <a16:creationId xmlns:a16="http://schemas.microsoft.com/office/drawing/2014/main" id="{4B9CCB7E-52CC-4BFB-BD10-47AD56BD36F8}"/>
              </a:ext>
            </a:extLst>
          </p:cNvPr>
          <p:cNvSpPr>
            <a:spLocks noGrp="1"/>
          </p:cNvSpPr>
          <p:nvPr/>
        </p:nvSpPr>
        <p:spPr>
          <a:xfrm>
            <a:off x="9058275" y="5286375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E3</a:t>
            </a:r>
          </a:p>
        </p:txBody>
      </p:sp>
      <p:sp>
        <p:nvSpPr>
          <p:cNvPr id="165" name="Compound&#10;disturbance">
            <a:extLst>
              <a:ext uri="{FF2B5EF4-FFF2-40B4-BE49-F238E27FC236}">
                <a16:creationId xmlns:a16="http://schemas.microsoft.com/office/drawing/2014/main" id="{DB4AA145-4456-49AE-BFBF-8CA0763304E4}"/>
              </a:ext>
            </a:extLst>
          </p:cNvPr>
          <p:cNvSpPr>
            <a:spLocks noGrp="1"/>
          </p:cNvSpPr>
          <p:nvPr/>
        </p:nvSpPr>
        <p:spPr>
          <a:xfrm>
            <a:off x="9686925" y="5257800"/>
            <a:ext cx="1619250" cy="752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Compound</a:t>
            </a:r>
          </a:p>
          <a:p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disturbance</a:t>
            </a:r>
          </a:p>
        </p:txBody>
      </p:sp>
      <p:pic>
        <p:nvPicPr>
          <p:cNvPr id="402" name="图片 401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023957" y="6010275"/>
            <a:ext cx="2106986" cy="2076450"/>
          </a:xfrm>
          <a:prstGeom prst="rect">
            <a:avLst/>
          </a:prstGeom>
        </p:spPr>
      </p:pic>
      <p:sp>
        <p:nvSpPr>
          <p:cNvPr id="168" name="path_82">
            <a:extLst>
              <a:ext uri="{FF2B5EF4-FFF2-40B4-BE49-F238E27FC236}">
                <a16:creationId xmlns:a16="http://schemas.microsoft.com/office/drawing/2014/main" id="{8C25F8DB-B95D-40B3-9E7B-AA5D6200EE55}"/>
              </a:ext>
            </a:extLst>
          </p:cNvPr>
          <p:cNvSpPr>
            <a:spLocks noGrp="1"/>
          </p:cNvSpPr>
          <p:nvPr/>
        </p:nvSpPr>
        <p:spPr>
          <a:xfrm>
            <a:off x="9344025" y="6200775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/>
          <a:ln w="114300">
            <a:solidFill>
              <a:srgbClr val="FFFFFF"/>
            </a:solidFill>
            <a:prstDash val="solid"/>
          </a:ln>
        </p:spPr>
      </p:sp>
      <p:sp>
        <p:nvSpPr>
          <p:cNvPr id="169" name="path_83">
            <a:extLst>
              <a:ext uri="{FF2B5EF4-FFF2-40B4-BE49-F238E27FC236}">
                <a16:creationId xmlns:a16="http://schemas.microsoft.com/office/drawing/2014/main" id="{E50B08DD-19BC-4AC7-9143-FD4B0B1F4695}"/>
              </a:ext>
            </a:extLst>
          </p:cNvPr>
          <p:cNvSpPr>
            <a:spLocks noGrp="1"/>
          </p:cNvSpPr>
          <p:nvPr/>
        </p:nvSpPr>
        <p:spPr>
          <a:xfrm>
            <a:off x="9228764" y="64198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170" name="path_84">
            <a:extLst>
              <a:ext uri="{FF2B5EF4-FFF2-40B4-BE49-F238E27FC236}">
                <a16:creationId xmlns:a16="http://schemas.microsoft.com/office/drawing/2014/main" id="{FA8DFF02-B859-485A-ADC6-5379AD95F235}"/>
              </a:ext>
            </a:extLst>
          </p:cNvPr>
          <p:cNvSpPr>
            <a:spLocks noGrp="1"/>
          </p:cNvSpPr>
          <p:nvPr/>
        </p:nvSpPr>
        <p:spPr>
          <a:xfrm>
            <a:off x="9221080" y="6419850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173" name="path_87">
            <a:extLst>
              <a:ext uri="{FF2B5EF4-FFF2-40B4-BE49-F238E27FC236}">
                <a16:creationId xmlns:a16="http://schemas.microsoft.com/office/drawing/2014/main" id="{E22762E1-F69E-4602-8C70-691EDF003EC4}"/>
              </a:ext>
            </a:extLst>
          </p:cNvPr>
          <p:cNvSpPr>
            <a:spLocks noGrp="1"/>
          </p:cNvSpPr>
          <p:nvPr/>
        </p:nvSpPr>
        <p:spPr>
          <a:xfrm>
            <a:off x="10325020" y="6805772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174" name="path_88">
            <a:extLst>
              <a:ext uri="{FF2B5EF4-FFF2-40B4-BE49-F238E27FC236}">
                <a16:creationId xmlns:a16="http://schemas.microsoft.com/office/drawing/2014/main" id="{B977B4C3-F6A7-4329-994A-78C916F556BA}"/>
              </a:ext>
            </a:extLst>
          </p:cNvPr>
          <p:cNvSpPr>
            <a:spLocks noGrp="1"/>
          </p:cNvSpPr>
          <p:nvPr/>
        </p:nvSpPr>
        <p:spPr>
          <a:xfrm>
            <a:off x="10325020" y="6803931"/>
            <a:ext cx="247650" cy="247650"/>
          </a:xfrm>
          <a:custGeom>
            <a:avLst/>
            <a:gdLst/>
            <a:ahLst/>
            <a:cxnLst/>
            <a:rect l="0" t="0" r="0" b="0"/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/>
          <a:ln w="66675">
            <a:solidFill>
              <a:srgbClr val="B52935"/>
            </a:solidFill>
            <a:prstDash val="solid"/>
          </a:ln>
        </p:spPr>
      </p:sp>
      <p:sp>
        <p:nvSpPr>
          <p:cNvPr id="175" name="object_89">
            <a:extLst>
              <a:ext uri="{FF2B5EF4-FFF2-40B4-BE49-F238E27FC236}">
                <a16:creationId xmlns:a16="http://schemas.microsoft.com/office/drawing/2014/main" id="{86D988C5-9674-4A32-8F18-AD7B8BAA29F4}"/>
              </a:ext>
            </a:extLst>
          </p:cNvPr>
          <p:cNvSpPr>
            <a:spLocks noGrp="1"/>
          </p:cNvSpPr>
          <p:nvPr/>
        </p:nvSpPr>
        <p:spPr>
          <a:xfrm>
            <a:off x="11372850" y="5286375"/>
            <a:ext cx="552450" cy="400050"/>
          </a:xfrm>
          <a:prstGeom prst="rect">
            <a:avLst/>
          </a:prstGeom>
          <a:solidFill>
            <a:srgbClr val="D78A3A"/>
          </a:solidFill>
          <a:ln w="12383">
            <a:solidFill>
              <a:srgbClr val="41536B"/>
            </a:solidFill>
          </a:ln>
        </p:spPr>
      </p:sp>
      <p:sp>
        <p:nvSpPr>
          <p:cNvPr id="176" name="E4">
            <a:extLst>
              <a:ext uri="{FF2B5EF4-FFF2-40B4-BE49-F238E27FC236}">
                <a16:creationId xmlns:a16="http://schemas.microsoft.com/office/drawing/2014/main" id="{9F1B6092-54B3-4D88-AD20-C74667594E08}"/>
              </a:ext>
            </a:extLst>
          </p:cNvPr>
          <p:cNvSpPr>
            <a:spLocks noGrp="1"/>
          </p:cNvSpPr>
          <p:nvPr/>
        </p:nvSpPr>
        <p:spPr>
          <a:xfrm>
            <a:off x="11372850" y="5286375"/>
            <a:ext cx="5524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E4</a:t>
            </a:r>
          </a:p>
        </p:txBody>
      </p:sp>
      <p:sp>
        <p:nvSpPr>
          <p:cNvPr id="177" name="Observation /&#10;execution /&#10;input burden">
            <a:extLst>
              <a:ext uri="{FF2B5EF4-FFF2-40B4-BE49-F238E27FC236}">
                <a16:creationId xmlns:a16="http://schemas.microsoft.com/office/drawing/2014/main" id="{DEECC23F-1FCE-4C86-BC24-4A794FC367E2}"/>
              </a:ext>
            </a:extLst>
          </p:cNvPr>
          <p:cNvSpPr>
            <a:spLocks noGrp="1"/>
          </p:cNvSpPr>
          <p:nvPr/>
        </p:nvSpPr>
        <p:spPr>
          <a:xfrm>
            <a:off x="12001500" y="5256848"/>
            <a:ext cx="1619250" cy="7543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Observation /</a:t>
            </a:r>
          </a:p>
          <a:p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execution /</a:t>
            </a:r>
          </a:p>
          <a:p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input burden</a:t>
            </a:r>
          </a:p>
        </p:txBody>
      </p:sp>
      <p:pic>
        <p:nvPicPr>
          <p:cNvPr id="414" name="图片 413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1334750" y="6085906"/>
            <a:ext cx="2114550" cy="1925187"/>
          </a:xfrm>
          <a:prstGeom prst="rect">
            <a:avLst/>
          </a:prstGeom>
        </p:spPr>
      </p:pic>
      <p:sp>
        <p:nvSpPr>
          <p:cNvPr id="179" name="path_90">
            <a:extLst>
              <a:ext uri="{FF2B5EF4-FFF2-40B4-BE49-F238E27FC236}">
                <a16:creationId xmlns:a16="http://schemas.microsoft.com/office/drawing/2014/main" id="{6F626ECB-2028-4A1A-91AF-6102F31B1BE4}"/>
              </a:ext>
            </a:extLst>
          </p:cNvPr>
          <p:cNvSpPr>
            <a:spLocks noGrp="1"/>
          </p:cNvSpPr>
          <p:nvPr/>
        </p:nvSpPr>
        <p:spPr>
          <a:xfrm>
            <a:off x="9010650" y="8286750"/>
            <a:ext cx="4467225" cy="95"/>
          </a:xfrm>
          <a:custGeom>
            <a:avLst/>
            <a:gdLst/>
            <a:ahLst/>
            <a:cxnLst/>
            <a:rect l="0" t="0" r="0" b="0"/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/>
          <a:ln w="12383">
            <a:solidFill>
              <a:srgbClr val="AAB0B8"/>
            </a:solidFill>
            <a:prstDash val="solid"/>
          </a:ln>
        </p:spPr>
      </p:sp>
      <p:sp>
        <p:nvSpPr>
          <p:cNvPr id="180" name="Study sites">
            <a:extLst>
              <a:ext uri="{FF2B5EF4-FFF2-40B4-BE49-F238E27FC236}">
                <a16:creationId xmlns:a16="http://schemas.microsoft.com/office/drawing/2014/main" id="{646D4568-9AB0-4111-B260-E6278A58FA1D}"/>
              </a:ext>
            </a:extLst>
          </p:cNvPr>
          <p:cNvSpPr>
            <a:spLocks noGrp="1"/>
          </p:cNvSpPr>
          <p:nvPr/>
        </p:nvSpPr>
        <p:spPr>
          <a:xfrm>
            <a:off x="9029700" y="8420100"/>
            <a:ext cx="38100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Study sites</a:t>
            </a:r>
          </a:p>
        </p:txBody>
      </p:sp>
      <p:sp>
        <p:nvSpPr>
          <p:cNvPr id="181" name="path_91">
            <a:extLst>
              <a:ext uri="{FF2B5EF4-FFF2-40B4-BE49-F238E27FC236}">
                <a16:creationId xmlns:a16="http://schemas.microsoft.com/office/drawing/2014/main" id="{5FF1F7E7-D710-482B-BBE4-9340828A57FE}"/>
              </a:ext>
            </a:extLst>
          </p:cNvPr>
          <p:cNvSpPr>
            <a:spLocks noGrp="1"/>
          </p:cNvSpPr>
          <p:nvPr/>
        </p:nvSpPr>
        <p:spPr>
          <a:xfrm>
            <a:off x="9010650" y="8886825"/>
            <a:ext cx="4467225" cy="95"/>
          </a:xfrm>
          <a:custGeom>
            <a:avLst/>
            <a:gdLst/>
            <a:ahLst/>
            <a:cxnLst/>
            <a:rect l="0" t="0" r="0" b="0"/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/>
          <a:ln w="11430">
            <a:solidFill>
              <a:srgbClr val="AAB0B8"/>
            </a:solidFill>
            <a:prstDash val="dash"/>
          </a:ln>
        </p:spPr>
      </p:sp>
      <p:sp>
        <p:nvSpPr>
          <p:cNvPr id="182" name="Site A">
            <a:extLst>
              <a:ext uri="{FF2B5EF4-FFF2-40B4-BE49-F238E27FC236}">
                <a16:creationId xmlns:a16="http://schemas.microsoft.com/office/drawing/2014/main" id="{0A749333-599F-4549-B161-B4BBADB55C0E}"/>
              </a:ext>
            </a:extLst>
          </p:cNvPr>
          <p:cNvSpPr>
            <a:spLocks noGrp="1"/>
          </p:cNvSpPr>
          <p:nvPr/>
        </p:nvSpPr>
        <p:spPr>
          <a:xfrm>
            <a:off x="9020175" y="9010650"/>
            <a:ext cx="14382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sp>
        <p:nvSpPr>
          <p:cNvPr id="183" name="Urban&#10;(meshed)">
            <a:extLst>
              <a:ext uri="{FF2B5EF4-FFF2-40B4-BE49-F238E27FC236}">
                <a16:creationId xmlns:a16="http://schemas.microsoft.com/office/drawing/2014/main" id="{3322DC16-4BCE-46E6-B949-8F7B9B35C041}"/>
              </a:ext>
            </a:extLst>
          </p:cNvPr>
          <p:cNvSpPr>
            <a:spLocks noGrp="1"/>
          </p:cNvSpPr>
          <p:nvPr/>
        </p:nvSpPr>
        <p:spPr>
          <a:xfrm>
            <a:off x="9001125" y="9382125"/>
            <a:ext cx="14668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Urban</a:t>
            </a:r>
          </a:p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(meshed)</a:t>
            </a:r>
          </a:p>
        </p:txBody>
      </p:sp>
      <p:pic>
        <p:nvPicPr>
          <p:cNvPr id="420" name="图片 419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048750" y="10220808"/>
            <a:ext cx="1381125" cy="1361109"/>
          </a:xfrm>
          <a:prstGeom prst="rect">
            <a:avLst/>
          </a:prstGeom>
        </p:spPr>
      </p:pic>
      <p:sp>
        <p:nvSpPr>
          <p:cNvPr id="185" name="Dense network&#10;Route choices">
            <a:extLst>
              <a:ext uri="{FF2B5EF4-FFF2-40B4-BE49-F238E27FC236}">
                <a16:creationId xmlns:a16="http://schemas.microsoft.com/office/drawing/2014/main" id="{0E5CBA05-4EEC-4600-8888-54C673104EAF}"/>
              </a:ext>
            </a:extLst>
          </p:cNvPr>
          <p:cNvSpPr>
            <a:spLocks noGrp="1"/>
          </p:cNvSpPr>
          <p:nvPr/>
        </p:nvSpPr>
        <p:spPr>
          <a:xfrm>
            <a:off x="9048750" y="11782425"/>
            <a:ext cx="14097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Dense network</a:t>
            </a:r>
          </a:p>
          <a:p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Route choices</a:t>
            </a:r>
          </a:p>
        </p:txBody>
      </p:sp>
      <p:sp>
        <p:nvSpPr>
          <p:cNvPr id="186" name="path_92">
            <a:extLst>
              <a:ext uri="{FF2B5EF4-FFF2-40B4-BE49-F238E27FC236}">
                <a16:creationId xmlns:a16="http://schemas.microsoft.com/office/drawing/2014/main" id="{DCB50922-16D0-450C-9798-BFB9A6BFD6C5}"/>
              </a:ext>
            </a:extLst>
          </p:cNvPr>
          <p:cNvSpPr>
            <a:spLocks noGrp="1"/>
          </p:cNvSpPr>
          <p:nvPr/>
        </p:nvSpPr>
        <p:spPr>
          <a:xfrm>
            <a:off x="10487025" y="9029700"/>
            <a:ext cx="95" cy="3486150"/>
          </a:xfrm>
          <a:custGeom>
            <a:avLst/>
            <a:gdLst/>
            <a:ahLst/>
            <a:cxnLst/>
            <a:rect l="0" t="0" r="0" b="0"/>
            <a:pathLst>
              <a:path w="95" h="3486150">
                <a:moveTo>
                  <a:pt x="0" y="0"/>
                </a:moveTo>
                <a:lnTo>
                  <a:pt x="0" y="3486150"/>
                </a:lnTo>
              </a:path>
            </a:pathLst>
          </a:custGeom>
          <a:noFill/>
          <a:ln w="10478">
            <a:solidFill>
              <a:srgbClr val="AAB0B8"/>
            </a:solidFill>
            <a:prstDash val="dash"/>
          </a:ln>
        </p:spPr>
      </p:sp>
      <p:sp>
        <p:nvSpPr>
          <p:cNvPr id="187" name="Site B">
            <a:extLst>
              <a:ext uri="{FF2B5EF4-FFF2-40B4-BE49-F238E27FC236}">
                <a16:creationId xmlns:a16="http://schemas.microsoft.com/office/drawing/2014/main" id="{12AD1FCB-0616-49DD-B071-0B306F4E70E6}"/>
              </a:ext>
            </a:extLst>
          </p:cNvPr>
          <p:cNvSpPr>
            <a:spLocks noGrp="1"/>
          </p:cNvSpPr>
          <p:nvPr/>
        </p:nvSpPr>
        <p:spPr>
          <a:xfrm>
            <a:off x="10515600" y="9010650"/>
            <a:ext cx="14382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sp>
        <p:nvSpPr>
          <p:cNvPr id="188" name="River&#10;(barrier)">
            <a:extLst>
              <a:ext uri="{FF2B5EF4-FFF2-40B4-BE49-F238E27FC236}">
                <a16:creationId xmlns:a16="http://schemas.microsoft.com/office/drawing/2014/main" id="{A0322169-F920-4C41-80B0-0CFD43ACA141}"/>
              </a:ext>
            </a:extLst>
          </p:cNvPr>
          <p:cNvSpPr>
            <a:spLocks noGrp="1"/>
          </p:cNvSpPr>
          <p:nvPr/>
        </p:nvSpPr>
        <p:spPr>
          <a:xfrm>
            <a:off x="10496550" y="9382125"/>
            <a:ext cx="14668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River</a:t>
            </a:r>
          </a:p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(barrier)</a:t>
            </a:r>
          </a:p>
        </p:txBody>
      </p:sp>
      <p:pic>
        <p:nvPicPr>
          <p:cNvPr id="425" name="图片 424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10544175" y="10226435"/>
            <a:ext cx="1381125" cy="1349854"/>
          </a:xfrm>
          <a:prstGeom prst="rect">
            <a:avLst/>
          </a:prstGeom>
        </p:spPr>
      </p:pic>
      <p:sp>
        <p:nvSpPr>
          <p:cNvPr id="190" name="River crossing&#10;Limited links">
            <a:extLst>
              <a:ext uri="{FF2B5EF4-FFF2-40B4-BE49-F238E27FC236}">
                <a16:creationId xmlns:a16="http://schemas.microsoft.com/office/drawing/2014/main" id="{A37A4357-428A-41D8-A6EF-E5D841870A75}"/>
              </a:ext>
            </a:extLst>
          </p:cNvPr>
          <p:cNvSpPr>
            <a:spLocks noGrp="1"/>
          </p:cNvSpPr>
          <p:nvPr/>
        </p:nvSpPr>
        <p:spPr>
          <a:xfrm>
            <a:off x="10544175" y="11782425"/>
            <a:ext cx="14097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River crossing</a:t>
            </a:r>
          </a:p>
          <a:p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Limited links</a:t>
            </a:r>
          </a:p>
        </p:txBody>
      </p:sp>
      <p:sp>
        <p:nvSpPr>
          <p:cNvPr id="191" name="path_93">
            <a:extLst>
              <a:ext uri="{FF2B5EF4-FFF2-40B4-BE49-F238E27FC236}">
                <a16:creationId xmlns:a16="http://schemas.microsoft.com/office/drawing/2014/main" id="{C26067BD-75F0-48EC-840B-EBA80F51EB18}"/>
              </a:ext>
            </a:extLst>
          </p:cNvPr>
          <p:cNvSpPr>
            <a:spLocks noGrp="1"/>
          </p:cNvSpPr>
          <p:nvPr/>
        </p:nvSpPr>
        <p:spPr>
          <a:xfrm>
            <a:off x="11982450" y="9029700"/>
            <a:ext cx="95" cy="3486150"/>
          </a:xfrm>
          <a:custGeom>
            <a:avLst/>
            <a:gdLst/>
            <a:ahLst/>
            <a:cxnLst/>
            <a:rect l="0" t="0" r="0" b="0"/>
            <a:pathLst>
              <a:path w="95" h="3486150">
                <a:moveTo>
                  <a:pt x="0" y="0"/>
                </a:moveTo>
                <a:lnTo>
                  <a:pt x="0" y="3486150"/>
                </a:lnTo>
              </a:path>
            </a:pathLst>
          </a:custGeom>
          <a:noFill/>
          <a:ln w="10478">
            <a:solidFill>
              <a:srgbClr val="AAB0B8"/>
            </a:solidFill>
            <a:prstDash val="dash"/>
          </a:ln>
        </p:spPr>
      </p:sp>
      <p:sp>
        <p:nvSpPr>
          <p:cNvPr id="192" name="Site C">
            <a:extLst>
              <a:ext uri="{FF2B5EF4-FFF2-40B4-BE49-F238E27FC236}">
                <a16:creationId xmlns:a16="http://schemas.microsoft.com/office/drawing/2014/main" id="{297725D3-E0EC-4E26-9B0B-378322088036}"/>
              </a:ext>
            </a:extLst>
          </p:cNvPr>
          <p:cNvSpPr>
            <a:spLocks noGrp="1"/>
          </p:cNvSpPr>
          <p:nvPr/>
        </p:nvSpPr>
        <p:spPr>
          <a:xfrm>
            <a:off x="12011025" y="9010650"/>
            <a:ext cx="14382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sp>
        <p:nvSpPr>
          <p:cNvPr id="193" name="Suburban&#10;(sparse)">
            <a:extLst>
              <a:ext uri="{FF2B5EF4-FFF2-40B4-BE49-F238E27FC236}">
                <a16:creationId xmlns:a16="http://schemas.microsoft.com/office/drawing/2014/main" id="{425115A1-BD7F-4D2E-9693-99FF3DD3A993}"/>
              </a:ext>
            </a:extLst>
          </p:cNvPr>
          <p:cNvSpPr>
            <a:spLocks noGrp="1"/>
          </p:cNvSpPr>
          <p:nvPr/>
        </p:nvSpPr>
        <p:spPr>
          <a:xfrm>
            <a:off x="11991975" y="9382125"/>
            <a:ext cx="146685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Suburban</a:t>
            </a:r>
          </a:p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(sparse)</a:t>
            </a:r>
          </a:p>
        </p:txBody>
      </p:sp>
      <p:pic>
        <p:nvPicPr>
          <p:cNvPr id="430" name="图片 429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2039600" y="10208134"/>
            <a:ext cx="1381125" cy="1386458"/>
          </a:xfrm>
          <a:prstGeom prst="rect">
            <a:avLst/>
          </a:prstGeom>
        </p:spPr>
      </p:pic>
      <p:sp>
        <p:nvSpPr>
          <p:cNvPr id="195" name="Sparse network&#10;Longer trips">
            <a:extLst>
              <a:ext uri="{FF2B5EF4-FFF2-40B4-BE49-F238E27FC236}">
                <a16:creationId xmlns:a16="http://schemas.microsoft.com/office/drawing/2014/main" id="{D0380E76-F365-4DB5-A057-4F076F2657B0}"/>
              </a:ext>
            </a:extLst>
          </p:cNvPr>
          <p:cNvSpPr>
            <a:spLocks noGrp="1"/>
          </p:cNvSpPr>
          <p:nvPr/>
        </p:nvSpPr>
        <p:spPr>
          <a:xfrm>
            <a:off x="12039600" y="11782425"/>
            <a:ext cx="14097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Sparse network</a:t>
            </a:r>
          </a:p>
          <a:p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Longer trips</a:t>
            </a:r>
          </a:p>
        </p:txBody>
      </p:sp>
      <p:sp>
        <p:nvSpPr>
          <p:cNvPr id="196" name="path_94">
            <a:extLst>
              <a:ext uri="{FF2B5EF4-FFF2-40B4-BE49-F238E27FC236}">
                <a16:creationId xmlns:a16="http://schemas.microsoft.com/office/drawing/2014/main" id="{1A0807BA-CC31-400F-A076-6DDDDA0D6D4F}"/>
              </a:ext>
            </a:extLst>
          </p:cNvPr>
          <p:cNvSpPr>
            <a:spLocks noGrp="1"/>
          </p:cNvSpPr>
          <p:nvPr/>
        </p:nvSpPr>
        <p:spPr>
          <a:xfrm>
            <a:off x="13906500" y="1590675"/>
            <a:ext cx="3352800" cy="95"/>
          </a:xfrm>
          <a:custGeom>
            <a:avLst/>
            <a:gdLst/>
            <a:ahLst/>
            <a:cxnLst/>
            <a:rect l="0" t="0" r="0" b="0"/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12383">
            <a:solidFill>
              <a:srgbClr val="AAB0B8"/>
            </a:solidFill>
            <a:prstDash val="solid"/>
          </a:ln>
        </p:spPr>
      </p:sp>
      <p:sp>
        <p:nvSpPr>
          <p:cNvPr id="197" name="object_95">
            <a:extLst>
              <a:ext uri="{FF2B5EF4-FFF2-40B4-BE49-F238E27FC236}">
                <a16:creationId xmlns:a16="http://schemas.microsoft.com/office/drawing/2014/main" id="{69DBB780-2FAC-4CEE-8EFD-CB61834AE878}"/>
              </a:ext>
            </a:extLst>
          </p:cNvPr>
          <p:cNvSpPr>
            <a:spLocks noGrp="1"/>
          </p:cNvSpPr>
          <p:nvPr/>
        </p:nvSpPr>
        <p:spPr>
          <a:xfrm>
            <a:off x="13906500" y="1714500"/>
            <a:ext cx="533400" cy="533400"/>
          </a:xfrm>
          <a:prstGeom prst="ellipse">
            <a:avLst/>
          </a:prstGeom>
          <a:solidFill>
            <a:srgbClr val="386AA4"/>
          </a:solidFill>
          <a:ln w="9525">
            <a:solidFill>
              <a:srgbClr val="386AA4"/>
            </a:solidFill>
          </a:ln>
        </p:spPr>
      </p:sp>
      <p:sp>
        <p:nvSpPr>
          <p:cNvPr id="198" name="1">
            <a:extLst>
              <a:ext uri="{FF2B5EF4-FFF2-40B4-BE49-F238E27FC236}">
                <a16:creationId xmlns:a16="http://schemas.microsoft.com/office/drawing/2014/main" id="{C21E51D5-6C69-4239-9806-EDECE63A1CFC}"/>
              </a:ext>
            </a:extLst>
          </p:cNvPr>
          <p:cNvSpPr>
            <a:spLocks noGrp="1"/>
          </p:cNvSpPr>
          <p:nvPr/>
        </p:nvSpPr>
        <p:spPr>
          <a:xfrm>
            <a:off x="13916025" y="172402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9" name="Coordination helps">
            <a:extLst>
              <a:ext uri="{FF2B5EF4-FFF2-40B4-BE49-F238E27FC236}">
                <a16:creationId xmlns:a16="http://schemas.microsoft.com/office/drawing/2014/main" id="{437B0A13-B9D5-430C-AA42-C45BDBBA8B68}"/>
              </a:ext>
            </a:extLst>
          </p:cNvPr>
          <p:cNvSpPr>
            <a:spLocks noGrp="1"/>
          </p:cNvSpPr>
          <p:nvPr/>
        </p:nvSpPr>
        <p:spPr>
          <a:xfrm>
            <a:off x="14582775" y="1695450"/>
            <a:ext cx="26765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Coordination helps</a:t>
            </a:r>
          </a:p>
        </p:txBody>
      </p:sp>
      <p:sp>
        <p:nvSpPr>
          <p:cNvPr id="200" name="object_96">
            <a:extLst>
              <a:ext uri="{FF2B5EF4-FFF2-40B4-BE49-F238E27FC236}">
                <a16:creationId xmlns:a16="http://schemas.microsoft.com/office/drawing/2014/main" id="{05D8F5DF-EADC-4017-8B58-5029972B239D}"/>
              </a:ext>
            </a:extLst>
          </p:cNvPr>
          <p:cNvSpPr>
            <a:spLocks noGrp="1"/>
          </p:cNvSpPr>
          <p:nvPr/>
        </p:nvSpPr>
        <p:spPr>
          <a:xfrm>
            <a:off x="13906500" y="4695825"/>
            <a:ext cx="533400" cy="533400"/>
          </a:xfrm>
          <a:prstGeom prst="ellipse">
            <a:avLst/>
          </a:prstGeom>
          <a:solidFill>
            <a:srgbClr val="D78A3A"/>
          </a:solidFill>
          <a:ln w="9525">
            <a:solidFill>
              <a:srgbClr val="D78A3A"/>
            </a:solidFill>
          </a:ln>
        </p:spPr>
      </p:sp>
      <p:sp>
        <p:nvSpPr>
          <p:cNvPr id="201" name="2">
            <a:extLst>
              <a:ext uri="{FF2B5EF4-FFF2-40B4-BE49-F238E27FC236}">
                <a16:creationId xmlns:a16="http://schemas.microsoft.com/office/drawing/2014/main" id="{A8422A70-D07D-40B2-A1F4-6566A46C0FD8}"/>
              </a:ext>
            </a:extLst>
          </p:cNvPr>
          <p:cNvSpPr>
            <a:spLocks noGrp="1"/>
          </p:cNvSpPr>
          <p:nvPr/>
        </p:nvSpPr>
        <p:spPr>
          <a:xfrm>
            <a:off x="13916025" y="4705350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2" name="Timely recovery matters">
            <a:extLst>
              <a:ext uri="{FF2B5EF4-FFF2-40B4-BE49-F238E27FC236}">
                <a16:creationId xmlns:a16="http://schemas.microsoft.com/office/drawing/2014/main" id="{5FEBBCDB-B0E5-45BE-9B06-8F7FA0F2F963}"/>
              </a:ext>
            </a:extLst>
          </p:cNvPr>
          <p:cNvSpPr>
            <a:spLocks noGrp="1"/>
          </p:cNvSpPr>
          <p:nvPr/>
        </p:nvSpPr>
        <p:spPr>
          <a:xfrm>
            <a:off x="14582775" y="4676775"/>
            <a:ext cx="26765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Timely recovery matters</a:t>
            </a:r>
          </a:p>
        </p:txBody>
      </p:sp>
      <p:sp>
        <p:nvSpPr>
          <p:cNvPr id="203" name="object_97">
            <a:extLst>
              <a:ext uri="{FF2B5EF4-FFF2-40B4-BE49-F238E27FC236}">
                <a16:creationId xmlns:a16="http://schemas.microsoft.com/office/drawing/2014/main" id="{81EF1627-7188-4DC7-AA3E-2330624526BA}"/>
              </a:ext>
            </a:extLst>
          </p:cNvPr>
          <p:cNvSpPr>
            <a:spLocks noGrp="1"/>
          </p:cNvSpPr>
          <p:nvPr/>
        </p:nvSpPr>
        <p:spPr>
          <a:xfrm>
            <a:off x="13906500" y="7829550"/>
            <a:ext cx="533400" cy="533400"/>
          </a:xfrm>
          <a:prstGeom prst="ellipse">
            <a:avLst/>
          </a:prstGeom>
          <a:solidFill>
            <a:srgbClr val="7954A3"/>
          </a:solidFill>
          <a:ln w="9525">
            <a:solidFill>
              <a:srgbClr val="7954A3"/>
            </a:solidFill>
          </a:ln>
        </p:spPr>
      </p:sp>
      <p:sp>
        <p:nvSpPr>
          <p:cNvPr id="204" name="3">
            <a:extLst>
              <a:ext uri="{FF2B5EF4-FFF2-40B4-BE49-F238E27FC236}">
                <a16:creationId xmlns:a16="http://schemas.microsoft.com/office/drawing/2014/main" id="{2D15436C-6994-4C1F-B541-A5A3EDF8AC4F}"/>
              </a:ext>
            </a:extLst>
          </p:cNvPr>
          <p:cNvSpPr>
            <a:spLocks noGrp="1"/>
          </p:cNvSpPr>
          <p:nvPr/>
        </p:nvSpPr>
        <p:spPr>
          <a:xfrm>
            <a:off x="13916025" y="783907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5" name="Interface shapes choices">
            <a:extLst>
              <a:ext uri="{FF2B5EF4-FFF2-40B4-BE49-F238E27FC236}">
                <a16:creationId xmlns:a16="http://schemas.microsoft.com/office/drawing/2014/main" id="{BF2A652B-F032-4E31-905D-84AE6132105F}"/>
              </a:ext>
            </a:extLst>
          </p:cNvPr>
          <p:cNvSpPr>
            <a:spLocks noGrp="1"/>
          </p:cNvSpPr>
          <p:nvPr/>
        </p:nvSpPr>
        <p:spPr>
          <a:xfrm>
            <a:off x="14582775" y="7810500"/>
            <a:ext cx="26765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Interface shapes choices</a:t>
            </a:r>
          </a:p>
        </p:txBody>
      </p:sp>
      <p:sp>
        <p:nvSpPr>
          <p:cNvPr id="206" name="object_98">
            <a:extLst>
              <a:ext uri="{FF2B5EF4-FFF2-40B4-BE49-F238E27FC236}">
                <a16:creationId xmlns:a16="http://schemas.microsoft.com/office/drawing/2014/main" id="{820F6785-EC4F-432F-9D20-9A92A93A2A4B}"/>
              </a:ext>
            </a:extLst>
          </p:cNvPr>
          <p:cNvSpPr>
            <a:spLocks noGrp="1"/>
          </p:cNvSpPr>
          <p:nvPr/>
        </p:nvSpPr>
        <p:spPr>
          <a:xfrm>
            <a:off x="13906500" y="10839450"/>
            <a:ext cx="533400" cy="533400"/>
          </a:xfrm>
          <a:prstGeom prst="ellipse">
            <a:avLst/>
          </a:prstGeom>
          <a:solidFill>
            <a:srgbClr val="477F60"/>
          </a:solidFill>
          <a:ln w="9525">
            <a:solidFill>
              <a:srgbClr val="477F60"/>
            </a:solidFill>
          </a:ln>
        </p:spPr>
      </p:sp>
      <p:sp>
        <p:nvSpPr>
          <p:cNvPr id="207" name="4">
            <a:extLst>
              <a:ext uri="{FF2B5EF4-FFF2-40B4-BE49-F238E27FC236}">
                <a16:creationId xmlns:a16="http://schemas.microsoft.com/office/drawing/2014/main" id="{9A2AA1E2-7EED-4565-B47A-A8657B7E58D4}"/>
              </a:ext>
            </a:extLst>
          </p:cNvPr>
          <p:cNvSpPr>
            <a:spLocks noGrp="1"/>
          </p:cNvSpPr>
          <p:nvPr/>
        </p:nvSpPr>
        <p:spPr>
          <a:xfrm>
            <a:off x="13916025" y="10848975"/>
            <a:ext cx="5143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08" name="Delay changes outcomes">
            <a:extLst>
              <a:ext uri="{FF2B5EF4-FFF2-40B4-BE49-F238E27FC236}">
                <a16:creationId xmlns:a16="http://schemas.microsoft.com/office/drawing/2014/main" id="{394FFCFF-B2CC-45B5-BEB1-A7F5086A7F40}"/>
              </a:ext>
            </a:extLst>
          </p:cNvPr>
          <p:cNvSpPr>
            <a:spLocks noGrp="1"/>
          </p:cNvSpPr>
          <p:nvPr/>
        </p:nvSpPr>
        <p:spPr>
          <a:xfrm>
            <a:off x="14582775" y="10820400"/>
            <a:ext cx="26765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Delay changes outcomes</a:t>
            </a:r>
          </a:p>
        </p:txBody>
      </p:sp>
      <p:sp>
        <p:nvSpPr>
          <p:cNvPr id="209" name="path_99">
            <a:extLst>
              <a:ext uri="{FF2B5EF4-FFF2-40B4-BE49-F238E27FC236}">
                <a16:creationId xmlns:a16="http://schemas.microsoft.com/office/drawing/2014/main" id="{1FC10AD6-4557-46AE-9E16-B8E5375B414A}"/>
              </a:ext>
            </a:extLst>
          </p:cNvPr>
          <p:cNvSpPr>
            <a:spLocks noGrp="1"/>
          </p:cNvSpPr>
          <p:nvPr/>
        </p:nvSpPr>
        <p:spPr>
          <a:xfrm>
            <a:off x="13906500" y="4524375"/>
            <a:ext cx="3352800" cy="95"/>
          </a:xfrm>
          <a:custGeom>
            <a:avLst/>
            <a:gdLst/>
            <a:ahLst/>
            <a:cxnLst/>
            <a:rect l="0" t="0" r="0" b="0"/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12383">
            <a:solidFill>
              <a:srgbClr val="AAB0B8"/>
            </a:solidFill>
            <a:prstDash val="solid"/>
          </a:ln>
        </p:spPr>
      </p:sp>
      <p:sp>
        <p:nvSpPr>
          <p:cNvPr id="210" name="path_100">
            <a:extLst>
              <a:ext uri="{FF2B5EF4-FFF2-40B4-BE49-F238E27FC236}">
                <a16:creationId xmlns:a16="http://schemas.microsoft.com/office/drawing/2014/main" id="{E4C3F500-F0B3-4D30-B8A1-E2DDC919A1A0}"/>
              </a:ext>
            </a:extLst>
          </p:cNvPr>
          <p:cNvSpPr>
            <a:spLocks noGrp="1"/>
          </p:cNvSpPr>
          <p:nvPr/>
        </p:nvSpPr>
        <p:spPr>
          <a:xfrm>
            <a:off x="13906500" y="7639050"/>
            <a:ext cx="3352800" cy="95"/>
          </a:xfrm>
          <a:custGeom>
            <a:avLst/>
            <a:gdLst/>
            <a:ahLst/>
            <a:cxnLst/>
            <a:rect l="0" t="0" r="0" b="0"/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12383">
            <a:solidFill>
              <a:srgbClr val="AAB0B8"/>
            </a:solidFill>
            <a:prstDash val="solid"/>
          </a:ln>
        </p:spPr>
      </p:sp>
      <p:sp>
        <p:nvSpPr>
          <p:cNvPr id="211" name="path_101">
            <a:extLst>
              <a:ext uri="{FF2B5EF4-FFF2-40B4-BE49-F238E27FC236}">
                <a16:creationId xmlns:a16="http://schemas.microsoft.com/office/drawing/2014/main" id="{ED74E487-FF11-4477-89A6-F2253C693842}"/>
              </a:ext>
            </a:extLst>
          </p:cNvPr>
          <p:cNvSpPr>
            <a:spLocks noGrp="1"/>
          </p:cNvSpPr>
          <p:nvPr/>
        </p:nvSpPr>
        <p:spPr>
          <a:xfrm>
            <a:off x="13906500" y="10620375"/>
            <a:ext cx="3352800" cy="95"/>
          </a:xfrm>
          <a:custGeom>
            <a:avLst/>
            <a:gdLst/>
            <a:ahLst/>
            <a:cxnLst/>
            <a:rect l="0" t="0" r="0" b="0"/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/>
          <a:ln w="12383">
            <a:solidFill>
              <a:srgbClr val="AAB0B8"/>
            </a:solidFill>
            <a:prstDash val="solid"/>
          </a:ln>
        </p:spPr>
      </p:sp>
      <p:sp>
        <p:nvSpPr>
          <p:cNvPr id="212" name="path_102">
            <a:extLst>
              <a:ext uri="{FF2B5EF4-FFF2-40B4-BE49-F238E27FC236}">
                <a16:creationId xmlns:a16="http://schemas.microsoft.com/office/drawing/2014/main" id="{9712FE54-2FBE-4551-9DB3-576F478F8391}"/>
              </a:ext>
            </a:extLst>
          </p:cNvPr>
          <p:cNvSpPr>
            <a:spLocks noGrp="1"/>
          </p:cNvSpPr>
          <p:nvPr/>
        </p:nvSpPr>
        <p:spPr>
          <a:xfrm>
            <a:off x="14058900" y="3857625"/>
            <a:ext cx="3067050" cy="95"/>
          </a:xfrm>
          <a:custGeom>
            <a:avLst/>
            <a:gdLst/>
            <a:ahLst/>
            <a:cxnLst/>
            <a:rect l="0" t="0" r="0" b="0"/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/>
          <a:ln w="19050">
            <a:solidFill>
              <a:srgbClr val="606B78"/>
            </a:solidFill>
            <a:prstDash val="solid"/>
          </a:ln>
        </p:spPr>
      </p:sp>
      <p:sp>
        <p:nvSpPr>
          <p:cNvPr id="213" name="object_103">
            <a:extLst>
              <a:ext uri="{FF2B5EF4-FFF2-40B4-BE49-F238E27FC236}">
                <a16:creationId xmlns:a16="http://schemas.microsoft.com/office/drawing/2014/main" id="{ED36537B-57CC-48EF-9B47-626ECC9E00D9}"/>
              </a:ext>
            </a:extLst>
          </p:cNvPr>
          <p:cNvSpPr>
            <a:spLocks noGrp="1"/>
          </p:cNvSpPr>
          <p:nvPr/>
        </p:nvSpPr>
        <p:spPr>
          <a:xfrm>
            <a:off x="14363700" y="3333750"/>
            <a:ext cx="295275" cy="523875"/>
          </a:xfrm>
          <a:prstGeom prst="rect">
            <a:avLst/>
          </a:prstGeom>
          <a:solidFill>
            <a:srgbClr val="C5C9D1"/>
          </a:solidFill>
          <a:ln w="17145">
            <a:solidFill>
              <a:srgbClr val="526179"/>
            </a:solidFill>
          </a:ln>
        </p:spPr>
      </p:sp>
      <p:sp>
        <p:nvSpPr>
          <p:cNvPr id="214" name="object_104">
            <a:extLst>
              <a:ext uri="{FF2B5EF4-FFF2-40B4-BE49-F238E27FC236}">
                <a16:creationId xmlns:a16="http://schemas.microsoft.com/office/drawing/2014/main" id="{BEC96347-AA21-47D3-809A-39B59C785176}"/>
              </a:ext>
            </a:extLst>
          </p:cNvPr>
          <p:cNvSpPr>
            <a:spLocks noGrp="1"/>
          </p:cNvSpPr>
          <p:nvPr/>
        </p:nvSpPr>
        <p:spPr>
          <a:xfrm>
            <a:off x="14763750" y="3105150"/>
            <a:ext cx="295275" cy="752475"/>
          </a:xfrm>
          <a:prstGeom prst="rect">
            <a:avLst/>
          </a:prstGeom>
          <a:solidFill>
            <a:srgbClr val="BBC0C9"/>
          </a:solidFill>
          <a:ln w="17145">
            <a:solidFill>
              <a:srgbClr val="526179"/>
            </a:solidFill>
          </a:ln>
        </p:spPr>
      </p:sp>
      <p:sp>
        <p:nvSpPr>
          <p:cNvPr id="215" name="object_105">
            <a:extLst>
              <a:ext uri="{FF2B5EF4-FFF2-40B4-BE49-F238E27FC236}">
                <a16:creationId xmlns:a16="http://schemas.microsoft.com/office/drawing/2014/main" id="{6D133984-C01A-408B-B808-7128A9060F15}"/>
              </a:ext>
            </a:extLst>
          </p:cNvPr>
          <p:cNvSpPr>
            <a:spLocks noGrp="1"/>
          </p:cNvSpPr>
          <p:nvPr/>
        </p:nvSpPr>
        <p:spPr>
          <a:xfrm>
            <a:off x="15792450" y="3276600"/>
            <a:ext cx="295275" cy="581025"/>
          </a:xfrm>
          <a:prstGeom prst="rect">
            <a:avLst/>
          </a:prstGeom>
          <a:solidFill>
            <a:srgbClr val="A7C0E0"/>
          </a:solidFill>
          <a:ln w="17145">
            <a:solidFill>
              <a:srgbClr val="526179"/>
            </a:solidFill>
          </a:ln>
        </p:spPr>
      </p:sp>
      <p:sp>
        <p:nvSpPr>
          <p:cNvPr id="216" name="object_106">
            <a:extLst>
              <a:ext uri="{FF2B5EF4-FFF2-40B4-BE49-F238E27FC236}">
                <a16:creationId xmlns:a16="http://schemas.microsoft.com/office/drawing/2014/main" id="{E12E9FCA-042C-469A-9E06-4037764273D6}"/>
              </a:ext>
            </a:extLst>
          </p:cNvPr>
          <p:cNvSpPr>
            <a:spLocks noGrp="1"/>
          </p:cNvSpPr>
          <p:nvPr/>
        </p:nvSpPr>
        <p:spPr>
          <a:xfrm>
            <a:off x="16202025" y="3057525"/>
            <a:ext cx="295275" cy="800100"/>
          </a:xfrm>
          <a:prstGeom prst="rect">
            <a:avLst/>
          </a:prstGeom>
          <a:solidFill>
            <a:srgbClr val="709ACD"/>
          </a:solidFill>
          <a:ln w="17145">
            <a:solidFill>
              <a:srgbClr val="526179"/>
            </a:solidFill>
          </a:ln>
        </p:spPr>
      </p:sp>
      <p:sp>
        <p:nvSpPr>
          <p:cNvPr id="217" name="object_107">
            <a:extLst>
              <a:ext uri="{FF2B5EF4-FFF2-40B4-BE49-F238E27FC236}">
                <a16:creationId xmlns:a16="http://schemas.microsoft.com/office/drawing/2014/main" id="{5E38DF7D-0D05-4CFB-94D6-FEF83AA05DD3}"/>
              </a:ext>
            </a:extLst>
          </p:cNvPr>
          <p:cNvSpPr>
            <a:spLocks noGrp="1"/>
          </p:cNvSpPr>
          <p:nvPr/>
        </p:nvSpPr>
        <p:spPr>
          <a:xfrm>
            <a:off x="16611600" y="2667000"/>
            <a:ext cx="295275" cy="1190625"/>
          </a:xfrm>
          <a:prstGeom prst="rect">
            <a:avLst/>
          </a:prstGeom>
          <a:solidFill>
            <a:srgbClr val="5C8FC7"/>
          </a:solidFill>
          <a:ln w="17145">
            <a:solidFill>
              <a:srgbClr val="526179"/>
            </a:solidFill>
          </a:ln>
        </p:spPr>
      </p:sp>
      <p:sp>
        <p:nvSpPr>
          <p:cNvPr id="219" name="Uncoordinated">
            <a:extLst>
              <a:ext uri="{FF2B5EF4-FFF2-40B4-BE49-F238E27FC236}">
                <a16:creationId xmlns:a16="http://schemas.microsoft.com/office/drawing/2014/main" id="{D12B5BBA-3596-4803-994D-4BD18A9FA686}"/>
              </a:ext>
            </a:extLst>
          </p:cNvPr>
          <p:cNvSpPr>
            <a:spLocks noGrp="1"/>
          </p:cNvSpPr>
          <p:nvPr/>
        </p:nvSpPr>
        <p:spPr>
          <a:xfrm>
            <a:off x="14011275" y="3943350"/>
            <a:ext cx="15049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Uncoordinated</a:t>
            </a:r>
          </a:p>
        </p:txBody>
      </p:sp>
      <p:sp>
        <p:nvSpPr>
          <p:cNvPr id="220" name="Coordinated">
            <a:extLst>
              <a:ext uri="{FF2B5EF4-FFF2-40B4-BE49-F238E27FC236}">
                <a16:creationId xmlns:a16="http://schemas.microsoft.com/office/drawing/2014/main" id="{62A7AA87-E28F-43D0-9213-1C84D7BB1D92}"/>
              </a:ext>
            </a:extLst>
          </p:cNvPr>
          <p:cNvSpPr>
            <a:spLocks noGrp="1"/>
          </p:cNvSpPr>
          <p:nvPr/>
        </p:nvSpPr>
        <p:spPr>
          <a:xfrm>
            <a:off x="15678150" y="3943350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Coordinated</a:t>
            </a:r>
          </a:p>
        </p:txBody>
      </p:sp>
      <p:sp>
        <p:nvSpPr>
          <p:cNvPr id="221" name="path_109">
            <a:extLst>
              <a:ext uri="{FF2B5EF4-FFF2-40B4-BE49-F238E27FC236}">
                <a16:creationId xmlns:a16="http://schemas.microsoft.com/office/drawing/2014/main" id="{EB2905A9-2187-4960-B9EF-2B0B830A258D}"/>
              </a:ext>
            </a:extLst>
          </p:cNvPr>
          <p:cNvSpPr>
            <a:spLocks noGrp="1"/>
          </p:cNvSpPr>
          <p:nvPr/>
        </p:nvSpPr>
        <p:spPr>
          <a:xfrm>
            <a:off x="14144625" y="6124575"/>
            <a:ext cx="2905125" cy="95"/>
          </a:xfrm>
          <a:custGeom>
            <a:avLst/>
            <a:gdLst/>
            <a:ahLst/>
            <a:cxnLst/>
            <a:rect l="0" t="0" r="0" b="0"/>
            <a:pathLst>
              <a:path w="2905125" h="95">
                <a:moveTo>
                  <a:pt x="0" y="0"/>
                </a:moveTo>
                <a:lnTo>
                  <a:pt x="2905125" y="0"/>
                </a:lnTo>
              </a:path>
            </a:pathLst>
          </a:custGeom>
          <a:noFill/>
          <a:ln w="19050">
            <a:solidFill>
              <a:srgbClr val="1C2430"/>
            </a:solidFill>
            <a:prstDash val="solid"/>
          </a:ln>
        </p:spPr>
      </p:sp>
      <p:sp>
        <p:nvSpPr>
          <p:cNvPr id="222" name="path_110">
            <a:extLst>
              <a:ext uri="{FF2B5EF4-FFF2-40B4-BE49-F238E27FC236}">
                <a16:creationId xmlns:a16="http://schemas.microsoft.com/office/drawing/2014/main" id="{42ED320C-3B7D-4094-9F61-3CE4A74CBE8F}"/>
              </a:ext>
            </a:extLst>
          </p:cNvPr>
          <p:cNvSpPr>
            <a:spLocks noGrp="1"/>
          </p:cNvSpPr>
          <p:nvPr/>
        </p:nvSpPr>
        <p:spPr>
          <a:xfrm>
            <a:off x="16002000" y="5648325"/>
            <a:ext cx="95" cy="1562100"/>
          </a:xfrm>
          <a:custGeom>
            <a:avLst/>
            <a:gdLst/>
            <a:ahLst/>
            <a:cxnLst/>
            <a:rect l="0" t="0" r="0" b="0"/>
            <a:pathLst>
              <a:path w="9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/>
          <a:ln w="20955">
            <a:solidFill>
              <a:srgbClr val="B52935"/>
            </a:solidFill>
            <a:prstDash val="dash"/>
          </a:ln>
        </p:spPr>
      </p:sp>
      <p:sp>
        <p:nvSpPr>
          <p:cNvPr id="223" name="Deadline">
            <a:extLst>
              <a:ext uri="{FF2B5EF4-FFF2-40B4-BE49-F238E27FC236}">
                <a16:creationId xmlns:a16="http://schemas.microsoft.com/office/drawing/2014/main" id="{C45C40AD-3F3A-4656-9DFA-E542F8545880}"/>
              </a:ext>
            </a:extLst>
          </p:cNvPr>
          <p:cNvSpPr>
            <a:spLocks noGrp="1"/>
          </p:cNvSpPr>
          <p:nvPr/>
        </p:nvSpPr>
        <p:spPr>
          <a:xfrm>
            <a:off x="15525750" y="53911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224" name="path_111">
            <a:extLst>
              <a:ext uri="{FF2B5EF4-FFF2-40B4-BE49-F238E27FC236}">
                <a16:creationId xmlns:a16="http://schemas.microsoft.com/office/drawing/2014/main" id="{2D4AD290-BD31-47FC-86EA-64C6CC2EE4EA}"/>
              </a:ext>
            </a:extLst>
          </p:cNvPr>
          <p:cNvSpPr>
            <a:spLocks noGrp="1"/>
          </p:cNvSpPr>
          <p:nvPr/>
        </p:nvSpPr>
        <p:spPr>
          <a:xfrm>
            <a:off x="14192250" y="6429375"/>
            <a:ext cx="1428750" cy="95"/>
          </a:xfrm>
          <a:custGeom>
            <a:avLst/>
            <a:gdLst/>
            <a:ahLst/>
            <a:cxnLst/>
            <a:rect l="0" t="0" r="0" b="0"/>
            <a:pathLst>
              <a:path w="1428750" h="9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47625">
            <a:solidFill>
              <a:srgbClr val="2F659D"/>
            </a:solidFill>
            <a:prstDash val="solid"/>
          </a:ln>
        </p:spPr>
      </p:sp>
      <p:sp>
        <p:nvSpPr>
          <p:cNvPr id="225" name="object_112">
            <a:extLst>
              <a:ext uri="{FF2B5EF4-FFF2-40B4-BE49-F238E27FC236}">
                <a16:creationId xmlns:a16="http://schemas.microsoft.com/office/drawing/2014/main" id="{8FBDC0CF-C0CD-4620-8521-3ABB54631697}"/>
              </a:ext>
            </a:extLst>
          </p:cNvPr>
          <p:cNvSpPr>
            <a:spLocks noGrp="1"/>
          </p:cNvSpPr>
          <p:nvPr/>
        </p:nvSpPr>
        <p:spPr>
          <a:xfrm>
            <a:off x="15544800" y="6353175"/>
            <a:ext cx="152400" cy="152400"/>
          </a:xfrm>
          <a:prstGeom prst="ellipse">
            <a:avLst/>
          </a:prstGeom>
          <a:solidFill>
            <a:srgbClr val="2F659D"/>
          </a:solidFill>
          <a:ln w="9525">
            <a:solidFill>
              <a:srgbClr val="2F659D"/>
            </a:solidFill>
          </a:ln>
        </p:spPr>
      </p:sp>
      <p:sp>
        <p:nvSpPr>
          <p:cNvPr id="226" name="path_113">
            <a:extLst>
              <a:ext uri="{FF2B5EF4-FFF2-40B4-BE49-F238E27FC236}">
                <a16:creationId xmlns:a16="http://schemas.microsoft.com/office/drawing/2014/main" id="{1DE06D1A-EB70-4713-B011-CFB79AD0DEA5}"/>
              </a:ext>
            </a:extLst>
          </p:cNvPr>
          <p:cNvSpPr>
            <a:spLocks noGrp="1"/>
          </p:cNvSpPr>
          <p:nvPr/>
        </p:nvSpPr>
        <p:spPr>
          <a:xfrm>
            <a:off x="14192250" y="6962775"/>
            <a:ext cx="2733675" cy="95"/>
          </a:xfrm>
          <a:custGeom>
            <a:avLst/>
            <a:gdLst/>
            <a:ahLst/>
            <a:cxnLst/>
            <a:rect l="0" t="0" r="0" b="0"/>
            <a:pathLst>
              <a:path w="2733675" h="95">
                <a:moveTo>
                  <a:pt x="0" y="0"/>
                </a:moveTo>
                <a:lnTo>
                  <a:pt x="2733675" y="0"/>
                </a:lnTo>
              </a:path>
            </a:pathLst>
          </a:custGeom>
          <a:noFill/>
          <a:ln w="38100">
            <a:solidFill>
              <a:srgbClr val="898B94"/>
            </a:solidFill>
            <a:prstDash val="dash"/>
          </a:ln>
        </p:spPr>
      </p:sp>
      <p:sp>
        <p:nvSpPr>
          <p:cNvPr id="227" name="object_114">
            <a:extLst>
              <a:ext uri="{FF2B5EF4-FFF2-40B4-BE49-F238E27FC236}">
                <a16:creationId xmlns:a16="http://schemas.microsoft.com/office/drawing/2014/main" id="{ECB56EEA-8CB2-4267-9FA5-6EFAAE9BF109}"/>
              </a:ext>
            </a:extLst>
          </p:cNvPr>
          <p:cNvSpPr>
            <a:spLocks noGrp="1"/>
          </p:cNvSpPr>
          <p:nvPr/>
        </p:nvSpPr>
        <p:spPr>
          <a:xfrm>
            <a:off x="16849725" y="6886575"/>
            <a:ext cx="152400" cy="152400"/>
          </a:xfrm>
          <a:prstGeom prst="ellipse">
            <a:avLst/>
          </a:prstGeom>
          <a:solidFill>
            <a:srgbClr val="898B94"/>
          </a:solidFill>
          <a:ln w="9525">
            <a:solidFill>
              <a:srgbClr val="898B94"/>
            </a:solidFill>
          </a:ln>
        </p:spPr>
      </p:sp>
      <p:sp>
        <p:nvSpPr>
          <p:cNvPr id="228" name="Timely">
            <a:extLst>
              <a:ext uri="{FF2B5EF4-FFF2-40B4-BE49-F238E27FC236}">
                <a16:creationId xmlns:a16="http://schemas.microsoft.com/office/drawing/2014/main" id="{B2366BB5-806B-4CA7-B640-C5CCFBA09D83}"/>
              </a:ext>
            </a:extLst>
          </p:cNvPr>
          <p:cNvSpPr>
            <a:spLocks noGrp="1"/>
          </p:cNvSpPr>
          <p:nvPr/>
        </p:nvSpPr>
        <p:spPr>
          <a:xfrm>
            <a:off x="14125575" y="6496050"/>
            <a:ext cx="151447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Timely</a:t>
            </a:r>
          </a:p>
        </p:txBody>
      </p:sp>
      <p:sp>
        <p:nvSpPr>
          <p:cNvPr id="229" name="Late">
            <a:extLst>
              <a:ext uri="{FF2B5EF4-FFF2-40B4-BE49-F238E27FC236}">
                <a16:creationId xmlns:a16="http://schemas.microsoft.com/office/drawing/2014/main" id="{832BC3E8-C41D-4281-9732-B9D3E227976C}"/>
              </a:ext>
            </a:extLst>
          </p:cNvPr>
          <p:cNvSpPr>
            <a:spLocks noGrp="1"/>
          </p:cNvSpPr>
          <p:nvPr/>
        </p:nvSpPr>
        <p:spPr>
          <a:xfrm>
            <a:off x="16221075" y="7115175"/>
            <a:ext cx="847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7478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747883"/>
                </a:solidFill>
                <a:latin typeface="Times New Roman"/>
                <a:ea typeface="Times New Roman"/>
                <a:cs typeface="Times New Roman"/>
              </a:rPr>
              <a:t>Late</a:t>
            </a:r>
          </a:p>
        </p:txBody>
      </p:sp>
      <p:sp>
        <p:nvSpPr>
          <p:cNvPr id="230" name="Completion">
            <a:extLst>
              <a:ext uri="{FF2B5EF4-FFF2-40B4-BE49-F238E27FC236}">
                <a16:creationId xmlns:a16="http://schemas.microsoft.com/office/drawing/2014/main" id="{D5E6ACD5-DCEB-4EDD-88B1-5A49F112BEA7}"/>
              </a:ext>
            </a:extLst>
          </p:cNvPr>
          <p:cNvSpPr>
            <a:spLocks noGrp="1"/>
          </p:cNvSpPr>
          <p:nvPr/>
        </p:nvSpPr>
        <p:spPr>
          <a:xfrm>
            <a:off x="14297025" y="5800725"/>
            <a:ext cx="14573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Completion</a:t>
            </a:r>
          </a:p>
        </p:txBody>
      </p:sp>
      <p:sp>
        <p:nvSpPr>
          <p:cNvPr id="231" name="Time">
            <a:extLst>
              <a:ext uri="{FF2B5EF4-FFF2-40B4-BE49-F238E27FC236}">
                <a16:creationId xmlns:a16="http://schemas.microsoft.com/office/drawing/2014/main" id="{CCFE4F4F-A5EE-4B0C-B904-357422CA87D6}"/>
              </a:ext>
            </a:extLst>
          </p:cNvPr>
          <p:cNvSpPr>
            <a:spLocks noGrp="1"/>
          </p:cNvSpPr>
          <p:nvPr/>
        </p:nvSpPr>
        <p:spPr>
          <a:xfrm>
            <a:off x="16611600" y="576262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pic>
        <p:nvPicPr>
          <p:cNvPr id="468" name="图片 467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14662745" y="8791575"/>
            <a:ext cx="1859360" cy="1437603"/>
          </a:xfrm>
          <a:prstGeom prst="rect">
            <a:avLst/>
          </a:prstGeom>
        </p:spPr>
      </p:pic>
      <p:sp>
        <p:nvSpPr>
          <p:cNvPr id="233" name="Air">
            <a:extLst>
              <a:ext uri="{FF2B5EF4-FFF2-40B4-BE49-F238E27FC236}">
                <a16:creationId xmlns:a16="http://schemas.microsoft.com/office/drawing/2014/main" id="{4404C1AA-876C-47A8-BA99-AF897AD9E2E4}"/>
              </a:ext>
            </a:extLst>
          </p:cNvPr>
          <p:cNvSpPr>
            <a:spLocks noGrp="1"/>
          </p:cNvSpPr>
          <p:nvPr/>
        </p:nvSpPr>
        <p:spPr>
          <a:xfrm>
            <a:off x="14106525" y="10201275"/>
            <a:ext cx="1219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</a:t>
            </a:r>
          </a:p>
        </p:txBody>
      </p:sp>
      <p:sp>
        <p:nvSpPr>
          <p:cNvPr id="234" name="Ground">
            <a:extLst>
              <a:ext uri="{FF2B5EF4-FFF2-40B4-BE49-F238E27FC236}">
                <a16:creationId xmlns:a16="http://schemas.microsoft.com/office/drawing/2014/main" id="{EF0F7B54-F136-4027-BEB6-22F979365F4C}"/>
              </a:ext>
            </a:extLst>
          </p:cNvPr>
          <p:cNvSpPr>
            <a:spLocks noGrp="1"/>
          </p:cNvSpPr>
          <p:nvPr/>
        </p:nvSpPr>
        <p:spPr>
          <a:xfrm>
            <a:off x="15944850" y="10201275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Ground</a:t>
            </a:r>
          </a:p>
        </p:txBody>
      </p:sp>
      <p:pic>
        <p:nvPicPr>
          <p:cNvPr id="471" name="图片 470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4706198" y="11517488"/>
            <a:ext cx="1829604" cy="817387"/>
          </a:xfrm>
          <a:prstGeom prst="rect">
            <a:avLst/>
          </a:prstGeom>
        </p:spPr>
      </p:pic>
      <p:sp>
        <p:nvSpPr>
          <p:cNvPr id="236" name="Observation / execution delay">
            <a:extLst>
              <a:ext uri="{FF2B5EF4-FFF2-40B4-BE49-F238E27FC236}">
                <a16:creationId xmlns:a16="http://schemas.microsoft.com/office/drawing/2014/main" id="{B76E0B3C-0473-4DB1-8008-02A216C49EA7}"/>
              </a:ext>
            </a:extLst>
          </p:cNvPr>
          <p:cNvSpPr>
            <a:spLocks noGrp="1"/>
          </p:cNvSpPr>
          <p:nvPr/>
        </p:nvSpPr>
        <p:spPr>
          <a:xfrm>
            <a:off x="14030325" y="1243012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Observation / execution delay</a:t>
            </a:r>
          </a:p>
        </p:txBody>
      </p:sp>
    </p:spTree>
    <p:extLst>
      <p:ext uri="{BB962C8B-B14F-4D97-AF65-F5344CB8AC3E}">
        <p14:creationId xmlns:p14="http://schemas.microsoft.com/office/powerpoint/2010/main" val="16694180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DocSecurity>0</DocSecurity>
  <PresentationFormat>自定义</PresentationFormat>
  <Paragraphs>110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XU</cp:lastModifiedBy>
  <cp:revision>1</cp:revision>
  <dcterms:created xsi:type="dcterms:W3CDTF">2026-09-12T02:38:23Z</dcterms:created>
  <dcterms:modified xsi:type="dcterms:W3CDTF">2026-09-12T03:25:22Z</dcterms:modified>
</cp:coreProperties>
</file>