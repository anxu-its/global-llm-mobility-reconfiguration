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6B1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6B1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00B0F0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7954A3"/>
              </a:solidFill>
            </a:ln>
          </c:spPr>
          <c:marker>
            <c:symbol val="diamond"/>
            <c:size val="8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3.9821219499999998</c:v>
                </c:pt>
                <c:pt idx="1">
                  <c:v>5.9206250000000002</c:v>
                </c:pt>
                <c:pt idx="2">
                  <c:v>9.5887250000000002</c:v>
                </c:pt>
                <c:pt idx="3">
                  <c:v>13.256675</c:v>
                </c:pt>
                <c:pt idx="4">
                  <c:v>20.593475000000002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94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4. E1 first-decision candidate geometry for all 720 matched scenario-seed states. B2 first states used once because snapshots match B1/B2/B4b. Coincident coordinates are aggregated, larger markers denote more coincident states. Negative best margin indicates no predicted timely alternative. Lower matrices report actual air selections, percent and row denominator.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718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dirty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D78A3A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>
            <a:extLst>
              <a:ext uri="{FF2B5EF4-FFF2-40B4-BE49-F238E27FC236}">
                <a16:creationId xmlns:a16="http://schemas.microsoft.com/office/drawing/2014/main" id="{A31A22F3-0EE3-4335-A1AC-19C90ACFD1E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E7815-3980-4C20-B61C-C9C5A339774C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5FB8D-8BA0-4440-98F4-9BDFFA6D6C53}"/>
              </a:ext>
            </a:extLst>
          </p:cNvPr>
          <p:cNvSpPr>
            <a:spLocks noGrp="1"/>
          </p:cNvSpPr>
          <p:nvPr/>
        </p:nvSpPr>
        <p:spPr>
          <a:xfrm>
            <a:off x="28575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428360-D04C-46FD-90EB-B445DBCA4128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525DCB1-99C0-4EB7-BE51-5A797AB9D07E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55556-1307-4795-B3B2-273C75E9BCF1}"/>
              </a:ext>
            </a:extLst>
          </p:cNvPr>
          <p:cNvSpPr>
            <a:spLocks noGrp="1"/>
          </p:cNvSpPr>
          <p:nvPr/>
        </p:nvSpPr>
        <p:spPr>
          <a:xfrm>
            <a:off x="7524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402576-7099-4396-89D8-E55C9F7ECE0A}"/>
              </a:ext>
            </a:extLst>
          </p:cNvPr>
          <p:cNvSpPr>
            <a:spLocks noGrp="1"/>
          </p:cNvSpPr>
          <p:nvPr/>
        </p:nvSpPr>
        <p:spPr>
          <a:xfrm>
            <a:off x="20288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5E3F4B-E133-4479-AA5F-40296005E623}"/>
              </a:ext>
            </a:extLst>
          </p:cNvPr>
          <p:cNvSpPr>
            <a:spLocks noGrp="1"/>
          </p:cNvSpPr>
          <p:nvPr/>
        </p:nvSpPr>
        <p:spPr>
          <a:xfrm>
            <a:off x="16573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E3C5381-309D-4932-B1E0-5D1AA8D2B4DB}"/>
              </a:ext>
            </a:extLst>
          </p:cNvPr>
          <p:cNvSpPr>
            <a:spLocks noGrp="1"/>
          </p:cNvSpPr>
          <p:nvPr/>
        </p:nvSpPr>
        <p:spPr>
          <a:xfrm>
            <a:off x="29337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E16548-FB06-4A16-AACD-64A8ABA1F698}"/>
              </a:ext>
            </a:extLst>
          </p:cNvPr>
          <p:cNvSpPr>
            <a:spLocks noGrp="1"/>
          </p:cNvSpPr>
          <p:nvPr/>
        </p:nvSpPr>
        <p:spPr>
          <a:xfrm>
            <a:off x="25622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251AB26-AADA-4F02-90F3-9BC36E8BFABA}"/>
              </a:ext>
            </a:extLst>
          </p:cNvPr>
          <p:cNvSpPr>
            <a:spLocks noGrp="1"/>
          </p:cNvSpPr>
          <p:nvPr/>
        </p:nvSpPr>
        <p:spPr>
          <a:xfrm>
            <a:off x="38385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C7E955-6C0A-476B-8312-C16C9F6B6480}"/>
              </a:ext>
            </a:extLst>
          </p:cNvPr>
          <p:cNvSpPr>
            <a:spLocks noGrp="1"/>
          </p:cNvSpPr>
          <p:nvPr/>
        </p:nvSpPr>
        <p:spPr>
          <a:xfrm>
            <a:off x="34671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AA98BC-7076-4A55-A0DC-D19E4C5A61B4}"/>
              </a:ext>
            </a:extLst>
          </p:cNvPr>
          <p:cNvSpPr>
            <a:spLocks noGrp="1"/>
          </p:cNvSpPr>
          <p:nvPr/>
        </p:nvSpPr>
        <p:spPr>
          <a:xfrm>
            <a:off x="93345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3214D3-85DF-457F-A748-6BE9F5ED8FB7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CAD641-A7CD-420B-92BF-E7765C201D7E}"/>
              </a:ext>
            </a:extLst>
          </p:cNvPr>
          <p:cNvSpPr>
            <a:spLocks noGrp="1"/>
          </p:cNvSpPr>
          <p:nvPr/>
        </p:nvSpPr>
        <p:spPr>
          <a:xfrm>
            <a:off x="28575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CA0948B7-5F25-476F-B79A-47CAD67D5F62}"/>
              </a:ext>
            </a:extLst>
          </p:cNvPr>
          <p:cNvSpPr>
            <a:spLocks noGrp="1"/>
          </p:cNvSpPr>
          <p:nvPr/>
        </p:nvSpPr>
        <p:spPr>
          <a:xfrm>
            <a:off x="2539074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A698C2B-AC81-4E29-8E69-90AC1B32DCAB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A6BA216-62D2-4310-AB43-FCC0BDDA963A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404367-A690-41CF-A093-9973D1A9BEE4}"/>
              </a:ext>
            </a:extLst>
          </p:cNvPr>
          <p:cNvSpPr>
            <a:spLocks noGrp="1"/>
          </p:cNvSpPr>
          <p:nvPr/>
        </p:nvSpPr>
        <p:spPr>
          <a:xfrm>
            <a:off x="2481924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E35B9D-315C-47F5-B801-4FA78FD3A927}"/>
              </a:ext>
            </a:extLst>
          </p:cNvPr>
          <p:cNvSpPr>
            <a:spLocks noGrp="1"/>
          </p:cNvSpPr>
          <p:nvPr/>
        </p:nvSpPr>
        <p:spPr>
          <a:xfrm>
            <a:off x="28575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4981EC9-CDB8-462E-88B4-81631F4B0823}"/>
              </a:ext>
            </a:extLst>
          </p:cNvPr>
          <p:cNvSpPr>
            <a:spLocks noGrp="1"/>
          </p:cNvSpPr>
          <p:nvPr/>
        </p:nvSpPr>
        <p:spPr>
          <a:xfrm>
            <a:off x="2323876" y="1809750"/>
            <a:ext cx="24836" cy="95"/>
          </a:xfrm>
          <a:custGeom>
            <a:avLst/>
            <a:gdLst/>
            <a:ahLst/>
            <a:cxnLst/>
            <a:rect l="0" t="0" r="0" b="0"/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16EEE31-71B5-40E1-8170-FF6913E017A2}"/>
              </a:ext>
            </a:extLst>
          </p:cNvPr>
          <p:cNvSpPr>
            <a:spLocks noGrp="1"/>
          </p:cNvSpPr>
          <p:nvPr/>
        </p:nvSpPr>
        <p:spPr>
          <a:xfrm>
            <a:off x="2323876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895C8EB-0052-412E-9FA8-D3FDA878694F}"/>
              </a:ext>
            </a:extLst>
          </p:cNvPr>
          <p:cNvSpPr>
            <a:spLocks noGrp="1"/>
          </p:cNvSpPr>
          <p:nvPr/>
        </p:nvSpPr>
        <p:spPr>
          <a:xfrm>
            <a:off x="2348712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D93EA8DD-D42E-45A4-AFDD-6CD2315E086C}"/>
              </a:ext>
            </a:extLst>
          </p:cNvPr>
          <p:cNvSpPr>
            <a:spLocks noGrp="1"/>
          </p:cNvSpPr>
          <p:nvPr/>
        </p:nvSpPr>
        <p:spPr>
          <a:xfrm>
            <a:off x="2279144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DB742D-B58E-437F-940E-95E10A0B5D9C}"/>
              </a:ext>
            </a:extLst>
          </p:cNvPr>
          <p:cNvSpPr>
            <a:spLocks noGrp="1"/>
          </p:cNvSpPr>
          <p:nvPr/>
        </p:nvSpPr>
        <p:spPr>
          <a:xfrm>
            <a:off x="28575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5ED1363B-CBFC-4988-8617-EB7EB2D9A356}"/>
              </a:ext>
            </a:extLst>
          </p:cNvPr>
          <p:cNvSpPr>
            <a:spLocks noGrp="1"/>
          </p:cNvSpPr>
          <p:nvPr/>
        </p:nvSpPr>
        <p:spPr>
          <a:xfrm>
            <a:off x="2233910" y="2114550"/>
            <a:ext cx="6325" cy="95"/>
          </a:xfrm>
          <a:custGeom>
            <a:avLst/>
            <a:gdLst/>
            <a:ahLst/>
            <a:cxnLst/>
            <a:rect l="0" t="0" r="0" b="0"/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65347410-6446-4B32-BCCA-10F94A2F48B8}"/>
              </a:ext>
            </a:extLst>
          </p:cNvPr>
          <p:cNvSpPr>
            <a:spLocks noGrp="1"/>
          </p:cNvSpPr>
          <p:nvPr/>
        </p:nvSpPr>
        <p:spPr>
          <a:xfrm>
            <a:off x="2233910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776814A-4D9C-40D9-826B-312FB1FDD4D7}"/>
              </a:ext>
            </a:extLst>
          </p:cNvPr>
          <p:cNvSpPr>
            <a:spLocks noGrp="1"/>
          </p:cNvSpPr>
          <p:nvPr/>
        </p:nvSpPr>
        <p:spPr>
          <a:xfrm>
            <a:off x="2240234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028929D-7CBF-4905-B84F-68449343A2DB}"/>
              </a:ext>
            </a:extLst>
          </p:cNvPr>
          <p:cNvSpPr>
            <a:spLocks noGrp="1"/>
          </p:cNvSpPr>
          <p:nvPr/>
        </p:nvSpPr>
        <p:spPr>
          <a:xfrm>
            <a:off x="217992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14162E-AC34-4F06-8761-6AAE9E433894}"/>
              </a:ext>
            </a:extLst>
          </p:cNvPr>
          <p:cNvSpPr>
            <a:spLocks noGrp="1"/>
          </p:cNvSpPr>
          <p:nvPr/>
        </p:nvSpPr>
        <p:spPr>
          <a:xfrm>
            <a:off x="28575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AFB829-D648-4EEF-B17F-168C9D1CD99D}"/>
              </a:ext>
            </a:extLst>
          </p:cNvPr>
          <p:cNvSpPr>
            <a:spLocks noGrp="1"/>
          </p:cNvSpPr>
          <p:nvPr/>
        </p:nvSpPr>
        <p:spPr>
          <a:xfrm>
            <a:off x="2223999" y="2419350"/>
            <a:ext cx="11316" cy="95"/>
          </a:xfrm>
          <a:custGeom>
            <a:avLst/>
            <a:gdLst/>
            <a:ahLst/>
            <a:cxnLst/>
            <a:rect l="0" t="0" r="0" b="0"/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274213D-99B6-4DDB-AF81-BAF94E431B84}"/>
              </a:ext>
            </a:extLst>
          </p:cNvPr>
          <p:cNvSpPr>
            <a:spLocks noGrp="1"/>
          </p:cNvSpPr>
          <p:nvPr/>
        </p:nvSpPr>
        <p:spPr>
          <a:xfrm>
            <a:off x="222399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FEE9BC2-91FE-4CB4-A01B-4E8F2CA01A14}"/>
              </a:ext>
            </a:extLst>
          </p:cNvPr>
          <p:cNvSpPr>
            <a:spLocks noGrp="1"/>
          </p:cNvSpPr>
          <p:nvPr/>
        </p:nvSpPr>
        <p:spPr>
          <a:xfrm>
            <a:off x="2235315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9FCCD326-A3D0-4C06-B305-FA7AA3EEBA72}"/>
              </a:ext>
            </a:extLst>
          </p:cNvPr>
          <p:cNvSpPr>
            <a:spLocks noGrp="1"/>
          </p:cNvSpPr>
          <p:nvPr/>
        </p:nvSpPr>
        <p:spPr>
          <a:xfrm>
            <a:off x="2172507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213D44-CDBA-4F3A-B876-00EDCA490CDD}"/>
              </a:ext>
            </a:extLst>
          </p:cNvPr>
          <p:cNvSpPr>
            <a:spLocks noGrp="1"/>
          </p:cNvSpPr>
          <p:nvPr/>
        </p:nvSpPr>
        <p:spPr>
          <a:xfrm>
            <a:off x="28575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005D9A6-9731-4477-965C-E23FD25671F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EDB86B-D658-4FF4-9FA4-2117ED2423B3}"/>
              </a:ext>
            </a:extLst>
          </p:cNvPr>
          <p:cNvSpPr>
            <a:spLocks noGrp="1"/>
          </p:cNvSpPr>
          <p:nvPr/>
        </p:nvSpPr>
        <p:spPr>
          <a:xfrm>
            <a:off x="28575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94E926C-27FA-4329-8737-425EA0B4A7EB}"/>
              </a:ext>
            </a:extLst>
          </p:cNvPr>
          <p:cNvSpPr>
            <a:spLocks noGrp="1"/>
          </p:cNvSpPr>
          <p:nvPr/>
        </p:nvSpPr>
        <p:spPr>
          <a:xfrm>
            <a:off x="3104621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383F1754-CA5C-4296-9428-73DC832B4C7C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E420A6A-644C-45E0-B08C-D5DFB9E067FA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4D1AF2-6A9D-43D9-8EDC-EAFDD052E3D6}"/>
              </a:ext>
            </a:extLst>
          </p:cNvPr>
          <p:cNvSpPr>
            <a:spLocks noGrp="1"/>
          </p:cNvSpPr>
          <p:nvPr/>
        </p:nvSpPr>
        <p:spPr>
          <a:xfrm>
            <a:off x="3047471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501956-CBC8-4209-A55F-9001B22167C6}"/>
              </a:ext>
            </a:extLst>
          </p:cNvPr>
          <p:cNvSpPr>
            <a:spLocks noGrp="1"/>
          </p:cNvSpPr>
          <p:nvPr/>
        </p:nvSpPr>
        <p:spPr>
          <a:xfrm>
            <a:off x="28575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78907FD7-F1ED-4406-9845-351D8C0B289C}"/>
              </a:ext>
            </a:extLst>
          </p:cNvPr>
          <p:cNvSpPr>
            <a:spLocks noGrp="1"/>
          </p:cNvSpPr>
          <p:nvPr/>
        </p:nvSpPr>
        <p:spPr>
          <a:xfrm>
            <a:off x="1474489" y="34575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F565BA2-25CB-4E2B-B5FB-D4F4BA7A114C}"/>
              </a:ext>
            </a:extLst>
          </p:cNvPr>
          <p:cNvSpPr>
            <a:spLocks noGrp="1"/>
          </p:cNvSpPr>
          <p:nvPr/>
        </p:nvSpPr>
        <p:spPr>
          <a:xfrm>
            <a:off x="1474489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792A29A3-37A1-4390-AFE8-1580B420689E}"/>
              </a:ext>
            </a:extLst>
          </p:cNvPr>
          <p:cNvSpPr>
            <a:spLocks noGrp="1"/>
          </p:cNvSpPr>
          <p:nvPr/>
        </p:nvSpPr>
        <p:spPr>
          <a:xfrm>
            <a:off x="1492787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57FAB101-3B54-4FEE-939D-DF9E310CA154}"/>
              </a:ext>
            </a:extLst>
          </p:cNvPr>
          <p:cNvSpPr>
            <a:spLocks noGrp="1"/>
          </p:cNvSpPr>
          <p:nvPr/>
        </p:nvSpPr>
        <p:spPr>
          <a:xfrm>
            <a:off x="142648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C659C49-6642-4DA1-822B-83A33E423DB0}"/>
              </a:ext>
            </a:extLst>
          </p:cNvPr>
          <p:cNvSpPr>
            <a:spLocks noGrp="1"/>
          </p:cNvSpPr>
          <p:nvPr/>
        </p:nvSpPr>
        <p:spPr>
          <a:xfrm>
            <a:off x="28575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126F59A3-67A1-492A-8BC3-A2AB295BF13A}"/>
              </a:ext>
            </a:extLst>
          </p:cNvPr>
          <p:cNvSpPr>
            <a:spLocks noGrp="1"/>
          </p:cNvSpPr>
          <p:nvPr/>
        </p:nvSpPr>
        <p:spPr>
          <a:xfrm>
            <a:off x="1474489" y="37623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9707428-6F75-46E0-BD6C-D51C9CACA3DC}"/>
              </a:ext>
            </a:extLst>
          </p:cNvPr>
          <p:cNvSpPr>
            <a:spLocks noGrp="1"/>
          </p:cNvSpPr>
          <p:nvPr/>
        </p:nvSpPr>
        <p:spPr>
          <a:xfrm>
            <a:off x="1474489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434AF7E-40E0-4172-805B-8A08EF3D1F8C}"/>
              </a:ext>
            </a:extLst>
          </p:cNvPr>
          <p:cNvSpPr>
            <a:spLocks noGrp="1"/>
          </p:cNvSpPr>
          <p:nvPr/>
        </p:nvSpPr>
        <p:spPr>
          <a:xfrm>
            <a:off x="1492787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B066724C-FC22-4EBA-A516-7AD3CE07AE64}"/>
              </a:ext>
            </a:extLst>
          </p:cNvPr>
          <p:cNvSpPr>
            <a:spLocks noGrp="1"/>
          </p:cNvSpPr>
          <p:nvPr/>
        </p:nvSpPr>
        <p:spPr>
          <a:xfrm>
            <a:off x="142648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24E3EE8-0B9C-4DC5-8F79-9DB3712AAA7A}"/>
              </a:ext>
            </a:extLst>
          </p:cNvPr>
          <p:cNvSpPr>
            <a:spLocks noGrp="1"/>
          </p:cNvSpPr>
          <p:nvPr/>
        </p:nvSpPr>
        <p:spPr>
          <a:xfrm>
            <a:off x="28575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F3FF389-6A6D-4195-A70F-7B18A8BFAC6F}"/>
              </a:ext>
            </a:extLst>
          </p:cNvPr>
          <p:cNvSpPr>
            <a:spLocks noGrp="1"/>
          </p:cNvSpPr>
          <p:nvPr/>
        </p:nvSpPr>
        <p:spPr>
          <a:xfrm>
            <a:off x="1478558" y="4067175"/>
            <a:ext cx="31211" cy="95"/>
          </a:xfrm>
          <a:custGeom>
            <a:avLst/>
            <a:gdLst/>
            <a:ahLst/>
            <a:cxnLst/>
            <a:rect l="0" t="0" r="0" b="0"/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D8432FB-A62E-48FD-BB03-8B015530F7E5}"/>
              </a:ext>
            </a:extLst>
          </p:cNvPr>
          <p:cNvSpPr>
            <a:spLocks noGrp="1"/>
          </p:cNvSpPr>
          <p:nvPr/>
        </p:nvSpPr>
        <p:spPr>
          <a:xfrm>
            <a:off x="1478558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BDBA0A97-C470-416A-8B6A-462D89167B38}"/>
              </a:ext>
            </a:extLst>
          </p:cNvPr>
          <p:cNvSpPr>
            <a:spLocks noGrp="1"/>
          </p:cNvSpPr>
          <p:nvPr/>
        </p:nvSpPr>
        <p:spPr>
          <a:xfrm>
            <a:off x="150976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C67090C2-E4A2-43AC-95D1-CE5EDFE06A0B}"/>
              </a:ext>
            </a:extLst>
          </p:cNvPr>
          <p:cNvSpPr>
            <a:spLocks noGrp="1"/>
          </p:cNvSpPr>
          <p:nvPr/>
        </p:nvSpPr>
        <p:spPr>
          <a:xfrm>
            <a:off x="143701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99C6993-E11E-48F5-A45B-38F8B9F49930}"/>
              </a:ext>
            </a:extLst>
          </p:cNvPr>
          <p:cNvSpPr>
            <a:spLocks noGrp="1"/>
          </p:cNvSpPr>
          <p:nvPr/>
        </p:nvSpPr>
        <p:spPr>
          <a:xfrm>
            <a:off x="28575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33310F6-BBFE-4667-9D66-8B7F5D8FFD74}"/>
              </a:ext>
            </a:extLst>
          </p:cNvPr>
          <p:cNvSpPr>
            <a:spLocks noGrp="1"/>
          </p:cNvSpPr>
          <p:nvPr/>
        </p:nvSpPr>
        <p:spPr>
          <a:xfrm>
            <a:off x="28575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3AA31A4-9FE3-4239-B5D6-2B57C97ADE64}"/>
              </a:ext>
            </a:extLst>
          </p:cNvPr>
          <p:cNvSpPr>
            <a:spLocks noGrp="1"/>
          </p:cNvSpPr>
          <p:nvPr/>
        </p:nvSpPr>
        <p:spPr>
          <a:xfrm>
            <a:off x="28575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D10307DB-D1FB-4976-B727-A6B0F6A38C53}"/>
              </a:ext>
            </a:extLst>
          </p:cNvPr>
          <p:cNvSpPr>
            <a:spLocks noGrp="1"/>
          </p:cNvSpPr>
          <p:nvPr/>
        </p:nvSpPr>
        <p:spPr>
          <a:xfrm>
            <a:off x="3564599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1CE80DFE-B0C4-42A7-849D-CCFEFE8FDFCD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C2159662-ED2C-4975-8A0D-66461DE55EC7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EDAC88F-31F6-43CA-A6C1-B9338D7C7217}"/>
              </a:ext>
            </a:extLst>
          </p:cNvPr>
          <p:cNvSpPr>
            <a:spLocks noGrp="1"/>
          </p:cNvSpPr>
          <p:nvPr/>
        </p:nvSpPr>
        <p:spPr>
          <a:xfrm>
            <a:off x="3507449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B47ECA-487D-4CDC-8E6E-10CFA5727703}"/>
              </a:ext>
            </a:extLst>
          </p:cNvPr>
          <p:cNvSpPr>
            <a:spLocks noGrp="1"/>
          </p:cNvSpPr>
          <p:nvPr/>
        </p:nvSpPr>
        <p:spPr>
          <a:xfrm>
            <a:off x="28575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4194262-637B-4899-A99D-9889F8075DBA}"/>
              </a:ext>
            </a:extLst>
          </p:cNvPr>
          <p:cNvSpPr>
            <a:spLocks noGrp="1"/>
          </p:cNvSpPr>
          <p:nvPr/>
        </p:nvSpPr>
        <p:spPr>
          <a:xfrm>
            <a:off x="2370532" y="51054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A8D636C5-22DE-490F-87DF-0F273A1C64EB}"/>
              </a:ext>
            </a:extLst>
          </p:cNvPr>
          <p:cNvSpPr>
            <a:spLocks noGrp="1"/>
          </p:cNvSpPr>
          <p:nvPr/>
        </p:nvSpPr>
        <p:spPr>
          <a:xfrm>
            <a:off x="237053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FD8D672-B7FB-4A2B-B47E-74426C630742}"/>
              </a:ext>
            </a:extLst>
          </p:cNvPr>
          <p:cNvSpPr>
            <a:spLocks noGrp="1"/>
          </p:cNvSpPr>
          <p:nvPr/>
        </p:nvSpPr>
        <p:spPr>
          <a:xfrm>
            <a:off x="2415165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291A4B0D-C59E-43B0-A154-659A03B7BA7E}"/>
              </a:ext>
            </a:extLst>
          </p:cNvPr>
          <p:cNvSpPr>
            <a:spLocks noGrp="1"/>
          </p:cNvSpPr>
          <p:nvPr/>
        </p:nvSpPr>
        <p:spPr>
          <a:xfrm>
            <a:off x="2335699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9D7DFC-D147-497D-886C-77B0DD9AD798}"/>
              </a:ext>
            </a:extLst>
          </p:cNvPr>
          <p:cNvSpPr>
            <a:spLocks noGrp="1"/>
          </p:cNvSpPr>
          <p:nvPr/>
        </p:nvSpPr>
        <p:spPr>
          <a:xfrm>
            <a:off x="28575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E6043245-847D-474A-925C-A4C7FE24F8E2}"/>
              </a:ext>
            </a:extLst>
          </p:cNvPr>
          <p:cNvSpPr>
            <a:spLocks noGrp="1"/>
          </p:cNvSpPr>
          <p:nvPr/>
        </p:nvSpPr>
        <p:spPr>
          <a:xfrm>
            <a:off x="2370532" y="54102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B39B1EF-8630-443F-A028-BF5595C08EB7}"/>
              </a:ext>
            </a:extLst>
          </p:cNvPr>
          <p:cNvSpPr>
            <a:spLocks noGrp="1"/>
          </p:cNvSpPr>
          <p:nvPr/>
        </p:nvSpPr>
        <p:spPr>
          <a:xfrm>
            <a:off x="237053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7591FD81-1C6B-4F8C-BD45-0E2F0377014D}"/>
              </a:ext>
            </a:extLst>
          </p:cNvPr>
          <p:cNvSpPr>
            <a:spLocks noGrp="1"/>
          </p:cNvSpPr>
          <p:nvPr/>
        </p:nvSpPr>
        <p:spPr>
          <a:xfrm>
            <a:off x="2415165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E9121F5-F647-4C93-848A-600E3FFCE11D}"/>
              </a:ext>
            </a:extLst>
          </p:cNvPr>
          <p:cNvSpPr>
            <a:spLocks noGrp="1"/>
          </p:cNvSpPr>
          <p:nvPr/>
        </p:nvSpPr>
        <p:spPr>
          <a:xfrm>
            <a:off x="2335699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6F34AC3-E4A9-4B79-AC90-7D7AF150579A}"/>
              </a:ext>
            </a:extLst>
          </p:cNvPr>
          <p:cNvSpPr>
            <a:spLocks noGrp="1"/>
          </p:cNvSpPr>
          <p:nvPr/>
        </p:nvSpPr>
        <p:spPr>
          <a:xfrm>
            <a:off x="28575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99B01411-E95A-4047-95F5-03C342F82172}"/>
              </a:ext>
            </a:extLst>
          </p:cNvPr>
          <p:cNvSpPr>
            <a:spLocks noGrp="1"/>
          </p:cNvSpPr>
          <p:nvPr/>
        </p:nvSpPr>
        <p:spPr>
          <a:xfrm>
            <a:off x="2372541" y="5715000"/>
            <a:ext cx="46271" cy="95"/>
          </a:xfrm>
          <a:custGeom>
            <a:avLst/>
            <a:gdLst/>
            <a:ahLst/>
            <a:cxnLst/>
            <a:rect l="0" t="0" r="0" b="0"/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4A12BB70-ED0C-4B78-A7FA-4F35CDBB8CA6}"/>
              </a:ext>
            </a:extLst>
          </p:cNvPr>
          <p:cNvSpPr>
            <a:spLocks noGrp="1"/>
          </p:cNvSpPr>
          <p:nvPr/>
        </p:nvSpPr>
        <p:spPr>
          <a:xfrm>
            <a:off x="2372541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7B269C53-FAE0-4F62-920B-797E140F76B7}"/>
              </a:ext>
            </a:extLst>
          </p:cNvPr>
          <p:cNvSpPr>
            <a:spLocks noGrp="1"/>
          </p:cNvSpPr>
          <p:nvPr/>
        </p:nvSpPr>
        <p:spPr>
          <a:xfrm>
            <a:off x="241881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905AF3C6-4221-4DBA-8A2C-31F6E13CACAA}"/>
              </a:ext>
            </a:extLst>
          </p:cNvPr>
          <p:cNvSpPr>
            <a:spLocks noGrp="1"/>
          </p:cNvSpPr>
          <p:nvPr/>
        </p:nvSpPr>
        <p:spPr>
          <a:xfrm>
            <a:off x="2338526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AAE483E-5921-4CE7-BD7B-71ECEB8900EC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38D80A1-605E-4790-8E50-C2C4E1DDECBA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335E744-3D65-44A3-8DA8-AF9E303CD70A}"/>
              </a:ext>
            </a:extLst>
          </p:cNvPr>
          <p:cNvSpPr>
            <a:spLocks noGrp="1"/>
          </p:cNvSpPr>
          <p:nvPr/>
        </p:nvSpPr>
        <p:spPr>
          <a:xfrm>
            <a:off x="4257675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224AB55B-9806-4F17-85CE-64BEE80D525B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13DE7E0-2793-4775-8DA0-44C86168ABD3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18259E5-3B05-44AD-B833-0878B30CCECF}"/>
              </a:ext>
            </a:extLst>
          </p:cNvPr>
          <p:cNvSpPr>
            <a:spLocks noGrp="1"/>
          </p:cNvSpPr>
          <p:nvPr/>
        </p:nvSpPr>
        <p:spPr>
          <a:xfrm>
            <a:off x="47244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2F17A26D-7083-4AC1-B97A-79034466AB0E}"/>
              </a:ext>
            </a:extLst>
          </p:cNvPr>
          <p:cNvSpPr>
            <a:spLocks noGrp="1"/>
          </p:cNvSpPr>
          <p:nvPr/>
        </p:nvSpPr>
        <p:spPr>
          <a:xfrm>
            <a:off x="5774531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4E97FDF-815E-4164-902B-0CDE96E337FB}"/>
              </a:ext>
            </a:extLst>
          </p:cNvPr>
          <p:cNvSpPr>
            <a:spLocks noGrp="1"/>
          </p:cNvSpPr>
          <p:nvPr/>
        </p:nvSpPr>
        <p:spPr>
          <a:xfrm>
            <a:off x="5403056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5D5321B8-F65C-4886-AE7B-29145A731DEB}"/>
              </a:ext>
            </a:extLst>
          </p:cNvPr>
          <p:cNvSpPr>
            <a:spLocks noGrp="1"/>
          </p:cNvSpPr>
          <p:nvPr/>
        </p:nvSpPr>
        <p:spPr>
          <a:xfrm>
            <a:off x="6453188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20FC57B-9391-475D-AB79-9862CD9530E8}"/>
              </a:ext>
            </a:extLst>
          </p:cNvPr>
          <p:cNvSpPr>
            <a:spLocks noGrp="1"/>
          </p:cNvSpPr>
          <p:nvPr/>
        </p:nvSpPr>
        <p:spPr>
          <a:xfrm>
            <a:off x="6081713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455882A8-B6FF-4053-A281-A07A9ABD6CB3}"/>
              </a:ext>
            </a:extLst>
          </p:cNvPr>
          <p:cNvSpPr>
            <a:spLocks noGrp="1"/>
          </p:cNvSpPr>
          <p:nvPr/>
        </p:nvSpPr>
        <p:spPr>
          <a:xfrm>
            <a:off x="7131844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10B3516-BEE4-41FA-A43D-25CA04790A17}"/>
              </a:ext>
            </a:extLst>
          </p:cNvPr>
          <p:cNvSpPr>
            <a:spLocks noGrp="1"/>
          </p:cNvSpPr>
          <p:nvPr/>
        </p:nvSpPr>
        <p:spPr>
          <a:xfrm>
            <a:off x="6760369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2C1E9674-A622-4CD8-B664-9EB7DA5C00AD}"/>
              </a:ext>
            </a:extLst>
          </p:cNvPr>
          <p:cNvSpPr>
            <a:spLocks noGrp="1"/>
          </p:cNvSpPr>
          <p:nvPr/>
        </p:nvSpPr>
        <p:spPr>
          <a:xfrm>
            <a:off x="78105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7870312-4723-4D1F-9925-0726403EFB05}"/>
              </a:ext>
            </a:extLst>
          </p:cNvPr>
          <p:cNvSpPr>
            <a:spLocks noGrp="1"/>
          </p:cNvSpPr>
          <p:nvPr/>
        </p:nvSpPr>
        <p:spPr>
          <a:xfrm>
            <a:off x="74390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B798323-025A-47E4-BF79-4A03CE307F72}"/>
              </a:ext>
            </a:extLst>
          </p:cNvPr>
          <p:cNvSpPr>
            <a:spLocks noGrp="1"/>
          </p:cNvSpPr>
          <p:nvPr/>
        </p:nvSpPr>
        <p:spPr>
          <a:xfrm>
            <a:off x="4905375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05973EA-170F-4A45-AA69-EFE05C2A7539}"/>
              </a:ext>
            </a:extLst>
          </p:cNvPr>
          <p:cNvSpPr>
            <a:spLocks noGrp="1"/>
          </p:cNvSpPr>
          <p:nvPr/>
        </p:nvSpPr>
        <p:spPr>
          <a:xfrm>
            <a:off x="4257675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96CE5A2-0784-402A-A0DF-244FB5808739}"/>
              </a:ext>
            </a:extLst>
          </p:cNvPr>
          <p:cNvSpPr>
            <a:spLocks noGrp="1"/>
          </p:cNvSpPr>
          <p:nvPr/>
        </p:nvSpPr>
        <p:spPr>
          <a:xfrm>
            <a:off x="4257675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F484D19-8CF3-4594-A2F3-EF5F13C710B8}"/>
              </a:ext>
            </a:extLst>
          </p:cNvPr>
          <p:cNvSpPr>
            <a:spLocks noGrp="1"/>
          </p:cNvSpPr>
          <p:nvPr/>
        </p:nvSpPr>
        <p:spPr>
          <a:xfrm>
            <a:off x="600075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2EE68F4-8ACA-4541-BE24-50B316F9A83E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DE5392B3-2BB3-4C54-A142-267E45FD21C6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018969F-1B9C-4A8D-B48A-1FFDE644A73E}"/>
              </a:ext>
            </a:extLst>
          </p:cNvPr>
          <p:cNvSpPr>
            <a:spLocks noGrp="1"/>
          </p:cNvSpPr>
          <p:nvPr/>
        </p:nvSpPr>
        <p:spPr>
          <a:xfrm>
            <a:off x="594360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AC1D92A-3C8B-4FDD-AA00-5F54310110AB}"/>
              </a:ext>
            </a:extLst>
          </p:cNvPr>
          <p:cNvSpPr>
            <a:spLocks noGrp="1"/>
          </p:cNvSpPr>
          <p:nvPr/>
        </p:nvSpPr>
        <p:spPr>
          <a:xfrm>
            <a:off x="4257675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4C1FD52C-812D-4D6F-AD82-A906C2DC310C}"/>
              </a:ext>
            </a:extLst>
          </p:cNvPr>
          <p:cNvSpPr>
            <a:spLocks noGrp="1"/>
          </p:cNvSpPr>
          <p:nvPr/>
        </p:nvSpPr>
        <p:spPr>
          <a:xfrm>
            <a:off x="5774531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98C110EF-362A-4917-A92B-23E6B47D48B3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FEDFC54-D2D4-4F17-9297-5B743E5F9049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4" name="等腰三角形 103">
            <a:extLst>
              <a:ext uri="{FF2B5EF4-FFF2-40B4-BE49-F238E27FC236}">
                <a16:creationId xmlns:a16="http://schemas.microsoft.com/office/drawing/2014/main" id="{D0D61F0A-B8C7-4BB7-817E-A6BFDE261D22}"/>
              </a:ext>
            </a:extLst>
          </p:cNvPr>
          <p:cNvSpPr>
            <a:spLocks noGrp="1"/>
          </p:cNvSpPr>
          <p:nvPr/>
        </p:nvSpPr>
        <p:spPr>
          <a:xfrm>
            <a:off x="5717381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CAD54D4-A1D4-434E-969B-E804B605EEB2}"/>
              </a:ext>
            </a:extLst>
          </p:cNvPr>
          <p:cNvSpPr>
            <a:spLocks noGrp="1"/>
          </p:cNvSpPr>
          <p:nvPr/>
        </p:nvSpPr>
        <p:spPr>
          <a:xfrm>
            <a:off x="4257675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D7259FFA-89E1-4FC1-B2F3-29E8CA9FA255}"/>
              </a:ext>
            </a:extLst>
          </p:cNvPr>
          <p:cNvSpPr>
            <a:spLocks noGrp="1"/>
          </p:cNvSpPr>
          <p:nvPr/>
        </p:nvSpPr>
        <p:spPr>
          <a:xfrm>
            <a:off x="5548313" y="2114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87C5AFC-1C19-4B6A-8C83-047545B503E1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4CBA551-15B2-4247-A41E-24473EC4ABBB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610551F-B4CA-419E-9E20-DB21D64DF337}"/>
              </a:ext>
            </a:extLst>
          </p:cNvPr>
          <p:cNvSpPr>
            <a:spLocks noGrp="1"/>
          </p:cNvSpPr>
          <p:nvPr/>
        </p:nvSpPr>
        <p:spPr>
          <a:xfrm>
            <a:off x="5491163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1C20FD7-DD9F-48F1-8798-B920443D38AF}"/>
              </a:ext>
            </a:extLst>
          </p:cNvPr>
          <p:cNvSpPr>
            <a:spLocks noGrp="1"/>
          </p:cNvSpPr>
          <p:nvPr/>
        </p:nvSpPr>
        <p:spPr>
          <a:xfrm>
            <a:off x="4257675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D9EB72F3-6B5F-4A7E-9324-D2CF4DDD8284}"/>
              </a:ext>
            </a:extLst>
          </p:cNvPr>
          <p:cNvSpPr>
            <a:spLocks noGrp="1"/>
          </p:cNvSpPr>
          <p:nvPr/>
        </p:nvSpPr>
        <p:spPr>
          <a:xfrm>
            <a:off x="5548313" y="24193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478E0FB8-7779-4FD3-955D-74FA68DBA260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5A619955-DEC2-4AC8-ABC9-50328D97E0A2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F2A3BF5D-ED02-4C47-B2C6-23EF53566D7E}"/>
              </a:ext>
            </a:extLst>
          </p:cNvPr>
          <p:cNvSpPr>
            <a:spLocks noGrp="1"/>
          </p:cNvSpPr>
          <p:nvPr/>
        </p:nvSpPr>
        <p:spPr>
          <a:xfrm>
            <a:off x="5491163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366C161-E73F-492E-AE7E-D340623E3957}"/>
              </a:ext>
            </a:extLst>
          </p:cNvPr>
          <p:cNvSpPr>
            <a:spLocks noGrp="1"/>
          </p:cNvSpPr>
          <p:nvPr/>
        </p:nvSpPr>
        <p:spPr>
          <a:xfrm>
            <a:off x="4257675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0FE66DC-30F7-4C1B-975C-42FD32ACC02D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DE78266-EABE-4527-801C-85DF8E34DFD3}"/>
              </a:ext>
            </a:extLst>
          </p:cNvPr>
          <p:cNvSpPr>
            <a:spLocks noGrp="1"/>
          </p:cNvSpPr>
          <p:nvPr/>
        </p:nvSpPr>
        <p:spPr>
          <a:xfrm>
            <a:off x="4257675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B953BA60-534E-4422-A96D-D04C9187FA4F}"/>
              </a:ext>
            </a:extLst>
          </p:cNvPr>
          <p:cNvSpPr>
            <a:spLocks noGrp="1"/>
          </p:cNvSpPr>
          <p:nvPr/>
        </p:nvSpPr>
        <p:spPr>
          <a:xfrm>
            <a:off x="6453188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E45474E-8040-412F-BEF6-9EE22BE1D527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94F26719-C264-4D61-8DB2-686E0498DC53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6C592A8-DEAF-4700-BCFF-DEF0F7556DB6}"/>
              </a:ext>
            </a:extLst>
          </p:cNvPr>
          <p:cNvSpPr>
            <a:spLocks noGrp="1"/>
          </p:cNvSpPr>
          <p:nvPr/>
        </p:nvSpPr>
        <p:spPr>
          <a:xfrm>
            <a:off x="6396038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9B695ED-97DF-4697-B32D-1C1C4E6D30C8}"/>
              </a:ext>
            </a:extLst>
          </p:cNvPr>
          <p:cNvSpPr>
            <a:spLocks noGrp="1"/>
          </p:cNvSpPr>
          <p:nvPr/>
        </p:nvSpPr>
        <p:spPr>
          <a:xfrm>
            <a:off x="4257675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04D8E97C-E470-484D-97B0-6C9FFE8721AC}"/>
              </a:ext>
            </a:extLst>
          </p:cNvPr>
          <p:cNvSpPr>
            <a:spLocks noGrp="1"/>
          </p:cNvSpPr>
          <p:nvPr/>
        </p:nvSpPr>
        <p:spPr>
          <a:xfrm>
            <a:off x="5095875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CAA36285-65A5-4788-899E-4C4FF63BA932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D7864F8A-7C56-4D35-B8E3-EEFB1C1C3A8F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6" name="等腰三角形 125">
            <a:extLst>
              <a:ext uri="{FF2B5EF4-FFF2-40B4-BE49-F238E27FC236}">
                <a16:creationId xmlns:a16="http://schemas.microsoft.com/office/drawing/2014/main" id="{A25C8F41-7E8A-43C3-B127-DAE9957FD58F}"/>
              </a:ext>
            </a:extLst>
          </p:cNvPr>
          <p:cNvSpPr>
            <a:spLocks noGrp="1"/>
          </p:cNvSpPr>
          <p:nvPr/>
        </p:nvSpPr>
        <p:spPr>
          <a:xfrm>
            <a:off x="5038725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04462DF-31D4-4B10-83EF-80DC6DD38CDB}"/>
              </a:ext>
            </a:extLst>
          </p:cNvPr>
          <p:cNvSpPr>
            <a:spLocks noGrp="1"/>
          </p:cNvSpPr>
          <p:nvPr/>
        </p:nvSpPr>
        <p:spPr>
          <a:xfrm>
            <a:off x="4257675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F2F2C061-E379-42F8-BC69-F6B95B0B3E0E}"/>
              </a:ext>
            </a:extLst>
          </p:cNvPr>
          <p:cNvSpPr>
            <a:spLocks noGrp="1"/>
          </p:cNvSpPr>
          <p:nvPr/>
        </p:nvSpPr>
        <p:spPr>
          <a:xfrm>
            <a:off x="5095875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09667C55-8065-4694-BA3B-B4B76385AC1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EF736B72-3FFE-4F7A-8173-A5DFA48BC33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0DA3A8F-825E-4317-A919-ED7BDF3EC856}"/>
              </a:ext>
            </a:extLst>
          </p:cNvPr>
          <p:cNvSpPr>
            <a:spLocks noGrp="1"/>
          </p:cNvSpPr>
          <p:nvPr/>
        </p:nvSpPr>
        <p:spPr>
          <a:xfrm>
            <a:off x="5038725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3F6FC80-C5C1-46C7-9F84-8113FE55E018}"/>
              </a:ext>
            </a:extLst>
          </p:cNvPr>
          <p:cNvSpPr>
            <a:spLocks noGrp="1"/>
          </p:cNvSpPr>
          <p:nvPr/>
        </p:nvSpPr>
        <p:spPr>
          <a:xfrm>
            <a:off x="4257675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56FFEB03-F31C-440F-89A4-945AD237386B}"/>
              </a:ext>
            </a:extLst>
          </p:cNvPr>
          <p:cNvSpPr>
            <a:spLocks noGrp="1"/>
          </p:cNvSpPr>
          <p:nvPr/>
        </p:nvSpPr>
        <p:spPr>
          <a:xfrm>
            <a:off x="5095875" y="40671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BB38C8FE-7DE5-4469-940D-8D148E6A02B7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DAB3D079-B7A2-4EF6-A299-42ED7307890A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E7C04874-9EC0-4B97-8B78-D942BAFDDB57}"/>
              </a:ext>
            </a:extLst>
          </p:cNvPr>
          <p:cNvSpPr>
            <a:spLocks noGrp="1"/>
          </p:cNvSpPr>
          <p:nvPr/>
        </p:nvSpPr>
        <p:spPr>
          <a:xfrm>
            <a:off x="5038725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E7A6C7E-7C91-455C-82E5-954B9A4C9130}"/>
              </a:ext>
            </a:extLst>
          </p:cNvPr>
          <p:cNvSpPr>
            <a:spLocks noGrp="1"/>
          </p:cNvSpPr>
          <p:nvPr/>
        </p:nvSpPr>
        <p:spPr>
          <a:xfrm>
            <a:off x="4257675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DAEEBE60-CAC5-4EAE-B288-C34BAE97E613}"/>
              </a:ext>
            </a:extLst>
          </p:cNvPr>
          <p:cNvSpPr>
            <a:spLocks noGrp="1"/>
          </p:cNvSpPr>
          <p:nvPr/>
        </p:nvSpPr>
        <p:spPr>
          <a:xfrm>
            <a:off x="4257675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6A44DB1-B63C-4764-8B11-28B595CCE103}"/>
              </a:ext>
            </a:extLst>
          </p:cNvPr>
          <p:cNvSpPr>
            <a:spLocks noGrp="1"/>
          </p:cNvSpPr>
          <p:nvPr/>
        </p:nvSpPr>
        <p:spPr>
          <a:xfrm>
            <a:off x="4257675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8B6D1354-6B71-42AA-A9E5-BDB690C32565}"/>
              </a:ext>
            </a:extLst>
          </p:cNvPr>
          <p:cNvSpPr>
            <a:spLocks noGrp="1"/>
          </p:cNvSpPr>
          <p:nvPr/>
        </p:nvSpPr>
        <p:spPr>
          <a:xfrm>
            <a:off x="7358063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F7B39AB1-6BC3-4EAB-97ED-4145E94C0588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B6B367FA-04AB-44FC-BE01-D9946F702FC0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AC74D2D-661E-4452-A384-B84FA597DD24}"/>
              </a:ext>
            </a:extLst>
          </p:cNvPr>
          <p:cNvSpPr>
            <a:spLocks noGrp="1"/>
          </p:cNvSpPr>
          <p:nvPr/>
        </p:nvSpPr>
        <p:spPr>
          <a:xfrm>
            <a:off x="7300913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B9A080FB-5D4B-45AE-A55D-F5C513E97FA5}"/>
              </a:ext>
            </a:extLst>
          </p:cNvPr>
          <p:cNvSpPr>
            <a:spLocks noGrp="1"/>
          </p:cNvSpPr>
          <p:nvPr/>
        </p:nvSpPr>
        <p:spPr>
          <a:xfrm>
            <a:off x="4257675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83802285-B3B7-44B2-B04A-1A5E973DD8FA}"/>
              </a:ext>
            </a:extLst>
          </p:cNvPr>
          <p:cNvSpPr>
            <a:spLocks noGrp="1"/>
          </p:cNvSpPr>
          <p:nvPr/>
        </p:nvSpPr>
        <p:spPr>
          <a:xfrm>
            <a:off x="5207693" y="51054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11C9A951-9DFF-4558-B3FE-CB250AB136CC}"/>
              </a:ext>
            </a:extLst>
          </p:cNvPr>
          <p:cNvSpPr>
            <a:spLocks noGrp="1"/>
          </p:cNvSpPr>
          <p:nvPr/>
        </p:nvSpPr>
        <p:spPr>
          <a:xfrm>
            <a:off x="5207693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F59429E-A7B7-4020-BFCE-B50B4D8118B8}"/>
              </a:ext>
            </a:extLst>
          </p:cNvPr>
          <p:cNvSpPr>
            <a:spLocks noGrp="1"/>
          </p:cNvSpPr>
          <p:nvPr/>
        </p:nvSpPr>
        <p:spPr>
          <a:xfrm>
            <a:off x="552698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8" name="等腰三角形 147">
            <a:extLst>
              <a:ext uri="{FF2B5EF4-FFF2-40B4-BE49-F238E27FC236}">
                <a16:creationId xmlns:a16="http://schemas.microsoft.com/office/drawing/2014/main" id="{3C69FADD-B9E6-406F-BF56-6FBF3E3DE83A}"/>
              </a:ext>
            </a:extLst>
          </p:cNvPr>
          <p:cNvSpPr>
            <a:spLocks noGrp="1"/>
          </p:cNvSpPr>
          <p:nvPr/>
        </p:nvSpPr>
        <p:spPr>
          <a:xfrm>
            <a:off x="531018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726EB86-C5C5-43F8-BB69-62AA90E38F4E}"/>
              </a:ext>
            </a:extLst>
          </p:cNvPr>
          <p:cNvSpPr>
            <a:spLocks noGrp="1"/>
          </p:cNvSpPr>
          <p:nvPr/>
        </p:nvSpPr>
        <p:spPr>
          <a:xfrm>
            <a:off x="4257675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1D93748B-E0AB-48A8-ADF7-391E85F932AC}"/>
              </a:ext>
            </a:extLst>
          </p:cNvPr>
          <p:cNvSpPr>
            <a:spLocks noGrp="1"/>
          </p:cNvSpPr>
          <p:nvPr/>
        </p:nvSpPr>
        <p:spPr>
          <a:xfrm>
            <a:off x="5207693" y="54102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0BEF1927-CEAF-44B6-B720-23505E55921D}"/>
              </a:ext>
            </a:extLst>
          </p:cNvPr>
          <p:cNvSpPr>
            <a:spLocks noGrp="1"/>
          </p:cNvSpPr>
          <p:nvPr/>
        </p:nvSpPr>
        <p:spPr>
          <a:xfrm>
            <a:off x="5207693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080FE3CF-3F4C-4F5F-9ED1-709E4E9B6117}"/>
              </a:ext>
            </a:extLst>
          </p:cNvPr>
          <p:cNvSpPr>
            <a:spLocks noGrp="1"/>
          </p:cNvSpPr>
          <p:nvPr/>
        </p:nvSpPr>
        <p:spPr>
          <a:xfrm>
            <a:off x="552698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F1B193D-ACB0-4F10-84D0-58BBEA667466}"/>
              </a:ext>
            </a:extLst>
          </p:cNvPr>
          <p:cNvSpPr>
            <a:spLocks noGrp="1"/>
          </p:cNvSpPr>
          <p:nvPr/>
        </p:nvSpPr>
        <p:spPr>
          <a:xfrm>
            <a:off x="531018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B1FB1A2-49D4-405C-BA7F-C18175744637}"/>
              </a:ext>
            </a:extLst>
          </p:cNvPr>
          <p:cNvSpPr>
            <a:spLocks noGrp="1"/>
          </p:cNvSpPr>
          <p:nvPr/>
        </p:nvSpPr>
        <p:spPr>
          <a:xfrm>
            <a:off x="4257675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B72C7848-34D2-473E-B2BC-202F2996FE8D}"/>
              </a:ext>
            </a:extLst>
          </p:cNvPr>
          <p:cNvSpPr>
            <a:spLocks noGrp="1"/>
          </p:cNvSpPr>
          <p:nvPr/>
        </p:nvSpPr>
        <p:spPr>
          <a:xfrm>
            <a:off x="5207693" y="57150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7BEE1635-A8B1-4E97-AF8A-B2B101C3DA47}"/>
              </a:ext>
            </a:extLst>
          </p:cNvPr>
          <p:cNvSpPr>
            <a:spLocks noGrp="1"/>
          </p:cNvSpPr>
          <p:nvPr/>
        </p:nvSpPr>
        <p:spPr>
          <a:xfrm>
            <a:off x="5207693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75CF1C50-2A2F-4021-9132-DF51CB816470}"/>
              </a:ext>
            </a:extLst>
          </p:cNvPr>
          <p:cNvSpPr>
            <a:spLocks noGrp="1"/>
          </p:cNvSpPr>
          <p:nvPr/>
        </p:nvSpPr>
        <p:spPr>
          <a:xfrm>
            <a:off x="552698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707A9621-B85F-4DDD-98ED-E61A6384E3BB}"/>
              </a:ext>
            </a:extLst>
          </p:cNvPr>
          <p:cNvSpPr>
            <a:spLocks noGrp="1"/>
          </p:cNvSpPr>
          <p:nvPr/>
        </p:nvSpPr>
        <p:spPr>
          <a:xfrm>
            <a:off x="531018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D8E0F685-0574-4466-8095-E6CEB15AE563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7F09BE-46BC-4805-8F39-180DF00F5872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4267AEA-C05D-42B6-B458-6704C1816927}"/>
              </a:ext>
            </a:extLst>
          </p:cNvPr>
          <p:cNvSpPr>
            <a:spLocks noGrp="1"/>
          </p:cNvSpPr>
          <p:nvPr/>
        </p:nvSpPr>
        <p:spPr>
          <a:xfrm>
            <a:off x="822960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FE0BA382-CB94-4626-9CC7-6646D48BC0C7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6937CA24-968D-4AF9-8A51-263EEF016006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E000326-E11E-497B-80F9-B60A14AC3F30}"/>
              </a:ext>
            </a:extLst>
          </p:cNvPr>
          <p:cNvSpPr>
            <a:spLocks noGrp="1"/>
          </p:cNvSpPr>
          <p:nvPr/>
        </p:nvSpPr>
        <p:spPr>
          <a:xfrm>
            <a:off x="86963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ECE699C7-5C2A-4276-94B7-2025632EAF30}"/>
              </a:ext>
            </a:extLst>
          </p:cNvPr>
          <p:cNvSpPr>
            <a:spLocks noGrp="1"/>
          </p:cNvSpPr>
          <p:nvPr/>
        </p:nvSpPr>
        <p:spPr>
          <a:xfrm>
            <a:off x="99726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5AD887B1-02ED-444E-BE29-C92282D5AD34}"/>
              </a:ext>
            </a:extLst>
          </p:cNvPr>
          <p:cNvSpPr>
            <a:spLocks noGrp="1"/>
          </p:cNvSpPr>
          <p:nvPr/>
        </p:nvSpPr>
        <p:spPr>
          <a:xfrm>
            <a:off x="96012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F048E1B-A7C5-4768-87F0-930424682408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85789751-77D6-4635-8713-BA6718C3CC0A}"/>
              </a:ext>
            </a:extLst>
          </p:cNvPr>
          <p:cNvSpPr>
            <a:spLocks noGrp="1"/>
          </p:cNvSpPr>
          <p:nvPr/>
        </p:nvSpPr>
        <p:spPr>
          <a:xfrm>
            <a:off x="105060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24959CEE-90BD-4846-A8BE-582674E508BC}"/>
              </a:ext>
            </a:extLst>
          </p:cNvPr>
          <p:cNvSpPr>
            <a:spLocks noGrp="1"/>
          </p:cNvSpPr>
          <p:nvPr/>
        </p:nvSpPr>
        <p:spPr>
          <a:xfrm>
            <a:off x="117824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7D7A7CB9-2442-4C5C-BE50-23513B86706B}"/>
              </a:ext>
            </a:extLst>
          </p:cNvPr>
          <p:cNvSpPr>
            <a:spLocks noGrp="1"/>
          </p:cNvSpPr>
          <p:nvPr/>
        </p:nvSpPr>
        <p:spPr>
          <a:xfrm>
            <a:off x="114109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7688641-14C7-415E-BD33-8025DF11E68B}"/>
              </a:ext>
            </a:extLst>
          </p:cNvPr>
          <p:cNvSpPr>
            <a:spLocks noGrp="1"/>
          </p:cNvSpPr>
          <p:nvPr/>
        </p:nvSpPr>
        <p:spPr>
          <a:xfrm>
            <a:off x="887730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A6B464E-D721-43D2-B9A6-42C8D22A0621}"/>
              </a:ext>
            </a:extLst>
          </p:cNvPr>
          <p:cNvSpPr>
            <a:spLocks noGrp="1"/>
          </p:cNvSpPr>
          <p:nvPr/>
        </p:nvSpPr>
        <p:spPr>
          <a:xfrm>
            <a:off x="822960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9B81DF50-3045-47CD-8B44-C1ECDEBB8592}"/>
              </a:ext>
            </a:extLst>
          </p:cNvPr>
          <p:cNvSpPr>
            <a:spLocks noGrp="1"/>
          </p:cNvSpPr>
          <p:nvPr/>
        </p:nvSpPr>
        <p:spPr>
          <a:xfrm>
            <a:off x="822960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AE480484-11C8-49EA-91B6-BD5909BE5EC9}"/>
              </a:ext>
            </a:extLst>
          </p:cNvPr>
          <p:cNvSpPr>
            <a:spLocks noGrp="1"/>
          </p:cNvSpPr>
          <p:nvPr/>
        </p:nvSpPr>
        <p:spPr>
          <a:xfrm>
            <a:off x="906780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59DDBE82-5599-40D9-81F7-00169D1331D4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ADFF0FAD-C4EF-4A8E-B0FC-6B591CEB92D0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1C97A73-6A6E-4B08-8ABB-C5FE0E4DDD92}"/>
              </a:ext>
            </a:extLst>
          </p:cNvPr>
          <p:cNvSpPr>
            <a:spLocks noGrp="1"/>
          </p:cNvSpPr>
          <p:nvPr/>
        </p:nvSpPr>
        <p:spPr>
          <a:xfrm>
            <a:off x="901065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4F85145-6645-432D-8613-579C0BBB4D5A}"/>
              </a:ext>
            </a:extLst>
          </p:cNvPr>
          <p:cNvSpPr>
            <a:spLocks noGrp="1"/>
          </p:cNvSpPr>
          <p:nvPr/>
        </p:nvSpPr>
        <p:spPr>
          <a:xfrm>
            <a:off x="822960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90F85B8B-0AFE-4C1D-B68D-14C6576665C6}"/>
              </a:ext>
            </a:extLst>
          </p:cNvPr>
          <p:cNvSpPr>
            <a:spLocks noGrp="1"/>
          </p:cNvSpPr>
          <p:nvPr/>
        </p:nvSpPr>
        <p:spPr>
          <a:xfrm>
            <a:off x="11329988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AAEB551D-AFEE-463F-9181-618BD6A0E779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75A9E5A2-53DD-4C8B-998A-A92300894035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2" name="等腰三角形 181">
            <a:extLst>
              <a:ext uri="{FF2B5EF4-FFF2-40B4-BE49-F238E27FC236}">
                <a16:creationId xmlns:a16="http://schemas.microsoft.com/office/drawing/2014/main" id="{0D7B1A71-DD6C-4262-8F80-B884A8E7019A}"/>
              </a:ext>
            </a:extLst>
          </p:cNvPr>
          <p:cNvSpPr>
            <a:spLocks noGrp="1"/>
          </p:cNvSpPr>
          <p:nvPr/>
        </p:nvSpPr>
        <p:spPr>
          <a:xfrm>
            <a:off x="11272838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3EF52C5F-C1A0-48E2-B495-208A58DEDCC2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8CBC03BE-F4E3-4470-90DC-6FA7136CDD2D}"/>
              </a:ext>
            </a:extLst>
          </p:cNvPr>
          <p:cNvSpPr>
            <a:spLocks noGrp="1"/>
          </p:cNvSpPr>
          <p:nvPr/>
        </p:nvSpPr>
        <p:spPr>
          <a:xfrm>
            <a:off x="9248759" y="2114550"/>
            <a:ext cx="165926" cy="95"/>
          </a:xfrm>
          <a:custGeom>
            <a:avLst/>
            <a:gdLst/>
            <a:ahLst/>
            <a:cxnLst/>
            <a:rect l="0" t="0" r="0" b="0"/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0854C293-198E-4371-8FBC-406DBC52A629}"/>
              </a:ext>
            </a:extLst>
          </p:cNvPr>
          <p:cNvSpPr>
            <a:spLocks noGrp="1"/>
          </p:cNvSpPr>
          <p:nvPr/>
        </p:nvSpPr>
        <p:spPr>
          <a:xfrm>
            <a:off x="9248759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A78028FA-2F99-4373-A225-9887823FB9FC}"/>
              </a:ext>
            </a:extLst>
          </p:cNvPr>
          <p:cNvSpPr>
            <a:spLocks noGrp="1"/>
          </p:cNvSpPr>
          <p:nvPr/>
        </p:nvSpPr>
        <p:spPr>
          <a:xfrm>
            <a:off x="9414685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C1B6F8B1-0F6B-46EA-9E64-701BE65D98F0}"/>
              </a:ext>
            </a:extLst>
          </p:cNvPr>
          <p:cNvSpPr>
            <a:spLocks noGrp="1"/>
          </p:cNvSpPr>
          <p:nvPr/>
        </p:nvSpPr>
        <p:spPr>
          <a:xfrm>
            <a:off x="927457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9FC15EAB-7E18-4EF4-B969-59E6226F4AE3}"/>
              </a:ext>
            </a:extLst>
          </p:cNvPr>
          <p:cNvSpPr>
            <a:spLocks noGrp="1"/>
          </p:cNvSpPr>
          <p:nvPr/>
        </p:nvSpPr>
        <p:spPr>
          <a:xfrm>
            <a:off x="822960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6E4E7F3F-63E8-4C43-A350-9E4CE7261E98}"/>
              </a:ext>
            </a:extLst>
          </p:cNvPr>
          <p:cNvSpPr>
            <a:spLocks noGrp="1"/>
          </p:cNvSpPr>
          <p:nvPr/>
        </p:nvSpPr>
        <p:spPr>
          <a:xfrm>
            <a:off x="9582359" y="2419350"/>
            <a:ext cx="177382" cy="95"/>
          </a:xfrm>
          <a:custGeom>
            <a:avLst/>
            <a:gdLst/>
            <a:ahLst/>
            <a:cxnLst/>
            <a:rect l="0" t="0" r="0" b="0"/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3FCB418-B53C-4AA0-9332-32EAFA60D566}"/>
              </a:ext>
            </a:extLst>
          </p:cNvPr>
          <p:cNvSpPr>
            <a:spLocks noGrp="1"/>
          </p:cNvSpPr>
          <p:nvPr/>
        </p:nvSpPr>
        <p:spPr>
          <a:xfrm>
            <a:off x="958235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AE0C624B-81AC-47D5-9695-BAD450A66F96}"/>
              </a:ext>
            </a:extLst>
          </p:cNvPr>
          <p:cNvSpPr>
            <a:spLocks noGrp="1"/>
          </p:cNvSpPr>
          <p:nvPr/>
        </p:nvSpPr>
        <p:spPr>
          <a:xfrm>
            <a:off x="9759741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990E4358-3696-4BA0-ADBE-C7B357398D15}"/>
              </a:ext>
            </a:extLst>
          </p:cNvPr>
          <p:cNvSpPr>
            <a:spLocks noGrp="1"/>
          </p:cNvSpPr>
          <p:nvPr/>
        </p:nvSpPr>
        <p:spPr>
          <a:xfrm>
            <a:off x="9613900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E22892C1-8D58-4E2C-96AB-10E319DE095C}"/>
              </a:ext>
            </a:extLst>
          </p:cNvPr>
          <p:cNvSpPr>
            <a:spLocks noGrp="1"/>
          </p:cNvSpPr>
          <p:nvPr/>
        </p:nvSpPr>
        <p:spPr>
          <a:xfrm>
            <a:off x="822960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B7D4506F-3939-48E6-AB57-4A1D1EBFF5D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B7FD9F76-8EFB-4E53-BB9E-B1E3B704A228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F3BD7A96-ABD1-45A0-8384-00D4A0B7A13B}"/>
              </a:ext>
            </a:extLst>
          </p:cNvPr>
          <p:cNvSpPr>
            <a:spLocks noGrp="1"/>
          </p:cNvSpPr>
          <p:nvPr/>
        </p:nvSpPr>
        <p:spPr>
          <a:xfrm>
            <a:off x="9067800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E3BCD447-D0AF-4BE3-9FF3-6CFC3DCC9769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5B2AC0FA-131F-4CC1-9AAE-31B61EE027D2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2BC0F4D-25AD-4B6E-8BA2-119F0384669E}"/>
              </a:ext>
            </a:extLst>
          </p:cNvPr>
          <p:cNvSpPr>
            <a:spLocks noGrp="1"/>
          </p:cNvSpPr>
          <p:nvPr/>
        </p:nvSpPr>
        <p:spPr>
          <a:xfrm>
            <a:off x="9010650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04F2C74C-2956-4EB5-AA46-F60E446C832C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E280D398-01E6-4FEF-98C6-20AC951B8749}"/>
              </a:ext>
            </a:extLst>
          </p:cNvPr>
          <p:cNvSpPr>
            <a:spLocks noGrp="1"/>
          </p:cNvSpPr>
          <p:nvPr/>
        </p:nvSpPr>
        <p:spPr>
          <a:xfrm>
            <a:off x="11329988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F0D85F7F-68E8-42F4-82DA-0DC545E100E6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1C1E32BD-C293-4FDE-97EE-F3FE8753E987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4" name="等腰三角形 203">
            <a:extLst>
              <a:ext uri="{FF2B5EF4-FFF2-40B4-BE49-F238E27FC236}">
                <a16:creationId xmlns:a16="http://schemas.microsoft.com/office/drawing/2014/main" id="{A526289A-20EE-4FF0-88D5-FEA0B3CB7426}"/>
              </a:ext>
            </a:extLst>
          </p:cNvPr>
          <p:cNvSpPr>
            <a:spLocks noGrp="1"/>
          </p:cNvSpPr>
          <p:nvPr/>
        </p:nvSpPr>
        <p:spPr>
          <a:xfrm>
            <a:off x="1127283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651E47A-78C8-4505-9FFB-4588FCA294AC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52C18A35-B09C-46B8-843E-79ECBEB6B9CB}"/>
              </a:ext>
            </a:extLst>
          </p:cNvPr>
          <p:cNvSpPr>
            <a:spLocks noGrp="1"/>
          </p:cNvSpPr>
          <p:nvPr/>
        </p:nvSpPr>
        <p:spPr>
          <a:xfrm>
            <a:off x="11329988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14D229ED-5F02-4BA1-AC19-57A2D164B14C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29AFC8C4-F705-4564-A09B-CA732B178A8F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BCEA8F7F-6B07-499A-8CF6-2362D40E0174}"/>
              </a:ext>
            </a:extLst>
          </p:cNvPr>
          <p:cNvSpPr>
            <a:spLocks noGrp="1"/>
          </p:cNvSpPr>
          <p:nvPr/>
        </p:nvSpPr>
        <p:spPr>
          <a:xfrm>
            <a:off x="1127283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C5FA6928-8D3D-438A-9A51-210A48156369}"/>
              </a:ext>
            </a:extLst>
          </p:cNvPr>
          <p:cNvSpPr>
            <a:spLocks noGrp="1"/>
          </p:cNvSpPr>
          <p:nvPr/>
        </p:nvSpPr>
        <p:spPr>
          <a:xfrm>
            <a:off x="822960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426FAD98-6E06-4699-90E5-EF2598E150BB}"/>
              </a:ext>
            </a:extLst>
          </p:cNvPr>
          <p:cNvSpPr>
            <a:spLocks noGrp="1"/>
          </p:cNvSpPr>
          <p:nvPr/>
        </p:nvSpPr>
        <p:spPr>
          <a:xfrm>
            <a:off x="11208789" y="4067175"/>
            <a:ext cx="129288" cy="95"/>
          </a:xfrm>
          <a:custGeom>
            <a:avLst/>
            <a:gdLst/>
            <a:ahLst/>
            <a:cxnLst/>
            <a:rect l="0" t="0" r="0" b="0"/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7520F05-7AEF-4D66-84EB-3B27922E99F4}"/>
              </a:ext>
            </a:extLst>
          </p:cNvPr>
          <p:cNvSpPr>
            <a:spLocks noGrp="1"/>
          </p:cNvSpPr>
          <p:nvPr/>
        </p:nvSpPr>
        <p:spPr>
          <a:xfrm>
            <a:off x="1120878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7A2956D0-A7B8-4E63-B009-910B752676B6}"/>
              </a:ext>
            </a:extLst>
          </p:cNvPr>
          <p:cNvSpPr>
            <a:spLocks noGrp="1"/>
          </p:cNvSpPr>
          <p:nvPr/>
        </p:nvSpPr>
        <p:spPr>
          <a:xfrm>
            <a:off x="11338077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20F4AAF1-4261-4DBC-BC44-43A6F076A83B}"/>
              </a:ext>
            </a:extLst>
          </p:cNvPr>
          <p:cNvSpPr>
            <a:spLocks noGrp="1"/>
          </p:cNvSpPr>
          <p:nvPr/>
        </p:nvSpPr>
        <p:spPr>
          <a:xfrm>
            <a:off x="1121628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1F6A0403-2F72-4A8A-AA81-154D381D9621}"/>
              </a:ext>
            </a:extLst>
          </p:cNvPr>
          <p:cNvSpPr>
            <a:spLocks noGrp="1"/>
          </p:cNvSpPr>
          <p:nvPr/>
        </p:nvSpPr>
        <p:spPr>
          <a:xfrm>
            <a:off x="822960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74B6C9E6-0AEA-4A5D-BF03-120DF1BC8A4E}"/>
              </a:ext>
            </a:extLst>
          </p:cNvPr>
          <p:cNvSpPr>
            <a:spLocks noGrp="1"/>
          </p:cNvSpPr>
          <p:nvPr/>
        </p:nvSpPr>
        <p:spPr>
          <a:xfrm>
            <a:off x="822960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8306850-4D0D-4B96-BC1B-A4787A4278E2}"/>
              </a:ext>
            </a:extLst>
          </p:cNvPr>
          <p:cNvSpPr>
            <a:spLocks noGrp="1"/>
          </p:cNvSpPr>
          <p:nvPr/>
        </p:nvSpPr>
        <p:spPr>
          <a:xfrm>
            <a:off x="822960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B98BFD86-140E-4049-B50F-A77561DCC4FF}"/>
              </a:ext>
            </a:extLst>
          </p:cNvPr>
          <p:cNvSpPr>
            <a:spLocks noGrp="1"/>
          </p:cNvSpPr>
          <p:nvPr/>
        </p:nvSpPr>
        <p:spPr>
          <a:xfrm>
            <a:off x="9067800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9BF7E20-428C-4157-A3F0-F3EE8DE97709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5383A7DD-ABD1-4EC9-9D9B-89588FFE240B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47F04CC-8734-4671-98A2-D6EE04D01AB7}"/>
              </a:ext>
            </a:extLst>
          </p:cNvPr>
          <p:cNvSpPr>
            <a:spLocks noGrp="1"/>
          </p:cNvSpPr>
          <p:nvPr/>
        </p:nvSpPr>
        <p:spPr>
          <a:xfrm>
            <a:off x="9010650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210C5BC-EB33-4784-816C-4004F14154FB}"/>
              </a:ext>
            </a:extLst>
          </p:cNvPr>
          <p:cNvSpPr>
            <a:spLocks noGrp="1"/>
          </p:cNvSpPr>
          <p:nvPr/>
        </p:nvSpPr>
        <p:spPr>
          <a:xfrm>
            <a:off x="822960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17CED70-6DBE-43BD-A66D-303E3D04FF01}"/>
              </a:ext>
            </a:extLst>
          </p:cNvPr>
          <p:cNvSpPr>
            <a:spLocks noGrp="1"/>
          </p:cNvSpPr>
          <p:nvPr/>
        </p:nvSpPr>
        <p:spPr>
          <a:xfrm>
            <a:off x="11329988" y="51054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7F915125-AB89-4568-9660-F84AE4533E8F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B962E7D-4D25-40DC-8C57-D3C3C22C736D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9BEA5F62-5923-41DF-898F-16313AAF216C}"/>
              </a:ext>
            </a:extLst>
          </p:cNvPr>
          <p:cNvSpPr>
            <a:spLocks noGrp="1"/>
          </p:cNvSpPr>
          <p:nvPr/>
        </p:nvSpPr>
        <p:spPr>
          <a:xfrm>
            <a:off x="1127283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66A67B9B-612D-4889-8056-1EC662242166}"/>
              </a:ext>
            </a:extLst>
          </p:cNvPr>
          <p:cNvSpPr>
            <a:spLocks noGrp="1"/>
          </p:cNvSpPr>
          <p:nvPr/>
        </p:nvSpPr>
        <p:spPr>
          <a:xfrm>
            <a:off x="822960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66A7A9DE-CD75-4E47-AC13-B51FDDC83F20}"/>
              </a:ext>
            </a:extLst>
          </p:cNvPr>
          <p:cNvSpPr>
            <a:spLocks noGrp="1"/>
          </p:cNvSpPr>
          <p:nvPr/>
        </p:nvSpPr>
        <p:spPr>
          <a:xfrm>
            <a:off x="11329988" y="54102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27FCDF38-36A0-42CA-84B7-9DC95791AF46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DCE2EB3D-59B0-470C-B64D-ABB1D085E25D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0FBECD2-1BD0-40C9-B5F4-FF90D61221DC}"/>
              </a:ext>
            </a:extLst>
          </p:cNvPr>
          <p:cNvSpPr>
            <a:spLocks noGrp="1"/>
          </p:cNvSpPr>
          <p:nvPr/>
        </p:nvSpPr>
        <p:spPr>
          <a:xfrm>
            <a:off x="1127283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02AEEEE-948F-43F2-A291-43CEE20DF82B}"/>
              </a:ext>
            </a:extLst>
          </p:cNvPr>
          <p:cNvSpPr>
            <a:spLocks noGrp="1"/>
          </p:cNvSpPr>
          <p:nvPr/>
        </p:nvSpPr>
        <p:spPr>
          <a:xfrm>
            <a:off x="822960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368F8D0F-0528-45FF-A954-993A4A739345}"/>
              </a:ext>
            </a:extLst>
          </p:cNvPr>
          <p:cNvSpPr>
            <a:spLocks noGrp="1"/>
          </p:cNvSpPr>
          <p:nvPr/>
        </p:nvSpPr>
        <p:spPr>
          <a:xfrm>
            <a:off x="11329988" y="57150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CB13D7F3-D6E0-4F45-8F62-3E27B8FA3A8C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C7D1C45E-4EBE-4351-99A0-F7C3FCA6CF6D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1154DBFF-37F7-4F48-85BC-B43CA6C02E00}"/>
              </a:ext>
            </a:extLst>
          </p:cNvPr>
          <p:cNvSpPr>
            <a:spLocks noGrp="1"/>
          </p:cNvSpPr>
          <p:nvPr/>
        </p:nvSpPr>
        <p:spPr>
          <a:xfrm>
            <a:off x="1127283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169668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菱形 534">
            <a:extLst>
              <a:ext uri="{FF2B5EF4-FFF2-40B4-BE49-F238E27FC236}">
                <a16:creationId xmlns:a16="http://schemas.microsoft.com/office/drawing/2014/main" id="{93A2DC1A-CF1C-4438-8E87-F82C1E12716E}"/>
              </a:ext>
            </a:extLst>
          </p:cNvPr>
          <p:cNvSpPr>
            <a:spLocks noGrp="1"/>
          </p:cNvSpPr>
          <p:nvPr/>
        </p:nvSpPr>
        <p:spPr>
          <a:xfrm>
            <a:off x="7953375" y="6572250"/>
            <a:ext cx="123825" cy="123825"/>
          </a:xfrm>
          <a:prstGeom prst="diamond">
            <a:avLst/>
          </a:prstGeom>
          <a:solidFill>
            <a:srgbClr val="D78A3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7407CF-0C61-406E-96CB-8B27FAD8D658}"/>
              </a:ext>
            </a:extLst>
          </p:cNvPr>
          <p:cNvSpPr>
            <a:spLocks noGrp="1"/>
          </p:cNvSpPr>
          <p:nvPr/>
        </p:nvSpPr>
        <p:spPr>
          <a:xfrm>
            <a:off x="8172450" y="64770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DFE843E-173E-4CC7-AF9B-4C1136943778}"/>
              </a:ext>
            </a:extLst>
          </p:cNvPr>
          <p:cNvSpPr>
            <a:spLocks noGrp="1"/>
          </p:cNvSpPr>
          <p:nvPr/>
        </p:nvSpPr>
        <p:spPr>
          <a:xfrm>
            <a:off x="10029825" y="6572250"/>
            <a:ext cx="123825" cy="123825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C946B7-EBEA-43CF-AAD0-90F6E9EAD303}"/>
              </a:ext>
            </a:extLst>
          </p:cNvPr>
          <p:cNvSpPr>
            <a:spLocks noGrp="1"/>
          </p:cNvSpPr>
          <p:nvPr/>
        </p:nvSpPr>
        <p:spPr>
          <a:xfrm>
            <a:off x="10258425" y="64770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5B854-EA47-47DA-AED9-F96F6CF7D94A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6D684-E6D2-4570-903B-707E19D31F5A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9EF400-15FA-4D9F-948B-87DA00CA3C51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629C682-5901-46FE-A68A-46B55D893A7D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F1904-C2E5-483B-A095-ED6F69F75DB8}"/>
              </a:ext>
            </a:extLst>
          </p:cNvPr>
          <p:cNvSpPr>
            <a:spLocks noGrp="1"/>
          </p:cNvSpPr>
          <p:nvPr/>
        </p:nvSpPr>
        <p:spPr>
          <a:xfrm>
            <a:off x="54292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CB8E6D9-9CB4-4DC3-8C26-7781C6F9C91E}"/>
              </a:ext>
            </a:extLst>
          </p:cNvPr>
          <p:cNvSpPr>
            <a:spLocks noGrp="1"/>
          </p:cNvSpPr>
          <p:nvPr/>
        </p:nvSpPr>
        <p:spPr>
          <a:xfrm>
            <a:off x="150304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36C66E-C511-413E-AC29-623821EEE7DF}"/>
              </a:ext>
            </a:extLst>
          </p:cNvPr>
          <p:cNvSpPr>
            <a:spLocks noGrp="1"/>
          </p:cNvSpPr>
          <p:nvPr/>
        </p:nvSpPr>
        <p:spPr>
          <a:xfrm>
            <a:off x="113157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168BCEE-F417-49D6-A65D-DEFD58FC0E7E}"/>
              </a:ext>
            </a:extLst>
          </p:cNvPr>
          <p:cNvSpPr>
            <a:spLocks noGrp="1"/>
          </p:cNvSpPr>
          <p:nvPr/>
        </p:nvSpPr>
        <p:spPr>
          <a:xfrm>
            <a:off x="268033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95CE2F-88AC-428B-A39C-786D0431FF54}"/>
              </a:ext>
            </a:extLst>
          </p:cNvPr>
          <p:cNvSpPr>
            <a:spLocks noGrp="1"/>
          </p:cNvSpPr>
          <p:nvPr/>
        </p:nvSpPr>
        <p:spPr>
          <a:xfrm>
            <a:off x="230886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A344F1C-1588-4396-A664-3742D3E8DAF2}"/>
              </a:ext>
            </a:extLst>
          </p:cNvPr>
          <p:cNvSpPr>
            <a:spLocks noGrp="1"/>
          </p:cNvSpPr>
          <p:nvPr/>
        </p:nvSpPr>
        <p:spPr>
          <a:xfrm>
            <a:off x="38576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842F5F-E333-4B3A-8A10-C5BF794EA415}"/>
              </a:ext>
            </a:extLst>
          </p:cNvPr>
          <p:cNvSpPr>
            <a:spLocks noGrp="1"/>
          </p:cNvSpPr>
          <p:nvPr/>
        </p:nvSpPr>
        <p:spPr>
          <a:xfrm>
            <a:off x="34861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EF47252C-36D3-4FBB-9778-6F38AA0F03EC}"/>
              </a:ext>
            </a:extLst>
          </p:cNvPr>
          <p:cNvSpPr>
            <a:spLocks noGrp="1"/>
          </p:cNvSpPr>
          <p:nvPr/>
        </p:nvSpPr>
        <p:spPr>
          <a:xfrm>
            <a:off x="91440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1364484-8885-448C-B686-9C8D6D3BE3A2}"/>
              </a:ext>
            </a:extLst>
          </p:cNvPr>
          <p:cNvSpPr>
            <a:spLocks noGrp="1"/>
          </p:cNvSpPr>
          <p:nvPr/>
        </p:nvSpPr>
        <p:spPr>
          <a:xfrm>
            <a:off x="85725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B82A1A-9A7F-4776-BFB3-DCE82B2E8849}"/>
              </a:ext>
            </a:extLst>
          </p:cNvPr>
          <p:cNvSpPr>
            <a:spLocks noGrp="1"/>
          </p:cNvSpPr>
          <p:nvPr/>
        </p:nvSpPr>
        <p:spPr>
          <a:xfrm>
            <a:off x="33337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278C741-C046-4CA2-8805-10A43B3A16C6}"/>
              </a:ext>
            </a:extLst>
          </p:cNvPr>
          <p:cNvSpPr>
            <a:spLocks noGrp="1"/>
          </p:cNvSpPr>
          <p:nvPr/>
        </p:nvSpPr>
        <p:spPr>
          <a:xfrm>
            <a:off x="85725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FBB6CD-BED7-475B-B42D-D804EEDD69AB}"/>
              </a:ext>
            </a:extLst>
          </p:cNvPr>
          <p:cNvSpPr>
            <a:spLocks noGrp="1"/>
          </p:cNvSpPr>
          <p:nvPr/>
        </p:nvSpPr>
        <p:spPr>
          <a:xfrm>
            <a:off x="33337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C4888D4E-C66F-4D87-8C78-A56091F7AEED}"/>
              </a:ext>
            </a:extLst>
          </p:cNvPr>
          <p:cNvSpPr>
            <a:spLocks noGrp="1"/>
          </p:cNvSpPr>
          <p:nvPr/>
        </p:nvSpPr>
        <p:spPr>
          <a:xfrm>
            <a:off x="85725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F6FD64-35AC-424E-B851-468A097D8F56}"/>
              </a:ext>
            </a:extLst>
          </p:cNvPr>
          <p:cNvSpPr>
            <a:spLocks noGrp="1"/>
          </p:cNvSpPr>
          <p:nvPr/>
        </p:nvSpPr>
        <p:spPr>
          <a:xfrm>
            <a:off x="33337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5D9B92-A190-4CAF-BC4D-BF8B09FC7035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5FEA3A2-7509-4801-9E7A-1899501799C1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67DDF4-C3F3-4125-9D4C-4E31886D2739}"/>
              </a:ext>
            </a:extLst>
          </p:cNvPr>
          <p:cNvSpPr>
            <a:spLocks noGrp="1"/>
          </p:cNvSpPr>
          <p:nvPr/>
        </p:nvSpPr>
        <p:spPr>
          <a:xfrm>
            <a:off x="150304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9F59A719-8AA2-4448-8145-8A07B85C82C1}"/>
              </a:ext>
            </a:extLst>
          </p:cNvPr>
          <p:cNvSpPr>
            <a:spLocks noGrp="1"/>
          </p:cNvSpPr>
          <p:nvPr/>
        </p:nvSpPr>
        <p:spPr>
          <a:xfrm>
            <a:off x="1559821" y="30275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" name="菱形 26">
            <a:extLst>
              <a:ext uri="{FF2B5EF4-FFF2-40B4-BE49-F238E27FC236}">
                <a16:creationId xmlns:a16="http://schemas.microsoft.com/office/drawing/2014/main" id="{46B82B92-E292-4C30-A773-A2D12369A471}"/>
              </a:ext>
            </a:extLst>
          </p:cNvPr>
          <p:cNvSpPr>
            <a:spLocks noGrp="1"/>
          </p:cNvSpPr>
          <p:nvPr/>
        </p:nvSpPr>
        <p:spPr>
          <a:xfrm>
            <a:off x="1524602" y="30681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BB4394CF-8A1B-4D73-898E-2284B37D07A2}"/>
              </a:ext>
            </a:extLst>
          </p:cNvPr>
          <p:cNvSpPr>
            <a:spLocks noGrp="1"/>
          </p:cNvSpPr>
          <p:nvPr/>
        </p:nvSpPr>
        <p:spPr>
          <a:xfrm>
            <a:off x="1548625" y="30404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" name="菱形 28">
            <a:extLst>
              <a:ext uri="{FF2B5EF4-FFF2-40B4-BE49-F238E27FC236}">
                <a16:creationId xmlns:a16="http://schemas.microsoft.com/office/drawing/2014/main" id="{134892D6-3F79-48D7-BA5B-E18968F72F81}"/>
              </a:ext>
            </a:extLst>
          </p:cNvPr>
          <p:cNvSpPr>
            <a:spLocks noGrp="1"/>
          </p:cNvSpPr>
          <p:nvPr/>
        </p:nvSpPr>
        <p:spPr>
          <a:xfrm>
            <a:off x="1568079" y="301807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" name="菱形 29">
            <a:extLst>
              <a:ext uri="{FF2B5EF4-FFF2-40B4-BE49-F238E27FC236}">
                <a16:creationId xmlns:a16="http://schemas.microsoft.com/office/drawing/2014/main" id="{120EAC37-9571-4179-8A3C-91D0378B034D}"/>
              </a:ext>
            </a:extLst>
          </p:cNvPr>
          <p:cNvSpPr>
            <a:spLocks noGrp="1"/>
          </p:cNvSpPr>
          <p:nvPr/>
        </p:nvSpPr>
        <p:spPr>
          <a:xfrm>
            <a:off x="1594668" y="29874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" name="菱形 30">
            <a:extLst>
              <a:ext uri="{FF2B5EF4-FFF2-40B4-BE49-F238E27FC236}">
                <a16:creationId xmlns:a16="http://schemas.microsoft.com/office/drawing/2014/main" id="{B66FDFB0-EAC9-413E-ADB5-A1E1C906B4CC}"/>
              </a:ext>
            </a:extLst>
          </p:cNvPr>
          <p:cNvSpPr>
            <a:spLocks noGrp="1"/>
          </p:cNvSpPr>
          <p:nvPr/>
        </p:nvSpPr>
        <p:spPr>
          <a:xfrm>
            <a:off x="1590854" y="29918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BEB8BD91-278F-4D8D-A2AC-63134B9676D5}"/>
              </a:ext>
            </a:extLst>
          </p:cNvPr>
          <p:cNvSpPr>
            <a:spLocks noGrp="1"/>
          </p:cNvSpPr>
          <p:nvPr/>
        </p:nvSpPr>
        <p:spPr>
          <a:xfrm>
            <a:off x="1631812" y="29446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CF0FE462-D58B-418A-80BC-E021E658B318}"/>
              </a:ext>
            </a:extLst>
          </p:cNvPr>
          <p:cNvSpPr>
            <a:spLocks noGrp="1"/>
          </p:cNvSpPr>
          <p:nvPr/>
        </p:nvSpPr>
        <p:spPr>
          <a:xfrm>
            <a:off x="1598153" y="298343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3B33AA27-D17D-435D-BF73-0A1A544BC040}"/>
              </a:ext>
            </a:extLst>
          </p:cNvPr>
          <p:cNvSpPr>
            <a:spLocks noGrp="1"/>
          </p:cNvSpPr>
          <p:nvPr/>
        </p:nvSpPr>
        <p:spPr>
          <a:xfrm>
            <a:off x="1489478" y="310859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CE581270-55BE-471C-BC44-824D06413298}"/>
              </a:ext>
            </a:extLst>
          </p:cNvPr>
          <p:cNvSpPr>
            <a:spLocks noGrp="1"/>
          </p:cNvSpPr>
          <p:nvPr/>
        </p:nvSpPr>
        <p:spPr>
          <a:xfrm>
            <a:off x="1496983" y="309995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BEFFFE6E-6A1A-4954-87C3-1531274BDACB}"/>
              </a:ext>
            </a:extLst>
          </p:cNvPr>
          <p:cNvSpPr>
            <a:spLocks noGrp="1"/>
          </p:cNvSpPr>
          <p:nvPr/>
        </p:nvSpPr>
        <p:spPr>
          <a:xfrm>
            <a:off x="1607589" y="297256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B26341E8-CCCC-4AC0-BED9-8AAD81DEF138}"/>
              </a:ext>
            </a:extLst>
          </p:cNvPr>
          <p:cNvSpPr>
            <a:spLocks noGrp="1"/>
          </p:cNvSpPr>
          <p:nvPr/>
        </p:nvSpPr>
        <p:spPr>
          <a:xfrm>
            <a:off x="1496212" y="3100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998CA9DE-9E5B-4530-9D46-533FF277AC77}"/>
              </a:ext>
            </a:extLst>
          </p:cNvPr>
          <p:cNvSpPr>
            <a:spLocks noGrp="1"/>
          </p:cNvSpPr>
          <p:nvPr/>
        </p:nvSpPr>
        <p:spPr>
          <a:xfrm>
            <a:off x="1592573" y="298986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DF50B5F0-E39B-42BA-A83A-62D6D78313C6}"/>
              </a:ext>
            </a:extLst>
          </p:cNvPr>
          <p:cNvSpPr>
            <a:spLocks noGrp="1"/>
          </p:cNvSpPr>
          <p:nvPr/>
        </p:nvSpPr>
        <p:spPr>
          <a:xfrm>
            <a:off x="1485063" y="31136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A47F47D6-0982-49D4-8A66-F133B2516A70}"/>
              </a:ext>
            </a:extLst>
          </p:cNvPr>
          <p:cNvSpPr>
            <a:spLocks noGrp="1"/>
          </p:cNvSpPr>
          <p:nvPr/>
        </p:nvSpPr>
        <p:spPr>
          <a:xfrm>
            <a:off x="1485057" y="31136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D741940E-D5F9-4CFD-A6AD-1DE36D342DE4}"/>
              </a:ext>
            </a:extLst>
          </p:cNvPr>
          <p:cNvSpPr>
            <a:spLocks noGrp="1"/>
          </p:cNvSpPr>
          <p:nvPr/>
        </p:nvSpPr>
        <p:spPr>
          <a:xfrm>
            <a:off x="1516208" y="30778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1474BDB6-927B-4429-93E3-8914A0768E48}"/>
              </a:ext>
            </a:extLst>
          </p:cNvPr>
          <p:cNvSpPr>
            <a:spLocks noGrp="1"/>
          </p:cNvSpPr>
          <p:nvPr/>
        </p:nvSpPr>
        <p:spPr>
          <a:xfrm>
            <a:off x="1499767" y="30967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0768E6F3-8ECB-4E56-8CA7-4DF9CE87A642}"/>
              </a:ext>
            </a:extLst>
          </p:cNvPr>
          <p:cNvSpPr>
            <a:spLocks noGrp="1"/>
          </p:cNvSpPr>
          <p:nvPr/>
        </p:nvSpPr>
        <p:spPr>
          <a:xfrm>
            <a:off x="1555671" y="30323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3C375370-C1B4-4F42-8332-50E680038909}"/>
              </a:ext>
            </a:extLst>
          </p:cNvPr>
          <p:cNvSpPr>
            <a:spLocks noGrp="1"/>
          </p:cNvSpPr>
          <p:nvPr/>
        </p:nvSpPr>
        <p:spPr>
          <a:xfrm>
            <a:off x="1566313" y="302010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20BB1BBE-2BFF-4768-A5A4-7D2FDFCBBA40}"/>
              </a:ext>
            </a:extLst>
          </p:cNvPr>
          <p:cNvSpPr>
            <a:spLocks noGrp="1"/>
          </p:cNvSpPr>
          <p:nvPr/>
        </p:nvSpPr>
        <p:spPr>
          <a:xfrm>
            <a:off x="1635255" y="294070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722F305-C3A8-4CD4-82B5-DB2D16A46D6A}"/>
              </a:ext>
            </a:extLst>
          </p:cNvPr>
          <p:cNvSpPr>
            <a:spLocks noGrp="1"/>
          </p:cNvSpPr>
          <p:nvPr/>
        </p:nvSpPr>
        <p:spPr>
          <a:xfrm>
            <a:off x="209530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9C13D7CE-6DA1-45E7-BCF4-123B3D4D053E}"/>
              </a:ext>
            </a:extLst>
          </p:cNvPr>
          <p:cNvSpPr>
            <a:spLocks noGrp="1"/>
          </p:cNvSpPr>
          <p:nvPr/>
        </p:nvSpPr>
        <p:spPr>
          <a:xfrm>
            <a:off x="1559821" y="22140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536833C5-A0A6-4BA8-924A-87D33CCE4A64}"/>
              </a:ext>
            </a:extLst>
          </p:cNvPr>
          <p:cNvSpPr>
            <a:spLocks noGrp="1"/>
          </p:cNvSpPr>
          <p:nvPr/>
        </p:nvSpPr>
        <p:spPr>
          <a:xfrm>
            <a:off x="1524602" y="22545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B2AC90DE-0599-4917-A284-70E92A786449}"/>
              </a:ext>
            </a:extLst>
          </p:cNvPr>
          <p:cNvSpPr>
            <a:spLocks noGrp="1"/>
          </p:cNvSpPr>
          <p:nvPr/>
        </p:nvSpPr>
        <p:spPr>
          <a:xfrm>
            <a:off x="1548625" y="222693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EEE3B905-9FD5-46EB-AFE4-25FF94258A8C}"/>
              </a:ext>
            </a:extLst>
          </p:cNvPr>
          <p:cNvSpPr>
            <a:spLocks noGrp="1"/>
          </p:cNvSpPr>
          <p:nvPr/>
        </p:nvSpPr>
        <p:spPr>
          <a:xfrm>
            <a:off x="1568079" y="22045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6A39956A-31CA-46F0-AB5F-3DC33A215B2C}"/>
              </a:ext>
            </a:extLst>
          </p:cNvPr>
          <p:cNvSpPr>
            <a:spLocks noGrp="1"/>
          </p:cNvSpPr>
          <p:nvPr/>
        </p:nvSpPr>
        <p:spPr>
          <a:xfrm>
            <a:off x="1594668" y="21739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2" name="菱形 51">
            <a:extLst>
              <a:ext uri="{FF2B5EF4-FFF2-40B4-BE49-F238E27FC236}">
                <a16:creationId xmlns:a16="http://schemas.microsoft.com/office/drawing/2014/main" id="{8784C75E-81EF-482F-A7EF-17480653B335}"/>
              </a:ext>
            </a:extLst>
          </p:cNvPr>
          <p:cNvSpPr>
            <a:spLocks noGrp="1"/>
          </p:cNvSpPr>
          <p:nvPr/>
        </p:nvSpPr>
        <p:spPr>
          <a:xfrm>
            <a:off x="1590854" y="21782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3" name="菱形 52">
            <a:extLst>
              <a:ext uri="{FF2B5EF4-FFF2-40B4-BE49-F238E27FC236}">
                <a16:creationId xmlns:a16="http://schemas.microsoft.com/office/drawing/2014/main" id="{8404877C-74EA-4015-BF16-066B5EDEC59D}"/>
              </a:ext>
            </a:extLst>
          </p:cNvPr>
          <p:cNvSpPr>
            <a:spLocks noGrp="1"/>
          </p:cNvSpPr>
          <p:nvPr/>
        </p:nvSpPr>
        <p:spPr>
          <a:xfrm>
            <a:off x="1631812" y="21311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4" name="菱形 53">
            <a:extLst>
              <a:ext uri="{FF2B5EF4-FFF2-40B4-BE49-F238E27FC236}">
                <a16:creationId xmlns:a16="http://schemas.microsoft.com/office/drawing/2014/main" id="{67CA2231-CDD2-47B1-A5C6-93A3814E9714}"/>
              </a:ext>
            </a:extLst>
          </p:cNvPr>
          <p:cNvSpPr>
            <a:spLocks noGrp="1"/>
          </p:cNvSpPr>
          <p:nvPr/>
        </p:nvSpPr>
        <p:spPr>
          <a:xfrm>
            <a:off x="1598153" y="21698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5" name="菱形 54">
            <a:extLst>
              <a:ext uri="{FF2B5EF4-FFF2-40B4-BE49-F238E27FC236}">
                <a16:creationId xmlns:a16="http://schemas.microsoft.com/office/drawing/2014/main" id="{DDA830A3-26B9-46F5-87D1-75B2564DA7B4}"/>
              </a:ext>
            </a:extLst>
          </p:cNvPr>
          <p:cNvSpPr>
            <a:spLocks noGrp="1"/>
          </p:cNvSpPr>
          <p:nvPr/>
        </p:nvSpPr>
        <p:spPr>
          <a:xfrm>
            <a:off x="1489478" y="229505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3C79601D-BD7D-40D3-8E27-90535DCCF394}"/>
              </a:ext>
            </a:extLst>
          </p:cNvPr>
          <p:cNvSpPr>
            <a:spLocks noGrp="1"/>
          </p:cNvSpPr>
          <p:nvPr/>
        </p:nvSpPr>
        <p:spPr>
          <a:xfrm>
            <a:off x="1496983" y="228640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6059E281-A8C6-4858-8C64-3210AA5EA802}"/>
              </a:ext>
            </a:extLst>
          </p:cNvPr>
          <p:cNvSpPr>
            <a:spLocks noGrp="1"/>
          </p:cNvSpPr>
          <p:nvPr/>
        </p:nvSpPr>
        <p:spPr>
          <a:xfrm>
            <a:off x="1607589" y="215901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8" name="菱形 57">
            <a:extLst>
              <a:ext uri="{FF2B5EF4-FFF2-40B4-BE49-F238E27FC236}">
                <a16:creationId xmlns:a16="http://schemas.microsoft.com/office/drawing/2014/main" id="{949D6C1C-A405-4CBB-A051-9601CA58FC93}"/>
              </a:ext>
            </a:extLst>
          </p:cNvPr>
          <p:cNvSpPr>
            <a:spLocks noGrp="1"/>
          </p:cNvSpPr>
          <p:nvPr/>
        </p:nvSpPr>
        <p:spPr>
          <a:xfrm>
            <a:off x="1496212" y="228729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9" name="菱形 58">
            <a:extLst>
              <a:ext uri="{FF2B5EF4-FFF2-40B4-BE49-F238E27FC236}">
                <a16:creationId xmlns:a16="http://schemas.microsoft.com/office/drawing/2014/main" id="{AD0B0D15-79C1-4235-A61E-A45FEEE5CF06}"/>
              </a:ext>
            </a:extLst>
          </p:cNvPr>
          <p:cNvSpPr>
            <a:spLocks noGrp="1"/>
          </p:cNvSpPr>
          <p:nvPr/>
        </p:nvSpPr>
        <p:spPr>
          <a:xfrm>
            <a:off x="1592573" y="21763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0" name="菱形 59">
            <a:extLst>
              <a:ext uri="{FF2B5EF4-FFF2-40B4-BE49-F238E27FC236}">
                <a16:creationId xmlns:a16="http://schemas.microsoft.com/office/drawing/2014/main" id="{79E4D0F7-974F-4B67-8351-778159393661}"/>
              </a:ext>
            </a:extLst>
          </p:cNvPr>
          <p:cNvSpPr>
            <a:spLocks noGrp="1"/>
          </p:cNvSpPr>
          <p:nvPr/>
        </p:nvSpPr>
        <p:spPr>
          <a:xfrm>
            <a:off x="1485063" y="23001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C4A413A1-5754-4D88-A240-265565337E17}"/>
              </a:ext>
            </a:extLst>
          </p:cNvPr>
          <p:cNvSpPr>
            <a:spLocks noGrp="1"/>
          </p:cNvSpPr>
          <p:nvPr/>
        </p:nvSpPr>
        <p:spPr>
          <a:xfrm>
            <a:off x="1485057" y="23001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5EFAB6E4-D48F-4F17-8344-7E772BAB59AC}"/>
              </a:ext>
            </a:extLst>
          </p:cNvPr>
          <p:cNvSpPr>
            <a:spLocks noGrp="1"/>
          </p:cNvSpPr>
          <p:nvPr/>
        </p:nvSpPr>
        <p:spPr>
          <a:xfrm>
            <a:off x="1516208" y="22642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3" name="菱形 62">
            <a:extLst>
              <a:ext uri="{FF2B5EF4-FFF2-40B4-BE49-F238E27FC236}">
                <a16:creationId xmlns:a16="http://schemas.microsoft.com/office/drawing/2014/main" id="{C4EB6520-7799-463B-A359-1997CA50DDC3}"/>
              </a:ext>
            </a:extLst>
          </p:cNvPr>
          <p:cNvSpPr>
            <a:spLocks noGrp="1"/>
          </p:cNvSpPr>
          <p:nvPr/>
        </p:nvSpPr>
        <p:spPr>
          <a:xfrm>
            <a:off x="1499767" y="22832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4" name="菱形 63">
            <a:extLst>
              <a:ext uri="{FF2B5EF4-FFF2-40B4-BE49-F238E27FC236}">
                <a16:creationId xmlns:a16="http://schemas.microsoft.com/office/drawing/2014/main" id="{77F88FBA-C447-46D2-8F62-5A631AAE41C8}"/>
              </a:ext>
            </a:extLst>
          </p:cNvPr>
          <p:cNvSpPr>
            <a:spLocks noGrp="1"/>
          </p:cNvSpPr>
          <p:nvPr/>
        </p:nvSpPr>
        <p:spPr>
          <a:xfrm>
            <a:off x="1555671" y="22188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5" name="菱形 64">
            <a:extLst>
              <a:ext uri="{FF2B5EF4-FFF2-40B4-BE49-F238E27FC236}">
                <a16:creationId xmlns:a16="http://schemas.microsoft.com/office/drawing/2014/main" id="{F8B82CB4-98BC-453A-A03C-57F0F4BDC020}"/>
              </a:ext>
            </a:extLst>
          </p:cNvPr>
          <p:cNvSpPr>
            <a:spLocks noGrp="1"/>
          </p:cNvSpPr>
          <p:nvPr/>
        </p:nvSpPr>
        <p:spPr>
          <a:xfrm>
            <a:off x="1566313" y="220655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969FFA38-DCA4-409E-B8E0-A4389300F29F}"/>
              </a:ext>
            </a:extLst>
          </p:cNvPr>
          <p:cNvSpPr>
            <a:spLocks noGrp="1"/>
          </p:cNvSpPr>
          <p:nvPr/>
        </p:nvSpPr>
        <p:spPr>
          <a:xfrm>
            <a:off x="1635255" y="212715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22B817D-7322-4176-96A6-8255CF3E7CAD}"/>
              </a:ext>
            </a:extLst>
          </p:cNvPr>
          <p:cNvSpPr>
            <a:spLocks noGrp="1"/>
          </p:cNvSpPr>
          <p:nvPr/>
        </p:nvSpPr>
        <p:spPr>
          <a:xfrm>
            <a:off x="209530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68" name="菱形 67">
            <a:extLst>
              <a:ext uri="{FF2B5EF4-FFF2-40B4-BE49-F238E27FC236}">
                <a16:creationId xmlns:a16="http://schemas.microsoft.com/office/drawing/2014/main" id="{A09CCB67-41AB-4F77-9701-3360E924AE27}"/>
              </a:ext>
            </a:extLst>
          </p:cNvPr>
          <p:cNvSpPr>
            <a:spLocks noGrp="1"/>
          </p:cNvSpPr>
          <p:nvPr/>
        </p:nvSpPr>
        <p:spPr>
          <a:xfrm>
            <a:off x="110986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9" name="菱形 68">
            <a:extLst>
              <a:ext uri="{FF2B5EF4-FFF2-40B4-BE49-F238E27FC236}">
                <a16:creationId xmlns:a16="http://schemas.microsoft.com/office/drawing/2014/main" id="{A6DEB162-591C-409B-861D-9196510B1E62}"/>
              </a:ext>
            </a:extLst>
          </p:cNvPr>
          <p:cNvSpPr>
            <a:spLocks noGrp="1"/>
          </p:cNvSpPr>
          <p:nvPr/>
        </p:nvSpPr>
        <p:spPr>
          <a:xfrm>
            <a:off x="107464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0" name="菱形 69">
            <a:extLst>
              <a:ext uri="{FF2B5EF4-FFF2-40B4-BE49-F238E27FC236}">
                <a16:creationId xmlns:a16="http://schemas.microsoft.com/office/drawing/2014/main" id="{0A404750-B069-4926-8658-EBA3EEFD20E8}"/>
              </a:ext>
            </a:extLst>
          </p:cNvPr>
          <p:cNvSpPr>
            <a:spLocks noGrp="1"/>
          </p:cNvSpPr>
          <p:nvPr/>
        </p:nvSpPr>
        <p:spPr>
          <a:xfrm>
            <a:off x="109866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1" name="菱形 70">
            <a:extLst>
              <a:ext uri="{FF2B5EF4-FFF2-40B4-BE49-F238E27FC236}">
                <a16:creationId xmlns:a16="http://schemas.microsoft.com/office/drawing/2014/main" id="{6B899D48-99A5-448C-AD6B-1E199193E3F3}"/>
              </a:ext>
            </a:extLst>
          </p:cNvPr>
          <p:cNvSpPr>
            <a:spLocks noGrp="1"/>
          </p:cNvSpPr>
          <p:nvPr/>
        </p:nvSpPr>
        <p:spPr>
          <a:xfrm>
            <a:off x="111811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D4BFD2E7-CD4E-4CCE-B5B2-E4F733FD3D52}"/>
              </a:ext>
            </a:extLst>
          </p:cNvPr>
          <p:cNvSpPr>
            <a:spLocks noGrp="1"/>
          </p:cNvSpPr>
          <p:nvPr/>
        </p:nvSpPr>
        <p:spPr>
          <a:xfrm>
            <a:off x="114470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FD959276-017E-40BA-8B8A-3DA03DBAF425}"/>
              </a:ext>
            </a:extLst>
          </p:cNvPr>
          <p:cNvSpPr>
            <a:spLocks noGrp="1"/>
          </p:cNvSpPr>
          <p:nvPr/>
        </p:nvSpPr>
        <p:spPr>
          <a:xfrm>
            <a:off x="114089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DFF5B1C7-F7EA-407F-87B3-0212A90BED2B}"/>
              </a:ext>
            </a:extLst>
          </p:cNvPr>
          <p:cNvSpPr>
            <a:spLocks noGrp="1"/>
          </p:cNvSpPr>
          <p:nvPr/>
        </p:nvSpPr>
        <p:spPr>
          <a:xfrm>
            <a:off x="118185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171ABE03-4306-4750-9933-3B820695D690}"/>
              </a:ext>
            </a:extLst>
          </p:cNvPr>
          <p:cNvSpPr>
            <a:spLocks noGrp="1"/>
          </p:cNvSpPr>
          <p:nvPr/>
        </p:nvSpPr>
        <p:spPr>
          <a:xfrm>
            <a:off x="114819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26FC2C88-CC87-4DDE-9DCE-D328FA1970BB}"/>
              </a:ext>
            </a:extLst>
          </p:cNvPr>
          <p:cNvSpPr>
            <a:spLocks noGrp="1"/>
          </p:cNvSpPr>
          <p:nvPr/>
        </p:nvSpPr>
        <p:spPr>
          <a:xfrm>
            <a:off x="103951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E0E6E4A6-5594-442E-B2FF-EF7E5952CD0C}"/>
              </a:ext>
            </a:extLst>
          </p:cNvPr>
          <p:cNvSpPr>
            <a:spLocks noGrp="1"/>
          </p:cNvSpPr>
          <p:nvPr/>
        </p:nvSpPr>
        <p:spPr>
          <a:xfrm>
            <a:off x="104702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F0F7A20-00DA-4521-B974-7FADFD86E858}"/>
              </a:ext>
            </a:extLst>
          </p:cNvPr>
          <p:cNvSpPr>
            <a:spLocks noGrp="1"/>
          </p:cNvSpPr>
          <p:nvPr/>
        </p:nvSpPr>
        <p:spPr>
          <a:xfrm>
            <a:off x="115762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A7C6467B-907B-4726-9567-24B8798409A0}"/>
              </a:ext>
            </a:extLst>
          </p:cNvPr>
          <p:cNvSpPr>
            <a:spLocks noGrp="1"/>
          </p:cNvSpPr>
          <p:nvPr/>
        </p:nvSpPr>
        <p:spPr>
          <a:xfrm>
            <a:off x="1046251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1C8275C-CAEA-4571-AC37-1783CA18BF3B}"/>
              </a:ext>
            </a:extLst>
          </p:cNvPr>
          <p:cNvSpPr>
            <a:spLocks noGrp="1"/>
          </p:cNvSpPr>
          <p:nvPr/>
        </p:nvSpPr>
        <p:spPr>
          <a:xfrm>
            <a:off x="114261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61BE5ACF-8324-4184-9A0E-5F4DE50BFA3C}"/>
              </a:ext>
            </a:extLst>
          </p:cNvPr>
          <p:cNvSpPr>
            <a:spLocks noGrp="1"/>
          </p:cNvSpPr>
          <p:nvPr/>
        </p:nvSpPr>
        <p:spPr>
          <a:xfrm>
            <a:off x="103510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A90668CD-3F59-4B3E-A799-93930881A4BF}"/>
              </a:ext>
            </a:extLst>
          </p:cNvPr>
          <p:cNvSpPr>
            <a:spLocks noGrp="1"/>
          </p:cNvSpPr>
          <p:nvPr/>
        </p:nvSpPr>
        <p:spPr>
          <a:xfrm>
            <a:off x="103509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0E3C17CB-CF52-493A-9C74-F72C38809142}"/>
              </a:ext>
            </a:extLst>
          </p:cNvPr>
          <p:cNvSpPr>
            <a:spLocks noGrp="1"/>
          </p:cNvSpPr>
          <p:nvPr/>
        </p:nvSpPr>
        <p:spPr>
          <a:xfrm>
            <a:off x="106624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F1E66DCB-45C9-4E5A-9CDB-49482D377606}"/>
              </a:ext>
            </a:extLst>
          </p:cNvPr>
          <p:cNvSpPr>
            <a:spLocks noGrp="1"/>
          </p:cNvSpPr>
          <p:nvPr/>
        </p:nvSpPr>
        <p:spPr>
          <a:xfrm>
            <a:off x="104980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4D534D25-C5D2-45E4-9243-1929BF0B3548}"/>
              </a:ext>
            </a:extLst>
          </p:cNvPr>
          <p:cNvSpPr>
            <a:spLocks noGrp="1"/>
          </p:cNvSpPr>
          <p:nvPr/>
        </p:nvSpPr>
        <p:spPr>
          <a:xfrm>
            <a:off x="110571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A07C9A29-CC95-43E2-8F81-C5E8DF87786D}"/>
              </a:ext>
            </a:extLst>
          </p:cNvPr>
          <p:cNvSpPr>
            <a:spLocks noGrp="1"/>
          </p:cNvSpPr>
          <p:nvPr/>
        </p:nvSpPr>
        <p:spPr>
          <a:xfrm>
            <a:off x="111635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5963A7C1-070F-4922-A5B5-6F36BEFB4B38}"/>
              </a:ext>
            </a:extLst>
          </p:cNvPr>
          <p:cNvSpPr>
            <a:spLocks noGrp="1"/>
          </p:cNvSpPr>
          <p:nvPr/>
        </p:nvSpPr>
        <p:spPr>
          <a:xfrm>
            <a:off x="1185295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10875480-4969-40C5-84EE-A2FF2D46E165}"/>
              </a:ext>
            </a:extLst>
          </p:cNvPr>
          <p:cNvSpPr>
            <a:spLocks noGrp="1"/>
          </p:cNvSpPr>
          <p:nvPr/>
        </p:nvSpPr>
        <p:spPr>
          <a:xfrm>
            <a:off x="164534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77C1F0A4-39D8-4EA0-B474-EA7490824816}"/>
              </a:ext>
            </a:extLst>
          </p:cNvPr>
          <p:cNvSpPr>
            <a:spLocks noGrp="1"/>
          </p:cNvSpPr>
          <p:nvPr/>
        </p:nvSpPr>
        <p:spPr>
          <a:xfrm>
            <a:off x="110986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234D0620-DA71-43C1-8DA9-C1732DFC5DCD}"/>
              </a:ext>
            </a:extLst>
          </p:cNvPr>
          <p:cNvSpPr>
            <a:spLocks noGrp="1"/>
          </p:cNvSpPr>
          <p:nvPr/>
        </p:nvSpPr>
        <p:spPr>
          <a:xfrm>
            <a:off x="107464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11453FBC-4EDC-46F8-8B57-F405FE43FDFB}"/>
              </a:ext>
            </a:extLst>
          </p:cNvPr>
          <p:cNvSpPr>
            <a:spLocks noGrp="1"/>
          </p:cNvSpPr>
          <p:nvPr/>
        </p:nvSpPr>
        <p:spPr>
          <a:xfrm>
            <a:off x="109866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2" name="菱形 91">
            <a:extLst>
              <a:ext uri="{FF2B5EF4-FFF2-40B4-BE49-F238E27FC236}">
                <a16:creationId xmlns:a16="http://schemas.microsoft.com/office/drawing/2014/main" id="{D968AE5F-CB84-42B0-8FF6-E8C4EBEAADC5}"/>
              </a:ext>
            </a:extLst>
          </p:cNvPr>
          <p:cNvSpPr>
            <a:spLocks noGrp="1"/>
          </p:cNvSpPr>
          <p:nvPr/>
        </p:nvSpPr>
        <p:spPr>
          <a:xfrm>
            <a:off x="111811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3" name="菱形 92">
            <a:extLst>
              <a:ext uri="{FF2B5EF4-FFF2-40B4-BE49-F238E27FC236}">
                <a16:creationId xmlns:a16="http://schemas.microsoft.com/office/drawing/2014/main" id="{962F3E55-C486-4D0C-AFCA-F82D9A6C5A10}"/>
              </a:ext>
            </a:extLst>
          </p:cNvPr>
          <p:cNvSpPr>
            <a:spLocks noGrp="1"/>
          </p:cNvSpPr>
          <p:nvPr/>
        </p:nvSpPr>
        <p:spPr>
          <a:xfrm>
            <a:off x="114470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4" name="菱形 93">
            <a:extLst>
              <a:ext uri="{FF2B5EF4-FFF2-40B4-BE49-F238E27FC236}">
                <a16:creationId xmlns:a16="http://schemas.microsoft.com/office/drawing/2014/main" id="{8DA7D3E1-A03D-4312-8AB7-1B93B3ADFABC}"/>
              </a:ext>
            </a:extLst>
          </p:cNvPr>
          <p:cNvSpPr>
            <a:spLocks noGrp="1"/>
          </p:cNvSpPr>
          <p:nvPr/>
        </p:nvSpPr>
        <p:spPr>
          <a:xfrm>
            <a:off x="114089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5" name="菱形 94">
            <a:extLst>
              <a:ext uri="{FF2B5EF4-FFF2-40B4-BE49-F238E27FC236}">
                <a16:creationId xmlns:a16="http://schemas.microsoft.com/office/drawing/2014/main" id="{2F23F2ED-5692-46BB-BFBA-9159E6EAD11D}"/>
              </a:ext>
            </a:extLst>
          </p:cNvPr>
          <p:cNvSpPr>
            <a:spLocks noGrp="1"/>
          </p:cNvSpPr>
          <p:nvPr/>
        </p:nvSpPr>
        <p:spPr>
          <a:xfrm>
            <a:off x="118185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6" name="菱形 95">
            <a:extLst>
              <a:ext uri="{FF2B5EF4-FFF2-40B4-BE49-F238E27FC236}">
                <a16:creationId xmlns:a16="http://schemas.microsoft.com/office/drawing/2014/main" id="{9ED5C2C8-BF20-4BB4-BFDB-5DBBF72E04EF}"/>
              </a:ext>
            </a:extLst>
          </p:cNvPr>
          <p:cNvSpPr>
            <a:spLocks noGrp="1"/>
          </p:cNvSpPr>
          <p:nvPr/>
        </p:nvSpPr>
        <p:spPr>
          <a:xfrm>
            <a:off x="114819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7" name="菱形 96">
            <a:extLst>
              <a:ext uri="{FF2B5EF4-FFF2-40B4-BE49-F238E27FC236}">
                <a16:creationId xmlns:a16="http://schemas.microsoft.com/office/drawing/2014/main" id="{0EE370E2-B9F9-42CD-BE35-2AA90B55B037}"/>
              </a:ext>
            </a:extLst>
          </p:cNvPr>
          <p:cNvSpPr>
            <a:spLocks noGrp="1"/>
          </p:cNvSpPr>
          <p:nvPr/>
        </p:nvSpPr>
        <p:spPr>
          <a:xfrm>
            <a:off x="103951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8" name="菱形 97">
            <a:extLst>
              <a:ext uri="{FF2B5EF4-FFF2-40B4-BE49-F238E27FC236}">
                <a16:creationId xmlns:a16="http://schemas.microsoft.com/office/drawing/2014/main" id="{F67110E1-7F71-45ED-8343-212AB6113370}"/>
              </a:ext>
            </a:extLst>
          </p:cNvPr>
          <p:cNvSpPr>
            <a:spLocks noGrp="1"/>
          </p:cNvSpPr>
          <p:nvPr/>
        </p:nvSpPr>
        <p:spPr>
          <a:xfrm>
            <a:off x="104702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9" name="菱形 98">
            <a:extLst>
              <a:ext uri="{FF2B5EF4-FFF2-40B4-BE49-F238E27FC236}">
                <a16:creationId xmlns:a16="http://schemas.microsoft.com/office/drawing/2014/main" id="{4FABACDD-F351-4AD9-8184-F9DDC4EB779D}"/>
              </a:ext>
            </a:extLst>
          </p:cNvPr>
          <p:cNvSpPr>
            <a:spLocks noGrp="1"/>
          </p:cNvSpPr>
          <p:nvPr/>
        </p:nvSpPr>
        <p:spPr>
          <a:xfrm>
            <a:off x="115762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0" name="菱形 99">
            <a:extLst>
              <a:ext uri="{FF2B5EF4-FFF2-40B4-BE49-F238E27FC236}">
                <a16:creationId xmlns:a16="http://schemas.microsoft.com/office/drawing/2014/main" id="{30F367BC-E8F8-4342-B0F5-421298558769}"/>
              </a:ext>
            </a:extLst>
          </p:cNvPr>
          <p:cNvSpPr>
            <a:spLocks noGrp="1"/>
          </p:cNvSpPr>
          <p:nvPr/>
        </p:nvSpPr>
        <p:spPr>
          <a:xfrm>
            <a:off x="1046251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1" name="菱形 100">
            <a:extLst>
              <a:ext uri="{FF2B5EF4-FFF2-40B4-BE49-F238E27FC236}">
                <a16:creationId xmlns:a16="http://schemas.microsoft.com/office/drawing/2014/main" id="{FD3719A9-8261-480B-8691-D48D40AF1FFB}"/>
              </a:ext>
            </a:extLst>
          </p:cNvPr>
          <p:cNvSpPr>
            <a:spLocks noGrp="1"/>
          </p:cNvSpPr>
          <p:nvPr/>
        </p:nvSpPr>
        <p:spPr>
          <a:xfrm>
            <a:off x="114261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2" name="菱形 101">
            <a:extLst>
              <a:ext uri="{FF2B5EF4-FFF2-40B4-BE49-F238E27FC236}">
                <a16:creationId xmlns:a16="http://schemas.microsoft.com/office/drawing/2014/main" id="{42AB1418-AB39-4E04-B9D4-051040870A26}"/>
              </a:ext>
            </a:extLst>
          </p:cNvPr>
          <p:cNvSpPr>
            <a:spLocks noGrp="1"/>
          </p:cNvSpPr>
          <p:nvPr/>
        </p:nvSpPr>
        <p:spPr>
          <a:xfrm>
            <a:off x="103510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3" name="菱形 102">
            <a:extLst>
              <a:ext uri="{FF2B5EF4-FFF2-40B4-BE49-F238E27FC236}">
                <a16:creationId xmlns:a16="http://schemas.microsoft.com/office/drawing/2014/main" id="{8DAD25A3-ED17-4DC0-BEC9-D316DCE73EDB}"/>
              </a:ext>
            </a:extLst>
          </p:cNvPr>
          <p:cNvSpPr>
            <a:spLocks noGrp="1"/>
          </p:cNvSpPr>
          <p:nvPr/>
        </p:nvSpPr>
        <p:spPr>
          <a:xfrm>
            <a:off x="103509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4" name="菱形 103">
            <a:extLst>
              <a:ext uri="{FF2B5EF4-FFF2-40B4-BE49-F238E27FC236}">
                <a16:creationId xmlns:a16="http://schemas.microsoft.com/office/drawing/2014/main" id="{67D74EC6-7712-4D03-B81B-94535A353C2E}"/>
              </a:ext>
            </a:extLst>
          </p:cNvPr>
          <p:cNvSpPr>
            <a:spLocks noGrp="1"/>
          </p:cNvSpPr>
          <p:nvPr/>
        </p:nvSpPr>
        <p:spPr>
          <a:xfrm>
            <a:off x="106624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5" name="菱形 104">
            <a:extLst>
              <a:ext uri="{FF2B5EF4-FFF2-40B4-BE49-F238E27FC236}">
                <a16:creationId xmlns:a16="http://schemas.microsoft.com/office/drawing/2014/main" id="{655B2B40-8C46-432C-AFFA-EF8357ED8FBF}"/>
              </a:ext>
            </a:extLst>
          </p:cNvPr>
          <p:cNvSpPr>
            <a:spLocks noGrp="1"/>
          </p:cNvSpPr>
          <p:nvPr/>
        </p:nvSpPr>
        <p:spPr>
          <a:xfrm>
            <a:off x="104980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6" name="菱形 105">
            <a:extLst>
              <a:ext uri="{FF2B5EF4-FFF2-40B4-BE49-F238E27FC236}">
                <a16:creationId xmlns:a16="http://schemas.microsoft.com/office/drawing/2014/main" id="{B3A0A27F-338E-45D8-ABD0-912571FD283F}"/>
              </a:ext>
            </a:extLst>
          </p:cNvPr>
          <p:cNvSpPr>
            <a:spLocks noGrp="1"/>
          </p:cNvSpPr>
          <p:nvPr/>
        </p:nvSpPr>
        <p:spPr>
          <a:xfrm>
            <a:off x="110571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7" name="菱形 106">
            <a:extLst>
              <a:ext uri="{FF2B5EF4-FFF2-40B4-BE49-F238E27FC236}">
                <a16:creationId xmlns:a16="http://schemas.microsoft.com/office/drawing/2014/main" id="{8DD62EB4-A1B2-4441-9FE6-1F3B7CAC99B1}"/>
              </a:ext>
            </a:extLst>
          </p:cNvPr>
          <p:cNvSpPr>
            <a:spLocks noGrp="1"/>
          </p:cNvSpPr>
          <p:nvPr/>
        </p:nvSpPr>
        <p:spPr>
          <a:xfrm>
            <a:off x="111635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8" name="菱形 107">
            <a:extLst>
              <a:ext uri="{FF2B5EF4-FFF2-40B4-BE49-F238E27FC236}">
                <a16:creationId xmlns:a16="http://schemas.microsoft.com/office/drawing/2014/main" id="{E2882DA6-595F-458B-BD45-9500E1F9263E}"/>
              </a:ext>
            </a:extLst>
          </p:cNvPr>
          <p:cNvSpPr>
            <a:spLocks noGrp="1"/>
          </p:cNvSpPr>
          <p:nvPr/>
        </p:nvSpPr>
        <p:spPr>
          <a:xfrm>
            <a:off x="1185295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4C31D9C7-7119-4DE1-A2A4-3DEEB4390DB2}"/>
              </a:ext>
            </a:extLst>
          </p:cNvPr>
          <p:cNvSpPr>
            <a:spLocks noGrp="1"/>
          </p:cNvSpPr>
          <p:nvPr/>
        </p:nvSpPr>
        <p:spPr>
          <a:xfrm>
            <a:off x="164534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10" name="菱形 109">
            <a:extLst>
              <a:ext uri="{FF2B5EF4-FFF2-40B4-BE49-F238E27FC236}">
                <a16:creationId xmlns:a16="http://schemas.microsoft.com/office/drawing/2014/main" id="{654CEB32-9EC0-45A5-9F1E-40EE734F0D3C}"/>
              </a:ext>
            </a:extLst>
          </p:cNvPr>
          <p:cNvSpPr>
            <a:spLocks noGrp="1"/>
          </p:cNvSpPr>
          <p:nvPr/>
        </p:nvSpPr>
        <p:spPr>
          <a:xfrm>
            <a:off x="128401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1" name="菱形 110">
            <a:extLst>
              <a:ext uri="{FF2B5EF4-FFF2-40B4-BE49-F238E27FC236}">
                <a16:creationId xmlns:a16="http://schemas.microsoft.com/office/drawing/2014/main" id="{585756C7-9F2E-4BB0-BED3-5086E147D263}"/>
              </a:ext>
            </a:extLst>
          </p:cNvPr>
          <p:cNvSpPr>
            <a:spLocks noGrp="1"/>
          </p:cNvSpPr>
          <p:nvPr/>
        </p:nvSpPr>
        <p:spPr>
          <a:xfrm>
            <a:off x="124879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6EFC75B1-6CA9-45A1-8273-89DD91FCB3DB}"/>
              </a:ext>
            </a:extLst>
          </p:cNvPr>
          <p:cNvSpPr>
            <a:spLocks noGrp="1"/>
          </p:cNvSpPr>
          <p:nvPr/>
        </p:nvSpPr>
        <p:spPr>
          <a:xfrm>
            <a:off x="1272821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8764B03B-FE50-46B3-9C1E-B0ACC9230281}"/>
              </a:ext>
            </a:extLst>
          </p:cNvPr>
          <p:cNvSpPr>
            <a:spLocks noGrp="1"/>
          </p:cNvSpPr>
          <p:nvPr/>
        </p:nvSpPr>
        <p:spPr>
          <a:xfrm>
            <a:off x="1292276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0D89B781-7C9A-4D0F-9F0F-BD04DA0CE410}"/>
              </a:ext>
            </a:extLst>
          </p:cNvPr>
          <p:cNvSpPr>
            <a:spLocks noGrp="1"/>
          </p:cNvSpPr>
          <p:nvPr/>
        </p:nvSpPr>
        <p:spPr>
          <a:xfrm>
            <a:off x="131886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3C437B49-FE9B-44D5-AEAF-EBC78B97837E}"/>
              </a:ext>
            </a:extLst>
          </p:cNvPr>
          <p:cNvSpPr>
            <a:spLocks noGrp="1"/>
          </p:cNvSpPr>
          <p:nvPr/>
        </p:nvSpPr>
        <p:spPr>
          <a:xfrm>
            <a:off x="131505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BFF02109-322C-4F90-BF54-34DB6F39D7D6}"/>
              </a:ext>
            </a:extLst>
          </p:cNvPr>
          <p:cNvSpPr>
            <a:spLocks noGrp="1"/>
          </p:cNvSpPr>
          <p:nvPr/>
        </p:nvSpPr>
        <p:spPr>
          <a:xfrm>
            <a:off x="13560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2B7F0A64-10F5-45A8-ADEE-FD12A83F779F}"/>
              </a:ext>
            </a:extLst>
          </p:cNvPr>
          <p:cNvSpPr>
            <a:spLocks noGrp="1"/>
          </p:cNvSpPr>
          <p:nvPr/>
        </p:nvSpPr>
        <p:spPr>
          <a:xfrm>
            <a:off x="132234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4FEECD6-820E-4C61-A43C-9A5B10C8E854}"/>
              </a:ext>
            </a:extLst>
          </p:cNvPr>
          <p:cNvSpPr>
            <a:spLocks noGrp="1"/>
          </p:cNvSpPr>
          <p:nvPr/>
        </p:nvSpPr>
        <p:spPr>
          <a:xfrm>
            <a:off x="121367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7A21DF5C-DFAF-4DC0-AFF4-10784C1C94CF}"/>
              </a:ext>
            </a:extLst>
          </p:cNvPr>
          <p:cNvSpPr>
            <a:spLocks noGrp="1"/>
          </p:cNvSpPr>
          <p:nvPr/>
        </p:nvSpPr>
        <p:spPr>
          <a:xfrm>
            <a:off x="122117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C5B87906-F49D-4E33-A5BB-8C485A42D72F}"/>
              </a:ext>
            </a:extLst>
          </p:cNvPr>
          <p:cNvSpPr>
            <a:spLocks noGrp="1"/>
          </p:cNvSpPr>
          <p:nvPr/>
        </p:nvSpPr>
        <p:spPr>
          <a:xfrm>
            <a:off x="133178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7045C0B0-BAD8-4ED2-B83E-0FA0316D9BE1}"/>
              </a:ext>
            </a:extLst>
          </p:cNvPr>
          <p:cNvSpPr>
            <a:spLocks noGrp="1"/>
          </p:cNvSpPr>
          <p:nvPr/>
        </p:nvSpPr>
        <p:spPr>
          <a:xfrm>
            <a:off x="12204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FD1C7F7E-F41E-44C3-9BE5-D544022F83B1}"/>
              </a:ext>
            </a:extLst>
          </p:cNvPr>
          <p:cNvSpPr>
            <a:spLocks noGrp="1"/>
          </p:cNvSpPr>
          <p:nvPr/>
        </p:nvSpPr>
        <p:spPr>
          <a:xfrm>
            <a:off x="131676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0A9A49A-5B44-4D4E-8BBC-7175144AB599}"/>
              </a:ext>
            </a:extLst>
          </p:cNvPr>
          <p:cNvSpPr>
            <a:spLocks noGrp="1"/>
          </p:cNvSpPr>
          <p:nvPr/>
        </p:nvSpPr>
        <p:spPr>
          <a:xfrm>
            <a:off x="120925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654250A9-387E-427A-BA8E-F1E34B67B2BF}"/>
              </a:ext>
            </a:extLst>
          </p:cNvPr>
          <p:cNvSpPr>
            <a:spLocks noGrp="1"/>
          </p:cNvSpPr>
          <p:nvPr/>
        </p:nvSpPr>
        <p:spPr>
          <a:xfrm>
            <a:off x="120925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38BC5B8-CDA9-4464-9BC2-3E088C0CC2BD}"/>
              </a:ext>
            </a:extLst>
          </p:cNvPr>
          <p:cNvSpPr>
            <a:spLocks noGrp="1"/>
          </p:cNvSpPr>
          <p:nvPr/>
        </p:nvSpPr>
        <p:spPr>
          <a:xfrm>
            <a:off x="124040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25473048-68E5-4D4D-96B0-7B191CBB35FA}"/>
              </a:ext>
            </a:extLst>
          </p:cNvPr>
          <p:cNvSpPr>
            <a:spLocks noGrp="1"/>
          </p:cNvSpPr>
          <p:nvPr/>
        </p:nvSpPr>
        <p:spPr>
          <a:xfrm>
            <a:off x="122396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5612B2C0-FAC5-4904-9414-CF2A2D23B92B}"/>
              </a:ext>
            </a:extLst>
          </p:cNvPr>
          <p:cNvSpPr>
            <a:spLocks noGrp="1"/>
          </p:cNvSpPr>
          <p:nvPr/>
        </p:nvSpPr>
        <p:spPr>
          <a:xfrm>
            <a:off x="127986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44E50D1E-0C64-4763-922A-A47C04453EA8}"/>
              </a:ext>
            </a:extLst>
          </p:cNvPr>
          <p:cNvSpPr>
            <a:spLocks noGrp="1"/>
          </p:cNvSpPr>
          <p:nvPr/>
        </p:nvSpPr>
        <p:spPr>
          <a:xfrm>
            <a:off x="129051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D389749F-B2F9-479D-9EAF-F49D467D5104}"/>
              </a:ext>
            </a:extLst>
          </p:cNvPr>
          <p:cNvSpPr>
            <a:spLocks noGrp="1"/>
          </p:cNvSpPr>
          <p:nvPr/>
        </p:nvSpPr>
        <p:spPr>
          <a:xfrm>
            <a:off x="1359452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4FD10CE1-1195-4D02-B46F-F69FE0D8D6DF}"/>
              </a:ext>
            </a:extLst>
          </p:cNvPr>
          <p:cNvSpPr>
            <a:spLocks noGrp="1"/>
          </p:cNvSpPr>
          <p:nvPr/>
        </p:nvSpPr>
        <p:spPr>
          <a:xfrm>
            <a:off x="1819502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5A024F91-3D74-4769-88B9-588BAB49C22B}"/>
              </a:ext>
            </a:extLst>
          </p:cNvPr>
          <p:cNvSpPr>
            <a:spLocks noGrp="1"/>
          </p:cNvSpPr>
          <p:nvPr/>
        </p:nvSpPr>
        <p:spPr>
          <a:xfrm>
            <a:off x="128401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2" name="菱形 131">
            <a:extLst>
              <a:ext uri="{FF2B5EF4-FFF2-40B4-BE49-F238E27FC236}">
                <a16:creationId xmlns:a16="http://schemas.microsoft.com/office/drawing/2014/main" id="{EC8C435B-AA00-46DB-9E8C-BFA8642AA010}"/>
              </a:ext>
            </a:extLst>
          </p:cNvPr>
          <p:cNvSpPr>
            <a:spLocks noGrp="1"/>
          </p:cNvSpPr>
          <p:nvPr/>
        </p:nvSpPr>
        <p:spPr>
          <a:xfrm>
            <a:off x="124879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53593003-64F6-490A-A846-84E71E486790}"/>
              </a:ext>
            </a:extLst>
          </p:cNvPr>
          <p:cNvSpPr>
            <a:spLocks noGrp="1"/>
          </p:cNvSpPr>
          <p:nvPr/>
        </p:nvSpPr>
        <p:spPr>
          <a:xfrm>
            <a:off x="1272821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861DCD6A-FD03-4FB0-8CC7-E2E633556A54}"/>
              </a:ext>
            </a:extLst>
          </p:cNvPr>
          <p:cNvSpPr>
            <a:spLocks noGrp="1"/>
          </p:cNvSpPr>
          <p:nvPr/>
        </p:nvSpPr>
        <p:spPr>
          <a:xfrm>
            <a:off x="1292276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5" name="菱形 134">
            <a:extLst>
              <a:ext uri="{FF2B5EF4-FFF2-40B4-BE49-F238E27FC236}">
                <a16:creationId xmlns:a16="http://schemas.microsoft.com/office/drawing/2014/main" id="{092E588A-6C45-4483-92D6-7CEBFAD4F237}"/>
              </a:ext>
            </a:extLst>
          </p:cNvPr>
          <p:cNvSpPr>
            <a:spLocks noGrp="1"/>
          </p:cNvSpPr>
          <p:nvPr/>
        </p:nvSpPr>
        <p:spPr>
          <a:xfrm>
            <a:off x="131886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B0023E7A-EE1E-4749-87A9-CB366BECDDE4}"/>
              </a:ext>
            </a:extLst>
          </p:cNvPr>
          <p:cNvSpPr>
            <a:spLocks noGrp="1"/>
          </p:cNvSpPr>
          <p:nvPr/>
        </p:nvSpPr>
        <p:spPr>
          <a:xfrm>
            <a:off x="131505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B7C66538-525C-4B88-AB07-FCC509F3745B}"/>
              </a:ext>
            </a:extLst>
          </p:cNvPr>
          <p:cNvSpPr>
            <a:spLocks noGrp="1"/>
          </p:cNvSpPr>
          <p:nvPr/>
        </p:nvSpPr>
        <p:spPr>
          <a:xfrm>
            <a:off x="13560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015347CE-2532-4B45-9C03-258A05AF6FE6}"/>
              </a:ext>
            </a:extLst>
          </p:cNvPr>
          <p:cNvSpPr>
            <a:spLocks noGrp="1"/>
          </p:cNvSpPr>
          <p:nvPr/>
        </p:nvSpPr>
        <p:spPr>
          <a:xfrm>
            <a:off x="132234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AA138659-0529-4108-9AC8-63994C352830}"/>
              </a:ext>
            </a:extLst>
          </p:cNvPr>
          <p:cNvSpPr>
            <a:spLocks noGrp="1"/>
          </p:cNvSpPr>
          <p:nvPr/>
        </p:nvSpPr>
        <p:spPr>
          <a:xfrm>
            <a:off x="121367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2EAAAD33-36E6-4380-8FA0-71225AD73FFF}"/>
              </a:ext>
            </a:extLst>
          </p:cNvPr>
          <p:cNvSpPr>
            <a:spLocks noGrp="1"/>
          </p:cNvSpPr>
          <p:nvPr/>
        </p:nvSpPr>
        <p:spPr>
          <a:xfrm>
            <a:off x="122117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F61DA8A-5A28-4543-86C2-799E3B02B52A}"/>
              </a:ext>
            </a:extLst>
          </p:cNvPr>
          <p:cNvSpPr>
            <a:spLocks noGrp="1"/>
          </p:cNvSpPr>
          <p:nvPr/>
        </p:nvSpPr>
        <p:spPr>
          <a:xfrm>
            <a:off x="133178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86A85331-B4AA-4552-BDC1-5E74EC563E47}"/>
              </a:ext>
            </a:extLst>
          </p:cNvPr>
          <p:cNvSpPr>
            <a:spLocks noGrp="1"/>
          </p:cNvSpPr>
          <p:nvPr/>
        </p:nvSpPr>
        <p:spPr>
          <a:xfrm>
            <a:off x="12204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C0CB74B-4F69-4D92-A9E2-2B9CD6349E6E}"/>
              </a:ext>
            </a:extLst>
          </p:cNvPr>
          <p:cNvSpPr>
            <a:spLocks noGrp="1"/>
          </p:cNvSpPr>
          <p:nvPr/>
        </p:nvSpPr>
        <p:spPr>
          <a:xfrm>
            <a:off x="131676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E8AD4BBC-2A8A-45FB-B878-71C10744D242}"/>
              </a:ext>
            </a:extLst>
          </p:cNvPr>
          <p:cNvSpPr>
            <a:spLocks noGrp="1"/>
          </p:cNvSpPr>
          <p:nvPr/>
        </p:nvSpPr>
        <p:spPr>
          <a:xfrm>
            <a:off x="120925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5" name="菱形 144">
            <a:extLst>
              <a:ext uri="{FF2B5EF4-FFF2-40B4-BE49-F238E27FC236}">
                <a16:creationId xmlns:a16="http://schemas.microsoft.com/office/drawing/2014/main" id="{E0E872E3-3AB7-4D87-A4F7-E4B1423FF2CC}"/>
              </a:ext>
            </a:extLst>
          </p:cNvPr>
          <p:cNvSpPr>
            <a:spLocks noGrp="1"/>
          </p:cNvSpPr>
          <p:nvPr/>
        </p:nvSpPr>
        <p:spPr>
          <a:xfrm>
            <a:off x="120925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6" name="菱形 145">
            <a:extLst>
              <a:ext uri="{FF2B5EF4-FFF2-40B4-BE49-F238E27FC236}">
                <a16:creationId xmlns:a16="http://schemas.microsoft.com/office/drawing/2014/main" id="{47CDEC02-C427-4C2E-9152-9FEE96198C89}"/>
              </a:ext>
            </a:extLst>
          </p:cNvPr>
          <p:cNvSpPr>
            <a:spLocks noGrp="1"/>
          </p:cNvSpPr>
          <p:nvPr/>
        </p:nvSpPr>
        <p:spPr>
          <a:xfrm>
            <a:off x="124040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6A118DA9-2BDC-4061-9EEA-A106B19E753B}"/>
              </a:ext>
            </a:extLst>
          </p:cNvPr>
          <p:cNvSpPr>
            <a:spLocks noGrp="1"/>
          </p:cNvSpPr>
          <p:nvPr/>
        </p:nvSpPr>
        <p:spPr>
          <a:xfrm>
            <a:off x="122396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8" name="菱形 147">
            <a:extLst>
              <a:ext uri="{FF2B5EF4-FFF2-40B4-BE49-F238E27FC236}">
                <a16:creationId xmlns:a16="http://schemas.microsoft.com/office/drawing/2014/main" id="{A89D6E30-358B-4D4F-A255-D8EE8CB33155}"/>
              </a:ext>
            </a:extLst>
          </p:cNvPr>
          <p:cNvSpPr>
            <a:spLocks noGrp="1"/>
          </p:cNvSpPr>
          <p:nvPr/>
        </p:nvSpPr>
        <p:spPr>
          <a:xfrm>
            <a:off x="127986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9" name="菱形 148">
            <a:extLst>
              <a:ext uri="{FF2B5EF4-FFF2-40B4-BE49-F238E27FC236}">
                <a16:creationId xmlns:a16="http://schemas.microsoft.com/office/drawing/2014/main" id="{C14C2EDF-D392-4903-A89D-6FC88DAFB48D}"/>
              </a:ext>
            </a:extLst>
          </p:cNvPr>
          <p:cNvSpPr>
            <a:spLocks noGrp="1"/>
          </p:cNvSpPr>
          <p:nvPr/>
        </p:nvSpPr>
        <p:spPr>
          <a:xfrm>
            <a:off x="129051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0" name="菱形 149">
            <a:extLst>
              <a:ext uri="{FF2B5EF4-FFF2-40B4-BE49-F238E27FC236}">
                <a16:creationId xmlns:a16="http://schemas.microsoft.com/office/drawing/2014/main" id="{3D99849F-8FB1-4E1F-8905-13297B7793C3}"/>
              </a:ext>
            </a:extLst>
          </p:cNvPr>
          <p:cNvSpPr>
            <a:spLocks noGrp="1"/>
          </p:cNvSpPr>
          <p:nvPr/>
        </p:nvSpPr>
        <p:spPr>
          <a:xfrm>
            <a:off x="1359452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3DB751EA-2887-4EFA-90BD-E8C43E91953E}"/>
              </a:ext>
            </a:extLst>
          </p:cNvPr>
          <p:cNvSpPr>
            <a:spLocks noGrp="1"/>
          </p:cNvSpPr>
          <p:nvPr/>
        </p:nvSpPr>
        <p:spPr>
          <a:xfrm>
            <a:off x="1819502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1E14E37-81CF-4595-BC22-A8C562B11F8D}"/>
              </a:ext>
            </a:extLst>
          </p:cNvPr>
          <p:cNvSpPr>
            <a:spLocks noGrp="1"/>
          </p:cNvSpPr>
          <p:nvPr/>
        </p:nvSpPr>
        <p:spPr>
          <a:xfrm>
            <a:off x="91440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1300DAD-A1CD-43E7-A06C-162108E87D67}"/>
              </a:ext>
            </a:extLst>
          </p:cNvPr>
          <p:cNvSpPr>
            <a:spLocks noGrp="1"/>
          </p:cNvSpPr>
          <p:nvPr/>
        </p:nvSpPr>
        <p:spPr>
          <a:xfrm>
            <a:off x="28575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9582C11-11D5-4D69-9FFC-6EAFD5E0562A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B3D56E77-325F-45FF-A97C-1679C3F82877}"/>
              </a:ext>
            </a:extLst>
          </p:cNvPr>
          <p:cNvSpPr>
            <a:spLocks noGrp="1"/>
          </p:cNvSpPr>
          <p:nvPr/>
        </p:nvSpPr>
        <p:spPr>
          <a:xfrm>
            <a:off x="17430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41201E81-4468-43DB-B447-EBBCB3B3916E}"/>
              </a:ext>
            </a:extLst>
          </p:cNvPr>
          <p:cNvSpPr>
            <a:spLocks noGrp="1"/>
          </p:cNvSpPr>
          <p:nvPr/>
        </p:nvSpPr>
        <p:spPr>
          <a:xfrm>
            <a:off x="24860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0993AD2-14CA-4DC4-9A46-F3A784A58B82}"/>
              </a:ext>
            </a:extLst>
          </p:cNvPr>
          <p:cNvSpPr>
            <a:spLocks noGrp="1"/>
          </p:cNvSpPr>
          <p:nvPr/>
        </p:nvSpPr>
        <p:spPr>
          <a:xfrm>
            <a:off x="28575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1D963BDB-EC1E-4155-A382-D64F15A90F07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1E1A255-B09D-4AB1-9AA6-6E54021B598D}"/>
              </a:ext>
            </a:extLst>
          </p:cNvPr>
          <p:cNvSpPr>
            <a:spLocks noGrp="1"/>
          </p:cNvSpPr>
          <p:nvPr/>
        </p:nvSpPr>
        <p:spPr>
          <a:xfrm>
            <a:off x="10001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A62529-D83C-412C-B16D-65EAF3A2204E}"/>
              </a:ext>
            </a:extLst>
          </p:cNvPr>
          <p:cNvSpPr>
            <a:spLocks noGrp="1"/>
          </p:cNvSpPr>
          <p:nvPr/>
        </p:nvSpPr>
        <p:spPr>
          <a:xfrm>
            <a:off x="174307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1CB5AB3-405E-4D92-A90D-935960C5CB18}"/>
              </a:ext>
            </a:extLst>
          </p:cNvPr>
          <p:cNvSpPr>
            <a:spLocks noGrp="1"/>
          </p:cNvSpPr>
          <p:nvPr/>
        </p:nvSpPr>
        <p:spPr>
          <a:xfrm>
            <a:off x="17430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6C7F650-808D-442C-A77C-E397FC0B2B01}"/>
              </a:ext>
            </a:extLst>
          </p:cNvPr>
          <p:cNvSpPr>
            <a:spLocks noGrp="1"/>
          </p:cNvSpPr>
          <p:nvPr/>
        </p:nvSpPr>
        <p:spPr>
          <a:xfrm>
            <a:off x="248602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0B93A661-7767-4832-819B-4B76A891AC53}"/>
              </a:ext>
            </a:extLst>
          </p:cNvPr>
          <p:cNvSpPr>
            <a:spLocks noGrp="1"/>
          </p:cNvSpPr>
          <p:nvPr/>
        </p:nvSpPr>
        <p:spPr>
          <a:xfrm>
            <a:off x="24860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81EC0B5-8665-41AE-9C55-B7AA646D9CC3}"/>
              </a:ext>
            </a:extLst>
          </p:cNvPr>
          <p:cNvSpPr>
            <a:spLocks noGrp="1"/>
          </p:cNvSpPr>
          <p:nvPr/>
        </p:nvSpPr>
        <p:spPr>
          <a:xfrm>
            <a:off x="327660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B69B5C6-D74F-4293-AD1B-DF023C41901E}"/>
              </a:ext>
            </a:extLst>
          </p:cNvPr>
          <p:cNvSpPr>
            <a:spLocks noGrp="1"/>
          </p:cNvSpPr>
          <p:nvPr/>
        </p:nvSpPr>
        <p:spPr>
          <a:xfrm>
            <a:off x="28575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96823C-B43A-495D-9156-671C32C7127C}"/>
              </a:ext>
            </a:extLst>
          </p:cNvPr>
          <p:cNvSpPr>
            <a:spLocks noGrp="1"/>
          </p:cNvSpPr>
          <p:nvPr/>
        </p:nvSpPr>
        <p:spPr>
          <a:xfrm>
            <a:off x="10001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4E6C46F7-372D-48E5-B002-21C834CC141E}"/>
              </a:ext>
            </a:extLst>
          </p:cNvPr>
          <p:cNvSpPr>
            <a:spLocks noGrp="1"/>
          </p:cNvSpPr>
          <p:nvPr/>
        </p:nvSpPr>
        <p:spPr>
          <a:xfrm>
            <a:off x="10001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0273FDF-FD13-4BA6-99D8-244070E65FD9}"/>
              </a:ext>
            </a:extLst>
          </p:cNvPr>
          <p:cNvSpPr>
            <a:spLocks noGrp="1"/>
          </p:cNvSpPr>
          <p:nvPr/>
        </p:nvSpPr>
        <p:spPr>
          <a:xfrm>
            <a:off x="1743075" y="5019675"/>
            <a:ext cx="742950" cy="45720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22C4402-7E04-4C64-A78D-05F91A757FBE}"/>
              </a:ext>
            </a:extLst>
          </p:cNvPr>
          <p:cNvSpPr>
            <a:spLocks noGrp="1"/>
          </p:cNvSpPr>
          <p:nvPr/>
        </p:nvSpPr>
        <p:spPr>
          <a:xfrm>
            <a:off x="17430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D004B2E1-4178-4C9D-89AE-854132E1A7D3}"/>
              </a:ext>
            </a:extLst>
          </p:cNvPr>
          <p:cNvSpPr>
            <a:spLocks noGrp="1"/>
          </p:cNvSpPr>
          <p:nvPr/>
        </p:nvSpPr>
        <p:spPr>
          <a:xfrm>
            <a:off x="2486025" y="5019675"/>
            <a:ext cx="742950" cy="457200"/>
          </a:xfrm>
          <a:prstGeom prst="rect">
            <a:avLst/>
          </a:prstGeom>
          <a:solidFill>
            <a:srgbClr val="8FAEC8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BEA460E0-5DDF-40B6-BEE3-96BC5139528A}"/>
              </a:ext>
            </a:extLst>
          </p:cNvPr>
          <p:cNvSpPr>
            <a:spLocks noGrp="1"/>
          </p:cNvSpPr>
          <p:nvPr/>
        </p:nvSpPr>
        <p:spPr>
          <a:xfrm>
            <a:off x="24860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ED76B5F-3801-4FDB-8D10-FDB32A3B1759}"/>
              </a:ext>
            </a:extLst>
          </p:cNvPr>
          <p:cNvSpPr>
            <a:spLocks noGrp="1"/>
          </p:cNvSpPr>
          <p:nvPr/>
        </p:nvSpPr>
        <p:spPr>
          <a:xfrm>
            <a:off x="327660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85032C85-1387-4D18-B8ED-128F03B74467}"/>
              </a:ext>
            </a:extLst>
          </p:cNvPr>
          <p:cNvSpPr>
            <a:spLocks noGrp="1"/>
          </p:cNvSpPr>
          <p:nvPr/>
        </p:nvSpPr>
        <p:spPr>
          <a:xfrm>
            <a:off x="28575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FF60312-734F-4423-B973-6B50E84B2783}"/>
              </a:ext>
            </a:extLst>
          </p:cNvPr>
          <p:cNvSpPr>
            <a:spLocks noGrp="1"/>
          </p:cNvSpPr>
          <p:nvPr/>
        </p:nvSpPr>
        <p:spPr>
          <a:xfrm>
            <a:off x="10001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1D0E8E2E-BACB-4138-B96F-0B0B314CBDCA}"/>
              </a:ext>
            </a:extLst>
          </p:cNvPr>
          <p:cNvSpPr>
            <a:spLocks noGrp="1"/>
          </p:cNvSpPr>
          <p:nvPr/>
        </p:nvSpPr>
        <p:spPr>
          <a:xfrm>
            <a:off x="10001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D9F497A-4064-47F5-AA26-A37A64902388}"/>
              </a:ext>
            </a:extLst>
          </p:cNvPr>
          <p:cNvSpPr>
            <a:spLocks noGrp="1"/>
          </p:cNvSpPr>
          <p:nvPr/>
        </p:nvSpPr>
        <p:spPr>
          <a:xfrm>
            <a:off x="1743075" y="5476875"/>
            <a:ext cx="742950" cy="457200"/>
          </a:xfrm>
          <a:prstGeom prst="rect">
            <a:avLst/>
          </a:prstGeom>
          <a:solidFill>
            <a:srgbClr val="BCCEDE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CCE91036-FA1C-4AFF-AD32-6CAFDC3FAC73}"/>
              </a:ext>
            </a:extLst>
          </p:cNvPr>
          <p:cNvSpPr>
            <a:spLocks noGrp="1"/>
          </p:cNvSpPr>
          <p:nvPr/>
        </p:nvSpPr>
        <p:spPr>
          <a:xfrm>
            <a:off x="17430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D928D31-5A75-42AA-92C7-87FB8DB5D84A}"/>
              </a:ext>
            </a:extLst>
          </p:cNvPr>
          <p:cNvSpPr>
            <a:spLocks noGrp="1"/>
          </p:cNvSpPr>
          <p:nvPr/>
        </p:nvSpPr>
        <p:spPr>
          <a:xfrm>
            <a:off x="2486025" y="5476875"/>
            <a:ext cx="742950" cy="457200"/>
          </a:xfrm>
          <a:prstGeom prst="rect">
            <a:avLst/>
          </a:prstGeom>
          <a:solidFill>
            <a:srgbClr val="A1BBD1"/>
          </a:solidFill>
          <a:ln w="19050">
            <a:solidFill>
              <a:srgbClr val="FFFFFF"/>
            </a:solidFill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CA0CE90B-FB1C-49DE-B20B-2FC0E8003F20}"/>
              </a:ext>
            </a:extLst>
          </p:cNvPr>
          <p:cNvSpPr>
            <a:spLocks noGrp="1"/>
          </p:cNvSpPr>
          <p:nvPr/>
        </p:nvSpPr>
        <p:spPr>
          <a:xfrm>
            <a:off x="24860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C9770FE-2FA4-4873-8D4B-DF2A03F18CBB}"/>
              </a:ext>
            </a:extLst>
          </p:cNvPr>
          <p:cNvSpPr>
            <a:spLocks noGrp="1"/>
          </p:cNvSpPr>
          <p:nvPr/>
        </p:nvSpPr>
        <p:spPr>
          <a:xfrm>
            <a:off x="327660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E4D0B4B-790B-4185-946E-020909F26ED2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122ECBD-991D-4DCB-9385-3DBCE82477F1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3F10CBF6-3832-4468-B74B-298E17438619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A323F80D-5B64-4197-9E19-DF856A8A3711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210EF6F5-8E2C-4916-89A6-5FC811A20D94}"/>
              </a:ext>
            </a:extLst>
          </p:cNvPr>
          <p:cNvSpPr>
            <a:spLocks noGrp="1"/>
          </p:cNvSpPr>
          <p:nvPr/>
        </p:nvSpPr>
        <p:spPr>
          <a:xfrm>
            <a:off x="45148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4B2077DC-CACB-41B6-8922-E6F10212613D}"/>
              </a:ext>
            </a:extLst>
          </p:cNvPr>
          <p:cNvSpPr>
            <a:spLocks noGrp="1"/>
          </p:cNvSpPr>
          <p:nvPr/>
        </p:nvSpPr>
        <p:spPr>
          <a:xfrm>
            <a:off x="547497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31C3C2C6-AFC2-492C-B952-D66F8F4DDD26}"/>
              </a:ext>
            </a:extLst>
          </p:cNvPr>
          <p:cNvSpPr>
            <a:spLocks noGrp="1"/>
          </p:cNvSpPr>
          <p:nvPr/>
        </p:nvSpPr>
        <p:spPr>
          <a:xfrm>
            <a:off x="510349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342F3A3D-EDC6-4E74-A5F2-6B0DA73D5BB6}"/>
              </a:ext>
            </a:extLst>
          </p:cNvPr>
          <p:cNvSpPr>
            <a:spLocks noGrp="1"/>
          </p:cNvSpPr>
          <p:nvPr/>
        </p:nvSpPr>
        <p:spPr>
          <a:xfrm>
            <a:off x="665226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B8018BB-F56E-483B-806C-7278AF2E4814}"/>
              </a:ext>
            </a:extLst>
          </p:cNvPr>
          <p:cNvSpPr>
            <a:spLocks noGrp="1"/>
          </p:cNvSpPr>
          <p:nvPr/>
        </p:nvSpPr>
        <p:spPr>
          <a:xfrm>
            <a:off x="628078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EAE538F-AB2A-4D7B-B906-25958EB90F53}"/>
              </a:ext>
            </a:extLst>
          </p:cNvPr>
          <p:cNvSpPr>
            <a:spLocks noGrp="1"/>
          </p:cNvSpPr>
          <p:nvPr/>
        </p:nvSpPr>
        <p:spPr>
          <a:xfrm>
            <a:off x="78295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CD22FB3-F5C3-4953-AB30-A5369C75F962}"/>
              </a:ext>
            </a:extLst>
          </p:cNvPr>
          <p:cNvSpPr>
            <a:spLocks noGrp="1"/>
          </p:cNvSpPr>
          <p:nvPr/>
        </p:nvSpPr>
        <p:spPr>
          <a:xfrm>
            <a:off x="74580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F99FA575-ADEA-4014-9742-B20312FEA315}"/>
              </a:ext>
            </a:extLst>
          </p:cNvPr>
          <p:cNvSpPr>
            <a:spLocks noGrp="1"/>
          </p:cNvSpPr>
          <p:nvPr/>
        </p:nvSpPr>
        <p:spPr>
          <a:xfrm>
            <a:off x="488632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03B16DF-64B2-47AE-94C8-119C8EF0BFAB}"/>
              </a:ext>
            </a:extLst>
          </p:cNvPr>
          <p:cNvSpPr>
            <a:spLocks noGrp="1"/>
          </p:cNvSpPr>
          <p:nvPr/>
        </p:nvSpPr>
        <p:spPr>
          <a:xfrm>
            <a:off x="4829175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FD21D2C-8B33-4476-94FB-4E36A39B7711}"/>
              </a:ext>
            </a:extLst>
          </p:cNvPr>
          <p:cNvSpPr>
            <a:spLocks noGrp="1"/>
          </p:cNvSpPr>
          <p:nvPr/>
        </p:nvSpPr>
        <p:spPr>
          <a:xfrm>
            <a:off x="4305300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46B62E08-70BC-4602-B280-BD7E9190D1DF}"/>
              </a:ext>
            </a:extLst>
          </p:cNvPr>
          <p:cNvSpPr>
            <a:spLocks noGrp="1"/>
          </p:cNvSpPr>
          <p:nvPr/>
        </p:nvSpPr>
        <p:spPr>
          <a:xfrm>
            <a:off x="4829175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EDE62EF-5987-4952-9CF3-F93474E688C6}"/>
              </a:ext>
            </a:extLst>
          </p:cNvPr>
          <p:cNvSpPr>
            <a:spLocks noGrp="1"/>
          </p:cNvSpPr>
          <p:nvPr/>
        </p:nvSpPr>
        <p:spPr>
          <a:xfrm>
            <a:off x="4305300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0579B4B5-8118-4EC8-8433-6D8367F79B32}"/>
              </a:ext>
            </a:extLst>
          </p:cNvPr>
          <p:cNvSpPr>
            <a:spLocks noGrp="1"/>
          </p:cNvSpPr>
          <p:nvPr/>
        </p:nvSpPr>
        <p:spPr>
          <a:xfrm>
            <a:off x="4829175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1AA6AB53-EB6D-436C-9954-FA53F20825B9}"/>
              </a:ext>
            </a:extLst>
          </p:cNvPr>
          <p:cNvSpPr>
            <a:spLocks noGrp="1"/>
          </p:cNvSpPr>
          <p:nvPr/>
        </p:nvSpPr>
        <p:spPr>
          <a:xfrm>
            <a:off x="4305300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FE4541FD-6F2B-459F-8005-A5B711ADC71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617B613D-E2BA-4567-93A4-143BD3C9A67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959D2650-F062-43F8-9353-FF88D5CA55B2}"/>
              </a:ext>
            </a:extLst>
          </p:cNvPr>
          <p:cNvSpPr>
            <a:spLocks noGrp="1"/>
          </p:cNvSpPr>
          <p:nvPr/>
        </p:nvSpPr>
        <p:spPr>
          <a:xfrm>
            <a:off x="547497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B145ED4-1CA8-42FD-80A9-D2CC80FEC5E9}"/>
              </a:ext>
            </a:extLst>
          </p:cNvPr>
          <p:cNvSpPr>
            <a:spLocks noGrp="1"/>
          </p:cNvSpPr>
          <p:nvPr/>
        </p:nvSpPr>
        <p:spPr>
          <a:xfrm>
            <a:off x="7388991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764E6560-DE02-44A5-A1E0-53A6F27438D7}"/>
              </a:ext>
            </a:extLst>
          </p:cNvPr>
          <p:cNvSpPr>
            <a:spLocks noGrp="1"/>
          </p:cNvSpPr>
          <p:nvPr/>
        </p:nvSpPr>
        <p:spPr>
          <a:xfrm>
            <a:off x="7422509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86F58AC-EC92-4FE8-816A-F4A08332EB06}"/>
              </a:ext>
            </a:extLst>
          </p:cNvPr>
          <p:cNvSpPr>
            <a:spLocks noGrp="1"/>
          </p:cNvSpPr>
          <p:nvPr/>
        </p:nvSpPr>
        <p:spPr>
          <a:xfrm>
            <a:off x="7372774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E976DF94-E708-41B5-ABD2-1C5A35A02FA7}"/>
              </a:ext>
            </a:extLst>
          </p:cNvPr>
          <p:cNvSpPr>
            <a:spLocks noGrp="1"/>
          </p:cNvSpPr>
          <p:nvPr/>
        </p:nvSpPr>
        <p:spPr>
          <a:xfrm>
            <a:off x="7361166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2403D999-8070-4BC7-8152-2F3117D048EA}"/>
              </a:ext>
            </a:extLst>
          </p:cNvPr>
          <p:cNvSpPr>
            <a:spLocks noGrp="1"/>
          </p:cNvSpPr>
          <p:nvPr/>
        </p:nvSpPr>
        <p:spPr>
          <a:xfrm>
            <a:off x="7347839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BBC7C7D4-2C57-4640-89BB-219666BA3310}"/>
              </a:ext>
            </a:extLst>
          </p:cNvPr>
          <p:cNvSpPr>
            <a:spLocks noGrp="1"/>
          </p:cNvSpPr>
          <p:nvPr/>
        </p:nvSpPr>
        <p:spPr>
          <a:xfrm>
            <a:off x="7377301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1679F5EB-2BF7-424C-964E-858E11557DD0}"/>
              </a:ext>
            </a:extLst>
          </p:cNvPr>
          <p:cNvSpPr>
            <a:spLocks noGrp="1"/>
          </p:cNvSpPr>
          <p:nvPr/>
        </p:nvSpPr>
        <p:spPr>
          <a:xfrm>
            <a:off x="7381062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2C9C0A10-508D-4208-BCD1-E4EFE6F084B2}"/>
              </a:ext>
            </a:extLst>
          </p:cNvPr>
          <p:cNvSpPr>
            <a:spLocks noGrp="1"/>
          </p:cNvSpPr>
          <p:nvPr/>
        </p:nvSpPr>
        <p:spPr>
          <a:xfrm>
            <a:off x="7349116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782AF674-1322-4383-9E36-8B4E55BD81D5}"/>
              </a:ext>
            </a:extLst>
          </p:cNvPr>
          <p:cNvSpPr>
            <a:spLocks noGrp="1"/>
          </p:cNvSpPr>
          <p:nvPr/>
        </p:nvSpPr>
        <p:spPr>
          <a:xfrm>
            <a:off x="7389456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200E1C29-2B14-41A3-B594-EE2EBD1A2281}"/>
              </a:ext>
            </a:extLst>
          </p:cNvPr>
          <p:cNvSpPr>
            <a:spLocks noGrp="1"/>
          </p:cNvSpPr>
          <p:nvPr/>
        </p:nvSpPr>
        <p:spPr>
          <a:xfrm>
            <a:off x="7428124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2" name="菱形 211">
            <a:extLst>
              <a:ext uri="{FF2B5EF4-FFF2-40B4-BE49-F238E27FC236}">
                <a16:creationId xmlns:a16="http://schemas.microsoft.com/office/drawing/2014/main" id="{ECA157CB-8166-4077-8E58-8F53D79823FF}"/>
              </a:ext>
            </a:extLst>
          </p:cNvPr>
          <p:cNvSpPr>
            <a:spLocks noGrp="1"/>
          </p:cNvSpPr>
          <p:nvPr/>
        </p:nvSpPr>
        <p:spPr>
          <a:xfrm>
            <a:off x="7348245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3" name="菱形 212">
            <a:extLst>
              <a:ext uri="{FF2B5EF4-FFF2-40B4-BE49-F238E27FC236}">
                <a16:creationId xmlns:a16="http://schemas.microsoft.com/office/drawing/2014/main" id="{A154640C-862E-402E-A2AB-59EA1746E7EB}"/>
              </a:ext>
            </a:extLst>
          </p:cNvPr>
          <p:cNvSpPr>
            <a:spLocks noGrp="1"/>
          </p:cNvSpPr>
          <p:nvPr/>
        </p:nvSpPr>
        <p:spPr>
          <a:xfrm>
            <a:off x="7435053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DBD673BC-69CA-4A3C-AC95-3D12C56AD252}"/>
              </a:ext>
            </a:extLst>
          </p:cNvPr>
          <p:cNvSpPr>
            <a:spLocks noGrp="1"/>
          </p:cNvSpPr>
          <p:nvPr/>
        </p:nvSpPr>
        <p:spPr>
          <a:xfrm>
            <a:off x="7382546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5" name="菱形 214">
            <a:extLst>
              <a:ext uri="{FF2B5EF4-FFF2-40B4-BE49-F238E27FC236}">
                <a16:creationId xmlns:a16="http://schemas.microsoft.com/office/drawing/2014/main" id="{FBD59994-0FED-4DB1-99ED-71D2DBD27569}"/>
              </a:ext>
            </a:extLst>
          </p:cNvPr>
          <p:cNvSpPr>
            <a:spLocks noGrp="1"/>
          </p:cNvSpPr>
          <p:nvPr/>
        </p:nvSpPr>
        <p:spPr>
          <a:xfrm>
            <a:off x="7415463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60D0CD62-36CC-46AF-8D67-4B1EB7751736}"/>
              </a:ext>
            </a:extLst>
          </p:cNvPr>
          <p:cNvSpPr>
            <a:spLocks noGrp="1"/>
          </p:cNvSpPr>
          <p:nvPr/>
        </p:nvSpPr>
        <p:spPr>
          <a:xfrm>
            <a:off x="7430338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7" name="菱形 216">
            <a:extLst>
              <a:ext uri="{FF2B5EF4-FFF2-40B4-BE49-F238E27FC236}">
                <a16:creationId xmlns:a16="http://schemas.microsoft.com/office/drawing/2014/main" id="{CCE4A106-5E8D-421D-86E9-FEA8EC9D5ECB}"/>
              </a:ext>
            </a:extLst>
          </p:cNvPr>
          <p:cNvSpPr>
            <a:spLocks noGrp="1"/>
          </p:cNvSpPr>
          <p:nvPr/>
        </p:nvSpPr>
        <p:spPr>
          <a:xfrm>
            <a:off x="7413885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8" name="菱形 217">
            <a:extLst>
              <a:ext uri="{FF2B5EF4-FFF2-40B4-BE49-F238E27FC236}">
                <a16:creationId xmlns:a16="http://schemas.microsoft.com/office/drawing/2014/main" id="{B8427D81-DF51-4A6B-88A3-10F477B86CEC}"/>
              </a:ext>
            </a:extLst>
          </p:cNvPr>
          <p:cNvSpPr>
            <a:spLocks noGrp="1"/>
          </p:cNvSpPr>
          <p:nvPr/>
        </p:nvSpPr>
        <p:spPr>
          <a:xfrm>
            <a:off x="7417752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9" name="菱形 218">
            <a:extLst>
              <a:ext uri="{FF2B5EF4-FFF2-40B4-BE49-F238E27FC236}">
                <a16:creationId xmlns:a16="http://schemas.microsoft.com/office/drawing/2014/main" id="{5D9AA79B-4891-4496-9590-99925AF314FC}"/>
              </a:ext>
            </a:extLst>
          </p:cNvPr>
          <p:cNvSpPr>
            <a:spLocks noGrp="1"/>
          </p:cNvSpPr>
          <p:nvPr/>
        </p:nvSpPr>
        <p:spPr>
          <a:xfrm>
            <a:off x="7379950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0" name="菱形 219">
            <a:extLst>
              <a:ext uri="{FF2B5EF4-FFF2-40B4-BE49-F238E27FC236}">
                <a16:creationId xmlns:a16="http://schemas.microsoft.com/office/drawing/2014/main" id="{E749A7C6-E360-4249-8E8B-3D94FA20DF1F}"/>
              </a:ext>
            </a:extLst>
          </p:cNvPr>
          <p:cNvSpPr>
            <a:spLocks noGrp="1"/>
          </p:cNvSpPr>
          <p:nvPr/>
        </p:nvSpPr>
        <p:spPr>
          <a:xfrm>
            <a:off x="7379526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1" name="菱形 220">
            <a:extLst>
              <a:ext uri="{FF2B5EF4-FFF2-40B4-BE49-F238E27FC236}">
                <a16:creationId xmlns:a16="http://schemas.microsoft.com/office/drawing/2014/main" id="{E788BE36-3D96-4598-8C9C-B9F7C2C41E05}"/>
              </a:ext>
            </a:extLst>
          </p:cNvPr>
          <p:cNvSpPr>
            <a:spLocks noGrp="1"/>
          </p:cNvSpPr>
          <p:nvPr/>
        </p:nvSpPr>
        <p:spPr>
          <a:xfrm>
            <a:off x="7375129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96CA690B-6C81-4340-A205-9F824E9B5BD8}"/>
              </a:ext>
            </a:extLst>
          </p:cNvPr>
          <p:cNvSpPr>
            <a:spLocks noGrp="1"/>
          </p:cNvSpPr>
          <p:nvPr/>
        </p:nvSpPr>
        <p:spPr>
          <a:xfrm>
            <a:off x="7471344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23" name="菱形 222">
            <a:extLst>
              <a:ext uri="{FF2B5EF4-FFF2-40B4-BE49-F238E27FC236}">
                <a16:creationId xmlns:a16="http://schemas.microsoft.com/office/drawing/2014/main" id="{43493387-FFE8-44D5-B06C-2B2A999E9A4D}"/>
              </a:ext>
            </a:extLst>
          </p:cNvPr>
          <p:cNvSpPr>
            <a:spLocks noGrp="1"/>
          </p:cNvSpPr>
          <p:nvPr/>
        </p:nvSpPr>
        <p:spPr>
          <a:xfrm>
            <a:off x="7388991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4" name="菱形 223">
            <a:extLst>
              <a:ext uri="{FF2B5EF4-FFF2-40B4-BE49-F238E27FC236}">
                <a16:creationId xmlns:a16="http://schemas.microsoft.com/office/drawing/2014/main" id="{DCC28319-A7AF-4B38-8D80-A2A72FF2AD13}"/>
              </a:ext>
            </a:extLst>
          </p:cNvPr>
          <p:cNvSpPr>
            <a:spLocks noGrp="1"/>
          </p:cNvSpPr>
          <p:nvPr/>
        </p:nvSpPr>
        <p:spPr>
          <a:xfrm>
            <a:off x="7422509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5" name="菱形 224">
            <a:extLst>
              <a:ext uri="{FF2B5EF4-FFF2-40B4-BE49-F238E27FC236}">
                <a16:creationId xmlns:a16="http://schemas.microsoft.com/office/drawing/2014/main" id="{40A603AF-3885-41DA-BC6C-219CF652C67E}"/>
              </a:ext>
            </a:extLst>
          </p:cNvPr>
          <p:cNvSpPr>
            <a:spLocks noGrp="1"/>
          </p:cNvSpPr>
          <p:nvPr/>
        </p:nvSpPr>
        <p:spPr>
          <a:xfrm>
            <a:off x="7372774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6" name="菱形 225">
            <a:extLst>
              <a:ext uri="{FF2B5EF4-FFF2-40B4-BE49-F238E27FC236}">
                <a16:creationId xmlns:a16="http://schemas.microsoft.com/office/drawing/2014/main" id="{5B8447E0-9DED-4E75-BE4E-806786121441}"/>
              </a:ext>
            </a:extLst>
          </p:cNvPr>
          <p:cNvSpPr>
            <a:spLocks noGrp="1"/>
          </p:cNvSpPr>
          <p:nvPr/>
        </p:nvSpPr>
        <p:spPr>
          <a:xfrm>
            <a:off x="7361166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7" name="菱形 226">
            <a:extLst>
              <a:ext uri="{FF2B5EF4-FFF2-40B4-BE49-F238E27FC236}">
                <a16:creationId xmlns:a16="http://schemas.microsoft.com/office/drawing/2014/main" id="{E66CC974-3915-499A-A903-9B9CAED20EB7}"/>
              </a:ext>
            </a:extLst>
          </p:cNvPr>
          <p:cNvSpPr>
            <a:spLocks noGrp="1"/>
          </p:cNvSpPr>
          <p:nvPr/>
        </p:nvSpPr>
        <p:spPr>
          <a:xfrm>
            <a:off x="7347839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8" name="菱形 227">
            <a:extLst>
              <a:ext uri="{FF2B5EF4-FFF2-40B4-BE49-F238E27FC236}">
                <a16:creationId xmlns:a16="http://schemas.microsoft.com/office/drawing/2014/main" id="{03A4424D-466E-4706-9D50-F8DF685360C4}"/>
              </a:ext>
            </a:extLst>
          </p:cNvPr>
          <p:cNvSpPr>
            <a:spLocks noGrp="1"/>
          </p:cNvSpPr>
          <p:nvPr/>
        </p:nvSpPr>
        <p:spPr>
          <a:xfrm>
            <a:off x="7377301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9" name="菱形 228">
            <a:extLst>
              <a:ext uri="{FF2B5EF4-FFF2-40B4-BE49-F238E27FC236}">
                <a16:creationId xmlns:a16="http://schemas.microsoft.com/office/drawing/2014/main" id="{9333CBCF-65EE-48A4-B98A-EBB5BAA1EC4D}"/>
              </a:ext>
            </a:extLst>
          </p:cNvPr>
          <p:cNvSpPr>
            <a:spLocks noGrp="1"/>
          </p:cNvSpPr>
          <p:nvPr/>
        </p:nvSpPr>
        <p:spPr>
          <a:xfrm>
            <a:off x="7381062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0" name="菱形 229">
            <a:extLst>
              <a:ext uri="{FF2B5EF4-FFF2-40B4-BE49-F238E27FC236}">
                <a16:creationId xmlns:a16="http://schemas.microsoft.com/office/drawing/2014/main" id="{0F1DFAFB-3F5F-40A1-A5E0-AFCAE46333D0}"/>
              </a:ext>
            </a:extLst>
          </p:cNvPr>
          <p:cNvSpPr>
            <a:spLocks noGrp="1"/>
          </p:cNvSpPr>
          <p:nvPr/>
        </p:nvSpPr>
        <p:spPr>
          <a:xfrm>
            <a:off x="7349116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1" name="菱形 230">
            <a:extLst>
              <a:ext uri="{FF2B5EF4-FFF2-40B4-BE49-F238E27FC236}">
                <a16:creationId xmlns:a16="http://schemas.microsoft.com/office/drawing/2014/main" id="{3A9AE2AD-288E-4454-BECE-2503657601A8}"/>
              </a:ext>
            </a:extLst>
          </p:cNvPr>
          <p:cNvSpPr>
            <a:spLocks noGrp="1"/>
          </p:cNvSpPr>
          <p:nvPr/>
        </p:nvSpPr>
        <p:spPr>
          <a:xfrm>
            <a:off x="7389456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9DD6A38C-1563-4F2B-A181-247B5DDE6AD7}"/>
              </a:ext>
            </a:extLst>
          </p:cNvPr>
          <p:cNvSpPr>
            <a:spLocks noGrp="1"/>
          </p:cNvSpPr>
          <p:nvPr/>
        </p:nvSpPr>
        <p:spPr>
          <a:xfrm>
            <a:off x="7428124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1817B569-9B30-4D18-9607-E5C4DC858019}"/>
              </a:ext>
            </a:extLst>
          </p:cNvPr>
          <p:cNvSpPr>
            <a:spLocks noGrp="1"/>
          </p:cNvSpPr>
          <p:nvPr/>
        </p:nvSpPr>
        <p:spPr>
          <a:xfrm>
            <a:off x="7348245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47FF3007-FC20-4D10-B645-C0A88E18A78F}"/>
              </a:ext>
            </a:extLst>
          </p:cNvPr>
          <p:cNvSpPr>
            <a:spLocks noGrp="1"/>
          </p:cNvSpPr>
          <p:nvPr/>
        </p:nvSpPr>
        <p:spPr>
          <a:xfrm>
            <a:off x="7435053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397DC2C3-2CEB-4E0F-83BD-70CE9709FC63}"/>
              </a:ext>
            </a:extLst>
          </p:cNvPr>
          <p:cNvSpPr>
            <a:spLocks noGrp="1"/>
          </p:cNvSpPr>
          <p:nvPr/>
        </p:nvSpPr>
        <p:spPr>
          <a:xfrm>
            <a:off x="7382546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F5E67BA3-18E8-442D-9E90-97140622AB63}"/>
              </a:ext>
            </a:extLst>
          </p:cNvPr>
          <p:cNvSpPr>
            <a:spLocks noGrp="1"/>
          </p:cNvSpPr>
          <p:nvPr/>
        </p:nvSpPr>
        <p:spPr>
          <a:xfrm>
            <a:off x="7415463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1BF732AD-7E73-4F00-9B0B-19B0C87D30D8}"/>
              </a:ext>
            </a:extLst>
          </p:cNvPr>
          <p:cNvSpPr>
            <a:spLocks noGrp="1"/>
          </p:cNvSpPr>
          <p:nvPr/>
        </p:nvSpPr>
        <p:spPr>
          <a:xfrm>
            <a:off x="7430338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8ADA0276-C16C-410B-9611-BE410AC1AA8D}"/>
              </a:ext>
            </a:extLst>
          </p:cNvPr>
          <p:cNvSpPr>
            <a:spLocks noGrp="1"/>
          </p:cNvSpPr>
          <p:nvPr/>
        </p:nvSpPr>
        <p:spPr>
          <a:xfrm>
            <a:off x="7413885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36526375-2BD9-41B4-BCB3-2B734454BE83}"/>
              </a:ext>
            </a:extLst>
          </p:cNvPr>
          <p:cNvSpPr>
            <a:spLocks noGrp="1"/>
          </p:cNvSpPr>
          <p:nvPr/>
        </p:nvSpPr>
        <p:spPr>
          <a:xfrm>
            <a:off x="7417752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B54C52F3-8B6D-40E5-B86F-3231496BA891}"/>
              </a:ext>
            </a:extLst>
          </p:cNvPr>
          <p:cNvSpPr>
            <a:spLocks noGrp="1"/>
          </p:cNvSpPr>
          <p:nvPr/>
        </p:nvSpPr>
        <p:spPr>
          <a:xfrm>
            <a:off x="7379950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014CDF71-4681-4875-B2D9-C7864ECAD9BA}"/>
              </a:ext>
            </a:extLst>
          </p:cNvPr>
          <p:cNvSpPr>
            <a:spLocks noGrp="1"/>
          </p:cNvSpPr>
          <p:nvPr/>
        </p:nvSpPr>
        <p:spPr>
          <a:xfrm>
            <a:off x="7379526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3D8CCD59-750B-43DE-B79A-CFCF402BA520}"/>
              </a:ext>
            </a:extLst>
          </p:cNvPr>
          <p:cNvSpPr>
            <a:spLocks noGrp="1"/>
          </p:cNvSpPr>
          <p:nvPr/>
        </p:nvSpPr>
        <p:spPr>
          <a:xfrm>
            <a:off x="7375129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2441DC68-D63D-4C5A-A308-D7AD26E40ACA}"/>
              </a:ext>
            </a:extLst>
          </p:cNvPr>
          <p:cNvSpPr>
            <a:spLocks noGrp="1"/>
          </p:cNvSpPr>
          <p:nvPr/>
        </p:nvSpPr>
        <p:spPr>
          <a:xfrm>
            <a:off x="7471344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A79523C-E2E8-401D-8E17-F3F1D1441215}"/>
              </a:ext>
            </a:extLst>
          </p:cNvPr>
          <p:cNvSpPr>
            <a:spLocks noGrp="1"/>
          </p:cNvSpPr>
          <p:nvPr/>
        </p:nvSpPr>
        <p:spPr>
          <a:xfrm>
            <a:off x="5937375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7E7FDA10-0306-44B8-811C-3A668B0F2EC5}"/>
              </a:ext>
            </a:extLst>
          </p:cNvPr>
          <p:cNvSpPr>
            <a:spLocks noGrp="1"/>
          </p:cNvSpPr>
          <p:nvPr/>
        </p:nvSpPr>
        <p:spPr>
          <a:xfrm>
            <a:off x="5970892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DD944C3A-17C9-4E3F-84AE-B8D1A240FB29}"/>
              </a:ext>
            </a:extLst>
          </p:cNvPr>
          <p:cNvSpPr>
            <a:spLocks noGrp="1"/>
          </p:cNvSpPr>
          <p:nvPr/>
        </p:nvSpPr>
        <p:spPr>
          <a:xfrm>
            <a:off x="5921158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B50C065B-BC2C-4A76-8828-34A8D810FD75}"/>
              </a:ext>
            </a:extLst>
          </p:cNvPr>
          <p:cNvSpPr>
            <a:spLocks noGrp="1"/>
          </p:cNvSpPr>
          <p:nvPr/>
        </p:nvSpPr>
        <p:spPr>
          <a:xfrm>
            <a:off x="5909550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00B3DE92-321C-4CA3-B33D-3DC17896EEA1}"/>
              </a:ext>
            </a:extLst>
          </p:cNvPr>
          <p:cNvSpPr>
            <a:spLocks noGrp="1"/>
          </p:cNvSpPr>
          <p:nvPr/>
        </p:nvSpPr>
        <p:spPr>
          <a:xfrm>
            <a:off x="5896223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02604EF2-EA8B-4D97-9B69-5CCC0AB1DC48}"/>
              </a:ext>
            </a:extLst>
          </p:cNvPr>
          <p:cNvSpPr>
            <a:spLocks noGrp="1"/>
          </p:cNvSpPr>
          <p:nvPr/>
        </p:nvSpPr>
        <p:spPr>
          <a:xfrm>
            <a:off x="5925684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1DCD4B97-91F9-4575-93AA-F8453435F58D}"/>
              </a:ext>
            </a:extLst>
          </p:cNvPr>
          <p:cNvSpPr>
            <a:spLocks noGrp="1"/>
          </p:cNvSpPr>
          <p:nvPr/>
        </p:nvSpPr>
        <p:spPr>
          <a:xfrm>
            <a:off x="5929446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62D92402-17A8-4101-A65C-2C2613217809}"/>
              </a:ext>
            </a:extLst>
          </p:cNvPr>
          <p:cNvSpPr>
            <a:spLocks noGrp="1"/>
          </p:cNvSpPr>
          <p:nvPr/>
        </p:nvSpPr>
        <p:spPr>
          <a:xfrm>
            <a:off x="5897500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2" name="菱形 251">
            <a:extLst>
              <a:ext uri="{FF2B5EF4-FFF2-40B4-BE49-F238E27FC236}">
                <a16:creationId xmlns:a16="http://schemas.microsoft.com/office/drawing/2014/main" id="{A2893D89-DE9B-4AB7-9998-356D7FDF25B1}"/>
              </a:ext>
            </a:extLst>
          </p:cNvPr>
          <p:cNvSpPr>
            <a:spLocks noGrp="1"/>
          </p:cNvSpPr>
          <p:nvPr/>
        </p:nvSpPr>
        <p:spPr>
          <a:xfrm>
            <a:off x="5937840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3" name="菱形 252">
            <a:extLst>
              <a:ext uri="{FF2B5EF4-FFF2-40B4-BE49-F238E27FC236}">
                <a16:creationId xmlns:a16="http://schemas.microsoft.com/office/drawing/2014/main" id="{CD43A293-F020-4109-935B-10394D1DE05C}"/>
              </a:ext>
            </a:extLst>
          </p:cNvPr>
          <p:cNvSpPr>
            <a:spLocks noGrp="1"/>
          </p:cNvSpPr>
          <p:nvPr/>
        </p:nvSpPr>
        <p:spPr>
          <a:xfrm>
            <a:off x="5976508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4" name="菱形 253">
            <a:extLst>
              <a:ext uri="{FF2B5EF4-FFF2-40B4-BE49-F238E27FC236}">
                <a16:creationId xmlns:a16="http://schemas.microsoft.com/office/drawing/2014/main" id="{D37D92A9-E78D-4645-A314-BCA3DAFA79C3}"/>
              </a:ext>
            </a:extLst>
          </p:cNvPr>
          <p:cNvSpPr>
            <a:spLocks noGrp="1"/>
          </p:cNvSpPr>
          <p:nvPr/>
        </p:nvSpPr>
        <p:spPr>
          <a:xfrm>
            <a:off x="5896629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5" name="菱形 254">
            <a:extLst>
              <a:ext uri="{FF2B5EF4-FFF2-40B4-BE49-F238E27FC236}">
                <a16:creationId xmlns:a16="http://schemas.microsoft.com/office/drawing/2014/main" id="{4E4A9E4D-279C-4031-9FAC-318BFA1B1A45}"/>
              </a:ext>
            </a:extLst>
          </p:cNvPr>
          <p:cNvSpPr>
            <a:spLocks noGrp="1"/>
          </p:cNvSpPr>
          <p:nvPr/>
        </p:nvSpPr>
        <p:spPr>
          <a:xfrm>
            <a:off x="5983436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6" name="菱形 255">
            <a:extLst>
              <a:ext uri="{FF2B5EF4-FFF2-40B4-BE49-F238E27FC236}">
                <a16:creationId xmlns:a16="http://schemas.microsoft.com/office/drawing/2014/main" id="{B76C74A1-9738-4BF0-8072-BEAF2B5D0C43}"/>
              </a:ext>
            </a:extLst>
          </p:cNvPr>
          <p:cNvSpPr>
            <a:spLocks noGrp="1"/>
          </p:cNvSpPr>
          <p:nvPr/>
        </p:nvSpPr>
        <p:spPr>
          <a:xfrm>
            <a:off x="5930929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7" name="菱形 256">
            <a:extLst>
              <a:ext uri="{FF2B5EF4-FFF2-40B4-BE49-F238E27FC236}">
                <a16:creationId xmlns:a16="http://schemas.microsoft.com/office/drawing/2014/main" id="{48F242F6-099A-4175-95A4-55595CE5DBA8}"/>
              </a:ext>
            </a:extLst>
          </p:cNvPr>
          <p:cNvSpPr>
            <a:spLocks noGrp="1"/>
          </p:cNvSpPr>
          <p:nvPr/>
        </p:nvSpPr>
        <p:spPr>
          <a:xfrm>
            <a:off x="5963846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8" name="菱形 257">
            <a:extLst>
              <a:ext uri="{FF2B5EF4-FFF2-40B4-BE49-F238E27FC236}">
                <a16:creationId xmlns:a16="http://schemas.microsoft.com/office/drawing/2014/main" id="{5372331B-CBD6-4F97-9E5D-5DEEEBFCACAB}"/>
              </a:ext>
            </a:extLst>
          </p:cNvPr>
          <p:cNvSpPr>
            <a:spLocks noGrp="1"/>
          </p:cNvSpPr>
          <p:nvPr/>
        </p:nvSpPr>
        <p:spPr>
          <a:xfrm>
            <a:off x="5978721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9" name="菱形 258">
            <a:extLst>
              <a:ext uri="{FF2B5EF4-FFF2-40B4-BE49-F238E27FC236}">
                <a16:creationId xmlns:a16="http://schemas.microsoft.com/office/drawing/2014/main" id="{14719190-3522-47BD-B275-592E44B7E743}"/>
              </a:ext>
            </a:extLst>
          </p:cNvPr>
          <p:cNvSpPr>
            <a:spLocks noGrp="1"/>
          </p:cNvSpPr>
          <p:nvPr/>
        </p:nvSpPr>
        <p:spPr>
          <a:xfrm>
            <a:off x="5962269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0" name="菱形 259">
            <a:extLst>
              <a:ext uri="{FF2B5EF4-FFF2-40B4-BE49-F238E27FC236}">
                <a16:creationId xmlns:a16="http://schemas.microsoft.com/office/drawing/2014/main" id="{2B05728B-5C31-45E5-9234-484A3227211B}"/>
              </a:ext>
            </a:extLst>
          </p:cNvPr>
          <p:cNvSpPr>
            <a:spLocks noGrp="1"/>
          </p:cNvSpPr>
          <p:nvPr/>
        </p:nvSpPr>
        <p:spPr>
          <a:xfrm>
            <a:off x="5966136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1" name="菱形 260">
            <a:extLst>
              <a:ext uri="{FF2B5EF4-FFF2-40B4-BE49-F238E27FC236}">
                <a16:creationId xmlns:a16="http://schemas.microsoft.com/office/drawing/2014/main" id="{F1DCB95A-3CA1-4199-9346-1597D5428822}"/>
              </a:ext>
            </a:extLst>
          </p:cNvPr>
          <p:cNvSpPr>
            <a:spLocks noGrp="1"/>
          </p:cNvSpPr>
          <p:nvPr/>
        </p:nvSpPr>
        <p:spPr>
          <a:xfrm>
            <a:off x="5928333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2" name="菱形 261">
            <a:extLst>
              <a:ext uri="{FF2B5EF4-FFF2-40B4-BE49-F238E27FC236}">
                <a16:creationId xmlns:a16="http://schemas.microsoft.com/office/drawing/2014/main" id="{8E1C7C9F-AB88-4307-95C6-6597A730E118}"/>
              </a:ext>
            </a:extLst>
          </p:cNvPr>
          <p:cNvSpPr>
            <a:spLocks noGrp="1"/>
          </p:cNvSpPr>
          <p:nvPr/>
        </p:nvSpPr>
        <p:spPr>
          <a:xfrm>
            <a:off x="5927910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3" name="菱形 262">
            <a:extLst>
              <a:ext uri="{FF2B5EF4-FFF2-40B4-BE49-F238E27FC236}">
                <a16:creationId xmlns:a16="http://schemas.microsoft.com/office/drawing/2014/main" id="{5F1E455A-DC74-48ED-A5AD-E350889C9D48}"/>
              </a:ext>
            </a:extLst>
          </p:cNvPr>
          <p:cNvSpPr>
            <a:spLocks noGrp="1"/>
          </p:cNvSpPr>
          <p:nvPr/>
        </p:nvSpPr>
        <p:spPr>
          <a:xfrm>
            <a:off x="5923512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DFCB91A6-611A-41C8-8FAC-9F04F7521903}"/>
              </a:ext>
            </a:extLst>
          </p:cNvPr>
          <p:cNvSpPr>
            <a:spLocks noGrp="1"/>
          </p:cNvSpPr>
          <p:nvPr/>
        </p:nvSpPr>
        <p:spPr>
          <a:xfrm>
            <a:off x="6019727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65" name="菱形 264">
            <a:extLst>
              <a:ext uri="{FF2B5EF4-FFF2-40B4-BE49-F238E27FC236}">
                <a16:creationId xmlns:a16="http://schemas.microsoft.com/office/drawing/2014/main" id="{7597BA67-FE41-4031-926C-DC6A26ACA41E}"/>
              </a:ext>
            </a:extLst>
          </p:cNvPr>
          <p:cNvSpPr>
            <a:spLocks noGrp="1"/>
          </p:cNvSpPr>
          <p:nvPr/>
        </p:nvSpPr>
        <p:spPr>
          <a:xfrm>
            <a:off x="5937375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6" name="菱形 265">
            <a:extLst>
              <a:ext uri="{FF2B5EF4-FFF2-40B4-BE49-F238E27FC236}">
                <a16:creationId xmlns:a16="http://schemas.microsoft.com/office/drawing/2014/main" id="{4D7B77DB-F3E4-4C51-8556-76F841F7DDED}"/>
              </a:ext>
            </a:extLst>
          </p:cNvPr>
          <p:cNvSpPr>
            <a:spLocks noGrp="1"/>
          </p:cNvSpPr>
          <p:nvPr/>
        </p:nvSpPr>
        <p:spPr>
          <a:xfrm>
            <a:off x="5970892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7" name="菱形 266">
            <a:extLst>
              <a:ext uri="{FF2B5EF4-FFF2-40B4-BE49-F238E27FC236}">
                <a16:creationId xmlns:a16="http://schemas.microsoft.com/office/drawing/2014/main" id="{752058DD-2EF5-46FF-A578-5CA24122DF4B}"/>
              </a:ext>
            </a:extLst>
          </p:cNvPr>
          <p:cNvSpPr>
            <a:spLocks noGrp="1"/>
          </p:cNvSpPr>
          <p:nvPr/>
        </p:nvSpPr>
        <p:spPr>
          <a:xfrm>
            <a:off x="5921158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8" name="菱形 267">
            <a:extLst>
              <a:ext uri="{FF2B5EF4-FFF2-40B4-BE49-F238E27FC236}">
                <a16:creationId xmlns:a16="http://schemas.microsoft.com/office/drawing/2014/main" id="{E2D9DBBA-BF34-41FA-8568-BDD790A7324C}"/>
              </a:ext>
            </a:extLst>
          </p:cNvPr>
          <p:cNvSpPr>
            <a:spLocks noGrp="1"/>
          </p:cNvSpPr>
          <p:nvPr/>
        </p:nvSpPr>
        <p:spPr>
          <a:xfrm>
            <a:off x="5909550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9" name="菱形 268">
            <a:extLst>
              <a:ext uri="{FF2B5EF4-FFF2-40B4-BE49-F238E27FC236}">
                <a16:creationId xmlns:a16="http://schemas.microsoft.com/office/drawing/2014/main" id="{74CD2483-9940-47FA-B8FF-89118A1BCA87}"/>
              </a:ext>
            </a:extLst>
          </p:cNvPr>
          <p:cNvSpPr>
            <a:spLocks noGrp="1"/>
          </p:cNvSpPr>
          <p:nvPr/>
        </p:nvSpPr>
        <p:spPr>
          <a:xfrm>
            <a:off x="5896223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0" name="菱形 269">
            <a:extLst>
              <a:ext uri="{FF2B5EF4-FFF2-40B4-BE49-F238E27FC236}">
                <a16:creationId xmlns:a16="http://schemas.microsoft.com/office/drawing/2014/main" id="{8801436E-228C-481F-AA39-70558B6D9815}"/>
              </a:ext>
            </a:extLst>
          </p:cNvPr>
          <p:cNvSpPr>
            <a:spLocks noGrp="1"/>
          </p:cNvSpPr>
          <p:nvPr/>
        </p:nvSpPr>
        <p:spPr>
          <a:xfrm>
            <a:off x="5925684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1" name="菱形 270">
            <a:extLst>
              <a:ext uri="{FF2B5EF4-FFF2-40B4-BE49-F238E27FC236}">
                <a16:creationId xmlns:a16="http://schemas.microsoft.com/office/drawing/2014/main" id="{4678B908-3D24-4D98-B8D4-4667D057B234}"/>
              </a:ext>
            </a:extLst>
          </p:cNvPr>
          <p:cNvSpPr>
            <a:spLocks noGrp="1"/>
          </p:cNvSpPr>
          <p:nvPr/>
        </p:nvSpPr>
        <p:spPr>
          <a:xfrm>
            <a:off x="5929446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E547B5F4-18E0-4854-948D-46ACD231F478}"/>
              </a:ext>
            </a:extLst>
          </p:cNvPr>
          <p:cNvSpPr>
            <a:spLocks noGrp="1"/>
          </p:cNvSpPr>
          <p:nvPr/>
        </p:nvSpPr>
        <p:spPr>
          <a:xfrm>
            <a:off x="5897500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3" name="菱形 272">
            <a:extLst>
              <a:ext uri="{FF2B5EF4-FFF2-40B4-BE49-F238E27FC236}">
                <a16:creationId xmlns:a16="http://schemas.microsoft.com/office/drawing/2014/main" id="{0A06C60F-A7B4-4792-ACCD-448D9D8AB588}"/>
              </a:ext>
            </a:extLst>
          </p:cNvPr>
          <p:cNvSpPr>
            <a:spLocks noGrp="1"/>
          </p:cNvSpPr>
          <p:nvPr/>
        </p:nvSpPr>
        <p:spPr>
          <a:xfrm>
            <a:off x="5937840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4" name="菱形 273">
            <a:extLst>
              <a:ext uri="{FF2B5EF4-FFF2-40B4-BE49-F238E27FC236}">
                <a16:creationId xmlns:a16="http://schemas.microsoft.com/office/drawing/2014/main" id="{9AA284B4-2BC5-451F-BBF1-D0283DA405DC}"/>
              </a:ext>
            </a:extLst>
          </p:cNvPr>
          <p:cNvSpPr>
            <a:spLocks noGrp="1"/>
          </p:cNvSpPr>
          <p:nvPr/>
        </p:nvSpPr>
        <p:spPr>
          <a:xfrm>
            <a:off x="5976508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5" name="菱形 274">
            <a:extLst>
              <a:ext uri="{FF2B5EF4-FFF2-40B4-BE49-F238E27FC236}">
                <a16:creationId xmlns:a16="http://schemas.microsoft.com/office/drawing/2014/main" id="{B96F6A88-0893-4243-A913-AE7FA6B3F24D}"/>
              </a:ext>
            </a:extLst>
          </p:cNvPr>
          <p:cNvSpPr>
            <a:spLocks noGrp="1"/>
          </p:cNvSpPr>
          <p:nvPr/>
        </p:nvSpPr>
        <p:spPr>
          <a:xfrm>
            <a:off x="5896629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6" name="菱形 275">
            <a:extLst>
              <a:ext uri="{FF2B5EF4-FFF2-40B4-BE49-F238E27FC236}">
                <a16:creationId xmlns:a16="http://schemas.microsoft.com/office/drawing/2014/main" id="{5CB5FF9C-548F-44E0-B06D-6B83D3C69D32}"/>
              </a:ext>
            </a:extLst>
          </p:cNvPr>
          <p:cNvSpPr>
            <a:spLocks noGrp="1"/>
          </p:cNvSpPr>
          <p:nvPr/>
        </p:nvSpPr>
        <p:spPr>
          <a:xfrm>
            <a:off x="5983436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7" name="菱形 276">
            <a:extLst>
              <a:ext uri="{FF2B5EF4-FFF2-40B4-BE49-F238E27FC236}">
                <a16:creationId xmlns:a16="http://schemas.microsoft.com/office/drawing/2014/main" id="{A2AF7A9C-21AC-4860-9701-FED47FA06D72}"/>
              </a:ext>
            </a:extLst>
          </p:cNvPr>
          <p:cNvSpPr>
            <a:spLocks noGrp="1"/>
          </p:cNvSpPr>
          <p:nvPr/>
        </p:nvSpPr>
        <p:spPr>
          <a:xfrm>
            <a:off x="5930929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8" name="菱形 277">
            <a:extLst>
              <a:ext uri="{FF2B5EF4-FFF2-40B4-BE49-F238E27FC236}">
                <a16:creationId xmlns:a16="http://schemas.microsoft.com/office/drawing/2014/main" id="{3EB82EAC-2A9E-4A19-BA76-DE96F5A61164}"/>
              </a:ext>
            </a:extLst>
          </p:cNvPr>
          <p:cNvSpPr>
            <a:spLocks noGrp="1"/>
          </p:cNvSpPr>
          <p:nvPr/>
        </p:nvSpPr>
        <p:spPr>
          <a:xfrm>
            <a:off x="5963846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9" name="菱形 278">
            <a:extLst>
              <a:ext uri="{FF2B5EF4-FFF2-40B4-BE49-F238E27FC236}">
                <a16:creationId xmlns:a16="http://schemas.microsoft.com/office/drawing/2014/main" id="{A2D05D2F-43F7-4D16-AEB0-14AD671E8C8A}"/>
              </a:ext>
            </a:extLst>
          </p:cNvPr>
          <p:cNvSpPr>
            <a:spLocks noGrp="1"/>
          </p:cNvSpPr>
          <p:nvPr/>
        </p:nvSpPr>
        <p:spPr>
          <a:xfrm>
            <a:off x="5978721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0" name="菱形 279">
            <a:extLst>
              <a:ext uri="{FF2B5EF4-FFF2-40B4-BE49-F238E27FC236}">
                <a16:creationId xmlns:a16="http://schemas.microsoft.com/office/drawing/2014/main" id="{6F9678F5-2F2C-4D7C-9FB7-163BD9791B53}"/>
              </a:ext>
            </a:extLst>
          </p:cNvPr>
          <p:cNvSpPr>
            <a:spLocks noGrp="1"/>
          </p:cNvSpPr>
          <p:nvPr/>
        </p:nvSpPr>
        <p:spPr>
          <a:xfrm>
            <a:off x="5962269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1" name="菱形 280">
            <a:extLst>
              <a:ext uri="{FF2B5EF4-FFF2-40B4-BE49-F238E27FC236}">
                <a16:creationId xmlns:a16="http://schemas.microsoft.com/office/drawing/2014/main" id="{49FE791A-3870-4247-AC3B-5209E88322F5}"/>
              </a:ext>
            </a:extLst>
          </p:cNvPr>
          <p:cNvSpPr>
            <a:spLocks noGrp="1"/>
          </p:cNvSpPr>
          <p:nvPr/>
        </p:nvSpPr>
        <p:spPr>
          <a:xfrm>
            <a:off x="5966136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2" name="菱形 281">
            <a:extLst>
              <a:ext uri="{FF2B5EF4-FFF2-40B4-BE49-F238E27FC236}">
                <a16:creationId xmlns:a16="http://schemas.microsoft.com/office/drawing/2014/main" id="{B7070E93-A5E5-421A-B4AE-D2A4112CDE8E}"/>
              </a:ext>
            </a:extLst>
          </p:cNvPr>
          <p:cNvSpPr>
            <a:spLocks noGrp="1"/>
          </p:cNvSpPr>
          <p:nvPr/>
        </p:nvSpPr>
        <p:spPr>
          <a:xfrm>
            <a:off x="5928333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3" name="菱形 282">
            <a:extLst>
              <a:ext uri="{FF2B5EF4-FFF2-40B4-BE49-F238E27FC236}">
                <a16:creationId xmlns:a16="http://schemas.microsoft.com/office/drawing/2014/main" id="{53EFDDBE-BC21-4455-A014-A123A02A31AF}"/>
              </a:ext>
            </a:extLst>
          </p:cNvPr>
          <p:cNvSpPr>
            <a:spLocks noGrp="1"/>
          </p:cNvSpPr>
          <p:nvPr/>
        </p:nvSpPr>
        <p:spPr>
          <a:xfrm>
            <a:off x="5927910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4" name="菱形 283">
            <a:extLst>
              <a:ext uri="{FF2B5EF4-FFF2-40B4-BE49-F238E27FC236}">
                <a16:creationId xmlns:a16="http://schemas.microsoft.com/office/drawing/2014/main" id="{7F8C3F33-A5B5-431F-9A95-16205E124692}"/>
              </a:ext>
            </a:extLst>
          </p:cNvPr>
          <p:cNvSpPr>
            <a:spLocks noGrp="1"/>
          </p:cNvSpPr>
          <p:nvPr/>
        </p:nvSpPr>
        <p:spPr>
          <a:xfrm>
            <a:off x="5923512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555CE608-AF68-488C-9344-576D563C5EEE}"/>
              </a:ext>
            </a:extLst>
          </p:cNvPr>
          <p:cNvSpPr>
            <a:spLocks noGrp="1"/>
          </p:cNvSpPr>
          <p:nvPr/>
        </p:nvSpPr>
        <p:spPr>
          <a:xfrm>
            <a:off x="6019727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86" name="菱形 285">
            <a:extLst>
              <a:ext uri="{FF2B5EF4-FFF2-40B4-BE49-F238E27FC236}">
                <a16:creationId xmlns:a16="http://schemas.microsoft.com/office/drawing/2014/main" id="{8BEB8941-5BDE-4B39-B1DD-B15EF2EB00D8}"/>
              </a:ext>
            </a:extLst>
          </p:cNvPr>
          <p:cNvSpPr>
            <a:spLocks noGrp="1"/>
          </p:cNvSpPr>
          <p:nvPr/>
        </p:nvSpPr>
        <p:spPr>
          <a:xfrm>
            <a:off x="6469457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7" name="菱形 286">
            <a:extLst>
              <a:ext uri="{FF2B5EF4-FFF2-40B4-BE49-F238E27FC236}">
                <a16:creationId xmlns:a16="http://schemas.microsoft.com/office/drawing/2014/main" id="{11607B6D-328B-450D-8B75-AECD37A7CB5D}"/>
              </a:ext>
            </a:extLst>
          </p:cNvPr>
          <p:cNvSpPr>
            <a:spLocks noGrp="1"/>
          </p:cNvSpPr>
          <p:nvPr/>
        </p:nvSpPr>
        <p:spPr>
          <a:xfrm>
            <a:off x="6502975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8" name="菱形 287">
            <a:extLst>
              <a:ext uri="{FF2B5EF4-FFF2-40B4-BE49-F238E27FC236}">
                <a16:creationId xmlns:a16="http://schemas.microsoft.com/office/drawing/2014/main" id="{054682ED-5ED7-4447-BE6A-372A61AF6F17}"/>
              </a:ext>
            </a:extLst>
          </p:cNvPr>
          <p:cNvSpPr>
            <a:spLocks noGrp="1"/>
          </p:cNvSpPr>
          <p:nvPr/>
        </p:nvSpPr>
        <p:spPr>
          <a:xfrm>
            <a:off x="6453240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9" name="菱形 288">
            <a:extLst>
              <a:ext uri="{FF2B5EF4-FFF2-40B4-BE49-F238E27FC236}">
                <a16:creationId xmlns:a16="http://schemas.microsoft.com/office/drawing/2014/main" id="{92E520FB-1794-4C78-B342-D2E808BBB76C}"/>
              </a:ext>
            </a:extLst>
          </p:cNvPr>
          <p:cNvSpPr>
            <a:spLocks noGrp="1"/>
          </p:cNvSpPr>
          <p:nvPr/>
        </p:nvSpPr>
        <p:spPr>
          <a:xfrm>
            <a:off x="6441632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0" name="菱形 289">
            <a:extLst>
              <a:ext uri="{FF2B5EF4-FFF2-40B4-BE49-F238E27FC236}">
                <a16:creationId xmlns:a16="http://schemas.microsoft.com/office/drawing/2014/main" id="{FF294D1C-DAE4-4B99-82A2-5F6455D4B772}"/>
              </a:ext>
            </a:extLst>
          </p:cNvPr>
          <p:cNvSpPr>
            <a:spLocks noGrp="1"/>
          </p:cNvSpPr>
          <p:nvPr/>
        </p:nvSpPr>
        <p:spPr>
          <a:xfrm>
            <a:off x="6428305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1" name="菱形 290">
            <a:extLst>
              <a:ext uri="{FF2B5EF4-FFF2-40B4-BE49-F238E27FC236}">
                <a16:creationId xmlns:a16="http://schemas.microsoft.com/office/drawing/2014/main" id="{0406882C-9906-41D6-8871-F24901130A83}"/>
              </a:ext>
            </a:extLst>
          </p:cNvPr>
          <p:cNvSpPr>
            <a:spLocks noGrp="1"/>
          </p:cNvSpPr>
          <p:nvPr/>
        </p:nvSpPr>
        <p:spPr>
          <a:xfrm>
            <a:off x="6457767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2" name="菱形 291">
            <a:extLst>
              <a:ext uri="{FF2B5EF4-FFF2-40B4-BE49-F238E27FC236}">
                <a16:creationId xmlns:a16="http://schemas.microsoft.com/office/drawing/2014/main" id="{5DA0901E-A390-4869-9F03-FA0BF6C9C14B}"/>
              </a:ext>
            </a:extLst>
          </p:cNvPr>
          <p:cNvSpPr>
            <a:spLocks noGrp="1"/>
          </p:cNvSpPr>
          <p:nvPr/>
        </p:nvSpPr>
        <p:spPr>
          <a:xfrm>
            <a:off x="6461528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3" name="菱形 292">
            <a:extLst>
              <a:ext uri="{FF2B5EF4-FFF2-40B4-BE49-F238E27FC236}">
                <a16:creationId xmlns:a16="http://schemas.microsoft.com/office/drawing/2014/main" id="{4E21A6C2-85B9-4A75-9A32-3693CD16E93D}"/>
              </a:ext>
            </a:extLst>
          </p:cNvPr>
          <p:cNvSpPr>
            <a:spLocks noGrp="1"/>
          </p:cNvSpPr>
          <p:nvPr/>
        </p:nvSpPr>
        <p:spPr>
          <a:xfrm>
            <a:off x="6429582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4" name="菱形 293">
            <a:extLst>
              <a:ext uri="{FF2B5EF4-FFF2-40B4-BE49-F238E27FC236}">
                <a16:creationId xmlns:a16="http://schemas.microsoft.com/office/drawing/2014/main" id="{08137D62-4AD4-422F-9837-A9A3F01C436B}"/>
              </a:ext>
            </a:extLst>
          </p:cNvPr>
          <p:cNvSpPr>
            <a:spLocks noGrp="1"/>
          </p:cNvSpPr>
          <p:nvPr/>
        </p:nvSpPr>
        <p:spPr>
          <a:xfrm>
            <a:off x="6469922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5" name="菱形 294">
            <a:extLst>
              <a:ext uri="{FF2B5EF4-FFF2-40B4-BE49-F238E27FC236}">
                <a16:creationId xmlns:a16="http://schemas.microsoft.com/office/drawing/2014/main" id="{A44202CE-C1E4-42B3-B5F3-17840108ACE1}"/>
              </a:ext>
            </a:extLst>
          </p:cNvPr>
          <p:cNvSpPr>
            <a:spLocks noGrp="1"/>
          </p:cNvSpPr>
          <p:nvPr/>
        </p:nvSpPr>
        <p:spPr>
          <a:xfrm>
            <a:off x="6508590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6" name="菱形 295">
            <a:extLst>
              <a:ext uri="{FF2B5EF4-FFF2-40B4-BE49-F238E27FC236}">
                <a16:creationId xmlns:a16="http://schemas.microsoft.com/office/drawing/2014/main" id="{49F9E1E8-2E4C-453B-97AF-CCD896C8B180}"/>
              </a:ext>
            </a:extLst>
          </p:cNvPr>
          <p:cNvSpPr>
            <a:spLocks noGrp="1"/>
          </p:cNvSpPr>
          <p:nvPr/>
        </p:nvSpPr>
        <p:spPr>
          <a:xfrm>
            <a:off x="6428711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7" name="菱形 296">
            <a:extLst>
              <a:ext uri="{FF2B5EF4-FFF2-40B4-BE49-F238E27FC236}">
                <a16:creationId xmlns:a16="http://schemas.microsoft.com/office/drawing/2014/main" id="{444B4C3A-D15C-4B31-A489-C6E9A8744EF7}"/>
              </a:ext>
            </a:extLst>
          </p:cNvPr>
          <p:cNvSpPr>
            <a:spLocks noGrp="1"/>
          </p:cNvSpPr>
          <p:nvPr/>
        </p:nvSpPr>
        <p:spPr>
          <a:xfrm>
            <a:off x="6515519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8" name="菱形 297">
            <a:extLst>
              <a:ext uri="{FF2B5EF4-FFF2-40B4-BE49-F238E27FC236}">
                <a16:creationId xmlns:a16="http://schemas.microsoft.com/office/drawing/2014/main" id="{85992531-F206-4CA3-973C-189299DE75AB}"/>
              </a:ext>
            </a:extLst>
          </p:cNvPr>
          <p:cNvSpPr>
            <a:spLocks noGrp="1"/>
          </p:cNvSpPr>
          <p:nvPr/>
        </p:nvSpPr>
        <p:spPr>
          <a:xfrm>
            <a:off x="6463011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9" name="菱形 298">
            <a:extLst>
              <a:ext uri="{FF2B5EF4-FFF2-40B4-BE49-F238E27FC236}">
                <a16:creationId xmlns:a16="http://schemas.microsoft.com/office/drawing/2014/main" id="{0EC450DE-4BB1-4D7B-B487-B4B562F54F32}"/>
              </a:ext>
            </a:extLst>
          </p:cNvPr>
          <p:cNvSpPr>
            <a:spLocks noGrp="1"/>
          </p:cNvSpPr>
          <p:nvPr/>
        </p:nvSpPr>
        <p:spPr>
          <a:xfrm>
            <a:off x="6495928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0" name="菱形 299">
            <a:extLst>
              <a:ext uri="{FF2B5EF4-FFF2-40B4-BE49-F238E27FC236}">
                <a16:creationId xmlns:a16="http://schemas.microsoft.com/office/drawing/2014/main" id="{CBCDD4C3-60F0-4132-9F38-FFC32F9D4CB0}"/>
              </a:ext>
            </a:extLst>
          </p:cNvPr>
          <p:cNvSpPr>
            <a:spLocks noGrp="1"/>
          </p:cNvSpPr>
          <p:nvPr/>
        </p:nvSpPr>
        <p:spPr>
          <a:xfrm>
            <a:off x="6510804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1" name="菱形 300">
            <a:extLst>
              <a:ext uri="{FF2B5EF4-FFF2-40B4-BE49-F238E27FC236}">
                <a16:creationId xmlns:a16="http://schemas.microsoft.com/office/drawing/2014/main" id="{9D70E3D7-3E97-4646-A71C-36B9580F1F48}"/>
              </a:ext>
            </a:extLst>
          </p:cNvPr>
          <p:cNvSpPr>
            <a:spLocks noGrp="1"/>
          </p:cNvSpPr>
          <p:nvPr/>
        </p:nvSpPr>
        <p:spPr>
          <a:xfrm>
            <a:off x="6494351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2" name="菱形 301">
            <a:extLst>
              <a:ext uri="{FF2B5EF4-FFF2-40B4-BE49-F238E27FC236}">
                <a16:creationId xmlns:a16="http://schemas.microsoft.com/office/drawing/2014/main" id="{DC8BD7D6-C381-43C2-A1F0-D7E4C89101A7}"/>
              </a:ext>
            </a:extLst>
          </p:cNvPr>
          <p:cNvSpPr>
            <a:spLocks noGrp="1"/>
          </p:cNvSpPr>
          <p:nvPr/>
        </p:nvSpPr>
        <p:spPr>
          <a:xfrm>
            <a:off x="6498218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3" name="菱形 302">
            <a:extLst>
              <a:ext uri="{FF2B5EF4-FFF2-40B4-BE49-F238E27FC236}">
                <a16:creationId xmlns:a16="http://schemas.microsoft.com/office/drawing/2014/main" id="{E8E5732D-8864-4844-90F0-13A54126ECFC}"/>
              </a:ext>
            </a:extLst>
          </p:cNvPr>
          <p:cNvSpPr>
            <a:spLocks noGrp="1"/>
          </p:cNvSpPr>
          <p:nvPr/>
        </p:nvSpPr>
        <p:spPr>
          <a:xfrm>
            <a:off x="6460415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4" name="菱形 303">
            <a:extLst>
              <a:ext uri="{FF2B5EF4-FFF2-40B4-BE49-F238E27FC236}">
                <a16:creationId xmlns:a16="http://schemas.microsoft.com/office/drawing/2014/main" id="{B49006C5-CDC2-4F9D-8AFA-BF0424C9418E}"/>
              </a:ext>
            </a:extLst>
          </p:cNvPr>
          <p:cNvSpPr>
            <a:spLocks noGrp="1"/>
          </p:cNvSpPr>
          <p:nvPr/>
        </p:nvSpPr>
        <p:spPr>
          <a:xfrm>
            <a:off x="6459992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5" name="菱形 304">
            <a:extLst>
              <a:ext uri="{FF2B5EF4-FFF2-40B4-BE49-F238E27FC236}">
                <a16:creationId xmlns:a16="http://schemas.microsoft.com/office/drawing/2014/main" id="{4C40CA60-6B24-48A2-83C4-A7D5D9DF3B6C}"/>
              </a:ext>
            </a:extLst>
          </p:cNvPr>
          <p:cNvSpPr>
            <a:spLocks noGrp="1"/>
          </p:cNvSpPr>
          <p:nvPr/>
        </p:nvSpPr>
        <p:spPr>
          <a:xfrm>
            <a:off x="6455594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9FE7CE42-F3DE-4C41-A53C-9FB9039CCE28}"/>
              </a:ext>
            </a:extLst>
          </p:cNvPr>
          <p:cNvSpPr>
            <a:spLocks noGrp="1"/>
          </p:cNvSpPr>
          <p:nvPr/>
        </p:nvSpPr>
        <p:spPr>
          <a:xfrm>
            <a:off x="6551809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07" name="菱形 306">
            <a:extLst>
              <a:ext uri="{FF2B5EF4-FFF2-40B4-BE49-F238E27FC236}">
                <a16:creationId xmlns:a16="http://schemas.microsoft.com/office/drawing/2014/main" id="{66325CEA-E92F-4FE5-B3AF-1005513FBB49}"/>
              </a:ext>
            </a:extLst>
          </p:cNvPr>
          <p:cNvSpPr>
            <a:spLocks noGrp="1"/>
          </p:cNvSpPr>
          <p:nvPr/>
        </p:nvSpPr>
        <p:spPr>
          <a:xfrm>
            <a:off x="6469457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8" name="菱形 307">
            <a:extLst>
              <a:ext uri="{FF2B5EF4-FFF2-40B4-BE49-F238E27FC236}">
                <a16:creationId xmlns:a16="http://schemas.microsoft.com/office/drawing/2014/main" id="{350F38B2-A9F2-4013-8AFB-69BBD3DC347C}"/>
              </a:ext>
            </a:extLst>
          </p:cNvPr>
          <p:cNvSpPr>
            <a:spLocks noGrp="1"/>
          </p:cNvSpPr>
          <p:nvPr/>
        </p:nvSpPr>
        <p:spPr>
          <a:xfrm>
            <a:off x="6502975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9" name="菱形 308">
            <a:extLst>
              <a:ext uri="{FF2B5EF4-FFF2-40B4-BE49-F238E27FC236}">
                <a16:creationId xmlns:a16="http://schemas.microsoft.com/office/drawing/2014/main" id="{70D1630A-EEBD-4D9F-8419-7F54D35F47E0}"/>
              </a:ext>
            </a:extLst>
          </p:cNvPr>
          <p:cNvSpPr>
            <a:spLocks noGrp="1"/>
          </p:cNvSpPr>
          <p:nvPr/>
        </p:nvSpPr>
        <p:spPr>
          <a:xfrm>
            <a:off x="6453240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0" name="菱形 309">
            <a:extLst>
              <a:ext uri="{FF2B5EF4-FFF2-40B4-BE49-F238E27FC236}">
                <a16:creationId xmlns:a16="http://schemas.microsoft.com/office/drawing/2014/main" id="{FF2642B3-CF96-4608-96B4-08817DAD7B02}"/>
              </a:ext>
            </a:extLst>
          </p:cNvPr>
          <p:cNvSpPr>
            <a:spLocks noGrp="1"/>
          </p:cNvSpPr>
          <p:nvPr/>
        </p:nvSpPr>
        <p:spPr>
          <a:xfrm>
            <a:off x="6441632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1" name="菱形 310">
            <a:extLst>
              <a:ext uri="{FF2B5EF4-FFF2-40B4-BE49-F238E27FC236}">
                <a16:creationId xmlns:a16="http://schemas.microsoft.com/office/drawing/2014/main" id="{C981C21D-CF66-44AC-9184-0EB11DA393D3}"/>
              </a:ext>
            </a:extLst>
          </p:cNvPr>
          <p:cNvSpPr>
            <a:spLocks noGrp="1"/>
          </p:cNvSpPr>
          <p:nvPr/>
        </p:nvSpPr>
        <p:spPr>
          <a:xfrm>
            <a:off x="6428305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2" name="菱形 311">
            <a:extLst>
              <a:ext uri="{FF2B5EF4-FFF2-40B4-BE49-F238E27FC236}">
                <a16:creationId xmlns:a16="http://schemas.microsoft.com/office/drawing/2014/main" id="{02C44145-B00E-4392-875B-CCD56989BFE4}"/>
              </a:ext>
            </a:extLst>
          </p:cNvPr>
          <p:cNvSpPr>
            <a:spLocks noGrp="1"/>
          </p:cNvSpPr>
          <p:nvPr/>
        </p:nvSpPr>
        <p:spPr>
          <a:xfrm>
            <a:off x="6457767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3" name="菱形 312">
            <a:extLst>
              <a:ext uri="{FF2B5EF4-FFF2-40B4-BE49-F238E27FC236}">
                <a16:creationId xmlns:a16="http://schemas.microsoft.com/office/drawing/2014/main" id="{D38DD5C6-448F-4752-95CE-667EAAEF43A3}"/>
              </a:ext>
            </a:extLst>
          </p:cNvPr>
          <p:cNvSpPr>
            <a:spLocks noGrp="1"/>
          </p:cNvSpPr>
          <p:nvPr/>
        </p:nvSpPr>
        <p:spPr>
          <a:xfrm>
            <a:off x="6461528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4" name="菱形 313">
            <a:extLst>
              <a:ext uri="{FF2B5EF4-FFF2-40B4-BE49-F238E27FC236}">
                <a16:creationId xmlns:a16="http://schemas.microsoft.com/office/drawing/2014/main" id="{7E4C5806-7D94-45A3-AB9F-F2E51082ADE9}"/>
              </a:ext>
            </a:extLst>
          </p:cNvPr>
          <p:cNvSpPr>
            <a:spLocks noGrp="1"/>
          </p:cNvSpPr>
          <p:nvPr/>
        </p:nvSpPr>
        <p:spPr>
          <a:xfrm>
            <a:off x="6429582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5" name="菱形 314">
            <a:extLst>
              <a:ext uri="{FF2B5EF4-FFF2-40B4-BE49-F238E27FC236}">
                <a16:creationId xmlns:a16="http://schemas.microsoft.com/office/drawing/2014/main" id="{5DCEDDD0-EBEC-422B-908B-4C9150297849}"/>
              </a:ext>
            </a:extLst>
          </p:cNvPr>
          <p:cNvSpPr>
            <a:spLocks noGrp="1"/>
          </p:cNvSpPr>
          <p:nvPr/>
        </p:nvSpPr>
        <p:spPr>
          <a:xfrm>
            <a:off x="6469922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6" name="菱形 315">
            <a:extLst>
              <a:ext uri="{FF2B5EF4-FFF2-40B4-BE49-F238E27FC236}">
                <a16:creationId xmlns:a16="http://schemas.microsoft.com/office/drawing/2014/main" id="{93C790EB-E101-42CB-B3B5-76AB918A17AB}"/>
              </a:ext>
            </a:extLst>
          </p:cNvPr>
          <p:cNvSpPr>
            <a:spLocks noGrp="1"/>
          </p:cNvSpPr>
          <p:nvPr/>
        </p:nvSpPr>
        <p:spPr>
          <a:xfrm>
            <a:off x="6508590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7" name="菱形 316">
            <a:extLst>
              <a:ext uri="{FF2B5EF4-FFF2-40B4-BE49-F238E27FC236}">
                <a16:creationId xmlns:a16="http://schemas.microsoft.com/office/drawing/2014/main" id="{44E56160-C6B3-482B-A75F-18CE3108856E}"/>
              </a:ext>
            </a:extLst>
          </p:cNvPr>
          <p:cNvSpPr>
            <a:spLocks noGrp="1"/>
          </p:cNvSpPr>
          <p:nvPr/>
        </p:nvSpPr>
        <p:spPr>
          <a:xfrm>
            <a:off x="6428711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8" name="菱形 317">
            <a:extLst>
              <a:ext uri="{FF2B5EF4-FFF2-40B4-BE49-F238E27FC236}">
                <a16:creationId xmlns:a16="http://schemas.microsoft.com/office/drawing/2014/main" id="{EEB3CC06-4491-422C-B282-282EB73ABF48}"/>
              </a:ext>
            </a:extLst>
          </p:cNvPr>
          <p:cNvSpPr>
            <a:spLocks noGrp="1"/>
          </p:cNvSpPr>
          <p:nvPr/>
        </p:nvSpPr>
        <p:spPr>
          <a:xfrm>
            <a:off x="6515519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9" name="菱形 318">
            <a:extLst>
              <a:ext uri="{FF2B5EF4-FFF2-40B4-BE49-F238E27FC236}">
                <a16:creationId xmlns:a16="http://schemas.microsoft.com/office/drawing/2014/main" id="{F244B80F-EB95-4AB0-ABD0-32171C62BA2C}"/>
              </a:ext>
            </a:extLst>
          </p:cNvPr>
          <p:cNvSpPr>
            <a:spLocks noGrp="1"/>
          </p:cNvSpPr>
          <p:nvPr/>
        </p:nvSpPr>
        <p:spPr>
          <a:xfrm>
            <a:off x="6463011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0" name="菱形 319">
            <a:extLst>
              <a:ext uri="{FF2B5EF4-FFF2-40B4-BE49-F238E27FC236}">
                <a16:creationId xmlns:a16="http://schemas.microsoft.com/office/drawing/2014/main" id="{D9343C3C-AD79-4F6B-94AE-EE148978815D}"/>
              </a:ext>
            </a:extLst>
          </p:cNvPr>
          <p:cNvSpPr>
            <a:spLocks noGrp="1"/>
          </p:cNvSpPr>
          <p:nvPr/>
        </p:nvSpPr>
        <p:spPr>
          <a:xfrm>
            <a:off x="6495928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1" name="菱形 320">
            <a:extLst>
              <a:ext uri="{FF2B5EF4-FFF2-40B4-BE49-F238E27FC236}">
                <a16:creationId xmlns:a16="http://schemas.microsoft.com/office/drawing/2014/main" id="{C32FDAEA-7671-4149-9B36-4CB98C393527}"/>
              </a:ext>
            </a:extLst>
          </p:cNvPr>
          <p:cNvSpPr>
            <a:spLocks noGrp="1"/>
          </p:cNvSpPr>
          <p:nvPr/>
        </p:nvSpPr>
        <p:spPr>
          <a:xfrm>
            <a:off x="6510804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2" name="菱形 321">
            <a:extLst>
              <a:ext uri="{FF2B5EF4-FFF2-40B4-BE49-F238E27FC236}">
                <a16:creationId xmlns:a16="http://schemas.microsoft.com/office/drawing/2014/main" id="{D89AFBE9-19F1-4139-84DC-5982BD3364A1}"/>
              </a:ext>
            </a:extLst>
          </p:cNvPr>
          <p:cNvSpPr>
            <a:spLocks noGrp="1"/>
          </p:cNvSpPr>
          <p:nvPr/>
        </p:nvSpPr>
        <p:spPr>
          <a:xfrm>
            <a:off x="6494351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3" name="菱形 322">
            <a:extLst>
              <a:ext uri="{FF2B5EF4-FFF2-40B4-BE49-F238E27FC236}">
                <a16:creationId xmlns:a16="http://schemas.microsoft.com/office/drawing/2014/main" id="{730681FE-EC8C-4B28-A6AA-CBBD0049BBB1}"/>
              </a:ext>
            </a:extLst>
          </p:cNvPr>
          <p:cNvSpPr>
            <a:spLocks noGrp="1"/>
          </p:cNvSpPr>
          <p:nvPr/>
        </p:nvSpPr>
        <p:spPr>
          <a:xfrm>
            <a:off x="6498218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4" name="菱形 323">
            <a:extLst>
              <a:ext uri="{FF2B5EF4-FFF2-40B4-BE49-F238E27FC236}">
                <a16:creationId xmlns:a16="http://schemas.microsoft.com/office/drawing/2014/main" id="{A580F25E-4223-458D-829A-9C456AB1C109}"/>
              </a:ext>
            </a:extLst>
          </p:cNvPr>
          <p:cNvSpPr>
            <a:spLocks noGrp="1"/>
          </p:cNvSpPr>
          <p:nvPr/>
        </p:nvSpPr>
        <p:spPr>
          <a:xfrm>
            <a:off x="6460415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5" name="菱形 324">
            <a:extLst>
              <a:ext uri="{FF2B5EF4-FFF2-40B4-BE49-F238E27FC236}">
                <a16:creationId xmlns:a16="http://schemas.microsoft.com/office/drawing/2014/main" id="{20233E09-FC31-43DE-BAC2-6D1F541E51D4}"/>
              </a:ext>
            </a:extLst>
          </p:cNvPr>
          <p:cNvSpPr>
            <a:spLocks noGrp="1"/>
          </p:cNvSpPr>
          <p:nvPr/>
        </p:nvSpPr>
        <p:spPr>
          <a:xfrm>
            <a:off x="6459992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6" name="菱形 325">
            <a:extLst>
              <a:ext uri="{FF2B5EF4-FFF2-40B4-BE49-F238E27FC236}">
                <a16:creationId xmlns:a16="http://schemas.microsoft.com/office/drawing/2014/main" id="{F5CCB14D-211C-4AC3-801B-B5AB5F3310BD}"/>
              </a:ext>
            </a:extLst>
          </p:cNvPr>
          <p:cNvSpPr>
            <a:spLocks noGrp="1"/>
          </p:cNvSpPr>
          <p:nvPr/>
        </p:nvSpPr>
        <p:spPr>
          <a:xfrm>
            <a:off x="6455594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046C7209-C12F-4712-A437-EFD30D0229B9}"/>
              </a:ext>
            </a:extLst>
          </p:cNvPr>
          <p:cNvSpPr>
            <a:spLocks noGrp="1"/>
          </p:cNvSpPr>
          <p:nvPr/>
        </p:nvSpPr>
        <p:spPr>
          <a:xfrm>
            <a:off x="6551809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02E97C22-1566-4745-A6D8-5F8A2AE96A5F}"/>
              </a:ext>
            </a:extLst>
          </p:cNvPr>
          <p:cNvSpPr>
            <a:spLocks noGrp="1"/>
          </p:cNvSpPr>
          <p:nvPr/>
        </p:nvSpPr>
        <p:spPr>
          <a:xfrm>
            <a:off x="4886325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B09AED25-EB28-428D-8AAF-E1D57A247CB2}"/>
              </a:ext>
            </a:extLst>
          </p:cNvPr>
          <p:cNvSpPr>
            <a:spLocks noGrp="1"/>
          </p:cNvSpPr>
          <p:nvPr/>
        </p:nvSpPr>
        <p:spPr>
          <a:xfrm>
            <a:off x="4257675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07AA2FCF-F0B7-41A4-90B0-7CEDDE3E96D5}"/>
              </a:ext>
            </a:extLst>
          </p:cNvPr>
          <p:cNvSpPr>
            <a:spLocks noGrp="1"/>
          </p:cNvSpPr>
          <p:nvPr/>
        </p:nvSpPr>
        <p:spPr>
          <a:xfrm>
            <a:off x="49720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AADD3F4F-246A-4D9D-82CB-8710D9119952}"/>
              </a:ext>
            </a:extLst>
          </p:cNvPr>
          <p:cNvSpPr>
            <a:spLocks noGrp="1"/>
          </p:cNvSpPr>
          <p:nvPr/>
        </p:nvSpPr>
        <p:spPr>
          <a:xfrm>
            <a:off x="571500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E4399DE6-149B-493E-B130-E69E643F6C95}"/>
              </a:ext>
            </a:extLst>
          </p:cNvPr>
          <p:cNvSpPr>
            <a:spLocks noGrp="1"/>
          </p:cNvSpPr>
          <p:nvPr/>
        </p:nvSpPr>
        <p:spPr>
          <a:xfrm>
            <a:off x="64579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5D3D9AB5-280B-4A5B-A842-87505BD77E4D}"/>
              </a:ext>
            </a:extLst>
          </p:cNvPr>
          <p:cNvSpPr>
            <a:spLocks noGrp="1"/>
          </p:cNvSpPr>
          <p:nvPr/>
        </p:nvSpPr>
        <p:spPr>
          <a:xfrm>
            <a:off x="4257675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B94B5E7D-105A-47DB-8E3F-C0089F0EFEF2}"/>
              </a:ext>
            </a:extLst>
          </p:cNvPr>
          <p:cNvSpPr>
            <a:spLocks noGrp="1"/>
          </p:cNvSpPr>
          <p:nvPr/>
        </p:nvSpPr>
        <p:spPr>
          <a:xfrm>
            <a:off x="49720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9F27524B-E3B8-4062-91E0-7409058F2D16}"/>
              </a:ext>
            </a:extLst>
          </p:cNvPr>
          <p:cNvSpPr>
            <a:spLocks noGrp="1"/>
          </p:cNvSpPr>
          <p:nvPr/>
        </p:nvSpPr>
        <p:spPr>
          <a:xfrm>
            <a:off x="49720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BE3EA7DD-57AB-457B-9620-C7603323FA99}"/>
              </a:ext>
            </a:extLst>
          </p:cNvPr>
          <p:cNvSpPr>
            <a:spLocks noGrp="1"/>
          </p:cNvSpPr>
          <p:nvPr/>
        </p:nvSpPr>
        <p:spPr>
          <a:xfrm>
            <a:off x="571500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8A9F6E0C-ECF4-44A3-98B0-F24B8A7EEDF7}"/>
              </a:ext>
            </a:extLst>
          </p:cNvPr>
          <p:cNvSpPr>
            <a:spLocks noGrp="1"/>
          </p:cNvSpPr>
          <p:nvPr/>
        </p:nvSpPr>
        <p:spPr>
          <a:xfrm>
            <a:off x="571500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F7AB0D73-B349-4F9C-8BE9-3254A7E6DBF7}"/>
              </a:ext>
            </a:extLst>
          </p:cNvPr>
          <p:cNvSpPr>
            <a:spLocks noGrp="1"/>
          </p:cNvSpPr>
          <p:nvPr/>
        </p:nvSpPr>
        <p:spPr>
          <a:xfrm>
            <a:off x="64579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D6D5147B-18C8-4F66-8493-F3984D69F998}"/>
              </a:ext>
            </a:extLst>
          </p:cNvPr>
          <p:cNvSpPr>
            <a:spLocks noGrp="1"/>
          </p:cNvSpPr>
          <p:nvPr/>
        </p:nvSpPr>
        <p:spPr>
          <a:xfrm>
            <a:off x="64579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5265039C-DB46-4592-8308-1D3FA80D0A00}"/>
              </a:ext>
            </a:extLst>
          </p:cNvPr>
          <p:cNvSpPr>
            <a:spLocks noGrp="1"/>
          </p:cNvSpPr>
          <p:nvPr/>
        </p:nvSpPr>
        <p:spPr>
          <a:xfrm>
            <a:off x="7248525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A6144D17-DB24-4DE3-B5F7-7E17579018F5}"/>
              </a:ext>
            </a:extLst>
          </p:cNvPr>
          <p:cNvSpPr>
            <a:spLocks noGrp="1"/>
          </p:cNvSpPr>
          <p:nvPr/>
        </p:nvSpPr>
        <p:spPr>
          <a:xfrm>
            <a:off x="4257675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6886BEF4-14D2-4203-85B8-526138163EE1}"/>
              </a:ext>
            </a:extLst>
          </p:cNvPr>
          <p:cNvSpPr>
            <a:spLocks noGrp="1"/>
          </p:cNvSpPr>
          <p:nvPr/>
        </p:nvSpPr>
        <p:spPr>
          <a:xfrm>
            <a:off x="497205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AA9F50B3-424C-4593-BF51-ED0084F70E79}"/>
              </a:ext>
            </a:extLst>
          </p:cNvPr>
          <p:cNvSpPr>
            <a:spLocks noGrp="1"/>
          </p:cNvSpPr>
          <p:nvPr/>
        </p:nvSpPr>
        <p:spPr>
          <a:xfrm>
            <a:off x="49720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AFAE1B2D-2C3D-4D00-8C85-C9925C5AC44C}"/>
              </a:ext>
            </a:extLst>
          </p:cNvPr>
          <p:cNvSpPr>
            <a:spLocks noGrp="1"/>
          </p:cNvSpPr>
          <p:nvPr/>
        </p:nvSpPr>
        <p:spPr>
          <a:xfrm>
            <a:off x="571500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EF0F31AA-D211-4794-A387-912AF46C2588}"/>
              </a:ext>
            </a:extLst>
          </p:cNvPr>
          <p:cNvSpPr>
            <a:spLocks noGrp="1"/>
          </p:cNvSpPr>
          <p:nvPr/>
        </p:nvSpPr>
        <p:spPr>
          <a:xfrm>
            <a:off x="571500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2170C481-346B-491E-9BEA-119F1B3428F6}"/>
              </a:ext>
            </a:extLst>
          </p:cNvPr>
          <p:cNvSpPr>
            <a:spLocks noGrp="1"/>
          </p:cNvSpPr>
          <p:nvPr/>
        </p:nvSpPr>
        <p:spPr>
          <a:xfrm>
            <a:off x="6457950" y="5019675"/>
            <a:ext cx="742950" cy="457200"/>
          </a:xfrm>
          <a:prstGeom prst="rect">
            <a:avLst/>
          </a:prstGeom>
          <a:solidFill>
            <a:srgbClr val="5181A9"/>
          </a:solidFill>
          <a:ln w="19050">
            <a:solidFill>
              <a:srgbClr val="FFFFFF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C894687F-7263-4A9E-8A28-9BF1A9789DF1}"/>
              </a:ext>
            </a:extLst>
          </p:cNvPr>
          <p:cNvSpPr>
            <a:spLocks noGrp="1"/>
          </p:cNvSpPr>
          <p:nvPr/>
        </p:nvSpPr>
        <p:spPr>
          <a:xfrm>
            <a:off x="64579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A34D3B5B-A56B-4F1B-A663-CF502B1F98EA}"/>
              </a:ext>
            </a:extLst>
          </p:cNvPr>
          <p:cNvSpPr>
            <a:spLocks noGrp="1"/>
          </p:cNvSpPr>
          <p:nvPr/>
        </p:nvSpPr>
        <p:spPr>
          <a:xfrm>
            <a:off x="7248525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BAB57F22-9CBD-4E48-9D98-CC022C8CF5A3}"/>
              </a:ext>
            </a:extLst>
          </p:cNvPr>
          <p:cNvSpPr>
            <a:spLocks noGrp="1"/>
          </p:cNvSpPr>
          <p:nvPr/>
        </p:nvSpPr>
        <p:spPr>
          <a:xfrm>
            <a:off x="4257675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7CC296A1-A286-4798-B2A8-9284E3041374}"/>
              </a:ext>
            </a:extLst>
          </p:cNvPr>
          <p:cNvSpPr>
            <a:spLocks noGrp="1"/>
          </p:cNvSpPr>
          <p:nvPr/>
        </p:nvSpPr>
        <p:spPr>
          <a:xfrm>
            <a:off x="49720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471B2B8E-2A23-479D-A01F-ACD65A8F2A27}"/>
              </a:ext>
            </a:extLst>
          </p:cNvPr>
          <p:cNvSpPr>
            <a:spLocks noGrp="1"/>
          </p:cNvSpPr>
          <p:nvPr/>
        </p:nvSpPr>
        <p:spPr>
          <a:xfrm>
            <a:off x="49720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60F0116D-702C-40A2-BD0B-1D31FD1F9DF0}"/>
              </a:ext>
            </a:extLst>
          </p:cNvPr>
          <p:cNvSpPr>
            <a:spLocks noGrp="1"/>
          </p:cNvSpPr>
          <p:nvPr/>
        </p:nvSpPr>
        <p:spPr>
          <a:xfrm>
            <a:off x="571500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97A92F6E-46D7-4E9D-BB2A-025348B7546A}"/>
              </a:ext>
            </a:extLst>
          </p:cNvPr>
          <p:cNvSpPr>
            <a:spLocks noGrp="1"/>
          </p:cNvSpPr>
          <p:nvPr/>
        </p:nvSpPr>
        <p:spPr>
          <a:xfrm>
            <a:off x="571500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A6909CB6-5278-41BB-93C9-3ADC622FBBBE}"/>
              </a:ext>
            </a:extLst>
          </p:cNvPr>
          <p:cNvSpPr>
            <a:spLocks noGrp="1"/>
          </p:cNvSpPr>
          <p:nvPr/>
        </p:nvSpPr>
        <p:spPr>
          <a:xfrm>
            <a:off x="64579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AC093427-76F1-4FF0-BAC8-404411C72711}"/>
              </a:ext>
            </a:extLst>
          </p:cNvPr>
          <p:cNvSpPr>
            <a:spLocks noGrp="1"/>
          </p:cNvSpPr>
          <p:nvPr/>
        </p:nvSpPr>
        <p:spPr>
          <a:xfrm>
            <a:off x="64579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C8FE34F3-9CE1-48D0-9662-41A01D8ABEC7}"/>
              </a:ext>
            </a:extLst>
          </p:cNvPr>
          <p:cNvSpPr>
            <a:spLocks noGrp="1"/>
          </p:cNvSpPr>
          <p:nvPr/>
        </p:nvSpPr>
        <p:spPr>
          <a:xfrm>
            <a:off x="7248525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08EE4A1B-535D-497D-9D1A-35BEF69D10FB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B72B0608-16F8-4AED-A548-E91571E34C2B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79F72165-DFD1-448D-86E9-0C5905098D0A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0D8C3E09-62DE-4FD5-BDF6-D0A7DFDCF08D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DECAE972-25E1-44A3-82F3-71D11D52152E}"/>
              </a:ext>
            </a:extLst>
          </p:cNvPr>
          <p:cNvSpPr>
            <a:spLocks noGrp="1"/>
          </p:cNvSpPr>
          <p:nvPr/>
        </p:nvSpPr>
        <p:spPr>
          <a:xfrm>
            <a:off x="84867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3FA367E-6548-4FE8-B63A-0DCEAC95C249}"/>
              </a:ext>
            </a:extLst>
          </p:cNvPr>
          <p:cNvSpPr>
            <a:spLocks noGrp="1"/>
          </p:cNvSpPr>
          <p:nvPr/>
        </p:nvSpPr>
        <p:spPr>
          <a:xfrm>
            <a:off x="944689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BCDA53DB-6B57-4DD6-BAB0-2CA9668139F3}"/>
              </a:ext>
            </a:extLst>
          </p:cNvPr>
          <p:cNvSpPr>
            <a:spLocks noGrp="1"/>
          </p:cNvSpPr>
          <p:nvPr/>
        </p:nvSpPr>
        <p:spPr>
          <a:xfrm>
            <a:off x="907542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67B9C14-5FCF-4A08-8EE6-F675385CD969}"/>
              </a:ext>
            </a:extLst>
          </p:cNvPr>
          <p:cNvSpPr>
            <a:spLocks noGrp="1"/>
          </p:cNvSpPr>
          <p:nvPr/>
        </p:nvSpPr>
        <p:spPr>
          <a:xfrm>
            <a:off x="1062418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9FE66F05-858D-4612-8F21-DBB5B1C026EC}"/>
              </a:ext>
            </a:extLst>
          </p:cNvPr>
          <p:cNvSpPr>
            <a:spLocks noGrp="1"/>
          </p:cNvSpPr>
          <p:nvPr/>
        </p:nvSpPr>
        <p:spPr>
          <a:xfrm>
            <a:off x="1025271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68C8412A-E9B5-4351-AE06-357CF5632434}"/>
              </a:ext>
            </a:extLst>
          </p:cNvPr>
          <p:cNvSpPr>
            <a:spLocks noGrp="1"/>
          </p:cNvSpPr>
          <p:nvPr/>
        </p:nvSpPr>
        <p:spPr>
          <a:xfrm>
            <a:off x="1180147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799175AE-2060-4812-B572-0BA4852A6A12}"/>
              </a:ext>
            </a:extLst>
          </p:cNvPr>
          <p:cNvSpPr>
            <a:spLocks noGrp="1"/>
          </p:cNvSpPr>
          <p:nvPr/>
        </p:nvSpPr>
        <p:spPr>
          <a:xfrm>
            <a:off x="1143000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9D77B9C3-E7E9-4DB2-8933-C1126B3ED097}"/>
              </a:ext>
            </a:extLst>
          </p:cNvPr>
          <p:cNvSpPr>
            <a:spLocks noGrp="1"/>
          </p:cNvSpPr>
          <p:nvPr/>
        </p:nvSpPr>
        <p:spPr>
          <a:xfrm>
            <a:off x="885825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A2CCB0C5-FEB7-4879-83A9-C5903B56C6A4}"/>
              </a:ext>
            </a:extLst>
          </p:cNvPr>
          <p:cNvSpPr>
            <a:spLocks noGrp="1"/>
          </p:cNvSpPr>
          <p:nvPr/>
        </p:nvSpPr>
        <p:spPr>
          <a:xfrm>
            <a:off x="880110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672DB65-F352-4960-B7F4-E071BF1C8F79}"/>
              </a:ext>
            </a:extLst>
          </p:cNvPr>
          <p:cNvSpPr>
            <a:spLocks noGrp="1"/>
          </p:cNvSpPr>
          <p:nvPr/>
        </p:nvSpPr>
        <p:spPr>
          <a:xfrm>
            <a:off x="827722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1F492D0-2BFA-4F2D-8421-D6BE9D54792F}"/>
              </a:ext>
            </a:extLst>
          </p:cNvPr>
          <p:cNvSpPr>
            <a:spLocks noGrp="1"/>
          </p:cNvSpPr>
          <p:nvPr/>
        </p:nvSpPr>
        <p:spPr>
          <a:xfrm>
            <a:off x="880110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0959CE90-1B1D-45B3-8DDA-D6733A39B8B9}"/>
              </a:ext>
            </a:extLst>
          </p:cNvPr>
          <p:cNvSpPr>
            <a:spLocks noGrp="1"/>
          </p:cNvSpPr>
          <p:nvPr/>
        </p:nvSpPr>
        <p:spPr>
          <a:xfrm>
            <a:off x="827722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B2253C43-1038-40EF-AA4E-36094B7213B5}"/>
              </a:ext>
            </a:extLst>
          </p:cNvPr>
          <p:cNvSpPr>
            <a:spLocks noGrp="1"/>
          </p:cNvSpPr>
          <p:nvPr/>
        </p:nvSpPr>
        <p:spPr>
          <a:xfrm>
            <a:off x="880110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79DBB307-74EA-423B-84D3-D63538FFC444}"/>
              </a:ext>
            </a:extLst>
          </p:cNvPr>
          <p:cNvSpPr>
            <a:spLocks noGrp="1"/>
          </p:cNvSpPr>
          <p:nvPr/>
        </p:nvSpPr>
        <p:spPr>
          <a:xfrm>
            <a:off x="827722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87C22192-7991-49DD-8995-578B6A088067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BC70B827-5B60-4271-BC20-32A82BB727B8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1DAC2458-AB4D-4E1D-8F45-597E00193DE3}"/>
              </a:ext>
            </a:extLst>
          </p:cNvPr>
          <p:cNvSpPr>
            <a:spLocks noGrp="1"/>
          </p:cNvSpPr>
          <p:nvPr/>
        </p:nvSpPr>
        <p:spPr>
          <a:xfrm>
            <a:off x="944689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378" name="菱形 377">
            <a:extLst>
              <a:ext uri="{FF2B5EF4-FFF2-40B4-BE49-F238E27FC236}">
                <a16:creationId xmlns:a16="http://schemas.microsoft.com/office/drawing/2014/main" id="{4E7B41BB-7205-4D63-A3BD-2202255B3F81}"/>
              </a:ext>
            </a:extLst>
          </p:cNvPr>
          <p:cNvSpPr>
            <a:spLocks noGrp="1"/>
          </p:cNvSpPr>
          <p:nvPr/>
        </p:nvSpPr>
        <p:spPr>
          <a:xfrm>
            <a:off x="10622879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9" name="菱形 378">
            <a:extLst>
              <a:ext uri="{FF2B5EF4-FFF2-40B4-BE49-F238E27FC236}">
                <a16:creationId xmlns:a16="http://schemas.microsoft.com/office/drawing/2014/main" id="{AAA102F9-BAA3-4992-B022-3F1D7BAA9481}"/>
              </a:ext>
            </a:extLst>
          </p:cNvPr>
          <p:cNvSpPr>
            <a:spLocks noGrp="1"/>
          </p:cNvSpPr>
          <p:nvPr/>
        </p:nvSpPr>
        <p:spPr>
          <a:xfrm>
            <a:off x="10570289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0" name="菱形 379">
            <a:extLst>
              <a:ext uri="{FF2B5EF4-FFF2-40B4-BE49-F238E27FC236}">
                <a16:creationId xmlns:a16="http://schemas.microsoft.com/office/drawing/2014/main" id="{C7FE275A-31E3-4F63-9169-302F16D71A84}"/>
              </a:ext>
            </a:extLst>
          </p:cNvPr>
          <p:cNvSpPr>
            <a:spLocks noGrp="1"/>
          </p:cNvSpPr>
          <p:nvPr/>
        </p:nvSpPr>
        <p:spPr>
          <a:xfrm>
            <a:off x="10601270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1" name="菱形 380">
            <a:extLst>
              <a:ext uri="{FF2B5EF4-FFF2-40B4-BE49-F238E27FC236}">
                <a16:creationId xmlns:a16="http://schemas.microsoft.com/office/drawing/2014/main" id="{37FA99AB-3FAF-445A-832B-0536F58D9C22}"/>
              </a:ext>
            </a:extLst>
          </p:cNvPr>
          <p:cNvSpPr>
            <a:spLocks noGrp="1"/>
          </p:cNvSpPr>
          <p:nvPr/>
        </p:nvSpPr>
        <p:spPr>
          <a:xfrm>
            <a:off x="10639461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2" name="菱形 381">
            <a:extLst>
              <a:ext uri="{FF2B5EF4-FFF2-40B4-BE49-F238E27FC236}">
                <a16:creationId xmlns:a16="http://schemas.microsoft.com/office/drawing/2014/main" id="{CEE3C62F-60BA-4C03-A7CA-4A0FBD4AC77D}"/>
              </a:ext>
            </a:extLst>
          </p:cNvPr>
          <p:cNvSpPr>
            <a:spLocks noGrp="1"/>
          </p:cNvSpPr>
          <p:nvPr/>
        </p:nvSpPr>
        <p:spPr>
          <a:xfrm>
            <a:off x="10629554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3" name="菱形 382">
            <a:extLst>
              <a:ext uri="{FF2B5EF4-FFF2-40B4-BE49-F238E27FC236}">
                <a16:creationId xmlns:a16="http://schemas.microsoft.com/office/drawing/2014/main" id="{FB91992D-F4DE-4283-A460-ED316F861651}"/>
              </a:ext>
            </a:extLst>
          </p:cNvPr>
          <p:cNvSpPr>
            <a:spLocks noGrp="1"/>
          </p:cNvSpPr>
          <p:nvPr/>
        </p:nvSpPr>
        <p:spPr>
          <a:xfrm>
            <a:off x="10648509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4" name="菱形 383">
            <a:extLst>
              <a:ext uri="{FF2B5EF4-FFF2-40B4-BE49-F238E27FC236}">
                <a16:creationId xmlns:a16="http://schemas.microsoft.com/office/drawing/2014/main" id="{320C413F-895A-4144-8A25-5EA04FEF118C}"/>
              </a:ext>
            </a:extLst>
          </p:cNvPr>
          <p:cNvSpPr>
            <a:spLocks noGrp="1"/>
          </p:cNvSpPr>
          <p:nvPr/>
        </p:nvSpPr>
        <p:spPr>
          <a:xfrm>
            <a:off x="10595301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5" name="菱形 384">
            <a:extLst>
              <a:ext uri="{FF2B5EF4-FFF2-40B4-BE49-F238E27FC236}">
                <a16:creationId xmlns:a16="http://schemas.microsoft.com/office/drawing/2014/main" id="{37878CA9-88DD-4E1C-879C-0E2827821892}"/>
              </a:ext>
            </a:extLst>
          </p:cNvPr>
          <p:cNvSpPr>
            <a:spLocks noGrp="1"/>
          </p:cNvSpPr>
          <p:nvPr/>
        </p:nvSpPr>
        <p:spPr>
          <a:xfrm>
            <a:off x="10622755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6" name="菱形 385">
            <a:extLst>
              <a:ext uri="{FF2B5EF4-FFF2-40B4-BE49-F238E27FC236}">
                <a16:creationId xmlns:a16="http://schemas.microsoft.com/office/drawing/2014/main" id="{9B38C539-056D-43F7-A69E-59A198A88254}"/>
              </a:ext>
            </a:extLst>
          </p:cNvPr>
          <p:cNvSpPr>
            <a:spLocks noGrp="1"/>
          </p:cNvSpPr>
          <p:nvPr/>
        </p:nvSpPr>
        <p:spPr>
          <a:xfrm>
            <a:off x="10536225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7" name="菱形 386">
            <a:extLst>
              <a:ext uri="{FF2B5EF4-FFF2-40B4-BE49-F238E27FC236}">
                <a16:creationId xmlns:a16="http://schemas.microsoft.com/office/drawing/2014/main" id="{3734E925-BCCC-44D6-9BDC-DF3D58D0E30D}"/>
              </a:ext>
            </a:extLst>
          </p:cNvPr>
          <p:cNvSpPr>
            <a:spLocks noGrp="1"/>
          </p:cNvSpPr>
          <p:nvPr/>
        </p:nvSpPr>
        <p:spPr>
          <a:xfrm>
            <a:off x="10548286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8" name="菱形 387">
            <a:extLst>
              <a:ext uri="{FF2B5EF4-FFF2-40B4-BE49-F238E27FC236}">
                <a16:creationId xmlns:a16="http://schemas.microsoft.com/office/drawing/2014/main" id="{4E67237C-F355-4410-8D82-959CD3D5F352}"/>
              </a:ext>
            </a:extLst>
          </p:cNvPr>
          <p:cNvSpPr>
            <a:spLocks noGrp="1"/>
          </p:cNvSpPr>
          <p:nvPr/>
        </p:nvSpPr>
        <p:spPr>
          <a:xfrm>
            <a:off x="10631144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9" name="菱形 388">
            <a:extLst>
              <a:ext uri="{FF2B5EF4-FFF2-40B4-BE49-F238E27FC236}">
                <a16:creationId xmlns:a16="http://schemas.microsoft.com/office/drawing/2014/main" id="{785E7FE0-A5A2-4C4C-B8A5-051134F7746E}"/>
              </a:ext>
            </a:extLst>
          </p:cNvPr>
          <p:cNvSpPr>
            <a:spLocks noGrp="1"/>
          </p:cNvSpPr>
          <p:nvPr/>
        </p:nvSpPr>
        <p:spPr>
          <a:xfrm>
            <a:off x="10530850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0" name="菱形 389">
            <a:extLst>
              <a:ext uri="{FF2B5EF4-FFF2-40B4-BE49-F238E27FC236}">
                <a16:creationId xmlns:a16="http://schemas.microsoft.com/office/drawing/2014/main" id="{D630FBBE-C365-426E-8BE7-955B96058209}"/>
              </a:ext>
            </a:extLst>
          </p:cNvPr>
          <p:cNvSpPr>
            <a:spLocks noGrp="1"/>
          </p:cNvSpPr>
          <p:nvPr/>
        </p:nvSpPr>
        <p:spPr>
          <a:xfrm>
            <a:off x="10638331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1" name="菱形 390">
            <a:extLst>
              <a:ext uri="{FF2B5EF4-FFF2-40B4-BE49-F238E27FC236}">
                <a16:creationId xmlns:a16="http://schemas.microsoft.com/office/drawing/2014/main" id="{198F43A5-1B73-4879-B6D2-2A92111CB2BD}"/>
              </a:ext>
            </a:extLst>
          </p:cNvPr>
          <p:cNvSpPr>
            <a:spLocks noGrp="1"/>
          </p:cNvSpPr>
          <p:nvPr/>
        </p:nvSpPr>
        <p:spPr>
          <a:xfrm>
            <a:off x="10502260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2" name="菱形 391">
            <a:extLst>
              <a:ext uri="{FF2B5EF4-FFF2-40B4-BE49-F238E27FC236}">
                <a16:creationId xmlns:a16="http://schemas.microsoft.com/office/drawing/2014/main" id="{02FA5E5C-B570-40AF-B641-7E5AA15D73B7}"/>
              </a:ext>
            </a:extLst>
          </p:cNvPr>
          <p:cNvSpPr>
            <a:spLocks noGrp="1"/>
          </p:cNvSpPr>
          <p:nvPr/>
        </p:nvSpPr>
        <p:spPr>
          <a:xfrm>
            <a:off x="10512808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3" name="菱形 392">
            <a:extLst>
              <a:ext uri="{FF2B5EF4-FFF2-40B4-BE49-F238E27FC236}">
                <a16:creationId xmlns:a16="http://schemas.microsoft.com/office/drawing/2014/main" id="{03CB72E9-D70F-4D26-8D93-0AEAED663900}"/>
              </a:ext>
            </a:extLst>
          </p:cNvPr>
          <p:cNvSpPr>
            <a:spLocks noGrp="1"/>
          </p:cNvSpPr>
          <p:nvPr/>
        </p:nvSpPr>
        <p:spPr>
          <a:xfrm>
            <a:off x="10452449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4" name="菱形 393">
            <a:extLst>
              <a:ext uri="{FF2B5EF4-FFF2-40B4-BE49-F238E27FC236}">
                <a16:creationId xmlns:a16="http://schemas.microsoft.com/office/drawing/2014/main" id="{B04A255F-4C72-40F2-9016-239DC5E282B4}"/>
              </a:ext>
            </a:extLst>
          </p:cNvPr>
          <p:cNvSpPr>
            <a:spLocks noGrp="1"/>
          </p:cNvSpPr>
          <p:nvPr/>
        </p:nvSpPr>
        <p:spPr>
          <a:xfrm>
            <a:off x="10552642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5" name="菱形 394">
            <a:extLst>
              <a:ext uri="{FF2B5EF4-FFF2-40B4-BE49-F238E27FC236}">
                <a16:creationId xmlns:a16="http://schemas.microsoft.com/office/drawing/2014/main" id="{E13005E5-2A4B-47E9-B492-24432BE08A2C}"/>
              </a:ext>
            </a:extLst>
          </p:cNvPr>
          <p:cNvSpPr>
            <a:spLocks noGrp="1"/>
          </p:cNvSpPr>
          <p:nvPr/>
        </p:nvSpPr>
        <p:spPr>
          <a:xfrm>
            <a:off x="10622414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6" name="菱形 395">
            <a:extLst>
              <a:ext uri="{FF2B5EF4-FFF2-40B4-BE49-F238E27FC236}">
                <a16:creationId xmlns:a16="http://schemas.microsoft.com/office/drawing/2014/main" id="{9FD968C1-10D1-4CEB-B795-0F14D7403DDD}"/>
              </a:ext>
            </a:extLst>
          </p:cNvPr>
          <p:cNvSpPr>
            <a:spLocks noGrp="1"/>
          </p:cNvSpPr>
          <p:nvPr/>
        </p:nvSpPr>
        <p:spPr>
          <a:xfrm>
            <a:off x="10621307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7" name="菱形 396">
            <a:extLst>
              <a:ext uri="{FF2B5EF4-FFF2-40B4-BE49-F238E27FC236}">
                <a16:creationId xmlns:a16="http://schemas.microsoft.com/office/drawing/2014/main" id="{160DF05D-5A44-4DEA-AD51-1CF0EED1BD3E}"/>
              </a:ext>
            </a:extLst>
          </p:cNvPr>
          <p:cNvSpPr>
            <a:spLocks noGrp="1"/>
          </p:cNvSpPr>
          <p:nvPr/>
        </p:nvSpPr>
        <p:spPr>
          <a:xfrm>
            <a:off x="10570119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B2462DF3-DC03-47BB-B7D6-DB9EB641BF56}"/>
              </a:ext>
            </a:extLst>
          </p:cNvPr>
          <p:cNvSpPr>
            <a:spLocks noGrp="1"/>
          </p:cNvSpPr>
          <p:nvPr/>
        </p:nvSpPr>
        <p:spPr>
          <a:xfrm>
            <a:off x="10629632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99" name="菱形 398">
            <a:extLst>
              <a:ext uri="{FF2B5EF4-FFF2-40B4-BE49-F238E27FC236}">
                <a16:creationId xmlns:a16="http://schemas.microsoft.com/office/drawing/2014/main" id="{098F5480-6284-4AE4-98EB-81ED40B8C15E}"/>
              </a:ext>
            </a:extLst>
          </p:cNvPr>
          <p:cNvSpPr>
            <a:spLocks noGrp="1"/>
          </p:cNvSpPr>
          <p:nvPr/>
        </p:nvSpPr>
        <p:spPr>
          <a:xfrm>
            <a:off x="10622879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06D08174-3A88-4DF7-B51F-8D14CAAE8D24}"/>
              </a:ext>
            </a:extLst>
          </p:cNvPr>
          <p:cNvSpPr>
            <a:spLocks noGrp="1"/>
          </p:cNvSpPr>
          <p:nvPr/>
        </p:nvSpPr>
        <p:spPr>
          <a:xfrm>
            <a:off x="10570289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1" name="菱形 400">
            <a:extLst>
              <a:ext uri="{FF2B5EF4-FFF2-40B4-BE49-F238E27FC236}">
                <a16:creationId xmlns:a16="http://schemas.microsoft.com/office/drawing/2014/main" id="{98E8137F-6608-45CA-80D8-4E76C9D3437A}"/>
              </a:ext>
            </a:extLst>
          </p:cNvPr>
          <p:cNvSpPr>
            <a:spLocks noGrp="1"/>
          </p:cNvSpPr>
          <p:nvPr/>
        </p:nvSpPr>
        <p:spPr>
          <a:xfrm>
            <a:off x="10601270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2" name="菱形 401">
            <a:extLst>
              <a:ext uri="{FF2B5EF4-FFF2-40B4-BE49-F238E27FC236}">
                <a16:creationId xmlns:a16="http://schemas.microsoft.com/office/drawing/2014/main" id="{02B80CDD-3F08-4F97-9D34-996B12355FE0}"/>
              </a:ext>
            </a:extLst>
          </p:cNvPr>
          <p:cNvSpPr>
            <a:spLocks noGrp="1"/>
          </p:cNvSpPr>
          <p:nvPr/>
        </p:nvSpPr>
        <p:spPr>
          <a:xfrm>
            <a:off x="10639461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3" name="菱形 402">
            <a:extLst>
              <a:ext uri="{FF2B5EF4-FFF2-40B4-BE49-F238E27FC236}">
                <a16:creationId xmlns:a16="http://schemas.microsoft.com/office/drawing/2014/main" id="{E88A2EDE-D6A0-4BB7-8DDE-7AD0D894924B}"/>
              </a:ext>
            </a:extLst>
          </p:cNvPr>
          <p:cNvSpPr>
            <a:spLocks noGrp="1"/>
          </p:cNvSpPr>
          <p:nvPr/>
        </p:nvSpPr>
        <p:spPr>
          <a:xfrm>
            <a:off x="10629554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4" name="菱形 403">
            <a:extLst>
              <a:ext uri="{FF2B5EF4-FFF2-40B4-BE49-F238E27FC236}">
                <a16:creationId xmlns:a16="http://schemas.microsoft.com/office/drawing/2014/main" id="{1CF0C395-917F-4FCE-A2F9-E8D2D9BA519C}"/>
              </a:ext>
            </a:extLst>
          </p:cNvPr>
          <p:cNvSpPr>
            <a:spLocks noGrp="1"/>
          </p:cNvSpPr>
          <p:nvPr/>
        </p:nvSpPr>
        <p:spPr>
          <a:xfrm>
            <a:off x="10648509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5" name="菱形 404">
            <a:extLst>
              <a:ext uri="{FF2B5EF4-FFF2-40B4-BE49-F238E27FC236}">
                <a16:creationId xmlns:a16="http://schemas.microsoft.com/office/drawing/2014/main" id="{1D9844DC-E0C8-4E3F-959E-2490745C7B78}"/>
              </a:ext>
            </a:extLst>
          </p:cNvPr>
          <p:cNvSpPr>
            <a:spLocks noGrp="1"/>
          </p:cNvSpPr>
          <p:nvPr/>
        </p:nvSpPr>
        <p:spPr>
          <a:xfrm>
            <a:off x="10595301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6" name="菱形 405">
            <a:extLst>
              <a:ext uri="{FF2B5EF4-FFF2-40B4-BE49-F238E27FC236}">
                <a16:creationId xmlns:a16="http://schemas.microsoft.com/office/drawing/2014/main" id="{9DD9D1BA-C311-462F-B35B-CA68E91A7AFF}"/>
              </a:ext>
            </a:extLst>
          </p:cNvPr>
          <p:cNvSpPr>
            <a:spLocks noGrp="1"/>
          </p:cNvSpPr>
          <p:nvPr/>
        </p:nvSpPr>
        <p:spPr>
          <a:xfrm>
            <a:off x="10622755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7" name="菱形 406">
            <a:extLst>
              <a:ext uri="{FF2B5EF4-FFF2-40B4-BE49-F238E27FC236}">
                <a16:creationId xmlns:a16="http://schemas.microsoft.com/office/drawing/2014/main" id="{32655C1B-8AC6-453E-9732-A97A65560E2A}"/>
              </a:ext>
            </a:extLst>
          </p:cNvPr>
          <p:cNvSpPr>
            <a:spLocks noGrp="1"/>
          </p:cNvSpPr>
          <p:nvPr/>
        </p:nvSpPr>
        <p:spPr>
          <a:xfrm>
            <a:off x="10536225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8" name="菱形 407">
            <a:extLst>
              <a:ext uri="{FF2B5EF4-FFF2-40B4-BE49-F238E27FC236}">
                <a16:creationId xmlns:a16="http://schemas.microsoft.com/office/drawing/2014/main" id="{9E794A33-6F87-436E-B030-B168F62B64D5}"/>
              </a:ext>
            </a:extLst>
          </p:cNvPr>
          <p:cNvSpPr>
            <a:spLocks noGrp="1"/>
          </p:cNvSpPr>
          <p:nvPr/>
        </p:nvSpPr>
        <p:spPr>
          <a:xfrm>
            <a:off x="10548286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9" name="菱形 408">
            <a:extLst>
              <a:ext uri="{FF2B5EF4-FFF2-40B4-BE49-F238E27FC236}">
                <a16:creationId xmlns:a16="http://schemas.microsoft.com/office/drawing/2014/main" id="{A21B8D71-9791-4F08-8A0C-9EA332F6B021}"/>
              </a:ext>
            </a:extLst>
          </p:cNvPr>
          <p:cNvSpPr>
            <a:spLocks noGrp="1"/>
          </p:cNvSpPr>
          <p:nvPr/>
        </p:nvSpPr>
        <p:spPr>
          <a:xfrm>
            <a:off x="10631144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0" name="菱形 409">
            <a:extLst>
              <a:ext uri="{FF2B5EF4-FFF2-40B4-BE49-F238E27FC236}">
                <a16:creationId xmlns:a16="http://schemas.microsoft.com/office/drawing/2014/main" id="{1528E03A-A7A6-47D5-A13E-93E7C466BF62}"/>
              </a:ext>
            </a:extLst>
          </p:cNvPr>
          <p:cNvSpPr>
            <a:spLocks noGrp="1"/>
          </p:cNvSpPr>
          <p:nvPr/>
        </p:nvSpPr>
        <p:spPr>
          <a:xfrm>
            <a:off x="10530850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1" name="菱形 410">
            <a:extLst>
              <a:ext uri="{FF2B5EF4-FFF2-40B4-BE49-F238E27FC236}">
                <a16:creationId xmlns:a16="http://schemas.microsoft.com/office/drawing/2014/main" id="{1427F9D8-8557-46FA-8611-2CCB5894C31A}"/>
              </a:ext>
            </a:extLst>
          </p:cNvPr>
          <p:cNvSpPr>
            <a:spLocks noGrp="1"/>
          </p:cNvSpPr>
          <p:nvPr/>
        </p:nvSpPr>
        <p:spPr>
          <a:xfrm>
            <a:off x="10638331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2" name="菱形 411">
            <a:extLst>
              <a:ext uri="{FF2B5EF4-FFF2-40B4-BE49-F238E27FC236}">
                <a16:creationId xmlns:a16="http://schemas.microsoft.com/office/drawing/2014/main" id="{2EA4C061-0B28-4987-A53B-02077D92C242}"/>
              </a:ext>
            </a:extLst>
          </p:cNvPr>
          <p:cNvSpPr>
            <a:spLocks noGrp="1"/>
          </p:cNvSpPr>
          <p:nvPr/>
        </p:nvSpPr>
        <p:spPr>
          <a:xfrm>
            <a:off x="10502260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3" name="菱形 412">
            <a:extLst>
              <a:ext uri="{FF2B5EF4-FFF2-40B4-BE49-F238E27FC236}">
                <a16:creationId xmlns:a16="http://schemas.microsoft.com/office/drawing/2014/main" id="{1074D871-C47A-43ED-8C75-9FBDFB2EAA3D}"/>
              </a:ext>
            </a:extLst>
          </p:cNvPr>
          <p:cNvSpPr>
            <a:spLocks noGrp="1"/>
          </p:cNvSpPr>
          <p:nvPr/>
        </p:nvSpPr>
        <p:spPr>
          <a:xfrm>
            <a:off x="10512808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4" name="菱形 413">
            <a:extLst>
              <a:ext uri="{FF2B5EF4-FFF2-40B4-BE49-F238E27FC236}">
                <a16:creationId xmlns:a16="http://schemas.microsoft.com/office/drawing/2014/main" id="{81A974C2-15E0-4123-B98E-0B5E961C382D}"/>
              </a:ext>
            </a:extLst>
          </p:cNvPr>
          <p:cNvSpPr>
            <a:spLocks noGrp="1"/>
          </p:cNvSpPr>
          <p:nvPr/>
        </p:nvSpPr>
        <p:spPr>
          <a:xfrm>
            <a:off x="10452449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5" name="菱形 414">
            <a:extLst>
              <a:ext uri="{FF2B5EF4-FFF2-40B4-BE49-F238E27FC236}">
                <a16:creationId xmlns:a16="http://schemas.microsoft.com/office/drawing/2014/main" id="{84EBBBE9-68E5-4EE1-A21B-39A6C2D85AFA}"/>
              </a:ext>
            </a:extLst>
          </p:cNvPr>
          <p:cNvSpPr>
            <a:spLocks noGrp="1"/>
          </p:cNvSpPr>
          <p:nvPr/>
        </p:nvSpPr>
        <p:spPr>
          <a:xfrm>
            <a:off x="10552642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6" name="菱形 415">
            <a:extLst>
              <a:ext uri="{FF2B5EF4-FFF2-40B4-BE49-F238E27FC236}">
                <a16:creationId xmlns:a16="http://schemas.microsoft.com/office/drawing/2014/main" id="{4D4ED9F0-EAEE-42B1-BE30-8BBCEF8DD372}"/>
              </a:ext>
            </a:extLst>
          </p:cNvPr>
          <p:cNvSpPr>
            <a:spLocks noGrp="1"/>
          </p:cNvSpPr>
          <p:nvPr/>
        </p:nvSpPr>
        <p:spPr>
          <a:xfrm>
            <a:off x="10622414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7" name="菱形 416">
            <a:extLst>
              <a:ext uri="{FF2B5EF4-FFF2-40B4-BE49-F238E27FC236}">
                <a16:creationId xmlns:a16="http://schemas.microsoft.com/office/drawing/2014/main" id="{B6FDEAF0-6CF9-4C26-95F2-67DA01171ECE}"/>
              </a:ext>
            </a:extLst>
          </p:cNvPr>
          <p:cNvSpPr>
            <a:spLocks noGrp="1"/>
          </p:cNvSpPr>
          <p:nvPr/>
        </p:nvSpPr>
        <p:spPr>
          <a:xfrm>
            <a:off x="10621307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8" name="菱形 417">
            <a:extLst>
              <a:ext uri="{FF2B5EF4-FFF2-40B4-BE49-F238E27FC236}">
                <a16:creationId xmlns:a16="http://schemas.microsoft.com/office/drawing/2014/main" id="{A197C6E7-1DE3-4900-B667-CC6474037EF5}"/>
              </a:ext>
            </a:extLst>
          </p:cNvPr>
          <p:cNvSpPr>
            <a:spLocks noGrp="1"/>
          </p:cNvSpPr>
          <p:nvPr/>
        </p:nvSpPr>
        <p:spPr>
          <a:xfrm>
            <a:off x="10570119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9" name="椭圆 418">
            <a:extLst>
              <a:ext uri="{FF2B5EF4-FFF2-40B4-BE49-F238E27FC236}">
                <a16:creationId xmlns:a16="http://schemas.microsoft.com/office/drawing/2014/main" id="{DF06165B-2482-4548-BBCC-027699D4598F}"/>
              </a:ext>
            </a:extLst>
          </p:cNvPr>
          <p:cNvSpPr>
            <a:spLocks noGrp="1"/>
          </p:cNvSpPr>
          <p:nvPr/>
        </p:nvSpPr>
        <p:spPr>
          <a:xfrm>
            <a:off x="10629632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20" name="菱形 419">
            <a:extLst>
              <a:ext uri="{FF2B5EF4-FFF2-40B4-BE49-F238E27FC236}">
                <a16:creationId xmlns:a16="http://schemas.microsoft.com/office/drawing/2014/main" id="{5FF4A3C3-91C2-4D00-B498-BD2E901D8E4B}"/>
              </a:ext>
            </a:extLst>
          </p:cNvPr>
          <p:cNvSpPr>
            <a:spLocks noGrp="1"/>
          </p:cNvSpPr>
          <p:nvPr/>
        </p:nvSpPr>
        <p:spPr>
          <a:xfrm>
            <a:off x="10039985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1" name="菱形 420">
            <a:extLst>
              <a:ext uri="{FF2B5EF4-FFF2-40B4-BE49-F238E27FC236}">
                <a16:creationId xmlns:a16="http://schemas.microsoft.com/office/drawing/2014/main" id="{45B952D7-89C1-4D72-AAA5-850CB74F2CD3}"/>
              </a:ext>
            </a:extLst>
          </p:cNvPr>
          <p:cNvSpPr>
            <a:spLocks noGrp="1"/>
          </p:cNvSpPr>
          <p:nvPr/>
        </p:nvSpPr>
        <p:spPr>
          <a:xfrm>
            <a:off x="9987396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2" name="菱形 421">
            <a:extLst>
              <a:ext uri="{FF2B5EF4-FFF2-40B4-BE49-F238E27FC236}">
                <a16:creationId xmlns:a16="http://schemas.microsoft.com/office/drawing/2014/main" id="{E9D31B49-E835-4A7E-AD95-A2397AB55B5A}"/>
              </a:ext>
            </a:extLst>
          </p:cNvPr>
          <p:cNvSpPr>
            <a:spLocks noGrp="1"/>
          </p:cNvSpPr>
          <p:nvPr/>
        </p:nvSpPr>
        <p:spPr>
          <a:xfrm>
            <a:off x="10018376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3" name="菱形 422">
            <a:extLst>
              <a:ext uri="{FF2B5EF4-FFF2-40B4-BE49-F238E27FC236}">
                <a16:creationId xmlns:a16="http://schemas.microsoft.com/office/drawing/2014/main" id="{A020494D-85DB-488F-BC69-D0DF5FBD941C}"/>
              </a:ext>
            </a:extLst>
          </p:cNvPr>
          <p:cNvSpPr>
            <a:spLocks noGrp="1"/>
          </p:cNvSpPr>
          <p:nvPr/>
        </p:nvSpPr>
        <p:spPr>
          <a:xfrm>
            <a:off x="10056567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4" name="菱形 423">
            <a:extLst>
              <a:ext uri="{FF2B5EF4-FFF2-40B4-BE49-F238E27FC236}">
                <a16:creationId xmlns:a16="http://schemas.microsoft.com/office/drawing/2014/main" id="{1FBDBD97-AA54-4BCD-8924-4DABBBE8A429}"/>
              </a:ext>
            </a:extLst>
          </p:cNvPr>
          <p:cNvSpPr>
            <a:spLocks noGrp="1"/>
          </p:cNvSpPr>
          <p:nvPr/>
        </p:nvSpPr>
        <p:spPr>
          <a:xfrm>
            <a:off x="10046660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5" name="菱形 424">
            <a:extLst>
              <a:ext uri="{FF2B5EF4-FFF2-40B4-BE49-F238E27FC236}">
                <a16:creationId xmlns:a16="http://schemas.microsoft.com/office/drawing/2014/main" id="{1EBB2038-5FF8-41C8-9514-4C287655F0FC}"/>
              </a:ext>
            </a:extLst>
          </p:cNvPr>
          <p:cNvSpPr>
            <a:spLocks noGrp="1"/>
          </p:cNvSpPr>
          <p:nvPr/>
        </p:nvSpPr>
        <p:spPr>
          <a:xfrm>
            <a:off x="10065615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6" name="菱形 425">
            <a:extLst>
              <a:ext uri="{FF2B5EF4-FFF2-40B4-BE49-F238E27FC236}">
                <a16:creationId xmlns:a16="http://schemas.microsoft.com/office/drawing/2014/main" id="{B96D970B-BBFE-4195-B73F-CF250BE0CFCD}"/>
              </a:ext>
            </a:extLst>
          </p:cNvPr>
          <p:cNvSpPr>
            <a:spLocks noGrp="1"/>
          </p:cNvSpPr>
          <p:nvPr/>
        </p:nvSpPr>
        <p:spPr>
          <a:xfrm>
            <a:off x="10012407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7" name="菱形 426">
            <a:extLst>
              <a:ext uri="{FF2B5EF4-FFF2-40B4-BE49-F238E27FC236}">
                <a16:creationId xmlns:a16="http://schemas.microsoft.com/office/drawing/2014/main" id="{DEB516C8-96E3-472E-918E-3EF5066628DF}"/>
              </a:ext>
            </a:extLst>
          </p:cNvPr>
          <p:cNvSpPr>
            <a:spLocks noGrp="1"/>
          </p:cNvSpPr>
          <p:nvPr/>
        </p:nvSpPr>
        <p:spPr>
          <a:xfrm>
            <a:off x="10039861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8" name="菱形 427">
            <a:extLst>
              <a:ext uri="{FF2B5EF4-FFF2-40B4-BE49-F238E27FC236}">
                <a16:creationId xmlns:a16="http://schemas.microsoft.com/office/drawing/2014/main" id="{0752EC04-936D-43E2-A42E-C8C11793EBEA}"/>
              </a:ext>
            </a:extLst>
          </p:cNvPr>
          <p:cNvSpPr>
            <a:spLocks noGrp="1"/>
          </p:cNvSpPr>
          <p:nvPr/>
        </p:nvSpPr>
        <p:spPr>
          <a:xfrm>
            <a:off x="9953331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9" name="菱形 428">
            <a:extLst>
              <a:ext uri="{FF2B5EF4-FFF2-40B4-BE49-F238E27FC236}">
                <a16:creationId xmlns:a16="http://schemas.microsoft.com/office/drawing/2014/main" id="{87753BC1-5886-48F6-BD75-4E073F150AA9}"/>
              </a:ext>
            </a:extLst>
          </p:cNvPr>
          <p:cNvSpPr>
            <a:spLocks noGrp="1"/>
          </p:cNvSpPr>
          <p:nvPr/>
        </p:nvSpPr>
        <p:spPr>
          <a:xfrm>
            <a:off x="9965392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0" name="菱形 429">
            <a:extLst>
              <a:ext uri="{FF2B5EF4-FFF2-40B4-BE49-F238E27FC236}">
                <a16:creationId xmlns:a16="http://schemas.microsoft.com/office/drawing/2014/main" id="{1E3E6DC2-BF0C-4CBB-B944-FE0CD40761E3}"/>
              </a:ext>
            </a:extLst>
          </p:cNvPr>
          <p:cNvSpPr>
            <a:spLocks noGrp="1"/>
          </p:cNvSpPr>
          <p:nvPr/>
        </p:nvSpPr>
        <p:spPr>
          <a:xfrm>
            <a:off x="10048250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1" name="菱形 430">
            <a:extLst>
              <a:ext uri="{FF2B5EF4-FFF2-40B4-BE49-F238E27FC236}">
                <a16:creationId xmlns:a16="http://schemas.microsoft.com/office/drawing/2014/main" id="{7F47A33E-62FD-4307-909F-E04E2B42B517}"/>
              </a:ext>
            </a:extLst>
          </p:cNvPr>
          <p:cNvSpPr>
            <a:spLocks noGrp="1"/>
          </p:cNvSpPr>
          <p:nvPr/>
        </p:nvSpPr>
        <p:spPr>
          <a:xfrm>
            <a:off x="9947956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2" name="菱形 431">
            <a:extLst>
              <a:ext uri="{FF2B5EF4-FFF2-40B4-BE49-F238E27FC236}">
                <a16:creationId xmlns:a16="http://schemas.microsoft.com/office/drawing/2014/main" id="{653674A4-79F0-4F40-A6B0-6B24730DB9D4}"/>
              </a:ext>
            </a:extLst>
          </p:cNvPr>
          <p:cNvSpPr>
            <a:spLocks noGrp="1"/>
          </p:cNvSpPr>
          <p:nvPr/>
        </p:nvSpPr>
        <p:spPr>
          <a:xfrm>
            <a:off x="10055437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3" name="菱形 432">
            <a:extLst>
              <a:ext uri="{FF2B5EF4-FFF2-40B4-BE49-F238E27FC236}">
                <a16:creationId xmlns:a16="http://schemas.microsoft.com/office/drawing/2014/main" id="{A310BDFA-798C-452E-8CF3-0D50E7CE41BE}"/>
              </a:ext>
            </a:extLst>
          </p:cNvPr>
          <p:cNvSpPr>
            <a:spLocks noGrp="1"/>
          </p:cNvSpPr>
          <p:nvPr/>
        </p:nvSpPr>
        <p:spPr>
          <a:xfrm>
            <a:off x="9919366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4" name="菱形 433">
            <a:extLst>
              <a:ext uri="{FF2B5EF4-FFF2-40B4-BE49-F238E27FC236}">
                <a16:creationId xmlns:a16="http://schemas.microsoft.com/office/drawing/2014/main" id="{169FE758-646E-4FE0-85A5-EAC221541982}"/>
              </a:ext>
            </a:extLst>
          </p:cNvPr>
          <p:cNvSpPr>
            <a:spLocks noGrp="1"/>
          </p:cNvSpPr>
          <p:nvPr/>
        </p:nvSpPr>
        <p:spPr>
          <a:xfrm>
            <a:off x="9929914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5" name="菱形 434">
            <a:extLst>
              <a:ext uri="{FF2B5EF4-FFF2-40B4-BE49-F238E27FC236}">
                <a16:creationId xmlns:a16="http://schemas.microsoft.com/office/drawing/2014/main" id="{B2A9949B-ECF2-4879-A599-2534754D6155}"/>
              </a:ext>
            </a:extLst>
          </p:cNvPr>
          <p:cNvSpPr>
            <a:spLocks noGrp="1"/>
          </p:cNvSpPr>
          <p:nvPr/>
        </p:nvSpPr>
        <p:spPr>
          <a:xfrm>
            <a:off x="9869555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6" name="菱形 435">
            <a:extLst>
              <a:ext uri="{FF2B5EF4-FFF2-40B4-BE49-F238E27FC236}">
                <a16:creationId xmlns:a16="http://schemas.microsoft.com/office/drawing/2014/main" id="{7405EEC8-2191-4AB8-AFF5-411ECB8AA57E}"/>
              </a:ext>
            </a:extLst>
          </p:cNvPr>
          <p:cNvSpPr>
            <a:spLocks noGrp="1"/>
          </p:cNvSpPr>
          <p:nvPr/>
        </p:nvSpPr>
        <p:spPr>
          <a:xfrm>
            <a:off x="9969748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7" name="菱形 436">
            <a:extLst>
              <a:ext uri="{FF2B5EF4-FFF2-40B4-BE49-F238E27FC236}">
                <a16:creationId xmlns:a16="http://schemas.microsoft.com/office/drawing/2014/main" id="{35BC5A9A-389B-4192-B198-EECB7400DE2D}"/>
              </a:ext>
            </a:extLst>
          </p:cNvPr>
          <p:cNvSpPr>
            <a:spLocks noGrp="1"/>
          </p:cNvSpPr>
          <p:nvPr/>
        </p:nvSpPr>
        <p:spPr>
          <a:xfrm>
            <a:off x="10039520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8" name="菱形 437">
            <a:extLst>
              <a:ext uri="{FF2B5EF4-FFF2-40B4-BE49-F238E27FC236}">
                <a16:creationId xmlns:a16="http://schemas.microsoft.com/office/drawing/2014/main" id="{DC440E45-C59E-4B29-AA99-70473290FBEC}"/>
              </a:ext>
            </a:extLst>
          </p:cNvPr>
          <p:cNvSpPr>
            <a:spLocks noGrp="1"/>
          </p:cNvSpPr>
          <p:nvPr/>
        </p:nvSpPr>
        <p:spPr>
          <a:xfrm>
            <a:off x="10038413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9" name="菱形 438">
            <a:extLst>
              <a:ext uri="{FF2B5EF4-FFF2-40B4-BE49-F238E27FC236}">
                <a16:creationId xmlns:a16="http://schemas.microsoft.com/office/drawing/2014/main" id="{26B8D9E4-0AA7-4D95-8B76-598757EF0B52}"/>
              </a:ext>
            </a:extLst>
          </p:cNvPr>
          <p:cNvSpPr>
            <a:spLocks noGrp="1"/>
          </p:cNvSpPr>
          <p:nvPr/>
        </p:nvSpPr>
        <p:spPr>
          <a:xfrm>
            <a:off x="9987225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0" name="椭圆 439">
            <a:extLst>
              <a:ext uri="{FF2B5EF4-FFF2-40B4-BE49-F238E27FC236}">
                <a16:creationId xmlns:a16="http://schemas.microsoft.com/office/drawing/2014/main" id="{74BA384E-1067-4B41-B4F5-05986A242E82}"/>
              </a:ext>
            </a:extLst>
          </p:cNvPr>
          <p:cNvSpPr>
            <a:spLocks noGrp="1"/>
          </p:cNvSpPr>
          <p:nvPr/>
        </p:nvSpPr>
        <p:spPr>
          <a:xfrm>
            <a:off x="10046738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41" name="菱形 440">
            <a:extLst>
              <a:ext uri="{FF2B5EF4-FFF2-40B4-BE49-F238E27FC236}">
                <a16:creationId xmlns:a16="http://schemas.microsoft.com/office/drawing/2014/main" id="{F031CCA8-8A43-450D-8A6B-EC1C4AD0D94B}"/>
              </a:ext>
            </a:extLst>
          </p:cNvPr>
          <p:cNvSpPr>
            <a:spLocks noGrp="1"/>
          </p:cNvSpPr>
          <p:nvPr/>
        </p:nvSpPr>
        <p:spPr>
          <a:xfrm>
            <a:off x="10039985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2" name="菱形 441">
            <a:extLst>
              <a:ext uri="{FF2B5EF4-FFF2-40B4-BE49-F238E27FC236}">
                <a16:creationId xmlns:a16="http://schemas.microsoft.com/office/drawing/2014/main" id="{2A0485F3-CAE0-4636-981B-7F52EB740EFC}"/>
              </a:ext>
            </a:extLst>
          </p:cNvPr>
          <p:cNvSpPr>
            <a:spLocks noGrp="1"/>
          </p:cNvSpPr>
          <p:nvPr/>
        </p:nvSpPr>
        <p:spPr>
          <a:xfrm>
            <a:off x="9987396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3" name="菱形 442">
            <a:extLst>
              <a:ext uri="{FF2B5EF4-FFF2-40B4-BE49-F238E27FC236}">
                <a16:creationId xmlns:a16="http://schemas.microsoft.com/office/drawing/2014/main" id="{95EEEDCA-AFD6-48CA-AED7-A588022021EC}"/>
              </a:ext>
            </a:extLst>
          </p:cNvPr>
          <p:cNvSpPr>
            <a:spLocks noGrp="1"/>
          </p:cNvSpPr>
          <p:nvPr/>
        </p:nvSpPr>
        <p:spPr>
          <a:xfrm>
            <a:off x="10018376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4" name="菱形 443">
            <a:extLst>
              <a:ext uri="{FF2B5EF4-FFF2-40B4-BE49-F238E27FC236}">
                <a16:creationId xmlns:a16="http://schemas.microsoft.com/office/drawing/2014/main" id="{DE448C49-1A8E-4B99-89E1-C658291718F3}"/>
              </a:ext>
            </a:extLst>
          </p:cNvPr>
          <p:cNvSpPr>
            <a:spLocks noGrp="1"/>
          </p:cNvSpPr>
          <p:nvPr/>
        </p:nvSpPr>
        <p:spPr>
          <a:xfrm>
            <a:off x="10056567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5" name="菱形 444">
            <a:extLst>
              <a:ext uri="{FF2B5EF4-FFF2-40B4-BE49-F238E27FC236}">
                <a16:creationId xmlns:a16="http://schemas.microsoft.com/office/drawing/2014/main" id="{0F57970B-9333-443E-8E5E-C115FC205381}"/>
              </a:ext>
            </a:extLst>
          </p:cNvPr>
          <p:cNvSpPr>
            <a:spLocks noGrp="1"/>
          </p:cNvSpPr>
          <p:nvPr/>
        </p:nvSpPr>
        <p:spPr>
          <a:xfrm>
            <a:off x="10046660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6" name="菱形 445">
            <a:extLst>
              <a:ext uri="{FF2B5EF4-FFF2-40B4-BE49-F238E27FC236}">
                <a16:creationId xmlns:a16="http://schemas.microsoft.com/office/drawing/2014/main" id="{E5C575C9-564A-4911-B741-DCA2E7DCAFD5}"/>
              </a:ext>
            </a:extLst>
          </p:cNvPr>
          <p:cNvSpPr>
            <a:spLocks noGrp="1"/>
          </p:cNvSpPr>
          <p:nvPr/>
        </p:nvSpPr>
        <p:spPr>
          <a:xfrm>
            <a:off x="10065615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7" name="菱形 446">
            <a:extLst>
              <a:ext uri="{FF2B5EF4-FFF2-40B4-BE49-F238E27FC236}">
                <a16:creationId xmlns:a16="http://schemas.microsoft.com/office/drawing/2014/main" id="{0FBCCA3F-34D5-4211-825F-9FDDAB0D7796}"/>
              </a:ext>
            </a:extLst>
          </p:cNvPr>
          <p:cNvSpPr>
            <a:spLocks noGrp="1"/>
          </p:cNvSpPr>
          <p:nvPr/>
        </p:nvSpPr>
        <p:spPr>
          <a:xfrm>
            <a:off x="10012407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8" name="菱形 447">
            <a:extLst>
              <a:ext uri="{FF2B5EF4-FFF2-40B4-BE49-F238E27FC236}">
                <a16:creationId xmlns:a16="http://schemas.microsoft.com/office/drawing/2014/main" id="{4EB2B893-1BC7-4016-AC62-93BBB4EA3927}"/>
              </a:ext>
            </a:extLst>
          </p:cNvPr>
          <p:cNvSpPr>
            <a:spLocks noGrp="1"/>
          </p:cNvSpPr>
          <p:nvPr/>
        </p:nvSpPr>
        <p:spPr>
          <a:xfrm>
            <a:off x="10039861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9" name="菱形 448">
            <a:extLst>
              <a:ext uri="{FF2B5EF4-FFF2-40B4-BE49-F238E27FC236}">
                <a16:creationId xmlns:a16="http://schemas.microsoft.com/office/drawing/2014/main" id="{8065F84C-7B4C-4214-92AF-1A121CD12C15}"/>
              </a:ext>
            </a:extLst>
          </p:cNvPr>
          <p:cNvSpPr>
            <a:spLocks noGrp="1"/>
          </p:cNvSpPr>
          <p:nvPr/>
        </p:nvSpPr>
        <p:spPr>
          <a:xfrm>
            <a:off x="9953331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0" name="菱形 449">
            <a:extLst>
              <a:ext uri="{FF2B5EF4-FFF2-40B4-BE49-F238E27FC236}">
                <a16:creationId xmlns:a16="http://schemas.microsoft.com/office/drawing/2014/main" id="{A31DEA3C-58C7-4566-864F-96912D862D86}"/>
              </a:ext>
            </a:extLst>
          </p:cNvPr>
          <p:cNvSpPr>
            <a:spLocks noGrp="1"/>
          </p:cNvSpPr>
          <p:nvPr/>
        </p:nvSpPr>
        <p:spPr>
          <a:xfrm>
            <a:off x="9965392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1" name="菱形 450">
            <a:extLst>
              <a:ext uri="{FF2B5EF4-FFF2-40B4-BE49-F238E27FC236}">
                <a16:creationId xmlns:a16="http://schemas.microsoft.com/office/drawing/2014/main" id="{307A4941-80D0-40B2-B194-0823B2F8FFA0}"/>
              </a:ext>
            </a:extLst>
          </p:cNvPr>
          <p:cNvSpPr>
            <a:spLocks noGrp="1"/>
          </p:cNvSpPr>
          <p:nvPr/>
        </p:nvSpPr>
        <p:spPr>
          <a:xfrm>
            <a:off x="10048250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2" name="菱形 451">
            <a:extLst>
              <a:ext uri="{FF2B5EF4-FFF2-40B4-BE49-F238E27FC236}">
                <a16:creationId xmlns:a16="http://schemas.microsoft.com/office/drawing/2014/main" id="{2DB10FDD-16FC-4B91-BD7E-0C9033FD8714}"/>
              </a:ext>
            </a:extLst>
          </p:cNvPr>
          <p:cNvSpPr>
            <a:spLocks noGrp="1"/>
          </p:cNvSpPr>
          <p:nvPr/>
        </p:nvSpPr>
        <p:spPr>
          <a:xfrm>
            <a:off x="9947956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3" name="菱形 452">
            <a:extLst>
              <a:ext uri="{FF2B5EF4-FFF2-40B4-BE49-F238E27FC236}">
                <a16:creationId xmlns:a16="http://schemas.microsoft.com/office/drawing/2014/main" id="{2888E043-F800-4E09-BF96-97A7B2BEF258}"/>
              </a:ext>
            </a:extLst>
          </p:cNvPr>
          <p:cNvSpPr>
            <a:spLocks noGrp="1"/>
          </p:cNvSpPr>
          <p:nvPr/>
        </p:nvSpPr>
        <p:spPr>
          <a:xfrm>
            <a:off x="10055437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4" name="菱形 453">
            <a:extLst>
              <a:ext uri="{FF2B5EF4-FFF2-40B4-BE49-F238E27FC236}">
                <a16:creationId xmlns:a16="http://schemas.microsoft.com/office/drawing/2014/main" id="{0D0143E3-6345-4434-B58D-6E1732B8D6B7}"/>
              </a:ext>
            </a:extLst>
          </p:cNvPr>
          <p:cNvSpPr>
            <a:spLocks noGrp="1"/>
          </p:cNvSpPr>
          <p:nvPr/>
        </p:nvSpPr>
        <p:spPr>
          <a:xfrm>
            <a:off x="9919366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5" name="菱形 454">
            <a:extLst>
              <a:ext uri="{FF2B5EF4-FFF2-40B4-BE49-F238E27FC236}">
                <a16:creationId xmlns:a16="http://schemas.microsoft.com/office/drawing/2014/main" id="{4084F8CC-CB1C-4766-BCFE-60C2B68DB02A}"/>
              </a:ext>
            </a:extLst>
          </p:cNvPr>
          <p:cNvSpPr>
            <a:spLocks noGrp="1"/>
          </p:cNvSpPr>
          <p:nvPr/>
        </p:nvSpPr>
        <p:spPr>
          <a:xfrm>
            <a:off x="9929914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6" name="菱形 455">
            <a:extLst>
              <a:ext uri="{FF2B5EF4-FFF2-40B4-BE49-F238E27FC236}">
                <a16:creationId xmlns:a16="http://schemas.microsoft.com/office/drawing/2014/main" id="{88040B08-9BF9-49E7-8546-7B12A84C522C}"/>
              </a:ext>
            </a:extLst>
          </p:cNvPr>
          <p:cNvSpPr>
            <a:spLocks noGrp="1"/>
          </p:cNvSpPr>
          <p:nvPr/>
        </p:nvSpPr>
        <p:spPr>
          <a:xfrm>
            <a:off x="9869555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7" name="菱形 456">
            <a:extLst>
              <a:ext uri="{FF2B5EF4-FFF2-40B4-BE49-F238E27FC236}">
                <a16:creationId xmlns:a16="http://schemas.microsoft.com/office/drawing/2014/main" id="{A0D9CFE0-2110-49E1-A0AB-E2C9E6150FB8}"/>
              </a:ext>
            </a:extLst>
          </p:cNvPr>
          <p:cNvSpPr>
            <a:spLocks noGrp="1"/>
          </p:cNvSpPr>
          <p:nvPr/>
        </p:nvSpPr>
        <p:spPr>
          <a:xfrm>
            <a:off x="9969748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8" name="菱形 457">
            <a:extLst>
              <a:ext uri="{FF2B5EF4-FFF2-40B4-BE49-F238E27FC236}">
                <a16:creationId xmlns:a16="http://schemas.microsoft.com/office/drawing/2014/main" id="{6C9E9844-4199-46A9-9457-5B819EF175E4}"/>
              </a:ext>
            </a:extLst>
          </p:cNvPr>
          <p:cNvSpPr>
            <a:spLocks noGrp="1"/>
          </p:cNvSpPr>
          <p:nvPr/>
        </p:nvSpPr>
        <p:spPr>
          <a:xfrm>
            <a:off x="10039520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9" name="菱形 458">
            <a:extLst>
              <a:ext uri="{FF2B5EF4-FFF2-40B4-BE49-F238E27FC236}">
                <a16:creationId xmlns:a16="http://schemas.microsoft.com/office/drawing/2014/main" id="{BF8BF348-52EA-419C-8EA7-BAB52C7F0371}"/>
              </a:ext>
            </a:extLst>
          </p:cNvPr>
          <p:cNvSpPr>
            <a:spLocks noGrp="1"/>
          </p:cNvSpPr>
          <p:nvPr/>
        </p:nvSpPr>
        <p:spPr>
          <a:xfrm>
            <a:off x="10038413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0" name="菱形 459">
            <a:extLst>
              <a:ext uri="{FF2B5EF4-FFF2-40B4-BE49-F238E27FC236}">
                <a16:creationId xmlns:a16="http://schemas.microsoft.com/office/drawing/2014/main" id="{BB75086F-F76F-4467-A370-C2E073835A8D}"/>
              </a:ext>
            </a:extLst>
          </p:cNvPr>
          <p:cNvSpPr>
            <a:spLocks noGrp="1"/>
          </p:cNvSpPr>
          <p:nvPr/>
        </p:nvSpPr>
        <p:spPr>
          <a:xfrm>
            <a:off x="9987225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1" name="椭圆 460">
            <a:extLst>
              <a:ext uri="{FF2B5EF4-FFF2-40B4-BE49-F238E27FC236}">
                <a16:creationId xmlns:a16="http://schemas.microsoft.com/office/drawing/2014/main" id="{BCCA9CB8-A2E4-483F-8993-D4A41100ADF6}"/>
              </a:ext>
            </a:extLst>
          </p:cNvPr>
          <p:cNvSpPr>
            <a:spLocks noGrp="1"/>
          </p:cNvSpPr>
          <p:nvPr/>
        </p:nvSpPr>
        <p:spPr>
          <a:xfrm>
            <a:off x="10046738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62" name="菱形 461">
            <a:extLst>
              <a:ext uri="{FF2B5EF4-FFF2-40B4-BE49-F238E27FC236}">
                <a16:creationId xmlns:a16="http://schemas.microsoft.com/office/drawing/2014/main" id="{3471FE30-07DC-4DBF-B319-87E27A152987}"/>
              </a:ext>
            </a:extLst>
          </p:cNvPr>
          <p:cNvSpPr>
            <a:spLocks noGrp="1"/>
          </p:cNvSpPr>
          <p:nvPr/>
        </p:nvSpPr>
        <p:spPr>
          <a:xfrm>
            <a:off x="10211010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3" name="菱形 462">
            <a:extLst>
              <a:ext uri="{FF2B5EF4-FFF2-40B4-BE49-F238E27FC236}">
                <a16:creationId xmlns:a16="http://schemas.microsoft.com/office/drawing/2014/main" id="{BDC30B71-ACA3-436E-8DD1-8F2B9CD74B19}"/>
              </a:ext>
            </a:extLst>
          </p:cNvPr>
          <p:cNvSpPr>
            <a:spLocks noGrp="1"/>
          </p:cNvSpPr>
          <p:nvPr/>
        </p:nvSpPr>
        <p:spPr>
          <a:xfrm>
            <a:off x="10158420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4" name="菱形 463">
            <a:extLst>
              <a:ext uri="{FF2B5EF4-FFF2-40B4-BE49-F238E27FC236}">
                <a16:creationId xmlns:a16="http://schemas.microsoft.com/office/drawing/2014/main" id="{36A1F751-7032-463A-AECA-F2F4E5177F2E}"/>
              </a:ext>
            </a:extLst>
          </p:cNvPr>
          <p:cNvSpPr>
            <a:spLocks noGrp="1"/>
          </p:cNvSpPr>
          <p:nvPr/>
        </p:nvSpPr>
        <p:spPr>
          <a:xfrm>
            <a:off x="10189401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5" name="菱形 464">
            <a:extLst>
              <a:ext uri="{FF2B5EF4-FFF2-40B4-BE49-F238E27FC236}">
                <a16:creationId xmlns:a16="http://schemas.microsoft.com/office/drawing/2014/main" id="{58DD90C7-CE32-4FBE-88ED-BE552C5A1B2D}"/>
              </a:ext>
            </a:extLst>
          </p:cNvPr>
          <p:cNvSpPr>
            <a:spLocks noGrp="1"/>
          </p:cNvSpPr>
          <p:nvPr/>
        </p:nvSpPr>
        <p:spPr>
          <a:xfrm>
            <a:off x="10227592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6" name="菱形 465">
            <a:extLst>
              <a:ext uri="{FF2B5EF4-FFF2-40B4-BE49-F238E27FC236}">
                <a16:creationId xmlns:a16="http://schemas.microsoft.com/office/drawing/2014/main" id="{A4750CDB-CD2E-4234-8874-5F823C579E87}"/>
              </a:ext>
            </a:extLst>
          </p:cNvPr>
          <p:cNvSpPr>
            <a:spLocks noGrp="1"/>
          </p:cNvSpPr>
          <p:nvPr/>
        </p:nvSpPr>
        <p:spPr>
          <a:xfrm>
            <a:off x="10217685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7" name="菱形 466">
            <a:extLst>
              <a:ext uri="{FF2B5EF4-FFF2-40B4-BE49-F238E27FC236}">
                <a16:creationId xmlns:a16="http://schemas.microsoft.com/office/drawing/2014/main" id="{9A8E6C70-08AE-4216-A5D4-F2360E34391A}"/>
              </a:ext>
            </a:extLst>
          </p:cNvPr>
          <p:cNvSpPr>
            <a:spLocks noGrp="1"/>
          </p:cNvSpPr>
          <p:nvPr/>
        </p:nvSpPr>
        <p:spPr>
          <a:xfrm>
            <a:off x="10236640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8" name="菱形 467">
            <a:extLst>
              <a:ext uri="{FF2B5EF4-FFF2-40B4-BE49-F238E27FC236}">
                <a16:creationId xmlns:a16="http://schemas.microsoft.com/office/drawing/2014/main" id="{9FFC8395-E5F6-41EA-80AF-0A239C775242}"/>
              </a:ext>
            </a:extLst>
          </p:cNvPr>
          <p:cNvSpPr>
            <a:spLocks noGrp="1"/>
          </p:cNvSpPr>
          <p:nvPr/>
        </p:nvSpPr>
        <p:spPr>
          <a:xfrm>
            <a:off x="10183432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9" name="菱形 468">
            <a:extLst>
              <a:ext uri="{FF2B5EF4-FFF2-40B4-BE49-F238E27FC236}">
                <a16:creationId xmlns:a16="http://schemas.microsoft.com/office/drawing/2014/main" id="{7C62890A-10AC-468B-AA16-4F66E4C4A874}"/>
              </a:ext>
            </a:extLst>
          </p:cNvPr>
          <p:cNvSpPr>
            <a:spLocks noGrp="1"/>
          </p:cNvSpPr>
          <p:nvPr/>
        </p:nvSpPr>
        <p:spPr>
          <a:xfrm>
            <a:off x="10210886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0" name="菱形 469">
            <a:extLst>
              <a:ext uri="{FF2B5EF4-FFF2-40B4-BE49-F238E27FC236}">
                <a16:creationId xmlns:a16="http://schemas.microsoft.com/office/drawing/2014/main" id="{CD6F515F-E25B-48CF-8383-78BF6958F70F}"/>
              </a:ext>
            </a:extLst>
          </p:cNvPr>
          <p:cNvSpPr>
            <a:spLocks noGrp="1"/>
          </p:cNvSpPr>
          <p:nvPr/>
        </p:nvSpPr>
        <p:spPr>
          <a:xfrm>
            <a:off x="10124356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1" name="菱形 470">
            <a:extLst>
              <a:ext uri="{FF2B5EF4-FFF2-40B4-BE49-F238E27FC236}">
                <a16:creationId xmlns:a16="http://schemas.microsoft.com/office/drawing/2014/main" id="{CFE3540E-C1F9-4AD6-B15A-7DE13679E4D5}"/>
              </a:ext>
            </a:extLst>
          </p:cNvPr>
          <p:cNvSpPr>
            <a:spLocks noGrp="1"/>
          </p:cNvSpPr>
          <p:nvPr/>
        </p:nvSpPr>
        <p:spPr>
          <a:xfrm>
            <a:off x="10136417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2" name="菱形 471">
            <a:extLst>
              <a:ext uri="{FF2B5EF4-FFF2-40B4-BE49-F238E27FC236}">
                <a16:creationId xmlns:a16="http://schemas.microsoft.com/office/drawing/2014/main" id="{124DE064-4872-4B34-849A-234230A3B351}"/>
              </a:ext>
            </a:extLst>
          </p:cNvPr>
          <p:cNvSpPr>
            <a:spLocks noGrp="1"/>
          </p:cNvSpPr>
          <p:nvPr/>
        </p:nvSpPr>
        <p:spPr>
          <a:xfrm>
            <a:off x="10219275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3" name="菱形 472">
            <a:extLst>
              <a:ext uri="{FF2B5EF4-FFF2-40B4-BE49-F238E27FC236}">
                <a16:creationId xmlns:a16="http://schemas.microsoft.com/office/drawing/2014/main" id="{122B599F-34C9-40B1-B2A3-9F9EE95666AD}"/>
              </a:ext>
            </a:extLst>
          </p:cNvPr>
          <p:cNvSpPr>
            <a:spLocks noGrp="1"/>
          </p:cNvSpPr>
          <p:nvPr/>
        </p:nvSpPr>
        <p:spPr>
          <a:xfrm>
            <a:off x="10118981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4" name="菱形 473">
            <a:extLst>
              <a:ext uri="{FF2B5EF4-FFF2-40B4-BE49-F238E27FC236}">
                <a16:creationId xmlns:a16="http://schemas.microsoft.com/office/drawing/2014/main" id="{626F8A8A-86B7-42C7-A8E1-223DBE9B93FF}"/>
              </a:ext>
            </a:extLst>
          </p:cNvPr>
          <p:cNvSpPr>
            <a:spLocks noGrp="1"/>
          </p:cNvSpPr>
          <p:nvPr/>
        </p:nvSpPr>
        <p:spPr>
          <a:xfrm>
            <a:off x="10226462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5" name="菱形 474">
            <a:extLst>
              <a:ext uri="{FF2B5EF4-FFF2-40B4-BE49-F238E27FC236}">
                <a16:creationId xmlns:a16="http://schemas.microsoft.com/office/drawing/2014/main" id="{C94A9E7A-0C91-4022-A235-A4E91D7DB502}"/>
              </a:ext>
            </a:extLst>
          </p:cNvPr>
          <p:cNvSpPr>
            <a:spLocks noGrp="1"/>
          </p:cNvSpPr>
          <p:nvPr/>
        </p:nvSpPr>
        <p:spPr>
          <a:xfrm>
            <a:off x="10090391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6" name="菱形 475">
            <a:extLst>
              <a:ext uri="{FF2B5EF4-FFF2-40B4-BE49-F238E27FC236}">
                <a16:creationId xmlns:a16="http://schemas.microsoft.com/office/drawing/2014/main" id="{0A8D4957-3B2B-414C-99AB-C8A04C6AB29D}"/>
              </a:ext>
            </a:extLst>
          </p:cNvPr>
          <p:cNvSpPr>
            <a:spLocks noGrp="1"/>
          </p:cNvSpPr>
          <p:nvPr/>
        </p:nvSpPr>
        <p:spPr>
          <a:xfrm>
            <a:off x="10100939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7" name="菱形 476">
            <a:extLst>
              <a:ext uri="{FF2B5EF4-FFF2-40B4-BE49-F238E27FC236}">
                <a16:creationId xmlns:a16="http://schemas.microsoft.com/office/drawing/2014/main" id="{681D845C-293F-4261-8666-8EFEBBFC035B}"/>
              </a:ext>
            </a:extLst>
          </p:cNvPr>
          <p:cNvSpPr>
            <a:spLocks noGrp="1"/>
          </p:cNvSpPr>
          <p:nvPr/>
        </p:nvSpPr>
        <p:spPr>
          <a:xfrm>
            <a:off x="10040580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8" name="菱形 477">
            <a:extLst>
              <a:ext uri="{FF2B5EF4-FFF2-40B4-BE49-F238E27FC236}">
                <a16:creationId xmlns:a16="http://schemas.microsoft.com/office/drawing/2014/main" id="{0E09E717-D918-41B4-8994-66B392A59F65}"/>
              </a:ext>
            </a:extLst>
          </p:cNvPr>
          <p:cNvSpPr>
            <a:spLocks noGrp="1"/>
          </p:cNvSpPr>
          <p:nvPr/>
        </p:nvSpPr>
        <p:spPr>
          <a:xfrm>
            <a:off x="10140773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9" name="菱形 478">
            <a:extLst>
              <a:ext uri="{FF2B5EF4-FFF2-40B4-BE49-F238E27FC236}">
                <a16:creationId xmlns:a16="http://schemas.microsoft.com/office/drawing/2014/main" id="{962565D8-FA8C-48F5-B00B-0E1957D958FB}"/>
              </a:ext>
            </a:extLst>
          </p:cNvPr>
          <p:cNvSpPr>
            <a:spLocks noGrp="1"/>
          </p:cNvSpPr>
          <p:nvPr/>
        </p:nvSpPr>
        <p:spPr>
          <a:xfrm>
            <a:off x="10210545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0" name="菱形 479">
            <a:extLst>
              <a:ext uri="{FF2B5EF4-FFF2-40B4-BE49-F238E27FC236}">
                <a16:creationId xmlns:a16="http://schemas.microsoft.com/office/drawing/2014/main" id="{D64686CE-4A19-48A4-9425-37350F7AB289}"/>
              </a:ext>
            </a:extLst>
          </p:cNvPr>
          <p:cNvSpPr>
            <a:spLocks noGrp="1"/>
          </p:cNvSpPr>
          <p:nvPr/>
        </p:nvSpPr>
        <p:spPr>
          <a:xfrm>
            <a:off x="10209438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1" name="菱形 480">
            <a:extLst>
              <a:ext uri="{FF2B5EF4-FFF2-40B4-BE49-F238E27FC236}">
                <a16:creationId xmlns:a16="http://schemas.microsoft.com/office/drawing/2014/main" id="{25674BA6-242F-4FC5-8C33-7E0C5C159064}"/>
              </a:ext>
            </a:extLst>
          </p:cNvPr>
          <p:cNvSpPr>
            <a:spLocks noGrp="1"/>
          </p:cNvSpPr>
          <p:nvPr/>
        </p:nvSpPr>
        <p:spPr>
          <a:xfrm>
            <a:off x="10158250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93A368F7-904C-48A2-A813-F8F9FB753CE9}"/>
              </a:ext>
            </a:extLst>
          </p:cNvPr>
          <p:cNvSpPr>
            <a:spLocks noGrp="1"/>
          </p:cNvSpPr>
          <p:nvPr/>
        </p:nvSpPr>
        <p:spPr>
          <a:xfrm>
            <a:off x="10217763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83" name="菱形 482">
            <a:extLst>
              <a:ext uri="{FF2B5EF4-FFF2-40B4-BE49-F238E27FC236}">
                <a16:creationId xmlns:a16="http://schemas.microsoft.com/office/drawing/2014/main" id="{D5EC4488-AE30-480A-9214-0B3EDAADA84F}"/>
              </a:ext>
            </a:extLst>
          </p:cNvPr>
          <p:cNvSpPr>
            <a:spLocks noGrp="1"/>
          </p:cNvSpPr>
          <p:nvPr/>
        </p:nvSpPr>
        <p:spPr>
          <a:xfrm>
            <a:off x="10211010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4" name="菱形 483">
            <a:extLst>
              <a:ext uri="{FF2B5EF4-FFF2-40B4-BE49-F238E27FC236}">
                <a16:creationId xmlns:a16="http://schemas.microsoft.com/office/drawing/2014/main" id="{6262CA52-8D65-40C2-BB05-59C7B000F3F8}"/>
              </a:ext>
            </a:extLst>
          </p:cNvPr>
          <p:cNvSpPr>
            <a:spLocks noGrp="1"/>
          </p:cNvSpPr>
          <p:nvPr/>
        </p:nvSpPr>
        <p:spPr>
          <a:xfrm>
            <a:off x="10158420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5" name="菱形 484">
            <a:extLst>
              <a:ext uri="{FF2B5EF4-FFF2-40B4-BE49-F238E27FC236}">
                <a16:creationId xmlns:a16="http://schemas.microsoft.com/office/drawing/2014/main" id="{A866BCFB-B15C-4238-881A-C0596D05D70E}"/>
              </a:ext>
            </a:extLst>
          </p:cNvPr>
          <p:cNvSpPr>
            <a:spLocks noGrp="1"/>
          </p:cNvSpPr>
          <p:nvPr/>
        </p:nvSpPr>
        <p:spPr>
          <a:xfrm>
            <a:off x="10189401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6" name="菱形 485">
            <a:extLst>
              <a:ext uri="{FF2B5EF4-FFF2-40B4-BE49-F238E27FC236}">
                <a16:creationId xmlns:a16="http://schemas.microsoft.com/office/drawing/2014/main" id="{0D7D4414-2C38-4CB5-BD18-8F9E00C74D51}"/>
              </a:ext>
            </a:extLst>
          </p:cNvPr>
          <p:cNvSpPr>
            <a:spLocks noGrp="1"/>
          </p:cNvSpPr>
          <p:nvPr/>
        </p:nvSpPr>
        <p:spPr>
          <a:xfrm>
            <a:off x="10227592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7" name="菱形 486">
            <a:extLst>
              <a:ext uri="{FF2B5EF4-FFF2-40B4-BE49-F238E27FC236}">
                <a16:creationId xmlns:a16="http://schemas.microsoft.com/office/drawing/2014/main" id="{057DDDAE-E1D1-4397-B912-36EC0B2DEFCA}"/>
              </a:ext>
            </a:extLst>
          </p:cNvPr>
          <p:cNvSpPr>
            <a:spLocks noGrp="1"/>
          </p:cNvSpPr>
          <p:nvPr/>
        </p:nvSpPr>
        <p:spPr>
          <a:xfrm>
            <a:off x="10217685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8" name="菱形 487">
            <a:extLst>
              <a:ext uri="{FF2B5EF4-FFF2-40B4-BE49-F238E27FC236}">
                <a16:creationId xmlns:a16="http://schemas.microsoft.com/office/drawing/2014/main" id="{C21291F9-54C9-48EE-B75F-6B7A08702372}"/>
              </a:ext>
            </a:extLst>
          </p:cNvPr>
          <p:cNvSpPr>
            <a:spLocks noGrp="1"/>
          </p:cNvSpPr>
          <p:nvPr/>
        </p:nvSpPr>
        <p:spPr>
          <a:xfrm>
            <a:off x="10236640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9" name="菱形 488">
            <a:extLst>
              <a:ext uri="{FF2B5EF4-FFF2-40B4-BE49-F238E27FC236}">
                <a16:creationId xmlns:a16="http://schemas.microsoft.com/office/drawing/2014/main" id="{F4975F23-A2FC-41D9-8746-165BA8B21962}"/>
              </a:ext>
            </a:extLst>
          </p:cNvPr>
          <p:cNvSpPr>
            <a:spLocks noGrp="1"/>
          </p:cNvSpPr>
          <p:nvPr/>
        </p:nvSpPr>
        <p:spPr>
          <a:xfrm>
            <a:off x="10183432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0" name="菱形 489">
            <a:extLst>
              <a:ext uri="{FF2B5EF4-FFF2-40B4-BE49-F238E27FC236}">
                <a16:creationId xmlns:a16="http://schemas.microsoft.com/office/drawing/2014/main" id="{869FBAB7-83EA-4C73-AC7E-AEDC24D11DA4}"/>
              </a:ext>
            </a:extLst>
          </p:cNvPr>
          <p:cNvSpPr>
            <a:spLocks noGrp="1"/>
          </p:cNvSpPr>
          <p:nvPr/>
        </p:nvSpPr>
        <p:spPr>
          <a:xfrm>
            <a:off x="10210886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1" name="菱形 490">
            <a:extLst>
              <a:ext uri="{FF2B5EF4-FFF2-40B4-BE49-F238E27FC236}">
                <a16:creationId xmlns:a16="http://schemas.microsoft.com/office/drawing/2014/main" id="{0583DC7C-3F15-43E7-908D-37AF8CE0F5FC}"/>
              </a:ext>
            </a:extLst>
          </p:cNvPr>
          <p:cNvSpPr>
            <a:spLocks noGrp="1"/>
          </p:cNvSpPr>
          <p:nvPr/>
        </p:nvSpPr>
        <p:spPr>
          <a:xfrm>
            <a:off x="10124356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2" name="菱形 491">
            <a:extLst>
              <a:ext uri="{FF2B5EF4-FFF2-40B4-BE49-F238E27FC236}">
                <a16:creationId xmlns:a16="http://schemas.microsoft.com/office/drawing/2014/main" id="{79EA0B8A-C3B7-4082-AE21-C3BB48DEBC43}"/>
              </a:ext>
            </a:extLst>
          </p:cNvPr>
          <p:cNvSpPr>
            <a:spLocks noGrp="1"/>
          </p:cNvSpPr>
          <p:nvPr/>
        </p:nvSpPr>
        <p:spPr>
          <a:xfrm>
            <a:off x="10136417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3" name="菱形 492">
            <a:extLst>
              <a:ext uri="{FF2B5EF4-FFF2-40B4-BE49-F238E27FC236}">
                <a16:creationId xmlns:a16="http://schemas.microsoft.com/office/drawing/2014/main" id="{4151CD60-9991-4850-A80D-E4AD8DE633E7}"/>
              </a:ext>
            </a:extLst>
          </p:cNvPr>
          <p:cNvSpPr>
            <a:spLocks noGrp="1"/>
          </p:cNvSpPr>
          <p:nvPr/>
        </p:nvSpPr>
        <p:spPr>
          <a:xfrm>
            <a:off x="10219275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4" name="菱形 493">
            <a:extLst>
              <a:ext uri="{FF2B5EF4-FFF2-40B4-BE49-F238E27FC236}">
                <a16:creationId xmlns:a16="http://schemas.microsoft.com/office/drawing/2014/main" id="{E8CDBE91-6C28-493A-8FE9-45D14E6EE140}"/>
              </a:ext>
            </a:extLst>
          </p:cNvPr>
          <p:cNvSpPr>
            <a:spLocks noGrp="1"/>
          </p:cNvSpPr>
          <p:nvPr/>
        </p:nvSpPr>
        <p:spPr>
          <a:xfrm>
            <a:off x="10118981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5" name="菱形 494">
            <a:extLst>
              <a:ext uri="{FF2B5EF4-FFF2-40B4-BE49-F238E27FC236}">
                <a16:creationId xmlns:a16="http://schemas.microsoft.com/office/drawing/2014/main" id="{3C1D2F7B-04F8-4CEB-B503-79A17FDAA63D}"/>
              </a:ext>
            </a:extLst>
          </p:cNvPr>
          <p:cNvSpPr>
            <a:spLocks noGrp="1"/>
          </p:cNvSpPr>
          <p:nvPr/>
        </p:nvSpPr>
        <p:spPr>
          <a:xfrm>
            <a:off x="10226462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6" name="菱形 495">
            <a:extLst>
              <a:ext uri="{FF2B5EF4-FFF2-40B4-BE49-F238E27FC236}">
                <a16:creationId xmlns:a16="http://schemas.microsoft.com/office/drawing/2014/main" id="{ECB1ED80-B4B9-42FC-8B1E-096882E1F868}"/>
              </a:ext>
            </a:extLst>
          </p:cNvPr>
          <p:cNvSpPr>
            <a:spLocks noGrp="1"/>
          </p:cNvSpPr>
          <p:nvPr/>
        </p:nvSpPr>
        <p:spPr>
          <a:xfrm>
            <a:off x="10090391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7" name="菱形 496">
            <a:extLst>
              <a:ext uri="{FF2B5EF4-FFF2-40B4-BE49-F238E27FC236}">
                <a16:creationId xmlns:a16="http://schemas.microsoft.com/office/drawing/2014/main" id="{158C412A-D3EB-45F9-A701-3E6001341C06}"/>
              </a:ext>
            </a:extLst>
          </p:cNvPr>
          <p:cNvSpPr>
            <a:spLocks noGrp="1"/>
          </p:cNvSpPr>
          <p:nvPr/>
        </p:nvSpPr>
        <p:spPr>
          <a:xfrm>
            <a:off x="10100939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8" name="菱形 497">
            <a:extLst>
              <a:ext uri="{FF2B5EF4-FFF2-40B4-BE49-F238E27FC236}">
                <a16:creationId xmlns:a16="http://schemas.microsoft.com/office/drawing/2014/main" id="{BC129C7B-633F-471A-901D-340A391B70DF}"/>
              </a:ext>
            </a:extLst>
          </p:cNvPr>
          <p:cNvSpPr>
            <a:spLocks noGrp="1"/>
          </p:cNvSpPr>
          <p:nvPr/>
        </p:nvSpPr>
        <p:spPr>
          <a:xfrm>
            <a:off x="10040580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9" name="菱形 498">
            <a:extLst>
              <a:ext uri="{FF2B5EF4-FFF2-40B4-BE49-F238E27FC236}">
                <a16:creationId xmlns:a16="http://schemas.microsoft.com/office/drawing/2014/main" id="{55C02C19-190F-4D69-855A-14ACE490A066}"/>
              </a:ext>
            </a:extLst>
          </p:cNvPr>
          <p:cNvSpPr>
            <a:spLocks noGrp="1"/>
          </p:cNvSpPr>
          <p:nvPr/>
        </p:nvSpPr>
        <p:spPr>
          <a:xfrm>
            <a:off x="10140773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0" name="菱形 499">
            <a:extLst>
              <a:ext uri="{FF2B5EF4-FFF2-40B4-BE49-F238E27FC236}">
                <a16:creationId xmlns:a16="http://schemas.microsoft.com/office/drawing/2014/main" id="{667E4952-FD72-40E0-B9EB-38D2BBDCE951}"/>
              </a:ext>
            </a:extLst>
          </p:cNvPr>
          <p:cNvSpPr>
            <a:spLocks noGrp="1"/>
          </p:cNvSpPr>
          <p:nvPr/>
        </p:nvSpPr>
        <p:spPr>
          <a:xfrm>
            <a:off x="10210545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1" name="菱形 500">
            <a:extLst>
              <a:ext uri="{FF2B5EF4-FFF2-40B4-BE49-F238E27FC236}">
                <a16:creationId xmlns:a16="http://schemas.microsoft.com/office/drawing/2014/main" id="{B313C3E9-2470-4A63-8F06-3E54DB030F9D}"/>
              </a:ext>
            </a:extLst>
          </p:cNvPr>
          <p:cNvSpPr>
            <a:spLocks noGrp="1"/>
          </p:cNvSpPr>
          <p:nvPr/>
        </p:nvSpPr>
        <p:spPr>
          <a:xfrm>
            <a:off x="10209438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2" name="菱形 501">
            <a:extLst>
              <a:ext uri="{FF2B5EF4-FFF2-40B4-BE49-F238E27FC236}">
                <a16:creationId xmlns:a16="http://schemas.microsoft.com/office/drawing/2014/main" id="{ECDDDBF1-9EA1-4F4F-9FF0-01244AF62DCD}"/>
              </a:ext>
            </a:extLst>
          </p:cNvPr>
          <p:cNvSpPr>
            <a:spLocks noGrp="1"/>
          </p:cNvSpPr>
          <p:nvPr/>
        </p:nvSpPr>
        <p:spPr>
          <a:xfrm>
            <a:off x="10158250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3" name="椭圆 502">
            <a:extLst>
              <a:ext uri="{FF2B5EF4-FFF2-40B4-BE49-F238E27FC236}">
                <a16:creationId xmlns:a16="http://schemas.microsoft.com/office/drawing/2014/main" id="{FD1DB162-69B1-484F-B347-370B163FF59B}"/>
              </a:ext>
            </a:extLst>
          </p:cNvPr>
          <p:cNvSpPr>
            <a:spLocks noGrp="1"/>
          </p:cNvSpPr>
          <p:nvPr/>
        </p:nvSpPr>
        <p:spPr>
          <a:xfrm>
            <a:off x="10217763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92E4FD8A-1023-4221-BCCE-8924568EDAD4}"/>
              </a:ext>
            </a:extLst>
          </p:cNvPr>
          <p:cNvSpPr>
            <a:spLocks noGrp="1"/>
          </p:cNvSpPr>
          <p:nvPr/>
        </p:nvSpPr>
        <p:spPr>
          <a:xfrm>
            <a:off x="885825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5EF3CC01-8CD2-4FC2-8DA6-4C17F819B246}"/>
              </a:ext>
            </a:extLst>
          </p:cNvPr>
          <p:cNvSpPr>
            <a:spLocks noGrp="1"/>
          </p:cNvSpPr>
          <p:nvPr/>
        </p:nvSpPr>
        <p:spPr>
          <a:xfrm>
            <a:off x="822960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43D8E33C-47AA-409A-87C0-A8A9C53C2DA7}"/>
              </a:ext>
            </a:extLst>
          </p:cNvPr>
          <p:cNvSpPr>
            <a:spLocks noGrp="1"/>
          </p:cNvSpPr>
          <p:nvPr/>
        </p:nvSpPr>
        <p:spPr>
          <a:xfrm>
            <a:off x="89439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F605237C-CA0A-42CF-9F50-85865E5CA573}"/>
              </a:ext>
            </a:extLst>
          </p:cNvPr>
          <p:cNvSpPr>
            <a:spLocks noGrp="1"/>
          </p:cNvSpPr>
          <p:nvPr/>
        </p:nvSpPr>
        <p:spPr>
          <a:xfrm>
            <a:off x="96869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6BEAE1D1-3086-4478-A55F-3586F22A42E5}"/>
              </a:ext>
            </a:extLst>
          </p:cNvPr>
          <p:cNvSpPr>
            <a:spLocks noGrp="1"/>
          </p:cNvSpPr>
          <p:nvPr/>
        </p:nvSpPr>
        <p:spPr>
          <a:xfrm>
            <a:off x="104298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3106D8A2-4653-48FA-B62B-BDF15C9835A2}"/>
              </a:ext>
            </a:extLst>
          </p:cNvPr>
          <p:cNvSpPr>
            <a:spLocks noGrp="1"/>
          </p:cNvSpPr>
          <p:nvPr/>
        </p:nvSpPr>
        <p:spPr>
          <a:xfrm>
            <a:off x="822960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B4E0DEC3-C256-4A09-92CA-68B3A5F41997}"/>
              </a:ext>
            </a:extLst>
          </p:cNvPr>
          <p:cNvSpPr>
            <a:spLocks noGrp="1"/>
          </p:cNvSpPr>
          <p:nvPr/>
        </p:nvSpPr>
        <p:spPr>
          <a:xfrm>
            <a:off x="89439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C590CE53-9D6A-484A-B872-08ABC3043DBE}"/>
              </a:ext>
            </a:extLst>
          </p:cNvPr>
          <p:cNvSpPr>
            <a:spLocks noGrp="1"/>
          </p:cNvSpPr>
          <p:nvPr/>
        </p:nvSpPr>
        <p:spPr>
          <a:xfrm>
            <a:off x="89439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48B62B2F-03FF-4EA4-94B0-612EE5799F24}"/>
              </a:ext>
            </a:extLst>
          </p:cNvPr>
          <p:cNvSpPr>
            <a:spLocks noGrp="1"/>
          </p:cNvSpPr>
          <p:nvPr/>
        </p:nvSpPr>
        <p:spPr>
          <a:xfrm>
            <a:off x="96869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62069918-D35C-4C0A-AC57-548C9578F6DF}"/>
              </a:ext>
            </a:extLst>
          </p:cNvPr>
          <p:cNvSpPr>
            <a:spLocks noGrp="1"/>
          </p:cNvSpPr>
          <p:nvPr/>
        </p:nvSpPr>
        <p:spPr>
          <a:xfrm>
            <a:off x="96869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0D9B8D8F-C506-4AB0-8A14-370A45B4BB70}"/>
              </a:ext>
            </a:extLst>
          </p:cNvPr>
          <p:cNvSpPr>
            <a:spLocks noGrp="1"/>
          </p:cNvSpPr>
          <p:nvPr/>
        </p:nvSpPr>
        <p:spPr>
          <a:xfrm>
            <a:off x="104298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08E1E11C-F766-4EB0-B700-F7C3F94FC069}"/>
              </a:ext>
            </a:extLst>
          </p:cNvPr>
          <p:cNvSpPr>
            <a:spLocks noGrp="1"/>
          </p:cNvSpPr>
          <p:nvPr/>
        </p:nvSpPr>
        <p:spPr>
          <a:xfrm>
            <a:off x="104298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7BB129B2-90E4-412B-A7CA-B671288CA1FE}"/>
              </a:ext>
            </a:extLst>
          </p:cNvPr>
          <p:cNvSpPr>
            <a:spLocks noGrp="1"/>
          </p:cNvSpPr>
          <p:nvPr/>
        </p:nvSpPr>
        <p:spPr>
          <a:xfrm>
            <a:off x="1122045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CEF146D4-C1C6-4114-85CC-19DE5884DFFC}"/>
              </a:ext>
            </a:extLst>
          </p:cNvPr>
          <p:cNvSpPr>
            <a:spLocks noGrp="1"/>
          </p:cNvSpPr>
          <p:nvPr/>
        </p:nvSpPr>
        <p:spPr>
          <a:xfrm>
            <a:off x="822960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A69F2CF-33DE-45E3-B19A-AF7E292CEB9C}"/>
              </a:ext>
            </a:extLst>
          </p:cNvPr>
          <p:cNvSpPr>
            <a:spLocks noGrp="1"/>
          </p:cNvSpPr>
          <p:nvPr/>
        </p:nvSpPr>
        <p:spPr>
          <a:xfrm>
            <a:off x="89439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47760B54-0F42-4EC1-8407-024FBA24B237}"/>
              </a:ext>
            </a:extLst>
          </p:cNvPr>
          <p:cNvSpPr>
            <a:spLocks noGrp="1"/>
          </p:cNvSpPr>
          <p:nvPr/>
        </p:nvSpPr>
        <p:spPr>
          <a:xfrm>
            <a:off x="89439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967E4EB3-8029-4C8D-A1FA-76650524D282}"/>
              </a:ext>
            </a:extLst>
          </p:cNvPr>
          <p:cNvSpPr>
            <a:spLocks noGrp="1"/>
          </p:cNvSpPr>
          <p:nvPr/>
        </p:nvSpPr>
        <p:spPr>
          <a:xfrm>
            <a:off x="96869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F99361F3-2519-4DB1-B0F8-4659A29D13C4}"/>
              </a:ext>
            </a:extLst>
          </p:cNvPr>
          <p:cNvSpPr>
            <a:spLocks noGrp="1"/>
          </p:cNvSpPr>
          <p:nvPr/>
        </p:nvSpPr>
        <p:spPr>
          <a:xfrm>
            <a:off x="96869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5BB47127-8E54-4963-9147-398844933842}"/>
              </a:ext>
            </a:extLst>
          </p:cNvPr>
          <p:cNvSpPr>
            <a:spLocks noGrp="1"/>
          </p:cNvSpPr>
          <p:nvPr/>
        </p:nvSpPr>
        <p:spPr>
          <a:xfrm>
            <a:off x="104298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761DB61E-3C66-4467-BCBE-B71FBFD7A599}"/>
              </a:ext>
            </a:extLst>
          </p:cNvPr>
          <p:cNvSpPr>
            <a:spLocks noGrp="1"/>
          </p:cNvSpPr>
          <p:nvPr/>
        </p:nvSpPr>
        <p:spPr>
          <a:xfrm>
            <a:off x="104298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E294EDFB-95D9-471A-86DD-F081437D9710}"/>
              </a:ext>
            </a:extLst>
          </p:cNvPr>
          <p:cNvSpPr>
            <a:spLocks noGrp="1"/>
          </p:cNvSpPr>
          <p:nvPr/>
        </p:nvSpPr>
        <p:spPr>
          <a:xfrm>
            <a:off x="1122045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6732BB46-A95E-4A6E-BAED-D3359FDAD098}"/>
              </a:ext>
            </a:extLst>
          </p:cNvPr>
          <p:cNvSpPr>
            <a:spLocks noGrp="1"/>
          </p:cNvSpPr>
          <p:nvPr/>
        </p:nvSpPr>
        <p:spPr>
          <a:xfrm>
            <a:off x="822960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C065AF5C-852F-48F4-BE7B-9CE4906211C9}"/>
              </a:ext>
            </a:extLst>
          </p:cNvPr>
          <p:cNvSpPr>
            <a:spLocks noGrp="1"/>
          </p:cNvSpPr>
          <p:nvPr/>
        </p:nvSpPr>
        <p:spPr>
          <a:xfrm>
            <a:off x="89439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87B9EF96-1360-4C65-BD70-4B405119A71A}"/>
              </a:ext>
            </a:extLst>
          </p:cNvPr>
          <p:cNvSpPr>
            <a:spLocks noGrp="1"/>
          </p:cNvSpPr>
          <p:nvPr/>
        </p:nvSpPr>
        <p:spPr>
          <a:xfrm>
            <a:off x="89439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E5CFD432-406C-4CB1-99E7-82DDA0F9EB59}"/>
              </a:ext>
            </a:extLst>
          </p:cNvPr>
          <p:cNvSpPr>
            <a:spLocks noGrp="1"/>
          </p:cNvSpPr>
          <p:nvPr/>
        </p:nvSpPr>
        <p:spPr>
          <a:xfrm>
            <a:off x="96869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69366D71-2178-443D-B8ED-A1D0BDA4D855}"/>
              </a:ext>
            </a:extLst>
          </p:cNvPr>
          <p:cNvSpPr>
            <a:spLocks noGrp="1"/>
          </p:cNvSpPr>
          <p:nvPr/>
        </p:nvSpPr>
        <p:spPr>
          <a:xfrm>
            <a:off x="96869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137C9904-7324-4879-8AF4-17505D24479F}"/>
              </a:ext>
            </a:extLst>
          </p:cNvPr>
          <p:cNvSpPr>
            <a:spLocks noGrp="1"/>
          </p:cNvSpPr>
          <p:nvPr/>
        </p:nvSpPr>
        <p:spPr>
          <a:xfrm>
            <a:off x="104298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CE8994E1-CB6E-4789-A378-A642476717ED}"/>
              </a:ext>
            </a:extLst>
          </p:cNvPr>
          <p:cNvSpPr>
            <a:spLocks noGrp="1"/>
          </p:cNvSpPr>
          <p:nvPr/>
        </p:nvSpPr>
        <p:spPr>
          <a:xfrm>
            <a:off x="104298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98601FC7-4E3D-40DA-B927-D298A2C325ED}"/>
              </a:ext>
            </a:extLst>
          </p:cNvPr>
          <p:cNvSpPr>
            <a:spLocks noGrp="1"/>
          </p:cNvSpPr>
          <p:nvPr/>
        </p:nvSpPr>
        <p:spPr>
          <a:xfrm>
            <a:off x="1122045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54B234E6-BE56-4938-8EA9-7E1CADA7C4FC}"/>
              </a:ext>
            </a:extLst>
          </p:cNvPr>
          <p:cNvSpPr>
            <a:spLocks noGrp="1"/>
          </p:cNvSpPr>
          <p:nvPr/>
        </p:nvSpPr>
        <p:spPr>
          <a:xfrm>
            <a:off x="4257675" y="36576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AF44B827-24EF-412F-AFFB-72C84745D108}"/>
              </a:ext>
            </a:extLst>
          </p:cNvPr>
          <p:cNvSpPr>
            <a:spLocks noGrp="1"/>
          </p:cNvSpPr>
          <p:nvPr/>
        </p:nvSpPr>
        <p:spPr>
          <a:xfrm>
            <a:off x="352425" y="6229350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274939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>
            <p:extLst>
              <p:ext uri="{D42A27DB-BD31-4B8C-83A1-F6EECF244321}">
                <p14:modId xmlns:p14="http://schemas.microsoft.com/office/powerpoint/2010/main" val="914171369"/>
              </p:ext>
            </p:extLst>
          </p:nvPr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>
            <p:extLst>
              <p:ext uri="{D42A27DB-BD31-4B8C-83A1-F6EECF244321}">
                <p14:modId xmlns:p14="http://schemas.microsoft.com/office/powerpoint/2010/main" val="2108844470"/>
              </p:ext>
            </p:extLst>
          </p:nvPr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>
            <p:extLst>
              <p:ext uri="{D42A27DB-BD31-4B8C-83A1-F6EECF244321}">
                <p14:modId xmlns:p14="http://schemas.microsoft.com/office/powerpoint/2010/main" val="2578878503"/>
              </p:ext>
            </p:extLst>
          </p:nvPr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B85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D78A3A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477F60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77F6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954A3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6098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D78A3A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1203</Words>
  <Application>Microsoft Office PowerPoint</Application>
  <DocSecurity>0</DocSecurity>
  <PresentationFormat>宽屏</PresentationFormat>
  <Paragraphs>401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1</cp:revision>
  <dcterms:created xsi:type="dcterms:W3CDTF">2026-09-12T02:29:42Z</dcterms:created>
  <dcterms:modified xsi:type="dcterms:W3CDTF">2026-09-12T15:23:04Z</dcterms:modified>
</cp:coreProperties>
</file>