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47833e7ca4477f" /><Relationship Type="http://schemas.openxmlformats.org/officeDocument/2006/relationships/extended-properties" Target="/docProps/app.xml" Id="Rb0a7b772aa7a4187" /><Relationship Type="http://schemas.openxmlformats.org/officeDocument/2006/relationships/officeDocument" Target="/ppt/presentation.xml" Id="R9a77486d40734d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c9a08b630e4c03"/>
  </p:sldMasterIdLst>
  <p:notesMasterIdLst>
    <p:notesMasterId xmlns:r="http://schemas.openxmlformats.org/officeDocument/2006/relationships" r:id="Rc01304f569ed4588"/>
  </p:notesMasterIdLst>
  <p:sldIdLst>
    <p:sldId xmlns:r="http://schemas.openxmlformats.org/officeDocument/2006/relationships" id="256" r:id="R81b7b8e560ba4948"/>
    <p:sldId xmlns:r="http://schemas.openxmlformats.org/officeDocument/2006/relationships" id="257" r:id="Ree76664ffa874128"/>
    <p:sldId xmlns:r="http://schemas.openxmlformats.org/officeDocument/2006/relationships" id="258" r:id="R9fdb8c55036749cf"/>
    <p:sldId xmlns:r="http://schemas.openxmlformats.org/officeDocument/2006/relationships" id="259" r:id="R3fadc8c879b545dc"/>
    <p:sldId xmlns:r="http://schemas.openxmlformats.org/officeDocument/2006/relationships" id="260" r:id="Rf78dc34a86644b54"/>
    <p:sldId xmlns:r="http://schemas.openxmlformats.org/officeDocument/2006/relationships" id="261" r:id="Rca1fecc718464a08"/>
    <p:sldId xmlns:r="http://schemas.openxmlformats.org/officeDocument/2006/relationships" id="262" r:id="R3744c5aada6349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7bd1e717294887" /><Relationship Type="http://schemas.openxmlformats.org/officeDocument/2006/relationships/slideMaster" Target="/ppt/slideMasters/slideMaster1.xml" Id="R8cc9a08b630e4c03" /><Relationship Type="http://schemas.openxmlformats.org/officeDocument/2006/relationships/notesMaster" Target="/ppt/notesMasters/notesMaster1.xml" Id="Rc01304f569ed4588" /><Relationship Type="http://schemas.openxmlformats.org/officeDocument/2006/relationships/presProps" Target="/ppt/presProps.xml" Id="Re1b01e0bab294d84" /><Relationship Type="http://schemas.openxmlformats.org/officeDocument/2006/relationships/tableStyles" Target="/ppt/tableStyles.xml" Id="R91a056dfe0fd4fbd" /><Relationship Type="http://schemas.openxmlformats.org/officeDocument/2006/relationships/slide" Target="/ppt/slides/slide1.xml" Id="R81b7b8e560ba4948" /><Relationship Type="http://schemas.openxmlformats.org/officeDocument/2006/relationships/slide" Target="/ppt/slides/slide2.xml" Id="Ree76664ffa874128" /><Relationship Type="http://schemas.openxmlformats.org/officeDocument/2006/relationships/slide" Target="/ppt/slides/slide3.xml" Id="R9fdb8c55036749cf" /><Relationship Type="http://schemas.openxmlformats.org/officeDocument/2006/relationships/slide" Target="/ppt/slides/slide4.xml" Id="R3fadc8c879b545dc" /><Relationship Type="http://schemas.openxmlformats.org/officeDocument/2006/relationships/slide" Target="/ppt/slides/slide5.xml" Id="Rf78dc34a86644b54" /><Relationship Type="http://schemas.openxmlformats.org/officeDocument/2006/relationships/slide" Target="/ppt/slides/slide6.xml" Id="Rca1fecc718464a08" /><Relationship Type="http://schemas.openxmlformats.org/officeDocument/2006/relationships/slide" Target="/ppt/slides/slide7.xml" Id="R3744c5aada6349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37f526811849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b5dd0750ae46da" /><Relationship Type="http://schemas.openxmlformats.org/officeDocument/2006/relationships/notesMaster" Target="/ppt/notesMasters/notesMaster1.xml" Id="R94c687f0f16646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f2dee713a2479d" /><Relationship Type="http://schemas.openxmlformats.org/officeDocument/2006/relationships/notesMaster" Target="/ppt/notesMasters/notesMaster1.xml" Id="Rff007d3175bf44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deb48b6555454b" /><Relationship Type="http://schemas.openxmlformats.org/officeDocument/2006/relationships/notesMaster" Target="/ppt/notesMasters/notesMaster1.xml" Id="Ra30af4e59a9b4c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a9090f650d40b2" /><Relationship Type="http://schemas.openxmlformats.org/officeDocument/2006/relationships/notesMaster" Target="/ppt/notesMasters/notesMaster1.xml" Id="Reaaeb06883dd47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ca1eb600a9456e" /><Relationship Type="http://schemas.openxmlformats.org/officeDocument/2006/relationships/notesMaster" Target="/ppt/notesMasters/notesMaster1.xml" Id="R4722ee7f28b542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cbb04694a640ac" /><Relationship Type="http://schemas.openxmlformats.org/officeDocument/2006/relationships/notesMaster" Target="/ppt/notesMasters/notesMaster1.xml" Id="Rbd5db33229ba47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c009f770884420" /><Relationship Type="http://schemas.openxmlformats.org/officeDocument/2006/relationships/notesMaster" Target="/ppt/notesMasters/notesMaster1.xml" Id="R4eb4b32a2e174f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 xmlns:a="http://schemas.openxmlformats.org/drawingml/2006/main"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E1.{A,B,C}.summary. Each site-policy mean contains 240 runs. Charts show descriptive means; exact paired inference appears in the manuscript.</a:t>
            </a:r>
          </a:p>
          <a:p xmlns:a="http://schemas.openxmlformats.org/drawingml/2006/main"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 first-decision logs. 720 matched scenario-seed states; subsequent trajectories may diverge. Candidate ETA is predictive, not actual completion.</a:t>
            </a:r>
          </a:p>
          <a:p xmlns:a="http://schemas.openxmlformats.org/drawingml/2006/main"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E2 summaries. Recovery denominators are affected critical air chains. Deadline outcomes use all 320 runs per site and policy. B0 has no affected critical air chain.</a:t>
            </a:r>
          </a:p>
          <a:p xmlns:a="http://schemas.openxmlformats.org/drawingml/2006/main"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E3.{site}.levels. SWL weights CRITICAL/HIGH/NORMAL/LOW = 4/3/2/1. L1/L4 have 40 runs per manager; L2/L3 have 80.</a:t>
            </a:r>
          </a:p>
          <a:p xmlns:a="http://schemas.openxmlformats.org/drawingml/2006/main"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E4 4A/4B/4C arms. 20 runs per arm-policy. All curves connect discrete tested arms. B2 and B4b completion outcomes coincide. Input burden uses a fixed core fleet of 4 aircraft.</a:t>
            </a:r>
          </a:p>
          <a:p xmlns:a="http://schemas.openxmlformats.org/drawingml/2006/main"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E4B D60. B0 retains its original due time for an identical pending command. B4b genuinely changes air to ground. Absolute deadline 480 s.</a:t>
            </a:r>
          </a:p>
          <a:p xmlns:a="http://schemas.openxmlformats.org/drawingml/2006/main"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2d989df9c48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731a98b0c04c52" /><Relationship Type="http://schemas.openxmlformats.org/officeDocument/2006/relationships/slideLayout" Target="/ppt/slideLayouts/slideLayout1.xml" Id="R726be7e92b814e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6be7e92b814e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0156429cd4d6a" /><Relationship Type="http://schemas.openxmlformats.org/officeDocument/2006/relationships/notesSlide" Target="/ppt/notesSlides/notesSlide1.xml" Id="R3552a731cbad4f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445d4098d4856" /><Relationship Type="http://schemas.openxmlformats.org/officeDocument/2006/relationships/chart" Target="/ppt/slides/charts/chart1.xml" Id="R0e26290cba4f4604" /><Relationship Type="http://schemas.openxmlformats.org/officeDocument/2006/relationships/chart" Target="/ppt/slides/charts/chart2.xml" Id="Rd97e39351ac84a80" /><Relationship Type="http://schemas.openxmlformats.org/officeDocument/2006/relationships/chart" Target="/ppt/slides/charts/chart3.xml" Id="R86dd297aa6a8473b" /><Relationship Type="http://schemas.openxmlformats.org/officeDocument/2006/relationships/notesSlide" Target="/ppt/notesSlides/notesSlide2.xml" Id="Rcff0a3bd4df048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0694a784b4ba1" /><Relationship Type="http://schemas.openxmlformats.org/officeDocument/2006/relationships/chart" Target="/ppt/slides/charts/chart4.xml" Id="R7caf75c2dd774656" /><Relationship Type="http://schemas.openxmlformats.org/officeDocument/2006/relationships/notesSlide" Target="/ppt/notesSlides/notesSlide3.xml" Id="R29602c9bfa9545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927f584bc45e9" /><Relationship Type="http://schemas.openxmlformats.org/officeDocument/2006/relationships/chart" Target="/ppt/slides/charts/chart5.xml" Id="Rc01ac2a3e67a4ea1" /><Relationship Type="http://schemas.openxmlformats.org/officeDocument/2006/relationships/notesSlide" Target="/ppt/notesSlides/notesSlide4.xml" Id="R76423c8debb147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502c4854a2f" /><Relationship Type="http://schemas.openxmlformats.org/officeDocument/2006/relationships/chart" Target="/ppt/slides/charts/chart6.xml" Id="R353dce15271043f3" /><Relationship Type="http://schemas.openxmlformats.org/officeDocument/2006/relationships/chart" Target="/ppt/slides/charts/chart7.xml" Id="Rf9e9678335fc44ca" /><Relationship Type="http://schemas.openxmlformats.org/officeDocument/2006/relationships/chart" Target="/ppt/slides/charts/chart8.xml" Id="R9eb5ff8dfc5c4b92" /><Relationship Type="http://schemas.openxmlformats.org/officeDocument/2006/relationships/notesSlide" Target="/ppt/notesSlides/notesSlide5.xml" Id="Rcbf38eeb1f6d44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e669da8cd445c" /><Relationship Type="http://schemas.openxmlformats.org/officeDocument/2006/relationships/chart" Target="/ppt/slides/charts/chart9.xml" Id="R8cb54288eefa4f17" /><Relationship Type="http://schemas.openxmlformats.org/officeDocument/2006/relationships/chart" Target="/ppt/slides/charts/chart10.xml" Id="R4150c217709445bf" /><Relationship Type="http://schemas.openxmlformats.org/officeDocument/2006/relationships/chart" Target="/ppt/slides/charts/chart11.xml" Id="R7756db3e5f0a49ce" /><Relationship Type="http://schemas.openxmlformats.org/officeDocument/2006/relationships/notesSlide" Target="/ppt/notesSlides/notesSlide6.xml" Id="R9ed5cd5d3fb545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9511253d74e57" /><Relationship Type="http://schemas.openxmlformats.org/officeDocument/2006/relationships/notesSlide" Target="/ppt/notesSlides/notesSlide7.xml" Id="R757aef264760460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187.66666667</c:v>
                </c:pt>
                <c:pt idx="1">
                  <c:v>262.66666667</c:v>
                </c:pt>
                <c:pt idx="2">
                  <c:v>323.66666667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160.775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147.61666667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146.63333333</c:v>
                </c:pt>
                <c:pt idx="1">
                  <c:v>49.09583333</c:v>
                </c:pt>
                <c:pt idx="2">
                  <c:v>168.65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9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33.33333333</c:v>
                </c:pt>
                <c:pt idx="1">
                  <c:v>50</c:v>
                </c:pt>
                <c:pt idx="2">
                  <c:v>83.33333333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25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0.05833333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0.00</c:formatCode>
                <c:ptCount val="3"/>
                <c:pt idx="0">
                  <c:v>0.13333333</c:v>
                </c:pt>
                <c:pt idx="1">
                  <c:v>0.4875</c:v>
                </c:pt>
                <c:pt idx="2">
                  <c:v>0.5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Services /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2"/>
          <c:order val="2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100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Air selection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37.5</c:v>
                </c:pt>
                <c:pt idx="1">
                  <c:v>37.5</c:v>
                </c:pt>
                <c:pt idx="2">
                  <c:v>62.5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37.5</c:v>
                </c:pt>
                <c:pt idx="1">
                  <c:v>37.5</c:v>
                </c:pt>
                <c:pt idx="2">
                  <c:v>62.5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39.0625</c:v>
                </c:pt>
                <c:pt idx="1">
                  <c:v>37.5</c:v>
                </c:pt>
                <c:pt idx="2">
                  <c:v>62.8125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240</c:v>
                </c:pt>
                <c:pt idx="3">
                  <c:v>240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240</c:v>
                </c:pt>
                <c:pt idx="2">
                  <c:v>0</c:v>
                </c:pt>
                <c:pt idx="3">
                  <c:v>120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0</c:v>
                </c:pt>
                <c:pt idx="1">
                  <c:v>240</c:v>
                </c:pt>
                <c:pt idx="2">
                  <c:v>0</c:v>
                </c:pt>
                <c:pt idx="3">
                  <c:v>120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6</c:v>
                </c:pt>
                <c:pt idx="1">
                  <c:v>240</c:v>
                </c:pt>
                <c:pt idx="2">
                  <c:v>1.6875</c:v>
                </c:pt>
                <c:pt idx="3">
                  <c:v>123.375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375</c:v>
                </c:pt>
                <c:pt idx="3">
                  <c:v>375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120</c:v>
                </c:pt>
                <c:pt idx="2">
                  <c:v>135</c:v>
                </c:pt>
                <c:pt idx="3">
                  <c:v>255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0</c:v>
                </c:pt>
                <c:pt idx="1">
                  <c:v>120</c:v>
                </c:pt>
                <c:pt idx="2">
                  <c:v>135</c:v>
                </c:pt>
                <c:pt idx="3">
                  <c:v>255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0</c:v>
                </c:pt>
                <c:pt idx="1">
                  <c:v>120</c:v>
                </c:pt>
                <c:pt idx="2">
                  <c:v>135</c:v>
                </c:pt>
                <c:pt idx="3">
                  <c:v>255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375</c:v>
                </c:pt>
                <c:pt idx="3">
                  <c:v>375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135</c:v>
                </c:pt>
                <c:pt idx="3">
                  <c:v>375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135</c:v>
                </c:pt>
                <c:pt idx="3">
                  <c:v>375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135</c:v>
                </c:pt>
                <c:pt idx="3">
                  <c:v>375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9525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19050">
              <a:solidFill>
                <a:srgbClr val="D78A3A"/>
              </a:solidFill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9525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38100">
              <a:solidFill>
                <a:srgbClr val="477F60"/>
              </a:solidFill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477F60"/>
              </ns4:solidFill>
              <ns5:ln xmlns:ns5="http://schemas.openxmlformats.org/drawingml/2006/main" w="9525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19050">
              <a:solidFill>
                <a:srgbClr val="7954A3"/>
              </a:solidFill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9525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0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9525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5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6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19050">
              <a:solidFill>
                <a:srgbClr val="D78A3A"/>
              </a:solidFill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9525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5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6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0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38100">
              <a:solidFill>
                <a:srgbClr val="477F60"/>
              </a:solidFill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477F60"/>
              </ns4:solidFill>
              <ns5:ln xmlns:ns5="http://schemas.openxmlformats.org/drawingml/2006/main" w="9525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5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6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0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19050">
              <a:solidFill>
                <a:srgbClr val="7954A3"/>
              </a:solidFill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9525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5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6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0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Delay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4765">
              <a:solidFill>
                <a:srgbClr val="7954A3"/>
              </a:solidFill>
            </a:ln>
          </c:spPr>
          <c:marker>
            <c:symbol val="diamond"/>
            <c:size val="8"/>
            <c:spPr>
              <ns0:solidFill xmlns:ns0="http://schemas.openxmlformats.org/drawingml/2006/main">
                <ns0:srgbClr val="7954A3"/>
              </ns0:solidFill>
              <ns1:ln xmlns:ns1="http://schemas.openxmlformats.org/drawingml/2006/main" w="9525">
                <ns1:solidFill>
                  <ns1:srgbClr val="7954A3"/>
                </ns1:solidFill>
              </ns1:ln>
            </c:spPr>
          </c:marker>
          <c:dPt>
            <c:idx val="0"/>
            <c:marker>
              <c:symbol val="diamond"/>
              <c:size val="8"/>
              <c:spPr>
                <ns0:solidFill xmlns:ns0="http://schemas.openxmlformats.org/drawingml/2006/main">
                  <ns0:srgbClr val="7954A3"/>
                </ns0:solidFill>
                <ns1:ln xmlns:ns1="http://schemas.openxmlformats.org/drawingml/2006/main" w="9525">
                  <ns1:solidFill>
                    <ns1:srgbClr val="7954A3"/>
                  </ns1:solidFill>
                </ns1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8"/>
              <c:spPr>
                <ns0:solidFill xmlns:ns0="http://schemas.openxmlformats.org/drawingml/2006/main">
                  <ns0:srgbClr val="7954A3"/>
                </ns0:solidFill>
                <ns1:ln xmlns:ns1="http://schemas.openxmlformats.org/drawingml/2006/main" w="9525">
                  <ns1:solidFill>
                    <ns1:srgbClr val="7954A3"/>
                  </ns1:solidFill>
                </ns1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8"/>
              <c:spPr>
                <ns0:solidFill xmlns:ns0="http://schemas.openxmlformats.org/drawingml/2006/main">
                  <ns0:srgbClr val="7954A3"/>
                </ns0:solidFill>
                <ns1:ln xmlns:ns1="http://schemas.openxmlformats.org/drawingml/2006/main" w="9525">
                  <ns1:solidFill>
                    <ns1:srgbClr val="7954A3"/>
                  </ns1:solidFill>
                </ns1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8"/>
              <c:spPr>
                <ns0:solidFill xmlns:ns0="http://schemas.openxmlformats.org/drawingml/2006/main">
                  <ns0:srgbClr val="7954A3"/>
                </ns0:solidFill>
                <ns1:ln xmlns:ns1="http://schemas.openxmlformats.org/drawingml/2006/main" w="9525">
                  <ns1:solidFill>
                    <ns1:srgbClr val="7954A3"/>
                  </ns1:solidFill>
                </ns1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8"/>
              <c:spPr>
                <ns0:solidFill xmlns:ns0="http://schemas.openxmlformats.org/drawingml/2006/main">
                  <ns0:srgbClr val="7954A3"/>
                </ns0:solidFill>
                <ns1:ln xmlns:ns1="http://schemas.openxmlformats.org/drawingml/2006/main" w="9525">
                  <ns1:solidFill>
                    <ns1:srgbClr val="7954A3"/>
                  </ns1:solidFill>
                </ns1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Prompt tokens / call (thousands)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6164D122-7C6E-4125-A37F-8AE5B5B5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Contrasting network morphology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145FC-50FF-455F-99B9-06915325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FE699-745E-4C34-8605-5CD47170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Site A: Suzhou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7C68C-3D0A-442D-91CC-84576A33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94" y="1698070"/>
            <a:ext cx="1600140" cy="3111665"/>
          </a:xfrm>
          <a:custGeom xmlns:a="http://schemas.openxmlformats.org/drawingml/2006/main"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B3AA8-6635-405C-9635-82766A70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138" y="4473889"/>
            <a:ext cx="743666" cy="476491"/>
          </a:xfrm>
          <a:custGeom xmlns:a="http://schemas.openxmlformats.org/drawingml/2006/main"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C40C9-1AB5-4D31-8116-863AD9ED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883" y="4603902"/>
            <a:ext cx="813352" cy="82980"/>
          </a:xfrm>
          <a:custGeom xmlns:a="http://schemas.openxmlformats.org/drawingml/2006/main"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F06B2-E153-484F-8819-BC0AA92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14" y="2150288"/>
            <a:ext cx="27227" cy="46058"/>
          </a:xfrm>
          <a:custGeom xmlns:a="http://schemas.openxmlformats.org/drawingml/2006/main"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3C0D3-07E5-4167-902E-F0A3700F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95" y="2072263"/>
            <a:ext cx="11701" cy="6795"/>
          </a:xfrm>
          <a:custGeom xmlns:a="http://schemas.openxmlformats.org/drawingml/2006/main"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767B2-C82D-46EE-90C9-C913CB6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038" y="2354712"/>
            <a:ext cx="22690" cy="28018"/>
          </a:xfrm>
          <a:custGeom xmlns:a="http://schemas.openxmlformats.org/drawingml/2006/main"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CE971-73E7-4486-88A4-FED4E8EC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101" y="4619680"/>
            <a:ext cx="17293" cy="11259"/>
          </a:xfrm>
          <a:custGeom xmlns:a="http://schemas.openxmlformats.org/drawingml/2006/main"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A74B9-F4C8-4098-BE33-AEF86828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60" y="3023685"/>
            <a:ext cx="209907" cy="45425"/>
          </a:xfrm>
          <a:custGeom xmlns:a="http://schemas.openxmlformats.org/drawingml/2006/main"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18DDC-FC6A-4873-8D18-A130C352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09" y="2694695"/>
            <a:ext cx="366472" cy="2058573"/>
          </a:xfrm>
          <a:custGeom xmlns:a="http://schemas.openxmlformats.org/drawingml/2006/main"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510EA-5173-484F-9319-7CD2D35E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243" y="2956371"/>
            <a:ext cx="989992" cy="167899"/>
          </a:xfrm>
          <a:custGeom xmlns:a="http://schemas.openxmlformats.org/drawingml/2006/main"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03796-AA5A-4C41-8E0D-B8F3BEE2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3925797"/>
            <a:ext cx="1859438" cy="649790"/>
          </a:xfrm>
          <a:custGeom xmlns:a="http://schemas.openxmlformats.org/drawingml/2006/main"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FA2B4-18A6-42BA-A0A0-F19D3CB1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99" y="2886919"/>
            <a:ext cx="51675" cy="22403"/>
          </a:xfrm>
          <a:custGeom xmlns:a="http://schemas.openxmlformats.org/drawingml/2006/main"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B98B3-0075-4B26-A8A7-53E0C44C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3" y="1877013"/>
            <a:ext cx="32342" cy="237119"/>
          </a:xfrm>
          <a:custGeom xmlns:a="http://schemas.openxmlformats.org/drawingml/2006/main"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EFC16-E3D4-4997-B46F-FEE222E9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66" y="1744055"/>
            <a:ext cx="996424" cy="428502"/>
          </a:xfrm>
          <a:custGeom xmlns:a="http://schemas.openxmlformats.org/drawingml/2006/main"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49159-E9ED-47CA-8751-E919FBF3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814" y="3477953"/>
            <a:ext cx="933421" cy="223473"/>
          </a:xfrm>
          <a:custGeom xmlns:a="http://schemas.openxmlformats.org/drawingml/2006/main"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714E0-2DC8-4E7F-A654-DBAE0797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79" y="1924478"/>
            <a:ext cx="10212" cy="211591"/>
          </a:xfrm>
          <a:custGeom xmlns:a="http://schemas.openxmlformats.org/drawingml/2006/main"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D19D9-51BF-42F2-9799-D3A6F3DB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74183"/>
            <a:ext cx="1657870" cy="214441"/>
          </a:xfrm>
          <a:custGeom xmlns:a="http://schemas.openxmlformats.org/drawingml/2006/main"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9985D-9D5D-4AC9-9BD1-EC6750DD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306" y="1698070"/>
            <a:ext cx="417586" cy="431227"/>
          </a:xfrm>
          <a:custGeom xmlns:a="http://schemas.openxmlformats.org/drawingml/2006/main"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85A23-8849-4356-8C00-82F08347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60" y="2337903"/>
            <a:ext cx="167626" cy="1337930"/>
          </a:xfrm>
          <a:custGeom xmlns:a="http://schemas.openxmlformats.org/drawingml/2006/main"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A5DFB-549A-4EE2-8A98-E62CCC1F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92" y="2859503"/>
            <a:ext cx="646477" cy="1120025"/>
          </a:xfrm>
          <a:custGeom xmlns:a="http://schemas.openxmlformats.org/drawingml/2006/main"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1EEBF8-25BA-4103-BE42-0759D7D7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35" y="3220531"/>
            <a:ext cx="92404" cy="799924"/>
          </a:xfrm>
          <a:custGeom xmlns:a="http://schemas.openxmlformats.org/drawingml/2006/main"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AF234-0C98-4ED7-BE5A-6A8172BD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05" y="3129975"/>
            <a:ext cx="63048" cy="547872"/>
          </a:xfrm>
          <a:custGeom xmlns:a="http://schemas.openxmlformats.org/drawingml/2006/main"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769B3-428C-42CC-B278-1EE8F380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30" y="3429380"/>
            <a:ext cx="83061" cy="509215"/>
          </a:xfrm>
          <a:custGeom xmlns:a="http://schemas.openxmlformats.org/drawingml/2006/main"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10A784-0C20-448E-B2FF-8C6847AD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91" y="3492937"/>
            <a:ext cx="78524" cy="437224"/>
          </a:xfrm>
          <a:custGeom xmlns:a="http://schemas.openxmlformats.org/drawingml/2006/main"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74E79-BDDB-43A6-9638-C19D76D2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475" y="3360599"/>
            <a:ext cx="1118638" cy="135038"/>
          </a:xfrm>
          <a:custGeom xmlns:a="http://schemas.openxmlformats.org/drawingml/2006/main"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42B866-DBB7-4CC9-8F75-2BF25FC1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13" y="4215925"/>
            <a:ext cx="211627" cy="734455"/>
          </a:xfrm>
          <a:custGeom xmlns:a="http://schemas.openxmlformats.org/drawingml/2006/main"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F8C03-2612-496A-BED7-F39CDBF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610" y="1698070"/>
            <a:ext cx="1575624" cy="3093381"/>
          </a:xfrm>
          <a:custGeom xmlns:a="http://schemas.openxmlformats.org/drawingml/2006/main"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77F7BB-CEDE-4BD8-90A9-289E759C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88" y="4000203"/>
            <a:ext cx="27597" cy="120539"/>
          </a:xfrm>
          <a:custGeom xmlns:a="http://schemas.openxmlformats.org/drawingml/2006/main"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EF1ED9-71A4-4FDA-910B-9B23E054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160" y="4308585"/>
            <a:ext cx="613344" cy="534922"/>
          </a:xfrm>
          <a:custGeom xmlns:a="http://schemas.openxmlformats.org/drawingml/2006/main"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65CEDD-242C-4444-B968-89EA6A30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88" y="2730877"/>
            <a:ext cx="201786" cy="387752"/>
          </a:xfrm>
          <a:custGeom xmlns:a="http://schemas.openxmlformats.org/drawingml/2006/main"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DD16C-39FF-47E7-ACF7-7EE71D23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667259"/>
            <a:ext cx="328302" cy="1379134"/>
          </a:xfrm>
          <a:custGeom xmlns:a="http://schemas.openxmlformats.org/drawingml/2006/main"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9A606D-B83F-42D0-96E3-35EE22FA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29" y="3750550"/>
            <a:ext cx="34401" cy="299097"/>
          </a:xfrm>
          <a:custGeom xmlns:a="http://schemas.openxmlformats.org/drawingml/2006/main"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148AFC-BBE6-48E3-81B1-7EEB8489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08" y="3752635"/>
            <a:ext cx="42631" cy="274488"/>
          </a:xfrm>
          <a:custGeom xmlns:a="http://schemas.openxmlformats.org/drawingml/2006/main"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512EBA-F2F8-4D4F-B3F4-34F372E2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596" y="2125655"/>
            <a:ext cx="59996" cy="550877"/>
          </a:xfrm>
          <a:custGeom xmlns:a="http://schemas.openxmlformats.org/drawingml/2006/main"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44C8EA-5039-4B52-8D69-9F3CB65C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924" y="2107441"/>
            <a:ext cx="4613" cy="6831"/>
          </a:xfrm>
          <a:custGeom xmlns:a="http://schemas.openxmlformats.org/drawingml/2006/main"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DF84B6-6A7C-44F1-8B8E-EEEE37CD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54" y="3894400"/>
            <a:ext cx="1546841" cy="1055980"/>
          </a:xfrm>
          <a:custGeom xmlns:a="http://schemas.openxmlformats.org/drawingml/2006/main"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FF1B1D-579C-4477-BCB4-BC82A9B6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56" y="2729920"/>
            <a:ext cx="190039" cy="383924"/>
          </a:xfrm>
          <a:custGeom xmlns:a="http://schemas.openxmlformats.org/drawingml/2006/main"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E8A58F-81AF-4B83-BBEA-05BB5E08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21" y="2660618"/>
            <a:ext cx="15672" cy="61643"/>
          </a:xfrm>
          <a:custGeom xmlns:a="http://schemas.openxmlformats.org/drawingml/2006/main"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74600F-0606-499B-A412-DCE3EF38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558" y="2660618"/>
            <a:ext cx="19558" cy="60857"/>
          </a:xfrm>
          <a:custGeom xmlns:a="http://schemas.openxmlformats.org/drawingml/2006/main"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E6D45C-D822-4391-AFB0-F1B229DE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99" y="2492113"/>
            <a:ext cx="6456" cy="79589"/>
          </a:xfrm>
          <a:custGeom xmlns:a="http://schemas.openxmlformats.org/drawingml/2006/main"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A310E3-8973-4175-8F04-4EC4E75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60" y="2493501"/>
            <a:ext cx="11738" cy="76433"/>
          </a:xfrm>
          <a:custGeom xmlns:a="http://schemas.openxmlformats.org/drawingml/2006/main"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BD3817-692C-4CB8-A8C6-6376CAAB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471" y="2421271"/>
            <a:ext cx="11863" cy="45762"/>
          </a:xfrm>
          <a:custGeom xmlns:a="http://schemas.openxmlformats.org/drawingml/2006/main"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3A67C5-1913-4BA0-AC8D-ABF09905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805" y="2422578"/>
            <a:ext cx="16747" cy="42523"/>
          </a:xfrm>
          <a:custGeom xmlns:a="http://schemas.openxmlformats.org/drawingml/2006/main"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A977C4-EA52-49EB-A8BB-A47BB25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131" y="2246870"/>
            <a:ext cx="25496" cy="147797"/>
          </a:xfrm>
          <a:custGeom xmlns:a="http://schemas.openxmlformats.org/drawingml/2006/main"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708F30-4030-41CD-90E7-23F2FABD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373" y="2275461"/>
            <a:ext cx="16950" cy="119867"/>
          </a:xfrm>
          <a:custGeom xmlns:a="http://schemas.openxmlformats.org/drawingml/2006/main"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68192B-000B-4AE9-AA03-4DBA15A9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837" y="2605576"/>
            <a:ext cx="8008" cy="49013"/>
          </a:xfrm>
          <a:custGeom xmlns:a="http://schemas.openxmlformats.org/drawingml/2006/main"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CA2263-634A-4919-8D30-44946F06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151" y="2604356"/>
            <a:ext cx="4380" cy="50233"/>
          </a:xfrm>
          <a:custGeom xmlns:a="http://schemas.openxmlformats.org/drawingml/2006/main"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7E83F2-6168-43A0-AA4B-9B931F36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238" y="1698070"/>
            <a:ext cx="438806" cy="430730"/>
          </a:xfrm>
          <a:custGeom xmlns:a="http://schemas.openxmlformats.org/drawingml/2006/main"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1318BC-2565-4E7A-AA0D-9AE193C8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90333"/>
            <a:ext cx="1666945" cy="185988"/>
          </a:xfrm>
          <a:custGeom xmlns:a="http://schemas.openxmlformats.org/drawingml/2006/main"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18C31D-5B2C-4EE1-8DA5-9BAE7104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51" y="2109769"/>
            <a:ext cx="44181" cy="33585"/>
          </a:xfrm>
          <a:custGeom xmlns:a="http://schemas.openxmlformats.org/drawingml/2006/main"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0EBA78-1683-4B67-A33F-B2E4D50E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948" y="2541871"/>
            <a:ext cx="20456" cy="22819"/>
          </a:xfrm>
          <a:custGeom xmlns:a="http://schemas.openxmlformats.org/drawingml/2006/main"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205115-2E93-4C5D-82CF-ED97E6A0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796" y="4493641"/>
            <a:ext cx="258703" cy="171318"/>
          </a:xfrm>
          <a:custGeom xmlns:a="http://schemas.openxmlformats.org/drawingml/2006/main"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EC35F9-EC2D-4B08-B129-4EF873C8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87" y="3884017"/>
            <a:ext cx="1551242" cy="1066363"/>
          </a:xfrm>
          <a:custGeom xmlns:a="http://schemas.openxmlformats.org/drawingml/2006/main"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B08E5A-9AA9-4B28-9845-5F78C40E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42" y="1698070"/>
            <a:ext cx="3242938" cy="3253373"/>
          </a:xfrm>
          <a:custGeom xmlns:a="http://schemas.openxmlformats.org/drawingml/2006/main"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377215-9506-4564-AF6D-631918B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958" y="2721567"/>
            <a:ext cx="957783" cy="1300788"/>
          </a:xfrm>
          <a:custGeom xmlns:a="http://schemas.openxmlformats.org/drawingml/2006/main"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F659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3B6BB3-1F65-4198-883D-037A3652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70" y="2721567"/>
            <a:ext cx="964372" cy="1450597"/>
          </a:xfrm>
          <a:custGeom xmlns:a="http://schemas.openxmlformats.org/drawingml/2006/main"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F659D"/>
            </a:solidFill>
            <a:prstDash val="dash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EAA1C0-BF4A-467A-8E14-B7FF3B8B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3155233"/>
            <a:ext cx="573995" cy="839899"/>
          </a:xfrm>
          <a:custGeom xmlns:a="http://schemas.openxmlformats.org/drawingml/2006/main"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6513B8-CA67-49A9-852B-9E33514A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E3CFE7-9C84-406F-9107-52C0E49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D78A3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4397B7-2D81-4E2E-ACDA-BE9AECB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46" y="39570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494EDC-47F7-4BF7-8DA7-78D1A8DB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21" y="3766532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05CA8B-AEB3-442D-8EF6-FF71F0A8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937" y="27275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1EE379-05E0-4B9F-B50D-CF6DA0AF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37" y="2794192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C2FD37-86DD-4F6B-9ADD-A86C91F8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344" y="397067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B205801-8A57-40D5-A92D-9F82F681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69" y="3780177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444B03-CEA8-47F2-B51E-923071B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941" y="311713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8A3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AAC45C-E18F-40A0-BCB4-B2109755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716" y="3040933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98F846-3CB1-48C0-B13C-975F207A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A6E8DDC-0BAB-412A-94BE-79DEEC93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71C1E67-F670-4529-9967-B2A7CE6F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Urban (meshed)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01B874-D9BC-444B-AB77-E28D9761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Site B: Amsterdam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97F396-593F-4AC0-B7C4-A30F87F4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762" y="2200035"/>
            <a:ext cx="18685" cy="18660"/>
          </a:xfrm>
          <a:custGeom xmlns:a="http://schemas.openxmlformats.org/drawingml/2006/main"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475DA9-5E84-4B30-8604-B3CE39BF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017" y="2077359"/>
            <a:ext cx="152981" cy="49399"/>
          </a:xfrm>
          <a:custGeom xmlns:a="http://schemas.openxmlformats.org/drawingml/2006/main"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5C748C-61E6-4919-AACD-085F5219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849" y="1846065"/>
            <a:ext cx="152428" cy="163684"/>
          </a:xfrm>
          <a:custGeom xmlns:a="http://schemas.openxmlformats.org/drawingml/2006/main"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3930C23-354E-4FDF-81DA-ED39445E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988" y="2345727"/>
            <a:ext cx="117087" cy="66922"/>
          </a:xfrm>
          <a:custGeom xmlns:a="http://schemas.openxmlformats.org/drawingml/2006/main"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82B3AD9-9C72-4CAE-B035-B9AAA73B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933" y="2081901"/>
            <a:ext cx="249955" cy="131607"/>
          </a:xfrm>
          <a:custGeom xmlns:a="http://schemas.openxmlformats.org/drawingml/2006/main"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95AE57F-B8AE-4E08-8737-0EECA2D4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935" y="2405229"/>
            <a:ext cx="166387" cy="155100"/>
          </a:xfrm>
          <a:custGeom xmlns:a="http://schemas.openxmlformats.org/drawingml/2006/main"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B884608-A0AE-4CB4-99BE-3FC132C2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583" y="3314227"/>
            <a:ext cx="280244" cy="71421"/>
          </a:xfrm>
          <a:custGeom xmlns:a="http://schemas.openxmlformats.org/drawingml/2006/main"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FBC1700-B9A0-41E9-9A15-645B4797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35" y="2487693"/>
            <a:ext cx="1353046" cy="821828"/>
          </a:xfrm>
          <a:custGeom xmlns:a="http://schemas.openxmlformats.org/drawingml/2006/main"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9F79987-FFD9-4143-B358-56BF4B32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75" y="3153618"/>
            <a:ext cx="82065" cy="129104"/>
          </a:xfrm>
          <a:custGeom xmlns:a="http://schemas.openxmlformats.org/drawingml/2006/main"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31C132-BF9F-4EB6-BEA6-9C423BC1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42" y="3228407"/>
            <a:ext cx="136307" cy="110290"/>
          </a:xfrm>
          <a:custGeom xmlns:a="http://schemas.openxmlformats.org/drawingml/2006/main"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DA289DE-6DE5-44C9-88B1-05D930E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693" y="4593684"/>
            <a:ext cx="103694" cy="109480"/>
          </a:xfrm>
          <a:custGeom xmlns:a="http://schemas.openxmlformats.org/drawingml/2006/main"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950844E-4248-4A29-9A9F-0C05CFCD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794" y="4499607"/>
            <a:ext cx="203023" cy="84739"/>
          </a:xfrm>
          <a:custGeom xmlns:a="http://schemas.openxmlformats.org/drawingml/2006/main"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C8CC1E3-1E88-45DF-9DAC-F533DFD2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077" y="4830846"/>
            <a:ext cx="127305" cy="39530"/>
          </a:xfrm>
          <a:custGeom xmlns:a="http://schemas.openxmlformats.org/drawingml/2006/main"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6EA43BB-1093-4389-8811-D2640E75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544" y="4405900"/>
            <a:ext cx="416730" cy="464476"/>
          </a:xfrm>
          <a:custGeom xmlns:a="http://schemas.openxmlformats.org/drawingml/2006/main"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1707FC2-4FDB-4137-93E1-5F423B32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1" y="3215111"/>
            <a:ext cx="206987" cy="407850"/>
          </a:xfrm>
          <a:custGeom xmlns:a="http://schemas.openxmlformats.org/drawingml/2006/main"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4EFE9F9-4C27-4083-A2C0-0B83579F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649" y="3108990"/>
            <a:ext cx="64589" cy="62264"/>
          </a:xfrm>
          <a:custGeom xmlns:a="http://schemas.openxmlformats.org/drawingml/2006/main"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6058DE7-565B-4FE5-AE00-0738BB13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767" y="4457661"/>
            <a:ext cx="19615" cy="30267"/>
          </a:xfrm>
          <a:custGeom xmlns:a="http://schemas.openxmlformats.org/drawingml/2006/main"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B8D13E2-B219-4EF4-B3CF-0804C05B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63" y="4227611"/>
            <a:ext cx="110680" cy="85330"/>
          </a:xfrm>
          <a:custGeom xmlns:a="http://schemas.openxmlformats.org/drawingml/2006/main"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B816307-74AC-455D-8329-D4EE6716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87" y="3478098"/>
            <a:ext cx="349995" cy="690149"/>
          </a:xfrm>
          <a:custGeom xmlns:a="http://schemas.openxmlformats.org/drawingml/2006/main"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3AB58D3-27BA-41B4-863D-FE4CC022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743" y="3514505"/>
            <a:ext cx="50352" cy="49156"/>
          </a:xfrm>
          <a:custGeom xmlns:a="http://schemas.openxmlformats.org/drawingml/2006/main"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1A7A3F1-C73A-4461-A35C-08D66D70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683" y="2842222"/>
            <a:ext cx="495898" cy="502409"/>
          </a:xfrm>
          <a:custGeom xmlns:a="http://schemas.openxmlformats.org/drawingml/2006/main"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CAEDEC1-4324-4C88-ABEC-6C3CD05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929" y="3621623"/>
            <a:ext cx="299927" cy="280974"/>
          </a:xfrm>
          <a:custGeom xmlns:a="http://schemas.openxmlformats.org/drawingml/2006/main"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D051CB-C9DA-4E4E-A7C5-B617E30E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06" y="4058978"/>
            <a:ext cx="317885" cy="231175"/>
          </a:xfrm>
          <a:custGeom xmlns:a="http://schemas.openxmlformats.org/drawingml/2006/main"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9D57CCF-B74C-4F94-AEEE-267294E5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9" y="3196114"/>
            <a:ext cx="26757" cy="29139"/>
          </a:xfrm>
          <a:custGeom xmlns:a="http://schemas.openxmlformats.org/drawingml/2006/main"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7139E0F-DA71-4FF3-9A23-7911F6E0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971" y="3297208"/>
            <a:ext cx="156459" cy="203910"/>
          </a:xfrm>
          <a:custGeom xmlns:a="http://schemas.openxmlformats.org/drawingml/2006/main"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F815F9-FBDC-47A3-BFCF-20C7D2A6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835" y="3307306"/>
            <a:ext cx="55742" cy="33220"/>
          </a:xfrm>
          <a:custGeom xmlns:a="http://schemas.openxmlformats.org/drawingml/2006/main"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2026A67-A8C6-4E62-A940-F3A567AF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249" y="4129640"/>
            <a:ext cx="47934" cy="46232"/>
          </a:xfrm>
          <a:custGeom xmlns:a="http://schemas.openxmlformats.org/drawingml/2006/main"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ABD63F-1CF5-4599-8C5B-DE77C44C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844" y="3174328"/>
            <a:ext cx="33363" cy="20207"/>
          </a:xfrm>
          <a:custGeom xmlns:a="http://schemas.openxmlformats.org/drawingml/2006/main"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8733B6F-7C9F-4491-BC47-332F1601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778" y="2896252"/>
            <a:ext cx="133464" cy="78632"/>
          </a:xfrm>
          <a:custGeom xmlns:a="http://schemas.openxmlformats.org/drawingml/2006/main"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58FD3E-6C0F-4156-88FB-08A09C4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183" y="3111672"/>
            <a:ext cx="111662" cy="115446"/>
          </a:xfrm>
          <a:custGeom xmlns:a="http://schemas.openxmlformats.org/drawingml/2006/main"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77EAD5E-CC42-47BE-83CF-83C03E2C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717" y="3242837"/>
            <a:ext cx="71552" cy="52225"/>
          </a:xfrm>
          <a:custGeom xmlns:a="http://schemas.openxmlformats.org/drawingml/2006/main"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BEDFE9E-3C0D-4E6C-8A08-1060562C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958" y="3547707"/>
            <a:ext cx="309372" cy="293112"/>
          </a:xfrm>
          <a:custGeom xmlns:a="http://schemas.openxmlformats.org/drawingml/2006/main"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76D80C-F250-4B58-9302-A0D405C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597" y="3669024"/>
            <a:ext cx="183787" cy="331278"/>
          </a:xfrm>
          <a:custGeom xmlns:a="http://schemas.openxmlformats.org/drawingml/2006/main"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E065873-0D50-4855-97DE-99F6105F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019" y="4421536"/>
            <a:ext cx="22030" cy="34476"/>
          </a:xfrm>
          <a:custGeom xmlns:a="http://schemas.openxmlformats.org/drawingml/2006/main"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D543455-14F6-4EE7-A7CC-835C9138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682" y="3923648"/>
            <a:ext cx="400097" cy="315888"/>
          </a:xfrm>
          <a:custGeom xmlns:a="http://schemas.openxmlformats.org/drawingml/2006/main"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F27F393-A9D9-4F78-9850-69B6EA92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15" y="4163700"/>
            <a:ext cx="297224" cy="534195"/>
          </a:xfrm>
          <a:custGeom xmlns:a="http://schemas.openxmlformats.org/drawingml/2006/main"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7E7E5C7-C22B-4174-9FE0-287C9656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70" y="3824670"/>
            <a:ext cx="240059" cy="261820"/>
          </a:xfrm>
          <a:custGeom xmlns:a="http://schemas.openxmlformats.org/drawingml/2006/main"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B619A63-26BE-4DA0-A56B-1BE051EA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82" y="3078407"/>
            <a:ext cx="48349" cy="50747"/>
          </a:xfrm>
          <a:custGeom xmlns:a="http://schemas.openxmlformats.org/drawingml/2006/main"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2D8CAD5-3762-4DCC-95C5-FDDD37D8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850" y="3992040"/>
            <a:ext cx="131247" cy="135835"/>
          </a:xfrm>
          <a:custGeom xmlns:a="http://schemas.openxmlformats.org/drawingml/2006/main"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74960FD-E49D-4BB9-BF25-B81E2E07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420" y="4277799"/>
            <a:ext cx="82467" cy="165108"/>
          </a:xfrm>
          <a:custGeom xmlns:a="http://schemas.openxmlformats.org/drawingml/2006/main"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52F77F9-0EF5-41ED-8437-05BA2133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577" y="3141095"/>
            <a:ext cx="41680" cy="38641"/>
          </a:xfrm>
          <a:custGeom xmlns:a="http://schemas.openxmlformats.org/drawingml/2006/main"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26860A4-A786-4C17-8899-16755833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285" y="3124950"/>
            <a:ext cx="117236" cy="86435"/>
          </a:xfrm>
          <a:custGeom xmlns:a="http://schemas.openxmlformats.org/drawingml/2006/main"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9A9268E-F9C9-4B6F-BC7A-77A2EB5B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28" y="4440857"/>
            <a:ext cx="39415" cy="39754"/>
          </a:xfrm>
          <a:custGeom xmlns:a="http://schemas.openxmlformats.org/drawingml/2006/main"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F9F0AB9-4935-448A-A1CE-622A171D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455" y="4177069"/>
            <a:ext cx="58168" cy="57128"/>
          </a:xfrm>
          <a:custGeom xmlns:a="http://schemas.openxmlformats.org/drawingml/2006/main"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082F1FD-2A49-4957-A1A7-2033F5B7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873" y="3284420"/>
            <a:ext cx="14557" cy="14246"/>
          </a:xfrm>
          <a:custGeom xmlns:a="http://schemas.openxmlformats.org/drawingml/2006/main"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3A3AE2B-846C-4099-A479-69F44E51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074" y="3227964"/>
            <a:ext cx="19630" cy="18877"/>
          </a:xfrm>
          <a:custGeom xmlns:a="http://schemas.openxmlformats.org/drawingml/2006/main"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CDBCCEC-CED5-46B8-8FD0-18981C79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330" y="1991353"/>
            <a:ext cx="18645" cy="87568"/>
          </a:xfrm>
          <a:custGeom xmlns:a="http://schemas.openxmlformats.org/drawingml/2006/main"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78CC446-C1C6-4A58-B7F1-13B396D2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228" y="2050498"/>
            <a:ext cx="107057" cy="56203"/>
          </a:xfrm>
          <a:custGeom xmlns:a="http://schemas.openxmlformats.org/drawingml/2006/main"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E3BE1DA-DCE8-4ECB-93AE-2F767EA5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929" y="1993536"/>
            <a:ext cx="146430" cy="63919"/>
          </a:xfrm>
          <a:custGeom xmlns:a="http://schemas.openxmlformats.org/drawingml/2006/main"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A13E628-B104-42EE-ADC8-961A75D1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873" y="2038172"/>
            <a:ext cx="525068" cy="183837"/>
          </a:xfrm>
          <a:custGeom xmlns:a="http://schemas.openxmlformats.org/drawingml/2006/main"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69EB2B4-4DDC-4075-B92F-4FCE6989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134" y="1866296"/>
            <a:ext cx="184104" cy="168472"/>
          </a:xfrm>
          <a:custGeom xmlns:a="http://schemas.openxmlformats.org/drawingml/2006/main"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04788E7-9C35-4A71-8055-49B02BCB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024" y="2149318"/>
            <a:ext cx="375539" cy="270682"/>
          </a:xfrm>
          <a:custGeom xmlns:a="http://schemas.openxmlformats.org/drawingml/2006/main"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111FF77-C0F9-45D1-960C-AE17B175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788" y="2189501"/>
            <a:ext cx="13163" cy="58605"/>
          </a:xfrm>
          <a:custGeom xmlns:a="http://schemas.openxmlformats.org/drawingml/2006/main"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3855F21-B95E-4D3E-BA91-F3EF100C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2241762"/>
            <a:ext cx="1177652" cy="361142"/>
          </a:xfrm>
          <a:custGeom xmlns:a="http://schemas.openxmlformats.org/drawingml/2006/main"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48D199E-8EC7-49A5-A5C8-AFDADA86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155" y="2207491"/>
            <a:ext cx="240509" cy="70739"/>
          </a:xfrm>
          <a:custGeom xmlns:a="http://schemas.openxmlformats.org/drawingml/2006/main"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23E1FC9-4E18-4E11-B2A5-CEE75B5B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184" y="1986050"/>
            <a:ext cx="428242" cy="154293"/>
          </a:xfrm>
          <a:custGeom xmlns:a="http://schemas.openxmlformats.org/drawingml/2006/main"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ECF749C-F12E-458C-B683-6594E8E6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238" y="2200529"/>
            <a:ext cx="29519" cy="14524"/>
          </a:xfrm>
          <a:custGeom xmlns:a="http://schemas.openxmlformats.org/drawingml/2006/main"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236F6E7-7F8A-4DF5-A9A7-2C2A00D8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91" y="1967996"/>
            <a:ext cx="403925" cy="254535"/>
          </a:xfrm>
          <a:custGeom xmlns:a="http://schemas.openxmlformats.org/drawingml/2006/main"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0717D8F-C3D6-4616-B3D4-C7D3DB4B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276" y="2145525"/>
            <a:ext cx="157098" cy="65349"/>
          </a:xfrm>
          <a:custGeom xmlns:a="http://schemas.openxmlformats.org/drawingml/2006/main"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F2AFA28-9241-4CED-989D-4285EE04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779" y="2277296"/>
            <a:ext cx="20949" cy="140471"/>
          </a:xfrm>
          <a:custGeom xmlns:a="http://schemas.openxmlformats.org/drawingml/2006/main"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3A237F8-06DD-4271-9057-7F18583C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474" y="1843513"/>
            <a:ext cx="1083016" cy="241243"/>
          </a:xfrm>
          <a:custGeom xmlns:a="http://schemas.openxmlformats.org/drawingml/2006/main"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A03C5EE-9008-4D31-A680-7F0EEB8F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380" y="2205301"/>
            <a:ext cx="144908" cy="61401"/>
          </a:xfrm>
          <a:custGeom xmlns:a="http://schemas.openxmlformats.org/drawingml/2006/main"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1F73121-4CB6-43CC-8975-B5034836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79" y="2344510"/>
            <a:ext cx="68958" cy="36235"/>
          </a:xfrm>
          <a:custGeom xmlns:a="http://schemas.openxmlformats.org/drawingml/2006/main"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F391C61-E79B-4CA4-9987-CA53CBC1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249" y="4330543"/>
            <a:ext cx="563769" cy="539833"/>
          </a:xfrm>
          <a:custGeom xmlns:a="http://schemas.openxmlformats.org/drawingml/2006/main"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6477E8B-2ECF-44B9-A10B-FD9E3A71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405" y="3297121"/>
            <a:ext cx="1280252" cy="217519"/>
          </a:xfrm>
          <a:custGeom xmlns:a="http://schemas.openxmlformats.org/drawingml/2006/main"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1051B6E-3B9D-445A-A3C5-B4C13F05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105" y="3526647"/>
            <a:ext cx="563232" cy="832394"/>
          </a:xfrm>
          <a:custGeom xmlns:a="http://schemas.openxmlformats.org/drawingml/2006/main"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9DB3481-11F5-49F6-9A2A-C93C7F84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559" y="4254756"/>
            <a:ext cx="13439" cy="12580"/>
          </a:xfrm>
          <a:custGeom xmlns:a="http://schemas.openxmlformats.org/drawingml/2006/main"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6667588-055C-47AF-81A7-0AD06AB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720" y="3920335"/>
            <a:ext cx="1184861" cy="521065"/>
          </a:xfrm>
          <a:custGeom xmlns:a="http://schemas.openxmlformats.org/drawingml/2006/main"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27AC0C2-D7D7-4242-BE7D-F5C2140D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245" y="2118661"/>
            <a:ext cx="15696" cy="63379"/>
          </a:xfrm>
          <a:custGeom xmlns:a="http://schemas.openxmlformats.org/drawingml/2006/main"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CB4DAD7-D4AB-4766-894E-72DEF44E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96" y="4397155"/>
            <a:ext cx="569951" cy="400977"/>
          </a:xfrm>
          <a:custGeom xmlns:a="http://schemas.openxmlformats.org/drawingml/2006/main"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81F401E-BEBF-45E5-8564-8227036E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259" y="4254231"/>
            <a:ext cx="84127" cy="57277"/>
          </a:xfrm>
          <a:custGeom xmlns:a="http://schemas.openxmlformats.org/drawingml/2006/main"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5BA227D-E4D6-4324-B061-6ED8EECA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453" y="2015539"/>
            <a:ext cx="164583" cy="53400"/>
          </a:xfrm>
          <a:custGeom xmlns:a="http://schemas.openxmlformats.org/drawingml/2006/main"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DCA1A95-FA44-4A2F-9151-E22A9BE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065" y="4588213"/>
            <a:ext cx="117581" cy="113811"/>
          </a:xfrm>
          <a:custGeom xmlns:a="http://schemas.openxmlformats.org/drawingml/2006/main"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D0442A5-8299-45E6-9040-8142E61A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53" y="4307912"/>
            <a:ext cx="135829" cy="62469"/>
          </a:xfrm>
          <a:custGeom xmlns:a="http://schemas.openxmlformats.org/drawingml/2006/main"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C6DE754-EB6F-4A21-BCA1-CEAD7707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488" y="3066549"/>
            <a:ext cx="313513" cy="247898"/>
          </a:xfrm>
          <a:custGeom xmlns:a="http://schemas.openxmlformats.org/drawingml/2006/main"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C2E596E-804D-453C-81AA-69ECA700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595" y="2478336"/>
            <a:ext cx="406986" cy="171028"/>
          </a:xfrm>
          <a:custGeom xmlns:a="http://schemas.openxmlformats.org/drawingml/2006/main"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667D0D8-BF10-459E-BED6-FC2CBFBD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92" y="3341802"/>
            <a:ext cx="118098" cy="103261"/>
          </a:xfrm>
          <a:custGeom xmlns:a="http://schemas.openxmlformats.org/drawingml/2006/main"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6B0FCDE-EA51-4BE4-9A35-6D3D1AFC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841" y="2785080"/>
            <a:ext cx="353219" cy="282897"/>
          </a:xfrm>
          <a:custGeom xmlns:a="http://schemas.openxmlformats.org/drawingml/2006/main"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3F44503-ADBC-4B8A-A937-3159828B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076" y="2637496"/>
            <a:ext cx="281426" cy="156116"/>
          </a:xfrm>
          <a:custGeom xmlns:a="http://schemas.openxmlformats.org/drawingml/2006/main"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DC66FC0-C865-4F6E-ABC7-730CF16F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367" y="2634597"/>
            <a:ext cx="12297" cy="17309"/>
          </a:xfrm>
          <a:custGeom xmlns:a="http://schemas.openxmlformats.org/drawingml/2006/main"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556BB92-8DD4-41C1-9442-20C7EBF5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936" y="4627204"/>
            <a:ext cx="55806" cy="78681"/>
          </a:xfrm>
          <a:custGeom xmlns:a="http://schemas.openxmlformats.org/drawingml/2006/main"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595A6D9-A3C7-4EBB-AEA0-9B7E555D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168" y="4432477"/>
            <a:ext cx="197378" cy="109031"/>
          </a:xfrm>
          <a:custGeom xmlns:a="http://schemas.openxmlformats.org/drawingml/2006/main"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E6AE015-22B2-49B9-AF6C-7058062A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994" y="4568955"/>
            <a:ext cx="228440" cy="107405"/>
          </a:xfrm>
          <a:custGeom xmlns:a="http://schemas.openxmlformats.org/drawingml/2006/main"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4DE3198-B76B-45FB-8F62-7EBBF957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45" y="2176035"/>
            <a:ext cx="15194" cy="44897"/>
          </a:xfrm>
          <a:custGeom xmlns:a="http://schemas.openxmlformats.org/drawingml/2006/main"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4A20DA8-D60E-45AB-A72B-ABD90B2C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201" y="2172457"/>
            <a:ext cx="15160" cy="45081"/>
          </a:xfrm>
          <a:custGeom xmlns:a="http://schemas.openxmlformats.org/drawingml/2006/main"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DCEDCF1-E2A3-4C9E-9A99-127B2DE6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17" y="2165655"/>
            <a:ext cx="15081" cy="45219"/>
          </a:xfrm>
          <a:custGeom xmlns:a="http://schemas.openxmlformats.org/drawingml/2006/main"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CE385AE-B2FC-4257-8D97-CC6D4074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600" y="4486689"/>
            <a:ext cx="153874" cy="311299"/>
          </a:xfrm>
          <a:custGeom xmlns:a="http://schemas.openxmlformats.org/drawingml/2006/main"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88534BD-0941-473A-8857-B730234D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635" y="2251739"/>
            <a:ext cx="87540" cy="43290"/>
          </a:xfrm>
          <a:custGeom xmlns:a="http://schemas.openxmlformats.org/drawingml/2006/main"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4F72479-D6AB-4ED9-82DE-C42DCB1C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837" y="2052700"/>
            <a:ext cx="199849" cy="59422"/>
          </a:xfrm>
          <a:custGeom xmlns:a="http://schemas.openxmlformats.org/drawingml/2006/main"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B63B2D3-6D0F-48BD-88A0-F2564753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19" y="2844616"/>
            <a:ext cx="50076" cy="53494"/>
          </a:xfrm>
          <a:custGeom xmlns:a="http://schemas.openxmlformats.org/drawingml/2006/main"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8BF4687-4E09-42C7-BA4B-878CF2BE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948" y="3191916"/>
            <a:ext cx="9413" cy="7176"/>
          </a:xfrm>
          <a:custGeom xmlns:a="http://schemas.openxmlformats.org/drawingml/2006/main"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007D85B-030F-4638-88DB-0F217C3D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034" y="3059854"/>
            <a:ext cx="16357" cy="27456"/>
          </a:xfrm>
          <a:custGeom xmlns:a="http://schemas.openxmlformats.org/drawingml/2006/main"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BDFF057-57E2-4AC8-B95A-C2F15082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4669" y="3216640"/>
            <a:ext cx="44889" cy="34118"/>
          </a:xfrm>
          <a:custGeom xmlns:a="http://schemas.openxmlformats.org/drawingml/2006/main"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4E3BEAB-BE96-4CE2-9A8C-38817400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940" y="3145135"/>
            <a:ext cx="6102" cy="29747"/>
          </a:xfrm>
          <a:custGeom xmlns:a="http://schemas.openxmlformats.org/drawingml/2006/main"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AF503CF-86F7-4EE8-B922-2F784B8F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663" y="3128968"/>
            <a:ext cx="11433" cy="15430"/>
          </a:xfrm>
          <a:custGeom xmlns:a="http://schemas.openxmlformats.org/drawingml/2006/main"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A3FF79B-76B3-4279-A5D3-7E824861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123" y="2904513"/>
            <a:ext cx="13177" cy="12896"/>
          </a:xfrm>
          <a:custGeom xmlns:a="http://schemas.openxmlformats.org/drawingml/2006/main"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AC75578-64CD-4A1B-91F3-BE320915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928" y="2403875"/>
            <a:ext cx="283806" cy="39350"/>
          </a:xfrm>
          <a:custGeom xmlns:a="http://schemas.openxmlformats.org/drawingml/2006/main"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6A23128-7AE4-4B9F-AA19-FEEF6107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084" y="3086712"/>
            <a:ext cx="51870" cy="56338"/>
          </a:xfrm>
          <a:custGeom xmlns:a="http://schemas.openxmlformats.org/drawingml/2006/main"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482EC34-3D8A-4827-A602-61F01BBA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395" y="3194376"/>
            <a:ext cx="37798" cy="62275"/>
          </a:xfrm>
          <a:custGeom xmlns:a="http://schemas.openxmlformats.org/drawingml/2006/main"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C0F1683-802E-44E4-8C5D-D800AE14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952" y="3055432"/>
            <a:ext cx="24100" cy="23830"/>
          </a:xfrm>
          <a:custGeom xmlns:a="http://schemas.openxmlformats.org/drawingml/2006/main"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4853C52-E85F-4EA8-9E8B-9E4D57CF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954" y="4580530"/>
            <a:ext cx="9772" cy="9556"/>
          </a:xfrm>
          <a:custGeom xmlns:a="http://schemas.openxmlformats.org/drawingml/2006/main"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586450D-F75C-4C06-BEF2-0825EB94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200" y="3203726"/>
            <a:ext cx="20517" cy="30828"/>
          </a:xfrm>
          <a:custGeom xmlns:a="http://schemas.openxmlformats.org/drawingml/2006/main"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0598181-2140-4469-A4F5-95E6D71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781" y="3178405"/>
            <a:ext cx="40215" cy="66628"/>
          </a:xfrm>
          <a:custGeom xmlns:a="http://schemas.openxmlformats.org/drawingml/2006/main"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F99ED79-486C-4095-AF04-77FA3822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970" y="4136503"/>
            <a:ext cx="58743" cy="19854"/>
          </a:xfrm>
          <a:custGeom xmlns:a="http://schemas.openxmlformats.org/drawingml/2006/main"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94A7037-65A7-4FEF-844A-0D123FE5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714" y="2327849"/>
            <a:ext cx="33814" cy="36011"/>
          </a:xfrm>
          <a:custGeom xmlns:a="http://schemas.openxmlformats.org/drawingml/2006/main"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631E4DC-5A8A-4A1F-88E1-FC206251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318" y="3645719"/>
            <a:ext cx="495907" cy="430230"/>
          </a:xfrm>
          <a:custGeom xmlns:a="http://schemas.openxmlformats.org/drawingml/2006/main"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4CB67BE-9F71-414A-9839-08C3F8D3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953" y="4104367"/>
            <a:ext cx="72808" cy="68773"/>
          </a:xfrm>
          <a:custGeom xmlns:a="http://schemas.openxmlformats.org/drawingml/2006/main"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A66DA13-F8C4-4CE1-9ABD-8A78F00C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86" y="2359013"/>
            <a:ext cx="18476" cy="16166"/>
          </a:xfrm>
          <a:custGeom xmlns:a="http://schemas.openxmlformats.org/drawingml/2006/main"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88CBEE4-E3F9-4D9F-84EF-69DE24E9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361" y="2217537"/>
            <a:ext cx="14436" cy="28977"/>
          </a:xfrm>
          <a:custGeom xmlns:a="http://schemas.openxmlformats.org/drawingml/2006/main"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2B23477-CA85-44FE-904F-AA1B6F4C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03" y="2140860"/>
            <a:ext cx="6642" cy="35175"/>
          </a:xfrm>
          <a:custGeom xmlns:a="http://schemas.openxmlformats.org/drawingml/2006/main"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81767D4-0E0D-40BA-842D-F045388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39" y="2220933"/>
            <a:ext cx="23358" cy="25582"/>
          </a:xfrm>
          <a:custGeom xmlns:a="http://schemas.openxmlformats.org/drawingml/2006/main"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7F29581-5719-4886-976E-AC25BC2B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25573" cy="24795"/>
          </a:xfrm>
          <a:custGeom xmlns:a="http://schemas.openxmlformats.org/drawingml/2006/main"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78BE292-82AF-480A-ADD8-835380CB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97" y="2210874"/>
            <a:ext cx="9248" cy="35640"/>
          </a:xfrm>
          <a:custGeom xmlns:a="http://schemas.openxmlformats.org/drawingml/2006/main"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B880442-996E-455C-9174-E6C9B7F1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753" y="2167463"/>
            <a:ext cx="6789" cy="2581"/>
          </a:xfrm>
          <a:custGeom xmlns:a="http://schemas.openxmlformats.org/drawingml/2006/main"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5DCF05B-0750-4C25-BB97-9C1333F6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14" y="2177870"/>
            <a:ext cx="6695" cy="2221"/>
          </a:xfrm>
          <a:custGeom xmlns:a="http://schemas.openxmlformats.org/drawingml/2006/main"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D705349-7FD4-4361-8D94-FF30F299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309" y="2165655"/>
            <a:ext cx="6740" cy="2645"/>
          </a:xfrm>
          <a:custGeom xmlns:a="http://schemas.openxmlformats.org/drawingml/2006/main"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1FB21A64-504E-4C16-822A-0FFCDDDB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378" y="2176035"/>
            <a:ext cx="6649" cy="2507"/>
          </a:xfrm>
          <a:custGeom xmlns:a="http://schemas.openxmlformats.org/drawingml/2006/main"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6835B66-8178-4852-84A5-742C0889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485" y="2218002"/>
            <a:ext cx="6649" cy="2931"/>
          </a:xfrm>
          <a:custGeom xmlns:a="http://schemas.openxmlformats.org/drawingml/2006/main"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FE6CFC0-8FE4-4469-8BDC-2141C004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2" y="2215324"/>
            <a:ext cx="5208" cy="2214"/>
          </a:xfrm>
          <a:custGeom xmlns:a="http://schemas.openxmlformats.org/drawingml/2006/main"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6769F33-53A6-4BA5-BA32-B1E9F5C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794" y="2211222"/>
            <a:ext cx="5526" cy="2624"/>
          </a:xfrm>
          <a:custGeom xmlns:a="http://schemas.openxmlformats.org/drawingml/2006/main"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D75C296-DA1A-4717-AE05-B33E492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944" y="2215886"/>
            <a:ext cx="6497" cy="2696"/>
          </a:xfrm>
          <a:custGeom xmlns:a="http://schemas.openxmlformats.org/drawingml/2006/main"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371B1EC-726D-45C6-8430-FBCC3253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1" y="2213738"/>
            <a:ext cx="5012" cy="2204"/>
          </a:xfrm>
          <a:custGeom xmlns:a="http://schemas.openxmlformats.org/drawingml/2006/main"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A014CD1-D555-408C-891A-3EC30499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351" y="2209423"/>
            <a:ext cx="5457" cy="2129"/>
          </a:xfrm>
          <a:custGeom xmlns:a="http://schemas.openxmlformats.org/drawingml/2006/main"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BF57CCB-CA78-4D4F-9F60-F7D3C550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920" y="2206077"/>
            <a:ext cx="6417" cy="2672"/>
          </a:xfrm>
          <a:custGeom xmlns:a="http://schemas.openxmlformats.org/drawingml/2006/main"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7B0411F-27D6-4E0B-B36E-CCE4D7D7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395" y="2208167"/>
            <a:ext cx="6770" cy="2708"/>
          </a:xfrm>
          <a:custGeom xmlns:a="http://schemas.openxmlformats.org/drawingml/2006/main"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DBC1EFD-1791-4E8E-AEA5-43CCC8BC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36" y="3175198"/>
            <a:ext cx="2673" cy="2640"/>
          </a:xfrm>
          <a:custGeom xmlns:a="http://schemas.openxmlformats.org/drawingml/2006/main"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B431554-B51C-4338-B1C0-2AF0811B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485" y="2206883"/>
            <a:ext cx="20067" cy="6657"/>
          </a:xfrm>
          <a:custGeom xmlns:a="http://schemas.openxmlformats.org/drawingml/2006/main"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A2F8721-3B46-4BF3-BCF0-1066EFAE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170" y="2047091"/>
            <a:ext cx="29523" cy="16295"/>
          </a:xfrm>
          <a:custGeom xmlns:a="http://schemas.openxmlformats.org/drawingml/2006/main"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D92BA09-4025-4697-A72E-DD164F17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294" y="4022638"/>
            <a:ext cx="46991" cy="52822"/>
          </a:xfrm>
          <a:custGeom xmlns:a="http://schemas.openxmlformats.org/drawingml/2006/main"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54A20A3-C384-49CC-AD67-27199060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379" y="4280466"/>
            <a:ext cx="28341" cy="9281"/>
          </a:xfrm>
          <a:custGeom xmlns:a="http://schemas.openxmlformats.org/drawingml/2006/main"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8EEC1E9-EE3F-4E43-B676-A49027C4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557" y="4281629"/>
            <a:ext cx="114752" cy="70074"/>
          </a:xfrm>
          <a:custGeom xmlns:a="http://schemas.openxmlformats.org/drawingml/2006/main"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3B93148-97B3-4E16-8082-FB89A72A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60" y="3453417"/>
            <a:ext cx="18695" cy="12403"/>
          </a:xfrm>
          <a:custGeom xmlns:a="http://schemas.openxmlformats.org/drawingml/2006/main"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E37E4C2-E06B-44A4-AED8-803F2115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23" y="4556955"/>
            <a:ext cx="7021" cy="40987"/>
          </a:xfrm>
          <a:custGeom xmlns:a="http://schemas.openxmlformats.org/drawingml/2006/main"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F5AEFAF-B5D6-4CC8-838D-41D5EB75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1" y="2845637"/>
            <a:ext cx="358110" cy="366325"/>
          </a:xfrm>
          <a:custGeom xmlns:a="http://schemas.openxmlformats.org/drawingml/2006/main"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0CF652E-E03C-415A-8914-3F8C5090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16314" cy="27880"/>
          </a:xfrm>
          <a:custGeom xmlns:a="http://schemas.openxmlformats.org/drawingml/2006/main"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DA7DCF7-7794-4A0E-A136-C0903648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4556" cy="31596"/>
          </a:xfrm>
          <a:custGeom xmlns:a="http://schemas.openxmlformats.org/drawingml/2006/main"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BF28EDB-80E2-4193-8131-69C516EF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44" y="2168741"/>
            <a:ext cx="5185" cy="2305"/>
          </a:xfrm>
          <a:custGeom xmlns:a="http://schemas.openxmlformats.org/drawingml/2006/main"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8FDEED5-5BA9-498F-BD60-BC2481AF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111" y="2172457"/>
            <a:ext cx="5290" cy="2806"/>
          </a:xfrm>
          <a:custGeom xmlns:a="http://schemas.openxmlformats.org/drawingml/2006/main"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E941B8A-482B-4206-9F3B-AAE9D62D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203" y="2213846"/>
            <a:ext cx="2594" cy="32668"/>
          </a:xfrm>
          <a:custGeom xmlns:a="http://schemas.openxmlformats.org/drawingml/2006/main"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240CE6C-D65F-4066-9EF4-B8D9084C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8" y="2168741"/>
            <a:ext cx="15245" cy="45106"/>
          </a:xfrm>
          <a:custGeom xmlns:a="http://schemas.openxmlformats.org/drawingml/2006/main"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800E862-A2BD-4476-8598-EB627FEC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773" y="4148291"/>
            <a:ext cx="106520" cy="134089"/>
          </a:xfrm>
          <a:custGeom xmlns:a="http://schemas.openxmlformats.org/drawingml/2006/main"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AF13C50-8FD6-4B5B-92B4-3FEDEDEC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781" y="3306470"/>
            <a:ext cx="58198" cy="48880"/>
          </a:xfrm>
          <a:custGeom xmlns:a="http://schemas.openxmlformats.org/drawingml/2006/main"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6690BAD6-E1C8-4A16-B9D0-FF5651B2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717" y="2753297"/>
            <a:ext cx="290589" cy="534461"/>
          </a:xfrm>
          <a:custGeom xmlns:a="http://schemas.openxmlformats.org/drawingml/2006/main"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38C38E7-59D2-49EB-BD47-0A98EF47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307" y="3287758"/>
            <a:ext cx="96473" cy="231561"/>
          </a:xfrm>
          <a:custGeom xmlns:a="http://schemas.openxmlformats.org/drawingml/2006/main"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03FC8E7-162F-4D00-906E-7F55F40A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321" y="3309521"/>
            <a:ext cx="42214" cy="32843"/>
          </a:xfrm>
          <a:custGeom xmlns:a="http://schemas.openxmlformats.org/drawingml/2006/main"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3874E56-B4E2-4809-A482-CB9FA1A1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152" y="2826877"/>
            <a:ext cx="20509" cy="19749"/>
          </a:xfrm>
          <a:custGeom xmlns:a="http://schemas.openxmlformats.org/drawingml/2006/main"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239356E-BDF8-4517-B624-83BA513F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396" y="3725489"/>
            <a:ext cx="47425" cy="89802"/>
          </a:xfrm>
          <a:custGeom xmlns:a="http://schemas.openxmlformats.org/drawingml/2006/main"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CC3E41A-0BD0-4476-9780-9A8FFF89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23" y="2358691"/>
            <a:ext cx="577778" cy="1182891"/>
          </a:xfrm>
          <a:custGeom xmlns:a="http://schemas.openxmlformats.org/drawingml/2006/main"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D56B5D3-1E5D-49FF-A05F-01FF82D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83" y="3252243"/>
            <a:ext cx="89383" cy="80166"/>
          </a:xfrm>
          <a:custGeom xmlns:a="http://schemas.openxmlformats.org/drawingml/2006/main"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3375EC0-BCC5-4723-BF42-466D99EB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537" y="3481292"/>
            <a:ext cx="346045" cy="677634"/>
          </a:xfrm>
          <a:custGeom xmlns:a="http://schemas.openxmlformats.org/drawingml/2006/main"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7C8910F-26F2-4A0C-932E-920D7C24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56" y="3288454"/>
            <a:ext cx="23521" cy="23007"/>
          </a:xfrm>
          <a:custGeom xmlns:a="http://schemas.openxmlformats.org/drawingml/2006/main"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4D52F33-63F7-4C36-A158-F4637FC2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297" y="3329111"/>
            <a:ext cx="58309" cy="79629"/>
          </a:xfrm>
          <a:custGeom xmlns:a="http://schemas.openxmlformats.org/drawingml/2006/main"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550A5A4-9FA7-4187-AE2A-A4B3E79B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749" y="3289037"/>
            <a:ext cx="22164" cy="21842"/>
          </a:xfrm>
          <a:custGeom xmlns:a="http://schemas.openxmlformats.org/drawingml/2006/main"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A2318A2-4164-4064-A87A-2A3B91DE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281" y="3225668"/>
            <a:ext cx="102543" cy="82883"/>
          </a:xfrm>
          <a:custGeom xmlns:a="http://schemas.openxmlformats.org/drawingml/2006/main"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6A90CB5A-3DF1-403E-ADE5-8B186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83" y="4439822"/>
            <a:ext cx="42510" cy="30875"/>
          </a:xfrm>
          <a:custGeom xmlns:a="http://schemas.openxmlformats.org/drawingml/2006/main"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58F2267-2B79-40C0-A5E1-110DA363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55" y="4099347"/>
            <a:ext cx="14754" cy="25130"/>
          </a:xfrm>
          <a:custGeom xmlns:a="http://schemas.openxmlformats.org/drawingml/2006/main"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9235320D-7032-47A1-81F2-0D13793D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452" y="2910252"/>
            <a:ext cx="12694" cy="7360"/>
          </a:xfrm>
          <a:custGeom xmlns:a="http://schemas.openxmlformats.org/drawingml/2006/main"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66AA9B5-6C14-45CC-AB2D-93F604F2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004" y="4385066"/>
            <a:ext cx="14626" cy="28969"/>
          </a:xfrm>
          <a:custGeom xmlns:a="http://schemas.openxmlformats.org/drawingml/2006/main"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ED65E73-2E61-4965-9FF9-CDFDABC3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526" y="4385893"/>
            <a:ext cx="85389" cy="5909"/>
          </a:xfrm>
          <a:custGeom xmlns:a="http://schemas.openxmlformats.org/drawingml/2006/main"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455F662-968F-43FE-BBEF-BA0AA0DA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21" y="4392630"/>
            <a:ext cx="95092" cy="88205"/>
          </a:xfrm>
          <a:custGeom xmlns:a="http://schemas.openxmlformats.org/drawingml/2006/main"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E28C0F3-5CA0-4CA6-82D1-7FECCB05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370" y="4351124"/>
            <a:ext cx="3528" cy="4910"/>
          </a:xfrm>
          <a:custGeom xmlns:a="http://schemas.openxmlformats.org/drawingml/2006/main"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C443C0C-26B6-4FB4-9FFB-EBA62E88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931" y="4350616"/>
            <a:ext cx="2482" cy="1662"/>
          </a:xfrm>
          <a:custGeom xmlns:a="http://schemas.openxmlformats.org/drawingml/2006/main"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15E237E-2E30-4862-A825-30F602F3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253" y="4356692"/>
            <a:ext cx="12986" cy="22428"/>
          </a:xfrm>
          <a:custGeom xmlns:a="http://schemas.openxmlformats.org/drawingml/2006/main"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9A03A8D2-AB8B-4620-B3C5-AB244565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1244" cy="14312"/>
          </a:xfrm>
          <a:custGeom xmlns:a="http://schemas.openxmlformats.org/drawingml/2006/main"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0F1A9D9-20DD-43D2-80F6-C826BBB5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6310"/>
            <a:ext cx="169669" cy="76292"/>
          </a:xfrm>
          <a:custGeom xmlns:a="http://schemas.openxmlformats.org/drawingml/2006/main"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E1D073F-2E26-4D47-88ED-F862DB9E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7050"/>
            <a:ext cx="2358" cy="4553"/>
          </a:xfrm>
          <a:custGeom xmlns:a="http://schemas.openxmlformats.org/drawingml/2006/main"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DB8ED661-F978-464E-97FC-76BCB396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341" cy="4561"/>
          </a:xfrm>
          <a:custGeom xmlns:a="http://schemas.openxmlformats.org/drawingml/2006/main"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F4BA3CA1-C83F-4BFF-A464-0B441ADF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224" y="4479118"/>
            <a:ext cx="194991" cy="119029"/>
          </a:xfrm>
          <a:custGeom xmlns:a="http://schemas.openxmlformats.org/drawingml/2006/main"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F8B93F7-F26B-4D3A-AF89-8B91EDC6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335" y="4373343"/>
            <a:ext cx="9752" cy="8828"/>
          </a:xfrm>
          <a:custGeom xmlns:a="http://schemas.openxmlformats.org/drawingml/2006/main"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918C280-C5D7-4E46-B455-5FA56035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003" y="4373825"/>
            <a:ext cx="16816" cy="9853"/>
          </a:xfrm>
          <a:custGeom xmlns:a="http://schemas.openxmlformats.org/drawingml/2006/main"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53867E64-7115-44CD-A75F-0DE6BFCB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343" y="4236043"/>
            <a:ext cx="46313" cy="138002"/>
          </a:xfrm>
          <a:custGeom xmlns:a="http://schemas.openxmlformats.org/drawingml/2006/main"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EECB280-EB9B-4F1E-960B-A29CFA86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770" y="4286067"/>
            <a:ext cx="75675" cy="25253"/>
          </a:xfrm>
          <a:custGeom xmlns:a="http://schemas.openxmlformats.org/drawingml/2006/main"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A8276A3-1173-4D96-861B-2BAACCE2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677" y="4309775"/>
            <a:ext cx="9951" cy="22795"/>
          </a:xfrm>
          <a:custGeom xmlns:a="http://schemas.openxmlformats.org/drawingml/2006/main"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DAB8F94-90D0-43AD-9DE5-1537B98A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358" y="4278852"/>
            <a:ext cx="645537" cy="591524"/>
          </a:xfrm>
          <a:custGeom xmlns:a="http://schemas.openxmlformats.org/drawingml/2006/main"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4F091E7E-BB09-4F34-92EE-DA9EE1B5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133" y="4210939"/>
            <a:ext cx="12413" cy="15062"/>
          </a:xfrm>
          <a:custGeom xmlns:a="http://schemas.openxmlformats.org/drawingml/2006/main"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6E36A70-E87C-4DE1-8827-B94EFB2D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254" y="4075949"/>
            <a:ext cx="39078" cy="43942"/>
          </a:xfrm>
          <a:custGeom xmlns:a="http://schemas.openxmlformats.org/drawingml/2006/main"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D1AB0CA-6BB4-418A-A9B8-4902C44E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628" y="3862292"/>
            <a:ext cx="48784" cy="35422"/>
          </a:xfrm>
          <a:custGeom xmlns:a="http://schemas.openxmlformats.org/drawingml/2006/main"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F4600D24-65CF-4B40-B64D-40BDD1E3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735" y="3986103"/>
            <a:ext cx="20530" cy="21170"/>
          </a:xfrm>
          <a:custGeom xmlns:a="http://schemas.openxmlformats.org/drawingml/2006/main"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9FE81A7D-F2D0-46AF-AC9F-F8A91899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64" y="4099696"/>
            <a:ext cx="27703" cy="27783"/>
          </a:xfrm>
          <a:custGeom xmlns:a="http://schemas.openxmlformats.org/drawingml/2006/main"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9433B660-1470-43A1-B01B-70E47FBA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91" y="4078215"/>
            <a:ext cx="4611" cy="7629"/>
          </a:xfrm>
          <a:custGeom xmlns:a="http://schemas.openxmlformats.org/drawingml/2006/main"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CBD2A61B-F323-44A8-AF7A-5B6983FD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204" y="4085844"/>
            <a:ext cx="8787" cy="9225"/>
          </a:xfrm>
          <a:custGeom xmlns:a="http://schemas.openxmlformats.org/drawingml/2006/main"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D674096-19C3-41B0-BA67-A38EA28E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789" y="3770197"/>
            <a:ext cx="47676" cy="31475"/>
          </a:xfrm>
          <a:custGeom xmlns:a="http://schemas.openxmlformats.org/drawingml/2006/main"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716C1F3B-7D63-4715-A0D8-44824176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167" y="3760448"/>
            <a:ext cx="8872" cy="11295"/>
          </a:xfrm>
          <a:custGeom xmlns:a="http://schemas.openxmlformats.org/drawingml/2006/main"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C17F9C62-8425-4ACE-903E-EBCF5BD9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9" y="3772270"/>
            <a:ext cx="40414" cy="14697"/>
          </a:xfrm>
          <a:custGeom xmlns:a="http://schemas.openxmlformats.org/drawingml/2006/main"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6A3DD50-886C-4489-A82D-34D5F925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75" y="3746319"/>
            <a:ext cx="7431" cy="32689"/>
          </a:xfrm>
          <a:custGeom xmlns:a="http://schemas.openxmlformats.org/drawingml/2006/main"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5B690B8-D8DF-461E-BF3D-327F1B5D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27" y="3780665"/>
            <a:ext cx="7591" cy="7581"/>
          </a:xfrm>
          <a:custGeom xmlns:a="http://schemas.openxmlformats.org/drawingml/2006/main"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221F377-6EB7-4A75-AEB0-4BA631EC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342" y="3649494"/>
            <a:ext cx="7659" cy="7555"/>
          </a:xfrm>
          <a:custGeom xmlns:a="http://schemas.openxmlformats.org/drawingml/2006/main"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FFDBE58-9E52-42A6-8BC5-F9D01124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20" y="3635588"/>
            <a:ext cx="12614" cy="12314"/>
          </a:xfrm>
          <a:custGeom xmlns:a="http://schemas.openxmlformats.org/drawingml/2006/main"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E659350D-FB16-4E8A-9354-10CCFEB9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00" y="3593520"/>
            <a:ext cx="77692" cy="62443"/>
          </a:xfrm>
          <a:custGeom xmlns:a="http://schemas.openxmlformats.org/drawingml/2006/main"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4145DDF-6773-4F19-B383-CA5F4408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678" y="3631986"/>
            <a:ext cx="6991" cy="6824"/>
          </a:xfrm>
          <a:custGeom xmlns:a="http://schemas.openxmlformats.org/drawingml/2006/main"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8F2A4AD0-4570-45F1-8865-27C303FA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234" y="3585870"/>
            <a:ext cx="53791" cy="27352"/>
          </a:xfrm>
          <a:custGeom xmlns:a="http://schemas.openxmlformats.org/drawingml/2006/main"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01750B7-9408-42D1-9A49-D4E6602A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389" y="3319385"/>
            <a:ext cx="24523" cy="28478"/>
          </a:xfrm>
          <a:custGeom xmlns:a="http://schemas.openxmlformats.org/drawingml/2006/main"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93AE67C-22EE-4E66-A9C3-796BC816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45" y="3429360"/>
            <a:ext cx="54078" cy="56091"/>
          </a:xfrm>
          <a:custGeom xmlns:a="http://schemas.openxmlformats.org/drawingml/2006/main"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E4B88C3-FC60-498A-9446-1721F0B1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837" y="3560422"/>
            <a:ext cx="92611" cy="49290"/>
          </a:xfrm>
          <a:custGeom xmlns:a="http://schemas.openxmlformats.org/drawingml/2006/main"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DC08C7F-F0B3-4FF5-95C6-96F12C33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874" y="3504886"/>
            <a:ext cx="20589" cy="20648"/>
          </a:xfrm>
          <a:custGeom xmlns:a="http://schemas.openxmlformats.org/drawingml/2006/main"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1D643D7C-41FD-4D8A-AC35-C3556FF9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775" y="3900810"/>
            <a:ext cx="50877" cy="22476"/>
          </a:xfrm>
          <a:custGeom xmlns:a="http://schemas.openxmlformats.org/drawingml/2006/main"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D89D7211-6448-4C3B-915B-D7574B7E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454" y="3862069"/>
            <a:ext cx="48989" cy="36231"/>
          </a:xfrm>
          <a:custGeom xmlns:a="http://schemas.openxmlformats.org/drawingml/2006/main"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DCFC5AB-188A-4617-B442-7E83F504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698" y="2257536"/>
            <a:ext cx="15757" cy="1980"/>
          </a:xfrm>
          <a:custGeom xmlns:a="http://schemas.openxmlformats.org/drawingml/2006/main"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7C56F01B-0649-459C-BA30-2A7357B9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288" y="2217520"/>
            <a:ext cx="230410" cy="42646"/>
          </a:xfrm>
          <a:custGeom xmlns:a="http://schemas.openxmlformats.org/drawingml/2006/main"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F61D445-14F3-4913-A62B-E83460FB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07" y="2212547"/>
            <a:ext cx="24381" cy="4973"/>
          </a:xfrm>
          <a:custGeom xmlns:a="http://schemas.openxmlformats.org/drawingml/2006/main"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06C184B-4021-4EC9-A44C-CF01E301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087" y="2086547"/>
            <a:ext cx="1557" cy="24725"/>
          </a:xfrm>
          <a:custGeom xmlns:a="http://schemas.openxmlformats.org/drawingml/2006/main"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9DDF1FA2-E2BD-4059-BFEF-64AA3F3A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697" y="2152606"/>
            <a:ext cx="7420" cy="2418"/>
          </a:xfrm>
          <a:custGeom xmlns:a="http://schemas.openxmlformats.org/drawingml/2006/main"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7860DE5-ABAC-42B8-B854-53B5196F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27" y="2415014"/>
            <a:ext cx="273964" cy="19265"/>
          </a:xfrm>
          <a:custGeom xmlns:a="http://schemas.openxmlformats.org/drawingml/2006/main"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C12FFE05-98D6-451D-BD1A-759B2B5A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06" y="2569436"/>
            <a:ext cx="33468" cy="11190"/>
          </a:xfrm>
          <a:custGeom xmlns:a="http://schemas.openxmlformats.org/drawingml/2006/main"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B7F5C261-3E4E-4AA8-A6D1-F5A55FFB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060" y="2564036"/>
            <a:ext cx="435147" cy="27179"/>
          </a:xfrm>
          <a:custGeom xmlns:a="http://schemas.openxmlformats.org/drawingml/2006/main"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CECC8318-D197-4E05-873E-8C4A8E41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22" y="2560329"/>
            <a:ext cx="32738" cy="3708"/>
          </a:xfrm>
          <a:custGeom xmlns:a="http://schemas.openxmlformats.org/drawingml/2006/main"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985309E2-C39B-4496-A100-32B0748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411" y="2522900"/>
            <a:ext cx="22896" cy="8135"/>
          </a:xfrm>
          <a:custGeom xmlns:a="http://schemas.openxmlformats.org/drawingml/2006/main"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7B615AE-E9EE-4CC0-9A07-43541BBE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851" y="1949850"/>
            <a:ext cx="50960" cy="40496"/>
          </a:xfrm>
          <a:custGeom xmlns:a="http://schemas.openxmlformats.org/drawingml/2006/main"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DF87FA9-F2CE-437C-9A79-97E69449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931" y="2022874"/>
            <a:ext cx="28953" cy="21625"/>
          </a:xfrm>
          <a:custGeom xmlns:a="http://schemas.openxmlformats.org/drawingml/2006/main"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D49CB98E-506B-470D-A6BE-1A7DFC4D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692" y="2175615"/>
            <a:ext cx="108327" cy="35309"/>
          </a:xfrm>
          <a:custGeom xmlns:a="http://schemas.openxmlformats.org/drawingml/2006/main"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F2934E2-7790-4723-9DA4-327C16D9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745" y="1941180"/>
            <a:ext cx="198492" cy="127268"/>
          </a:xfrm>
          <a:custGeom xmlns:a="http://schemas.openxmlformats.org/drawingml/2006/main"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A5D5E248-8C2B-4A92-86C8-295B597A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903" y="2221833"/>
            <a:ext cx="136138" cy="40246"/>
          </a:xfrm>
          <a:custGeom xmlns:a="http://schemas.openxmlformats.org/drawingml/2006/main"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448069B2-7379-4CE1-8C73-BF23D10E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254" y="2267685"/>
            <a:ext cx="167934" cy="65749"/>
          </a:xfrm>
          <a:custGeom xmlns:a="http://schemas.openxmlformats.org/drawingml/2006/main"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FE64C5BB-943F-4E0E-97A4-6A94EA44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42" y="2344828"/>
            <a:ext cx="113331" cy="89365"/>
          </a:xfrm>
          <a:custGeom xmlns:a="http://schemas.openxmlformats.org/drawingml/2006/main"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C5609EC6-2A2A-45CC-B273-A905D5FB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686" y="2064047"/>
            <a:ext cx="4755" cy="13930"/>
          </a:xfrm>
          <a:custGeom xmlns:a="http://schemas.openxmlformats.org/drawingml/2006/main"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C002F472-8480-4397-BB80-845FBD35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946" y="2727532"/>
            <a:ext cx="8771" cy="25765"/>
          </a:xfrm>
          <a:custGeom xmlns:a="http://schemas.openxmlformats.org/drawingml/2006/main"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98C3206-D18D-4917-A7BD-79DF44F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888" y="2469463"/>
            <a:ext cx="12953" cy="40183"/>
          </a:xfrm>
          <a:custGeom xmlns:a="http://schemas.openxmlformats.org/drawingml/2006/main"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F3EDDF7-93C8-4B70-B35D-0ACEB7AD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754" y="2014283"/>
            <a:ext cx="240723" cy="60187"/>
          </a:xfrm>
          <a:custGeom xmlns:a="http://schemas.openxmlformats.org/drawingml/2006/main"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B05CCE49-D791-4FEE-87DB-5214EF89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610" y="3418633"/>
            <a:ext cx="25516" cy="19338"/>
          </a:xfrm>
          <a:custGeom xmlns:a="http://schemas.openxmlformats.org/drawingml/2006/main"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54328254-1FE2-4738-8960-ED7C3BE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827" y="3305766"/>
            <a:ext cx="28581" cy="8460"/>
          </a:xfrm>
          <a:custGeom xmlns:a="http://schemas.openxmlformats.org/drawingml/2006/main"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4B3FD88-083B-4B32-A272-6AEB9EB0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384" y="3385648"/>
            <a:ext cx="31199" cy="7370"/>
          </a:xfrm>
          <a:custGeom xmlns:a="http://schemas.openxmlformats.org/drawingml/2006/main"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BD3E966C-BF44-45ED-8444-7280FB1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37" y="3450197"/>
            <a:ext cx="8560" cy="2220"/>
          </a:xfrm>
          <a:custGeom xmlns:a="http://schemas.openxmlformats.org/drawingml/2006/main"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7E51ACD6-C68E-41E0-978F-6A7AB3E8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706" y="3452417"/>
            <a:ext cx="237531" cy="47728"/>
          </a:xfrm>
          <a:custGeom xmlns:a="http://schemas.openxmlformats.org/drawingml/2006/main"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10B89BFE-0999-4EE3-ACF7-974963D4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890" y="3498196"/>
            <a:ext cx="20816" cy="953"/>
          </a:xfrm>
          <a:custGeom xmlns:a="http://schemas.openxmlformats.org/drawingml/2006/main"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FCC71C1-1CD4-40FA-96D2-B52E0696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38" y="3485154"/>
            <a:ext cx="37242" cy="1814"/>
          </a:xfrm>
          <a:custGeom xmlns:a="http://schemas.openxmlformats.org/drawingml/2006/main"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8A62D24A-04FB-4B27-84C8-6E1678AC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170" y="3470892"/>
            <a:ext cx="258568" cy="14263"/>
          </a:xfrm>
          <a:custGeom xmlns:a="http://schemas.openxmlformats.org/drawingml/2006/main"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75285C72-1746-4763-9DB8-BAF3370A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404" y="3938105"/>
            <a:ext cx="301728" cy="174947"/>
          </a:xfrm>
          <a:custGeom xmlns:a="http://schemas.openxmlformats.org/drawingml/2006/main"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A1251706-6292-4A05-A10F-D306538F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923" y="3949471"/>
            <a:ext cx="31480" cy="12030"/>
          </a:xfrm>
          <a:custGeom xmlns:a="http://schemas.openxmlformats.org/drawingml/2006/main"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556BB5E-BE14-43F3-8833-D129BBC8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959" y="3961500"/>
            <a:ext cx="34964" cy="13397"/>
          </a:xfrm>
          <a:custGeom xmlns:a="http://schemas.openxmlformats.org/drawingml/2006/main"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25A24AE-D2CD-4585-BDDA-0ADE5917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13" y="3974898"/>
            <a:ext cx="176246" cy="45759"/>
          </a:xfrm>
          <a:custGeom xmlns:a="http://schemas.openxmlformats.org/drawingml/2006/main"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768DFB5-4203-4EB1-BE2A-226EFB0C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126" y="4559128"/>
            <a:ext cx="137560" cy="311248"/>
          </a:xfrm>
          <a:custGeom xmlns:a="http://schemas.openxmlformats.org/drawingml/2006/main"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AD3244E-0042-4E99-8FC7-6AE458C3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767" y="4329409"/>
            <a:ext cx="6948" cy="15902"/>
          </a:xfrm>
          <a:custGeom xmlns:a="http://schemas.openxmlformats.org/drawingml/2006/main"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F361DA28-60F6-44FD-8703-4253CCC3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780" y="3519319"/>
            <a:ext cx="7232" cy="28155"/>
          </a:xfrm>
          <a:custGeom xmlns:a="http://schemas.openxmlformats.org/drawingml/2006/main"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7F46555-E68C-457E-9285-8A7DBFD7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012" y="3547474"/>
            <a:ext cx="154701" cy="473182"/>
          </a:xfrm>
          <a:custGeom xmlns:a="http://schemas.openxmlformats.org/drawingml/2006/main"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ECD68BA-19FB-4A28-AE37-AACA580A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18" y="4310673"/>
            <a:ext cx="28812" cy="19870"/>
          </a:xfrm>
          <a:custGeom xmlns:a="http://schemas.openxmlformats.org/drawingml/2006/main"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1292F37-324B-4FC5-B275-A01D2AFB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830" y="4020657"/>
            <a:ext cx="312542" cy="290016"/>
          </a:xfrm>
          <a:custGeom xmlns:a="http://schemas.openxmlformats.org/drawingml/2006/main"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DB898CD-C085-44B2-B051-CA8261EA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164" y="4128579"/>
            <a:ext cx="743390" cy="285109"/>
          </a:xfrm>
          <a:custGeom xmlns:a="http://schemas.openxmlformats.org/drawingml/2006/main"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617593DB-B049-4F13-B014-5D22C57F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92" y="2200288"/>
            <a:ext cx="4860" cy="4864"/>
          </a:xfrm>
          <a:custGeom xmlns:a="http://schemas.openxmlformats.org/drawingml/2006/main"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C04FD285-BAC0-4CF2-A3B4-6A7CDB23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982" y="4173693"/>
            <a:ext cx="24280" cy="25583"/>
          </a:xfrm>
          <a:custGeom xmlns:a="http://schemas.openxmlformats.org/drawingml/2006/main"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38F440D2-43DC-4985-90D8-17DE1F7B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723" y="4195849"/>
            <a:ext cx="30745" cy="17508"/>
          </a:xfrm>
          <a:custGeom xmlns:a="http://schemas.openxmlformats.org/drawingml/2006/main"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6627E3C-8D06-4C63-A877-131B9C5E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39" y="4559937"/>
            <a:ext cx="231282" cy="132162"/>
          </a:xfrm>
          <a:custGeom xmlns:a="http://schemas.openxmlformats.org/drawingml/2006/main"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9F9C2998-D0C7-48D4-840A-0909D2C4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26" y="4288600"/>
            <a:ext cx="234711" cy="420046"/>
          </a:xfrm>
          <a:custGeom xmlns:a="http://schemas.openxmlformats.org/drawingml/2006/main"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8848102D-C09A-47E9-9592-9895C3F2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455" y="3312110"/>
            <a:ext cx="49228" cy="39567"/>
          </a:xfrm>
          <a:custGeom xmlns:a="http://schemas.openxmlformats.org/drawingml/2006/main"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FD527A3F-4E18-4706-93B1-40EE9CCE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893" y="3332409"/>
            <a:ext cx="126733" cy="121735"/>
          </a:xfrm>
          <a:custGeom xmlns:a="http://schemas.openxmlformats.org/drawingml/2006/main"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970A2EB-D761-4874-B0FD-90D44C05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9" y="3300393"/>
            <a:ext cx="32465" cy="27552"/>
          </a:xfrm>
          <a:custGeom xmlns:a="http://schemas.openxmlformats.org/drawingml/2006/main"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07C402C-300E-4159-BE8C-72E339CC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611" y="2207880"/>
            <a:ext cx="349248" cy="170884"/>
          </a:xfrm>
          <a:custGeom xmlns:a="http://schemas.openxmlformats.org/drawingml/2006/main"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E6CA816-1611-43B8-9199-C2524FCA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88" y="2977619"/>
            <a:ext cx="254709" cy="143515"/>
          </a:xfrm>
          <a:custGeom xmlns:a="http://schemas.openxmlformats.org/drawingml/2006/main"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FFCE8276-0AAF-4A08-A648-AB9491D2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724" y="1884363"/>
            <a:ext cx="856581" cy="214453"/>
          </a:xfrm>
          <a:custGeom xmlns:a="http://schemas.openxmlformats.org/drawingml/2006/main"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3826359C-B86E-47FD-AD6A-0A92D277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749" y="1801989"/>
            <a:ext cx="242485" cy="564823"/>
          </a:xfrm>
          <a:custGeom xmlns:a="http://schemas.openxmlformats.org/drawingml/2006/main"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9EFC741-EFAB-44BF-B345-90713307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67" y="1778074"/>
            <a:ext cx="1208992" cy="680904"/>
          </a:xfrm>
          <a:custGeom xmlns:a="http://schemas.openxmlformats.org/drawingml/2006/main"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BDF2FD7-B8C9-4057-8486-3D0A99ED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1778074"/>
            <a:ext cx="3219473" cy="3093923"/>
          </a:xfrm>
          <a:custGeom xmlns:a="http://schemas.openxmlformats.org/drawingml/2006/main"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F6054A02-E6ED-4A57-8900-A1FC4220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09" y="2427072"/>
            <a:ext cx="771250" cy="1323254"/>
          </a:xfrm>
          <a:custGeom xmlns:a="http://schemas.openxmlformats.org/drawingml/2006/main"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7D95A8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D2477F5C-D173-4AF8-95EA-07846F6F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924563" cy="2004082"/>
          </a:xfrm>
          <a:custGeom xmlns:a="http://schemas.openxmlformats.org/drawingml/2006/main"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7D95A8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7CB6DBAA-EBA6-4A88-9226-8F69610E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580404" cy="295195"/>
          </a:xfrm>
          <a:custGeom xmlns:a="http://schemas.openxmlformats.org/drawingml/2006/main"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F659D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6C739A7-BDA7-4AA6-8E39-5247686C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054907"/>
            <a:ext cx="849944" cy="465105"/>
          </a:xfrm>
          <a:custGeom xmlns:a="http://schemas.openxmlformats.org/drawingml/2006/main"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F659D"/>
            </a:solidFill>
            <a:prstDash val="dash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27A6D920-2285-4D80-8A89-2CFA09C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84768" cy="1058834"/>
          </a:xfrm>
          <a:custGeom xmlns:a="http://schemas.openxmlformats.org/drawingml/2006/main"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3C9DC69A-833C-4790-8D43-F49C916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3AEADD80-AE08-4744-AB93-82FDB6E8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703" y="3702893"/>
            <a:ext cx="808095" cy="431757"/>
          </a:xfrm>
          <a:custGeom xmlns:a="http://schemas.openxmlformats.org/drawingml/2006/main"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DACDCEE0-E1AA-48F1-B96D-1CA473BD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D78A3A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EEEB818F-0BFA-407C-A5C2-F4C4AD64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396" y="22028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7F56BE4E-3F81-40B2-B688-4C25B42E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571" y="2012398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530D8C7-AD8F-4821-8BC1-A7FFC66C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292" y="244999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3AD6F5C-FD45-4333-A89C-9CF01153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592" y="2516667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1BD3942D-1164-47EE-9B45-A7C43CBC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41" y="2288999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02D06C5D-1B90-4566-97A5-FDB85BA1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66" y="2098499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2319A5FB-49E8-4A53-BD9F-72EE2DA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64" y="3261732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8A3A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16D01747-400E-4861-B439-574F547D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939" y="3185532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9B334E91-3485-46B5-8521-25B24621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03" y="366479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4990C16C-04AB-46FA-8B62-ACEE2499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378" y="3588593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842ACD81-5825-4B54-99B2-9E1C034A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698" y="4096551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834ABA2C-79BF-4A01-AD30-4F526FC6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473" y="4020351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A07144CB-8FE4-42B2-A031-18726667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457" y="2405604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23AFA182-09B8-4484-B633-39DCD83D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32" y="2329404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D9F064D7-A8F1-45AC-96E8-4177E717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41186C3-E802-4FFB-8545-F73A4F66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91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6CE37CCB-32C3-47A3-A5B8-2BA0D5DE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River (barrier)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2CE50C9-19F8-4313-A939-6B873AB2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Site C: Edmonton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5A8AA2F5-49ED-4068-8086-1E21630D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834" y="2058230"/>
            <a:ext cx="204240" cy="64093"/>
          </a:xfrm>
          <a:custGeom xmlns:a="http://schemas.openxmlformats.org/drawingml/2006/main"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39639A26-2D1B-4A56-8FDA-05501EDE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892" y="2596850"/>
            <a:ext cx="62272" cy="34079"/>
          </a:xfrm>
          <a:custGeom xmlns:a="http://schemas.openxmlformats.org/drawingml/2006/main"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C00AC330-5AD2-4603-9336-B91D1A7E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341" y="2189840"/>
            <a:ext cx="62075" cy="133577"/>
          </a:xfrm>
          <a:custGeom xmlns:a="http://schemas.openxmlformats.org/drawingml/2006/main"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790B370E-13F1-489B-BEB4-9812383E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63" y="2359419"/>
            <a:ext cx="40775" cy="93198"/>
          </a:xfrm>
          <a:custGeom xmlns:a="http://schemas.openxmlformats.org/drawingml/2006/main"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50E6418-7BCA-482E-8452-65539538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266" y="2939632"/>
            <a:ext cx="96517" cy="163721"/>
          </a:xfrm>
          <a:custGeom xmlns:a="http://schemas.openxmlformats.org/drawingml/2006/main"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93EE431-5835-4ECF-ACD3-807E769C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900" y="4493479"/>
            <a:ext cx="99591" cy="78663"/>
          </a:xfrm>
          <a:custGeom xmlns:a="http://schemas.openxmlformats.org/drawingml/2006/main"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849F2B47-E623-4E6E-B3D5-EDA973C9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165" y="2833131"/>
            <a:ext cx="993768" cy="1007720"/>
          </a:xfrm>
          <a:custGeom xmlns:a="http://schemas.openxmlformats.org/drawingml/2006/main"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E23A56FE-381F-4C5A-B2C2-EA4AA75B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948" y="2426574"/>
            <a:ext cx="210451" cy="284725"/>
          </a:xfrm>
          <a:custGeom xmlns:a="http://schemas.openxmlformats.org/drawingml/2006/main"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59E3BD16-52D0-4209-8A63-7AF4FCB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10" y="1924290"/>
            <a:ext cx="131561" cy="215867"/>
          </a:xfrm>
          <a:custGeom xmlns:a="http://schemas.openxmlformats.org/drawingml/2006/main"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70CACD67-74FF-41FB-A76A-B9021FC6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558" y="2121066"/>
            <a:ext cx="14751" cy="4894"/>
          </a:xfrm>
          <a:custGeom xmlns:a="http://schemas.openxmlformats.org/drawingml/2006/main"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4BD4946-3F99-4C62-AE1D-53DC3213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876" y="2121794"/>
            <a:ext cx="3849" cy="14089"/>
          </a:xfrm>
          <a:custGeom xmlns:a="http://schemas.openxmlformats.org/drawingml/2006/main"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9D8AD112-D4D1-452E-9568-297E1C60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453" y="2101145"/>
            <a:ext cx="2070" cy="16191"/>
          </a:xfrm>
          <a:custGeom xmlns:a="http://schemas.openxmlformats.org/drawingml/2006/main"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A5E53EC-C996-405A-8C8F-860B0106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6653" y="2076528"/>
            <a:ext cx="71527" cy="19682"/>
          </a:xfrm>
          <a:custGeom xmlns:a="http://schemas.openxmlformats.org/drawingml/2006/main"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C9DD7C7E-29FD-4480-A808-00C9A35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65592"/>
            <a:ext cx="68023" cy="17590"/>
          </a:xfrm>
          <a:custGeom xmlns:a="http://schemas.openxmlformats.org/drawingml/2006/main"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5DB28F36-B651-4D1C-A41E-E2A1DE07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770" y="2084900"/>
            <a:ext cx="10241" cy="1123"/>
          </a:xfrm>
          <a:custGeom xmlns:a="http://schemas.openxmlformats.org/drawingml/2006/main"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01FF97AA-DF04-43D0-815E-6E8E0405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307" y="2146920"/>
            <a:ext cx="207765" cy="275655"/>
          </a:xfrm>
          <a:custGeom xmlns:a="http://schemas.openxmlformats.org/drawingml/2006/main"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63650927-66BB-4F39-98DB-1D58B76E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888" y="2102170"/>
            <a:ext cx="4216" cy="14135"/>
          </a:xfrm>
          <a:custGeom xmlns:a="http://schemas.openxmlformats.org/drawingml/2006/main"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07E7B9CD-6B16-44E7-944E-CA453E6C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672" y="2125101"/>
            <a:ext cx="3382" cy="22708"/>
          </a:xfrm>
          <a:custGeom xmlns:a="http://schemas.openxmlformats.org/drawingml/2006/main"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A4B66709-EEAE-46F1-8F46-673002A4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4" y="2093857"/>
            <a:ext cx="6449" cy="13304"/>
          </a:xfrm>
          <a:custGeom xmlns:a="http://schemas.openxmlformats.org/drawingml/2006/main"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C622999D-9D67-4547-B5BC-7F7F1CB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805" y="2078666"/>
            <a:ext cx="17483" cy="11458"/>
          </a:xfrm>
          <a:custGeom xmlns:a="http://schemas.openxmlformats.org/drawingml/2006/main"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C32CDCFE-B817-4303-9D17-6DE34CF8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39" y="2658118"/>
            <a:ext cx="210539" cy="173461"/>
          </a:xfrm>
          <a:custGeom xmlns:a="http://schemas.openxmlformats.org/drawingml/2006/main"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64F06D99-CE33-42E3-9DFB-B983DA4C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179" y="1942172"/>
            <a:ext cx="261482" cy="160066"/>
          </a:xfrm>
          <a:custGeom xmlns:a="http://schemas.openxmlformats.org/drawingml/2006/main"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DB84F4C3-8C73-4B41-88EE-169FED9D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249" y="3763431"/>
            <a:ext cx="75684" cy="77420"/>
          </a:xfrm>
          <a:custGeom xmlns:a="http://schemas.openxmlformats.org/drawingml/2006/main"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53F4772E-923B-4559-94CE-FBD391C1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2415"/>
            <a:ext cx="25892" cy="31017"/>
          </a:xfrm>
          <a:custGeom xmlns:a="http://schemas.openxmlformats.org/drawingml/2006/main"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877984A0-2DA5-4CC2-97BD-56874A22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537" y="2920057"/>
            <a:ext cx="872750" cy="849289"/>
          </a:xfrm>
          <a:custGeom xmlns:a="http://schemas.openxmlformats.org/drawingml/2006/main"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B7F486D8-C378-489F-829F-08E12DB5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2400"/>
            <a:ext cx="40997" cy="38052"/>
          </a:xfrm>
          <a:custGeom xmlns:a="http://schemas.openxmlformats.org/drawingml/2006/main"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C235FAA1-2340-404E-9307-FE0D8E08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18449"/>
            <a:ext cx="801500" cy="883598"/>
          </a:xfrm>
          <a:custGeom xmlns:a="http://schemas.openxmlformats.org/drawingml/2006/main"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E06F2596-17C3-4DF2-9AE1-E3F7D670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F40C5DD2-A2AD-4DBB-B7C5-2753F11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674" y="1878248"/>
            <a:ext cx="97047" cy="107713"/>
          </a:xfrm>
          <a:custGeom xmlns:a="http://schemas.openxmlformats.org/drawingml/2006/main"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9CB13399-FC9D-4B78-B2E1-E5558F01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7D5FAB05-9C46-40B5-B9EB-6C32FD66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992" y="2018449"/>
            <a:ext cx="784797" cy="871053"/>
          </a:xfrm>
          <a:custGeom xmlns:a="http://schemas.openxmlformats.org/drawingml/2006/main"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F0335832-86B6-4729-8A17-3096953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9502"/>
            <a:ext cx="27588" cy="30620"/>
          </a:xfrm>
          <a:custGeom xmlns:a="http://schemas.openxmlformats.org/drawingml/2006/main"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C199AED-1376-491E-BB24-E8D0D52C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378" y="2920122"/>
            <a:ext cx="733909" cy="814571"/>
          </a:xfrm>
          <a:custGeom xmlns:a="http://schemas.openxmlformats.org/drawingml/2006/main"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B04ED031-06AA-45EC-A454-ECB303FB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4693"/>
            <a:ext cx="25892" cy="28738"/>
          </a:xfrm>
          <a:custGeom xmlns:a="http://schemas.openxmlformats.org/drawingml/2006/main"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A893135C-0AEF-4AD7-B026-B1C1ADCC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179" y="3763431"/>
            <a:ext cx="69753" cy="77420"/>
          </a:xfrm>
          <a:custGeom xmlns:a="http://schemas.openxmlformats.org/drawingml/2006/main"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DF7DA231-056F-4078-8F71-B765B23D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291" y="1820142"/>
            <a:ext cx="3715691" cy="3008231"/>
          </a:xfrm>
          <a:custGeom xmlns:a="http://schemas.openxmlformats.org/drawingml/2006/main"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DC931BF5-24E5-4D65-BC25-AAE291F6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137" y="3707317"/>
            <a:ext cx="2154743" cy="664017"/>
          </a:xfrm>
          <a:custGeom xmlns:a="http://schemas.openxmlformats.org/drawingml/2006/main"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7D95A8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E4B06F19-280D-441A-AD43-5AEA86A9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260" y="2156939"/>
            <a:ext cx="1341088" cy="2309778"/>
          </a:xfrm>
          <a:custGeom xmlns:a="http://schemas.openxmlformats.org/drawingml/2006/main"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7D95A8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09379C7D-0B33-439F-A81F-D68DA30E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659" y="2330708"/>
            <a:ext cx="960112" cy="2073712"/>
          </a:xfrm>
          <a:custGeom xmlns:a="http://schemas.openxmlformats.org/drawingml/2006/main"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F659D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157649BC-3BAA-4C5D-9D9B-21700CA0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665" y="2330708"/>
            <a:ext cx="975106" cy="2069002"/>
          </a:xfrm>
          <a:custGeom xmlns:a="http://schemas.openxmlformats.org/drawingml/2006/main"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F659D"/>
            </a:solidFill>
            <a:prstDash val="dash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1FB743F6-A30F-46E6-BDAD-9B68C8B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32" y="2331767"/>
            <a:ext cx="446714" cy="644006"/>
          </a:xfrm>
          <a:custGeom xmlns:a="http://schemas.openxmlformats.org/drawingml/2006/main"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CC4CE2EC-A644-44DF-98EF-43FD5751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923061AF-2731-43E2-8779-F2A81A4F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68" y="2373803"/>
            <a:ext cx="1307101" cy="2091277"/>
          </a:xfrm>
          <a:custGeom xmlns:a="http://schemas.openxmlformats.org/drawingml/2006/main"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6260FA7B-90DC-4DC3-8C4F-3639A166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D78A3A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7C1133F-2CB2-406F-8C9C-E4602CC1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646" y="229366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8BFD9644-7D6E-43B2-A1F2-1DD16E9F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821" y="2103167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CC4DAEC3-1669-4122-959F-0FF80CEA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142" y="413763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6C2B11A9-C05D-44FF-B26F-B5B028E8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442" y="4204312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D0CC0D96-9799-42E7-9FB5-CED667BD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211" y="347873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4ABC6966-132B-4396-A7E5-D0110C51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036" y="3288231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DF86B956-C2D5-4877-A60F-F0D172ED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932" y="293767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8A3A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AED69F61-0D28-42BD-968E-1DD36C4A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07" y="2861473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DA5EE32C-C040-42B3-8A8B-F568AE13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868" y="233570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C514BA69-10EF-476F-8828-DB17D49C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643" y="2259503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3DF34CD0-98CF-445F-AA26-AB0253E3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70" y="4426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446C4A5E-CD4E-4DB4-BAEF-2550B3FB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45" y="4350779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8BA55D7-1B6B-47F0-962B-35B4EED2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689" y="429539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159074B5-A8A8-4B9B-8864-64C81B6D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464" y="421919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F61CD53B-D5EF-4F77-A7D9-CE8F87F4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472" y="3677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5DD65961-DEE8-4C05-B6C1-210C9C1C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247" y="3601779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DB341445-301B-4070-B373-873CB65C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06360A2-A735-4EB8-9F2F-F5D08355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12B21F58-D1CC-4BFE-81A5-48C47B1E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Suburban (sparse)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23011B0D-5702-4C04-B4C5-642AC7F6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F659D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F49DACAF-6BFE-451D-BF32-3A333342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579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ground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084A1C0-4970-4EB9-B5C5-D3E9C2A4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210300"/>
            <a:ext cx="104775" cy="95"/>
          </a:xfrm>
          <a:custGeom xmlns:a="http://schemas.openxmlformats.org/drawingml/2006/main"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F659D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956CA392-2E3E-4BE2-B73F-52A1D2E8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210300"/>
            <a:ext cx="104775" cy="95"/>
          </a:xfrm>
          <a:custGeom xmlns:a="http://schemas.openxmlformats.org/drawingml/2006/main"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F659D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C210F3A2-B705-4DC8-B00E-F6256459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0579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Detour</a:t>
            </a:r>
          </a:p>
        </p:txBody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315FE9B2-DAFF-4A02-BCA0-67908B68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78A3A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95D34DA7-C1CA-4328-88F2-3957AFC7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0579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air</a:t>
            </a:r>
          </a:p>
        </p:txBody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2E1301D9-7EAB-42C4-BD6B-93326EA2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D95A8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F59AAD45-F1BE-4DBF-B2DE-8AB50C19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0579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Auxiliary ground</a:t>
            </a:r>
          </a:p>
        </p:txBody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B4E623CF-5D8D-4097-9C40-8BC5B3C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F9A6A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1A57433D-52EF-4697-B42F-5354BF00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0579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Other air</a:t>
            </a:r>
          </a:p>
        </p:txBody>
      </p:sp>
    </p:spTree>
    <p:extLst>
      <p:ext uri="{BB962C8B-B14F-4D97-AF65-F5344CB8AC3E}">
        <p14:creationId xmlns:p14="http://schemas.microsoft.com/office/powerpoint/2010/main" val="1392502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16985-E38C-4B39-9755-31543559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E1: selective air support and incumbent-service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E6AD6-EDC2-4C46-BA94-D6F53C29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8D517-9B51-41FB-9171-E55FB1B2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473E8-1A4F-4C74-A65B-849ED160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8DE6B-2093-4677-BF4A-0F1AACEE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2F8D8-0B36-40B9-A637-1361F2EB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 Air-first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735AE-4977-41CF-8A01-D5B0A2F4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F745F-02C7-49C5-AAB6-C40BCFE9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1055D-5840-43C8-8E53-1877E022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87141-6371-468D-9E3E-E7219EA9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A03A0-7B7C-46FC-8807-DE1B8497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Emergency completion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3619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26290cba4f4604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D8FFE-40CE-4DC0-8C93-CB445409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Deadline violations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42862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7e39351ac84a80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98E24-3F6D-4857-8936-EB8AA6A1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Service damage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2105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dd297aa6a8473b"/>
          </a:graphicData>
        </a:graphic>
      </p:graphicFrame>
    </p:spTree>
    <p:extLst>
      <p:ext uri="{BB962C8B-B14F-4D97-AF65-F5344CB8AC3E}">
        <p14:creationId xmlns:p14="http://schemas.microsoft.com/office/powerpoint/2010/main" val="369011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7EFABA10-97C1-4B2E-AA1E-E9785562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Supervisory decision regimes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E3C3E-7176-4D4E-A7A9-72D4F7D1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FECA4-629F-44CB-B51E-59E77B0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57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Candidate geometry at Site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7FFCA-23C4-41D4-99D9-C9F129E9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4629150" cy="95"/>
          </a:xfrm>
          <a:custGeom xmlns:a="http://schemas.openxmlformats.org/drawingml/2006/main">
            <a:pathLst>
              <a:path w="4629150" h="95">
                <a:moveTo>
                  <a:pt x="0" y="0"/>
                </a:moveTo>
                <a:lnTo>
                  <a:pt x="462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1F226-4FC8-46FD-8F14-5DB39151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95" cy="3381375"/>
          </a:xfrm>
          <a:custGeom xmlns:a="http://schemas.openxmlformats.org/drawingml/2006/main">
            <a:pathLst>
              <a:path w="95" h="3381375">
                <a:moveTo>
                  <a:pt x="0" y="0"/>
                </a:moveTo>
                <a:lnTo>
                  <a:pt x="0" y="33813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8F9DE-F12B-4BCD-9C56-2C9FE199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077" y="54197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61C13-BF0A-4F12-8560-2F1DF212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77" y="55054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-150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3B3F6-020C-4145-ACAA-5DCC81F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715" y="54197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D241F-92EB-4A81-9B8B-730831F5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015" y="55054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C8A58-F055-4743-AAB4-305504EB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352" y="54197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EF41A-7159-4B9D-9151-CEB11CCB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652" y="55054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BC6ED-56E1-45F0-9E6D-54E8E442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989" y="54197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C2429-FAA1-4E8D-BDF9-3D14542B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289" y="55054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B67C9-359C-4B6A-BEB7-346CDB26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626" y="54197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F8BD8-DC54-4682-827B-8C92EAB3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926" y="55054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4BA94-32B7-4445-BDEA-89B8E92D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263" y="54197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BB07E-BD60-487A-8864-7119C3C7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563" y="55054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997A7-AC17-43E1-8841-B525735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197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EFCAB-A289-4BF8-8334-DC96DA6B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054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3D8E9-39CC-42C4-A2EB-A0BBC173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4793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12682-12F7-4EAC-8B94-D63AF10A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1443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024F6-945E-4D0C-845E-67536C03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2464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D8257-619E-47DC-98E2-85AD6963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69114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D751E-B908-403D-9D8F-A755EAD7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7805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D54B6-5C3A-4AD0-B266-A2327B3C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445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42247-65E7-4819-AD7E-D6958505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3145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72B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C29AD-DAA8-44C3-81EF-468CA7B9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979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200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C9E870-245C-4D7A-A449-7A43530F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989" y="2038350"/>
            <a:ext cx="95" cy="3381375"/>
          </a:xfrm>
          <a:custGeom xmlns:a="http://schemas.openxmlformats.org/drawingml/2006/main">
            <a:pathLst>
              <a:path w="95" h="3381375">
                <a:moveTo>
                  <a:pt x="0" y="0"/>
                </a:moveTo>
                <a:lnTo>
                  <a:pt x="0" y="33813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9B5B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35A892-F93C-4C18-BFFF-485B0FE5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2464"/>
            <a:ext cx="4629150" cy="95"/>
          </a:xfrm>
          <a:custGeom xmlns:a="http://schemas.openxmlformats.org/drawingml/2006/main">
            <a:pathLst>
              <a:path w="4629150" h="95">
                <a:moveTo>
                  <a:pt x="0" y="0"/>
                </a:moveTo>
                <a:lnTo>
                  <a:pt x="462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9B5B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73DE96-C2CF-4C74-85CC-0A5EB2DC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819275"/>
            <a:ext cx="1743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Margin (s)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0D8904-9A5A-473C-B255-893131F8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934075"/>
            <a:ext cx="4657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Ground ETA − air ETA (s)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55368A-44F5-4227-AB83-DFE1B38C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736" y="500068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201E43-6A54-41BE-8BD5-121014F0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394" y="506199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214D39-02F2-474B-972C-81C47270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334" y="502017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EA2363-4321-435E-A3A5-E390FDD2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687" y="498631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32EBF4-77E1-44F1-91D7-7CC9D3E7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138" y="49400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8BCCA1-9176-4884-A8CC-C3FBBD35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462" y="494666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0D9149-721D-4342-988B-37A195A3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364" y="487537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5F9186-EAF6-4995-81FE-F9F6056D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978" y="493396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89A0DE-259E-4EFE-8642-DA4D859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290" y="5123134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998A5E-D102-4E63-81E8-E24F55BA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29" y="511007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21C3DE-2DAF-444D-86F5-D3BE0057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916" y="4917536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765CC5-378D-495A-9B0F-8305334D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373" y="511141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DABE2F-A808-48A1-9751-2A5A80F3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822" y="4943675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7D6CC8-AC8C-461B-A5CB-6BB6D200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091" y="5130819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24D4F5-25AC-4BEB-8D0E-869BB34D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076" y="5130829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22E637-382F-4348-90F4-D84525D0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100" y="5076604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C71474-B85B-4BC6-8224-1C158ED3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93" y="510522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FBFDD0-143F-495F-A9FC-59EA7DEE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09" y="500791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F32D15-A7EB-4F51-97E6-F0EFBB35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07" y="4989386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FD42B7-BBAD-4DD0-831E-F197613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100" y="486937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7D9D5C-8098-4A7D-8C60-B5C826F1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E4E661-E479-44CE-A5FA-67F803B7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44A8FA-F494-4000-833D-439DD259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1B3BDD-0739-4A8A-A7D5-B2FD8C2E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314F23-41C9-448E-904E-0A1D8BF6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F15EA9-47A6-42EE-8BA8-679A8F3F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6D209F-4D24-47CA-A575-F9B34F49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AE7C2D-BC07-4BE2-BF22-235AD8F4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17E03B-7C4A-47E9-B0D5-0A7D9D3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2928D2-8E9C-42AF-AAC2-42F92258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044CEB-C79F-44D5-9895-F9BC885C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2CC3FE-7D52-4290-85E0-FC8E567D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EB73FF-F4BF-4D3E-9BA0-0F69BBA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734FAA-476E-4C10-B0D7-3F571D87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2AB80E-831F-4A01-B562-D3ADCD68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A8EEB3-2BF8-4C35-ABFF-84FF46B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6D9BF3-F91B-4D12-9A21-E952E1AE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CF2858-1687-467C-B4E5-9766E962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9A4E0A-D1B3-4C66-ACFA-B6D85528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64D6362-8B56-4B43-93A1-B4384FAB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56216C6-D0AB-47C9-815F-43F174E3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736" y="377109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CF0A948-6948-48B9-B0D8-B5320A14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394" y="383240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BF9297-D7A2-460B-BD80-86DB0623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334" y="3790586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8BB6E37-DBA1-428B-990B-CC3EDA53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687" y="375672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216AFF-7D0D-4DFF-A742-68162452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138" y="37104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2587A7F-5139-4C9D-8C13-8755B82A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462" y="371707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92A49A8-911E-40AA-BABD-F3FC7D4A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364" y="364578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D8D0990-176A-4EE6-B367-0F966175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978" y="370437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8D450E5-28C8-47FD-9596-4CF254A4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290" y="389354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B9C7FD5-48C9-4C91-94EC-40D24058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29" y="3880479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C9E664A-5A67-4CA7-AFD1-B831C16D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916" y="3687945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D20890-7217-4ED1-A978-780CDF99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373" y="388182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6EE0FF5-1B28-4FB6-BE8E-E7A7BDAD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822" y="3714085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351F1CB-0579-4651-9C72-F1CD2244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091" y="39012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4C24AE-9D72-4155-AFB0-9EF3338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076" y="3901239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429DAD8-9542-4568-A37E-07C88EC8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100" y="3847014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A5ADF1B-03B3-476B-8874-7D891C5E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93" y="387563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CB3EB09-5FA3-462B-BF0B-BF926CBE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09" y="377832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88A255B-BBEF-4009-80A5-AA17155E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07" y="3759795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2F59241-0A21-475D-B11B-11BF336A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100" y="363978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85B68AD-E874-43EB-96BB-F723943D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A9541E1-366A-429F-BE38-4276C19C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2D3BEE2-C6EC-47E4-817E-E1EAEBBD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38B125C-C46C-43EA-96A1-97EB85D4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8601223-E4AC-4D4F-A42E-42DCDEE6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F540B5-4983-4087-A57A-524C4B04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2E79B58-BB61-49DC-BBD2-EC95D12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C73099-2F71-4351-BA0C-3AD8AB74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2FBF90C-CF3B-4AC7-9C6B-12934710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C536AED-43A3-4C70-97B0-B61C542C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935D8FA-07A5-4BA1-9D20-D19DDE3B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9FFEF5E-E64B-4B91-8C85-931F74A2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3D69EE-02DC-4218-A8D7-56215870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A75CBA3-DCFF-41D9-B7EE-49E1A26B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CFBC85B-2D85-43A2-A66F-77D355B0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E0EF1E3-1549-4BAA-8E8A-F2D137CB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D443246-0CAD-4198-9CBA-7F7B5B29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A34FC44-D969-4255-A5D5-191EBB1F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16FBB0F-9B4E-4FF9-8E97-D08617F4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C29016F-5111-4D52-8FA5-FFEF1B01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222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486AF6E-E570-4DCA-BEED-68BD8C4F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278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E2CB4E2-D7B8-4537-968B-9E184998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935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3307779-583C-4844-A767-439988E9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876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FC9EB88-1120-40AA-95FB-78C95B99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228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38E7438-08E0-4229-A608-0F926BB6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679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4134EF5-1892-473F-A90E-5A6522D0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003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FA2AA04-9144-42E6-BA6F-DC27F1DA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905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D2CF56F-5A41-4440-B6ED-BEFA57A6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520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1CAEFB3-DD50-4162-81C6-5505BD7A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831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9531FA8-D952-4767-935D-A9D906B7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871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A0D60DA-AD31-457D-9EC2-E673DF55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457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3C8E1C3-FB0E-48CA-97C1-B3923BA2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914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47167E1-7EA7-46F8-AC17-EE17C88A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363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60D4CA1-BF27-4C63-9FE7-03871099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632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4F8DEDA-93F6-44E0-AFAF-85AF1778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617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F57F474-E37C-4C48-935C-579AA27A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641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D499CF2-EEBA-4B8B-ADF2-561F705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934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964CBC7-7101-455D-9363-C13BAC96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750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4572258-F916-49B8-B5EA-8D3E0A1B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748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71A7D1D-E585-4ACB-899D-CFCE996A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641" y="4379273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8EFD7B9-F32D-4EF7-A9DA-EF84D3A0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6D07D46-0491-4AA4-A051-829B4E26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FDF4C63-E247-4902-BE26-7C10AC24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E14E0A8-348A-4520-9EE2-713F1F24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2CB769A-0E38-4D9E-9F7A-EE5A6315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A69CD36-37CD-4CC1-A257-8ADA9ECB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1D9C216-3421-46B1-937A-D3EC71C8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DCC4219-7726-40A9-93DE-0E2906D0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C4E762D-03F9-440F-BAC9-BB1611C0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304418C-B468-4C79-810F-EEED5088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6E87FFA-C2F0-4849-8D5B-F4B67393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7ABB89B-83DB-4626-AA04-5C0A31FA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45059A0-9247-4CED-9126-9D27359D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0DEB9F3-E5C0-4DFF-8851-E89C4F2D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1106F52-29B1-4C4C-B5B5-953F825C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BAFFA76-F6C7-4FA4-B75A-C834741F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86DCBFD-0187-4EC2-AF6F-4742DF90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A11CAF6-4560-4A48-9E4F-30CA31A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D6CB523-1FD1-4ECF-ABCE-E9D51F6E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AE5E23A-A5AD-4D79-A688-F790CD9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197FA40-9169-428B-B90B-F5FAECD2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278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8FD6093-9D4B-427E-9EC8-A0BE1F74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935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A2ADCD2-AA63-4C97-BB94-A0D1B53B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876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AE6F9AB-0503-4252-BCD8-56965E97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228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3B235CC-5383-469F-9B88-5CE33FA5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679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3CDAD3A-F95A-4945-BEEA-766FAB14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003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FF47FC5-D532-40D9-81E3-1D5E90CC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905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BA7DC16-CA7C-41DA-BE14-33F5669C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520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8DF1721-C4C2-47E8-A2B3-EA0AEF67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831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6844C84-76CD-440E-8738-298EF05D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871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357B022-8916-410C-A8F5-3098C171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457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BDBA6FF-3098-48C6-829D-F09771CC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914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9C04995-3709-4EE8-8EC7-BAC05421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363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CFDA0DE-1008-4E7A-9C55-DC4CD4F8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632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7739F13-B767-4A5D-90F1-7D230962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617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3B9EBA6-7215-47B8-91AD-08D3A603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641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E71D055-D021-4569-98B7-D36BF62C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934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1E9938B-6B0B-4E83-B788-D222B4C8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750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2456FF4-4D53-4A48-AE8F-E6DFED00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748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CA9BEB5-6D3D-4EFA-BB54-8FB6BAA3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641" y="3149682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7924E2C-6F95-4A60-828C-465023DA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115CBF3-C59F-40EF-95C1-B34E606A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C45C0CA-9C8E-4942-BAD8-E327F2EF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6140BF6-F243-4F9B-ACB6-EA14B894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828D22C-F8F3-4B48-BF9B-855E2A7B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89A3CF5-F6F6-480F-A40E-04583B24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3B42682-FDD0-42EE-8361-C659DC3A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D9897A0-C1C7-4859-864F-33AB96B9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5D2F9DC-99A9-4719-B96A-02A363FC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E1D6BA2-51CD-492F-BD44-600D686A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D67F794-CA87-4E08-9157-EDACFC5B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2FA493D-EA3A-4EBE-A01C-A2622BA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FFB58CE-81EF-4FF3-9AF3-717D19DE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A7704A8-A461-4BD6-A4A2-A1C7EE59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7437425-97C3-4B41-BF28-1CA6B25E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CA4AD9C-A1FC-4D92-AD52-FB14C93D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6BC1B8E-EF58-4937-A4F8-C1EE6DCE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5D53B20-25EE-4E61-A4A2-50E7937D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138E64F-0301-4AE1-92EA-39BE4F6E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26AABA1-37E0-4CBD-8E92-849F4A6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BC1EB9C-0402-42D8-9726-72890255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078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5EA1ADB-ACE5-4CAD-B057-24690DB8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735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2182A8C-D058-43E6-A621-0D99E06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676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6AAE2F0-9FC6-4CC6-B12D-51A2F221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028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C9B662D-098E-4EE8-8D26-E317D4B9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480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E3FD06F-68E8-4131-B57C-6A7FE3FD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803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0E0DDEB-7AC7-437D-8712-AF9E15E6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05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40991D9-98DA-4E34-9620-0B640C0E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320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D1E36FE-8C72-4F88-BC26-88C0C1B0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631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42D7BAA-B90F-426B-AA5F-7A1A6F3D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671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E17B4DB-39E3-49FC-B7C4-3B63726A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257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B36F922-3EA8-4614-A75E-FCDE2010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715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11EB816-62C4-4016-AC0A-3A849B21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164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B94FF70-1B99-4213-B39B-EDF08FE7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432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B28D45D-46EC-4FBD-9715-B08E82FA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417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7406D92-0C48-486D-B224-2669AFE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441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5D6A1CB-B8CF-46CC-AE93-6BF63FB6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734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C811E9F-0F55-48FC-9613-736F1379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550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9A28937-BF2E-42FF-B329-F9C0850D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549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103A6FA1-116D-4DD4-9FE4-8DE05591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41" y="4682428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BB295BF-EE18-41F2-903A-CDC7E182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FBA47E7-1F64-4C3B-A88C-7FD3C0ED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2B5675A-0972-4B8A-80BA-9B92A81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7E2D726-0E8E-43ED-8BE5-82B5731D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8C8406D-CA52-4661-8C82-4DC14E8B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D32D4E6-22AB-4ECF-A4CD-23D5BFD2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4BB1338-672E-41FD-A2EA-981BC699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6AC2A0F-D808-47B6-BD64-D77AC1B9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33ED82E-0F9C-4C87-B211-D286C5FE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BB19BD6-ED3A-4ACF-A21A-027F3895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102C511-3F77-4238-9356-9FEEB263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DFFE91C-641A-409F-A4DE-4599643A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F356F03-9CB4-4F68-833F-2E480818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F6E3EAB-3C0F-430F-B563-4B43CE56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48D8DC8-7BC7-4A82-A751-CE6EDF9E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2908046A-1654-40E3-87A5-8BD2B79F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28A0D7C-4517-4D76-B1A5-D8DEDC5A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5DC0A41-37F9-45FD-9FD9-43A30F97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14A8551-7469-4F5D-B601-390875F9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14275B9-06F4-48CF-9D09-779BA4A9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39937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D516924-B5EC-4888-822A-A1C2F99C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078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B19F344-6498-43B7-83AB-71C54408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735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CCB8FEE-34AC-41E4-8F89-15BD4B6B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676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718392C-1409-4099-8439-6BBDAE7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028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A8547BB-6048-45B5-A878-7F209AF9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480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6D4D99C-96FF-42B3-8236-774A2646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803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D5AA1D4-816F-4AC2-902E-326142E9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05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FA4299B-C8F1-4CA7-9B67-4D932EDB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320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33195BA4-EF31-4B97-8763-44058F4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631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D7A215A-1ED9-46F4-8472-50B39216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671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3F1CA85-5DC7-4864-8D8D-65E2760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257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8742565-6078-4B6A-8C1E-6A409FF8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715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6EE6014-0724-4902-9347-06A9E32D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164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CAABE34-12EC-4C07-AF1F-BDE1C91D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432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70D5CF3-A5ED-4032-A5BC-813AF6DB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417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3813533-557F-46A4-AD8A-6EDE8A58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441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0B07630-DF12-48AC-8D99-C5BF25AC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734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345CD121-2312-4429-ABF9-3A3EF87A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550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DFBFB6D9-2DC0-4B63-9690-1E591796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549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8580DE7-35C9-4F57-BB51-B6AD06AD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41" y="345283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18FA5F4E-63B4-439A-ACB0-039A3B3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6CF8AC2-6878-472D-A483-DA9E877F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4451E15-BEBE-4508-BA61-6ED4D486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41B0253-7150-46AE-8083-437FB1D4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E0C677E-F8A0-4C25-A93A-3E2BEA9C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02FF08B-C66A-4232-8F0E-06CB2A94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189785D-2ECD-480C-AB85-53119434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50CA67F-B9FD-4B6E-BFA9-2D0563E1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76EE7D6-4F2A-4FB9-B042-0E669E53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52D228B-814D-4BC5-82B6-FAAEECEC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344BC37-CB82-477A-8706-D2C2CFA5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3E7BAC2-EF2E-4100-A71F-2B47426F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297DEE2-7418-4A76-BDE0-040FF939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FEB3B29-C295-462E-9131-F91B18A7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9B49481-BE47-4BB8-B787-BAB23B4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24C9CDD-85D6-4F3A-9A98-AD090644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73DB53F-105A-43B5-ACDA-8A621D3D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1930252F-4CF3-4BDB-9567-CDAD994A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C459575-50AF-4714-B4C9-E7078D4F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3827A49-8246-4DCA-8461-6190EC28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3" y="27641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D415219-3F21-4AB0-BC90-0DFF0720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5189BB8-EBD4-4204-99B7-9244295F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76375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Preemption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1003E28B-C904-48EE-9394-B5911F34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19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6E8B815-3D26-4798-BA64-634E0D55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4763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No preemption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DCC69DC-7AD4-4692-94FC-D8C4CEB2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57275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Faster air vs timely ground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04FF9921-8213-4BBA-BB5D-157BE61F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85900"/>
            <a:ext cx="521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Air selection (%) when air requires preemption</a:t>
            </a:r>
          </a:p>
        </p:txBody>
      </p:sp>
      <p:graphicFrame>
        <p:nvGraphicFramePr>
          <p:cNvPr id="565" name="Chart"/>
          <p:cNvGraphicFramePr/>
          <p:nvPr/>
        </p:nvGraphicFramePr>
        <p:xfrm>
          <a:off xmlns:a="http://schemas.openxmlformats.org/drawingml/2006/main" x="6334125" y="1981200"/>
          <a:ext xmlns:a="http://schemas.openxmlformats.org/drawingml/2006/main" cx="5334000" cy="3133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af75c2dd774656"/>
          </a:graphicData>
        </a:graphic>
      </p:graphicFrame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2CD1308-A589-4E62-8F8B-3E309291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142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4164E01-FF2E-4993-AF61-50F5F77B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66875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1560E79-9239-448E-9D78-E63CE93A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62125"/>
            <a:ext cx="142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AA880418-03C0-41D5-9488-FBED0EC7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66875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64D645A-71F4-4D55-BCF1-3A034A05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62125"/>
            <a:ext cx="142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4924491-329E-4578-B62E-95FF3874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666875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8B87F827-B546-4BBC-B279-63E9519C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14925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Matched states: A 20 · B 60 · C 20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4D83D10-0399-40BA-8486-E5D2B84C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483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No candidate predicted timely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3289BF5B-9D74-4B1B-AD4A-0BC21E0E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0483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Observed late: A 40/40 · C 24/27 per policy</a:t>
            </a:r>
          </a:p>
        </p:txBody>
      </p:sp>
    </p:spTree>
    <p:extLst>
      <p:ext uri="{BB962C8B-B14F-4D97-AF65-F5344CB8AC3E}">
        <p14:creationId xmlns:p14="http://schemas.microsoft.com/office/powerpoint/2010/main" val="866006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E53013-7229-40E0-A0F6-6BCF95FD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E2: restoring a path and meeting the deadline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E88FA-02DE-4992-88C7-21B8D08D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B2606-DAF6-4142-9AE4-0F232FB4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05879-2E77-47BD-87C2-8214DCC9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0A0FA-61A3-4796-B8AF-8F9E0F67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46041-9C7E-4202-9B80-569E2D2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 Air-first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C776D-D42D-44B8-B48A-EDE117AF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77498-6305-402A-8A5A-D6BCFF40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5E744-FB99-48B0-9969-FB9A00EE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29E83-3C40-4424-9B9E-82BA6D46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BEA47-EEA1-4234-8F8D-90DC28B3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Deadline violations in all runs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381000" y="2057400"/>
          <a:ext xmlns:a="http://schemas.openxmlformats.org/drawingml/2006/main" cx="54768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1ac2a3e67a4ea1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3A430-5298-4591-9A53-1F0DB676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Recovered / affected critical chains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50A29-5CC0-4836-8734-4B25B4A9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22A2B-9113-490C-9E66-B3828685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Rule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EB027-9898-4EE6-A56F-F0C58ED8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Heuristic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(B2)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E6B79-988F-44F0-907F-B751F5DF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LLM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(B4b)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9D255-B0C1-4915-9FEC-4EAE148A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670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55611-44A2-4C84-B319-364DAB7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75770-2CE6-41D5-BB36-1F4404B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B6A89-7583-4DDF-8261-25F1F562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258E4-AAF4-4D52-8D04-AF83AC2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rPr>
              <a:t>191/191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4E154-FBC7-43CF-AA22-95A573E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028B1-41BB-4586-B848-E7F81403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A76A0-3E8C-4381-AD5D-4279E346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20B30-8F92-41B3-8F58-430CA91C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B8DFE-390C-4C0B-86B0-25AFCC6C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rPr>
              <a:t>199/199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C97C00-08EE-4328-8CEB-AB35BA0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434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D90A8-5518-4D59-B170-629BA5AB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0D85C5-6055-4943-AC50-3319B202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074B30-C601-4B7E-8238-E6373621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C563BA-CFE6-47BC-B162-42FD3174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rPr>
              <a:t>201/201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8D0680-6AA2-4AB0-BE73-8CC752AF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581650"/>
            <a:ext cx="521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Every affected coordinated run restores a path</a:t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recovery: not applicable</a:t>
            </a:r>
          </a:p>
        </p:txBody>
      </p:sp>
    </p:spTree>
    <p:extLst>
      <p:ext uri="{BB962C8B-B14F-4D97-AF65-F5344CB8AC3E}">
        <p14:creationId xmlns:p14="http://schemas.microsoft.com/office/powerpoint/2010/main" val="837997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ACD88-7DF4-4C1E-9FE1-BB291527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E3: priority-weighted service loss across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462FC-E3AE-44C6-9BE3-0004E612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81251-1271-49CD-9D92-1088E62E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C9AF7-9D9D-44D1-B99B-FD4713EF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35365-B2A8-40A6-9D2C-3A6545F6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40E56-17DB-4363-A23C-750ECAEB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 Air-first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C9056-9C1A-4ADB-AF25-9FABE573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50AD1-B5B9-4849-8169-10A42DE0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8FD1A-E1D0-4EBC-B21A-F47A67F1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8635E-A0A5-4CFE-854C-2C36B271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35187-FEDB-4372-BDE0-C26A8523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Site A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3429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3dce15271043f3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4C35D-B81B-4DB9-83A8-9134174B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Site B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42672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e9678335fc44ca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49C28-17D0-443E-8AF3-EE8D6EEA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Site C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1915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b5ff8dfc5c4b92"/>
          </a:graphicData>
        </a:graphic>
      </p:graphicFrame>
    </p:spTree>
    <p:extLst>
      <p:ext uri="{BB962C8B-B14F-4D97-AF65-F5344CB8AC3E}">
        <p14:creationId xmlns:p14="http://schemas.microsoft.com/office/powerpoint/2010/main" val="10354535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46239-22F6-4901-97E4-C9141585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E4: observation, execution and input burden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4DC03-9D2C-41BD-B090-FE059C9F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20B65-94D3-4343-9627-B422F48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BF7F7-EDF2-4529-86D4-77DAD287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51143-D1E8-499E-9AE4-2AA5FD58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E10D2-C03D-41D9-8FF2-A04AEB3D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 Air-first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07C3E-DBB1-4266-BF27-276A778A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EAEC6-DBFB-4288-A184-A21EFC0E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3CF4A-F6DE-4E85-92DE-6A8B066E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099DD-1F89-4305-87DF-2BBE113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17FA1-B044-4B75-828F-C2EBAE6E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Observation interval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3429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b54288eefa4f17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64596-EE83-402B-A475-403F5A58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Execution delay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42672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50c217709445bf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82432-AA1B-44D1-AA41-0486AE38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LLM input burden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81915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56db3e5f0a49ce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A7ADF-5781-4673-B570-88494E0C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48375"/>
            <a:ext cx="325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 = B4b (all arms)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03453-B927-4409-B2E2-AD9DDC7F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48375"/>
            <a:ext cx="3590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 = B2 = B4b (0–30 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211EA-E4D1-402C-83C8-78AB1E2E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37222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 = B4b (60 s)</a:t>
            </a:r>
          </a:p>
        </p:txBody>
      </p:sp>
    </p:spTree>
    <p:extLst>
      <p:ext uri="{BB962C8B-B14F-4D97-AF65-F5344CB8AC3E}">
        <p14:creationId xmlns:p14="http://schemas.microsoft.com/office/powerpoint/2010/main" val="761171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BC2F15F-EFCE-4B9C-AC4E-3C3D9E84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Execution waiting: repeated command or changed intervention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8B252-54A9-47EC-95DB-108B6753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74A1C-D160-405D-968D-15B4403D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85950"/>
            <a:ext cx="1685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ground-only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C8399-4ED2-448C-81A4-60D0ADF9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9565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 air command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51548-48AC-44A6-BCC5-72A16B35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529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 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F2A48-1C02-47A5-884F-D6F22BF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812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97C78-6A85-4CD9-9CBB-05990C5A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626" y="2181225"/>
            <a:ext cx="117157" cy="95"/>
          </a:xfrm>
          <a:custGeom xmlns:a="http://schemas.openxmlformats.org/drawingml/2006/main">
            <a:pathLst>
              <a:path w="117157" h="95">
                <a:moveTo>
                  <a:pt x="0" y="0"/>
                </a:moveTo>
                <a:lnTo>
                  <a:pt x="1171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0600C-B942-47C7-9955-7BAD66B2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651" y="21812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A43EC-4A78-4AA5-99E8-52653AFE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77" y="21812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CBB28-533E-44CB-967D-D20E0E2F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703" y="2181225"/>
            <a:ext cx="117157" cy="95"/>
          </a:xfrm>
          <a:custGeom xmlns:a="http://schemas.openxmlformats.org/drawingml/2006/main">
            <a:pathLst>
              <a:path w="117157" h="95">
                <a:moveTo>
                  <a:pt x="0" y="0"/>
                </a:moveTo>
                <a:lnTo>
                  <a:pt x="1171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258E6-90CA-47D1-A5ED-C31F3209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728" y="21812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EE061-4A33-4B81-B88C-E28BC491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754" y="21812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D441F-7BEA-4F81-80DE-F902F6FE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779" y="21812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024CF-B3BD-4DDB-AD53-AF49EFAA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805" y="21812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80CA7-5467-4E6C-BB24-C9F7714A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2181225"/>
            <a:ext cx="5330666" cy="95"/>
          </a:xfrm>
          <a:custGeom xmlns:a="http://schemas.openxmlformats.org/drawingml/2006/main">
            <a:pathLst>
              <a:path w="5330666" h="95">
                <a:moveTo>
                  <a:pt x="0" y="0"/>
                </a:moveTo>
                <a:lnTo>
                  <a:pt x="53306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74635-1C66-4D6A-BECB-1C4009D5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162050"/>
            <a:ext cx="4486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Identical command retained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5C734-E54F-4A4B-A720-7F461B75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2486025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360 s 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3FB11-47EB-4F73-A233-519CBA06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5829" y="24860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542 s complete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6FFC8-255F-400B-B09B-92DED2C3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909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D78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9E5EC-4F89-47E1-B8B2-61AF973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626" y="3590925"/>
            <a:ext cx="117157" cy="95"/>
          </a:xfrm>
          <a:custGeom xmlns:a="http://schemas.openxmlformats.org/drawingml/2006/main">
            <a:pathLst>
              <a:path w="117157" h="95">
                <a:moveTo>
                  <a:pt x="0" y="0"/>
                </a:moveTo>
                <a:lnTo>
                  <a:pt x="1171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D78A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D5C6F-98E1-419C-9B67-71DF6432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651" y="35909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D78A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A0ACB-29DA-4BBE-91B1-EFCEB36F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77" y="35909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D78A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99E9D-EE7C-42CC-9882-9380169F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703" y="3590925"/>
            <a:ext cx="117157" cy="95"/>
          </a:xfrm>
          <a:custGeom xmlns:a="http://schemas.openxmlformats.org/drawingml/2006/main">
            <a:pathLst>
              <a:path w="117157" h="95">
                <a:moveTo>
                  <a:pt x="0" y="0"/>
                </a:moveTo>
                <a:lnTo>
                  <a:pt x="1171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D78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0EF52-6FA9-47F2-B284-3AD9638D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728" y="35909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D78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13DE1-CA71-48C0-9DBF-9F68C106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754" y="35909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D78A3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C383B-1B84-446B-A033-54461E60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779" y="35909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D78A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5E4D9B-203C-4B79-B65E-8587F8F6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805" y="35909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D78A3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8D1D60-1274-48C2-B7FE-68CBB035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35242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07941-23B8-4225-BE44-744C95BB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52750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300 s air selected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4F5881-9E07-418B-98C0-70A65D84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33813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360 s fault: air → ground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E17BEE-7EDA-4A44-875D-E359727C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4800600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038052-7A3D-4594-927E-71249624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988" y="4800600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185A1-4E1E-444C-8BFC-0D5E1A3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014" y="4800600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596ED1-3C62-4E30-A224-871883F3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039" y="4800600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56C313-2823-471F-A229-20CE3FAB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65" y="4800600"/>
            <a:ext cx="117157" cy="95"/>
          </a:xfrm>
          <a:custGeom xmlns:a="http://schemas.openxmlformats.org/drawingml/2006/main">
            <a:pathLst>
              <a:path w="117157" h="95">
                <a:moveTo>
                  <a:pt x="0" y="0"/>
                </a:moveTo>
                <a:lnTo>
                  <a:pt x="1171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601FBD-D054-4E48-977D-B5BB0D45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091" y="4800600"/>
            <a:ext cx="117157" cy="95"/>
          </a:xfrm>
          <a:custGeom xmlns:a="http://schemas.openxmlformats.org/drawingml/2006/main">
            <a:pathLst>
              <a:path w="117157" h="95">
                <a:moveTo>
                  <a:pt x="0" y="0"/>
                </a:moveTo>
                <a:lnTo>
                  <a:pt x="1171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CEC847-DC5B-498D-8A3B-EF55C8CB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116" y="4800600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185D66-09D6-4F80-B72A-D2CAEDD8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142" y="4800600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64086B-8EDD-4378-861C-88BEC3F6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168" y="4800600"/>
            <a:ext cx="117157" cy="95"/>
          </a:xfrm>
          <a:custGeom xmlns:a="http://schemas.openxmlformats.org/drawingml/2006/main">
            <a:pathLst>
              <a:path w="117157" h="95">
                <a:moveTo>
                  <a:pt x="0" y="0"/>
                </a:moveTo>
                <a:lnTo>
                  <a:pt x="1171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59A331-792C-4B0D-B28F-E0B84DB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800600"/>
            <a:ext cx="5330666" cy="95"/>
          </a:xfrm>
          <a:custGeom xmlns:a="http://schemas.openxmlformats.org/drawingml/2006/main">
            <a:pathLst>
              <a:path w="5330666" h="95">
                <a:moveTo>
                  <a:pt x="0" y="0"/>
                </a:moveTo>
                <a:lnTo>
                  <a:pt x="53306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FF38BF-3676-416F-9971-5F6EDA80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435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420 s execute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12E0DE-F215-44DE-B6B3-DBB33E33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216" y="514350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602 s complete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7F0282-60B8-4330-B6D7-9B3017A4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1647825"/>
            <a:ext cx="95" cy="3848100"/>
          </a:xfrm>
          <a:custGeom xmlns:a="http://schemas.openxmlformats.org/drawingml/2006/main">
            <a:pathLst>
              <a:path w="95" h="3848100">
                <a:moveTo>
                  <a:pt x="0" y="0"/>
                </a:moveTo>
                <a:lnTo>
                  <a:pt x="0" y="38481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5293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8A4C9A-1A5A-4526-8B58-F7CFAC1B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263" y="1123950"/>
            <a:ext cx="2124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480 s deadline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2F0743-42B8-4F33-9BFB-F2B0DCAE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38825"/>
            <a:ext cx="9372600" cy="95"/>
          </a:xfrm>
          <a:custGeom xmlns:a="http://schemas.openxmlformats.org/drawingml/2006/main">
            <a:pathLst>
              <a:path w="9372600" h="9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3F31E0-6DCA-4D02-B2E6-9B39B24B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8167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72B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3A4F31-D9C7-49E9-902D-2A093F53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8170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300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66296F-3246-4AFE-844F-95F7B457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578167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72B3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DF9764-B6BD-4BC3-8A45-361675E3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598170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360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619ED4-3E81-421C-AF37-232553C7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78167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72B3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E9F59A-77F0-4D39-A88B-882C49FD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98170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420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41DF49-A79D-4AEC-9CEB-37496F18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578167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72B3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F4D044-F9B8-455E-A536-7C131F38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598170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480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24CBD6-F99F-4102-A0FE-014EB374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78167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72B3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E4309F-AE0A-4699-9578-9C7063AD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8170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540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8065FC-DB57-410C-9D04-21918864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413" y="578167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72B3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BFA964-769F-4B47-BB6C-923B4844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663" y="598170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600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A50BDA-592F-43B9-8C82-5E862146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62700"/>
            <a:ext cx="3152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Simulation time (s)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C0C7FD-1246-48B6-8B62-76E3F6B4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865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697984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04ED4F-237E-44A2-B399-5FE419C3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626" y="6486525"/>
            <a:ext cx="117157" cy="95"/>
          </a:xfrm>
          <a:custGeom xmlns:a="http://schemas.openxmlformats.org/drawingml/2006/main">
            <a:pathLst>
              <a:path w="117157" h="95">
                <a:moveTo>
                  <a:pt x="0" y="0"/>
                </a:moveTo>
                <a:lnTo>
                  <a:pt x="1171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69798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8A5FEE-AB9F-4115-B1E6-CE840DC8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651" y="6486525"/>
            <a:ext cx="117158" cy="95"/>
          </a:xfrm>
          <a:custGeom xmlns:a="http://schemas.openxmlformats.org/drawingml/2006/main">
            <a:pathLst>
              <a:path w="117158" h="95">
                <a:moveTo>
                  <a:pt x="0" y="0"/>
                </a:moveTo>
                <a:lnTo>
                  <a:pt x="11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697984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7FB315-378B-4A98-B2D9-4C157CB2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77" y="6486525"/>
            <a:ext cx="87868" cy="95"/>
          </a:xfrm>
          <a:custGeom xmlns:a="http://schemas.openxmlformats.org/drawingml/2006/main">
            <a:pathLst>
              <a:path w="87868" h="95">
                <a:moveTo>
                  <a:pt x="0" y="0"/>
                </a:moveTo>
                <a:lnTo>
                  <a:pt x="878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697984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156D01-2F21-400C-B9CA-E73A85A5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413" y="6334125"/>
            <a:ext cx="1438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Pending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B1F773-1880-45C0-9808-0BD257E7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171" y="6486525"/>
            <a:ext cx="673656" cy="95"/>
          </a:xfrm>
          <a:custGeom xmlns:a="http://schemas.openxmlformats.org/drawingml/2006/main">
            <a:pathLst>
              <a:path w="673656" h="95">
                <a:moveTo>
                  <a:pt x="0" y="0"/>
                </a:moveTo>
                <a:lnTo>
                  <a:pt x="6736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697984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DC1AD7-A6E2-43B6-A928-63CB5671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984" y="63341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1433369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2026-09-12T02:29:42.1620000Z</dcterms:created>
  <dcterms:modified xsi:type="dcterms:W3CDTF">2026-09-12T02:29:42.1620000Z</dcterms:modified>
</coreProperties>
</file>