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b8f5bb4da24661" /><Relationship Type="http://schemas.openxmlformats.org/officeDocument/2006/relationships/extended-properties" Target="/docProps/app.xml" Id="R316e82e82ddf4930" /><Relationship Type="http://schemas.openxmlformats.org/officeDocument/2006/relationships/officeDocument" Target="/ppt/presentation.xml" Id="R120a1c8c383e48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08644ac2e24ec2"/>
  </p:sldMasterIdLst>
  <p:notesMasterIdLst>
    <p:notesMasterId xmlns:r="http://schemas.openxmlformats.org/officeDocument/2006/relationships" r:id="Rb85be2f2cdd443e0"/>
  </p:notesMasterIdLst>
  <p:sldIdLst>
    <p:sldId xmlns:r="http://schemas.openxmlformats.org/officeDocument/2006/relationships" id="256" r:id="Rf9d04407fb7b4bfd"/>
    <p:sldId xmlns:r="http://schemas.openxmlformats.org/officeDocument/2006/relationships" id="257" r:id="R4c332fd4ef7342c8"/>
    <p:sldId xmlns:r="http://schemas.openxmlformats.org/officeDocument/2006/relationships" id="258" r:id="Refd0252983374dd1"/>
    <p:sldId xmlns:r="http://schemas.openxmlformats.org/officeDocument/2006/relationships" id="259" r:id="Rca3cbff487d641ad"/>
    <p:sldId xmlns:r="http://schemas.openxmlformats.org/officeDocument/2006/relationships" id="260" r:id="R32ae4ec4742a4c0c"/>
    <p:sldId xmlns:r="http://schemas.openxmlformats.org/officeDocument/2006/relationships" id="261" r:id="R3b342994b6cb438e"/>
    <p:sldId xmlns:r="http://schemas.openxmlformats.org/officeDocument/2006/relationships" id="262" r:id="R9fa2eb32098440f2"/>
    <p:sldId xmlns:r="http://schemas.openxmlformats.org/officeDocument/2006/relationships" id="263" r:id="Rfa0c02bf980543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968001bc044e35" /><Relationship Type="http://schemas.openxmlformats.org/officeDocument/2006/relationships/slideMaster" Target="/ppt/slideMasters/slideMaster1.xml" Id="Rb908644ac2e24ec2" /><Relationship Type="http://schemas.openxmlformats.org/officeDocument/2006/relationships/notesMaster" Target="/ppt/notesMasters/notesMaster1.xml" Id="Rb85be2f2cdd443e0" /><Relationship Type="http://schemas.openxmlformats.org/officeDocument/2006/relationships/presProps" Target="/ppt/presProps.xml" Id="R34928a7d84d14f6b" /><Relationship Type="http://schemas.openxmlformats.org/officeDocument/2006/relationships/tableStyles" Target="/ppt/tableStyles.xml" Id="R833ba6b4e8964b7b" /><Relationship Type="http://schemas.openxmlformats.org/officeDocument/2006/relationships/slide" Target="/ppt/slides/slide1.xml" Id="Rf9d04407fb7b4bfd" /><Relationship Type="http://schemas.openxmlformats.org/officeDocument/2006/relationships/slide" Target="/ppt/slides/slide2.xml" Id="R4c332fd4ef7342c8" /><Relationship Type="http://schemas.openxmlformats.org/officeDocument/2006/relationships/slide" Target="/ppt/slides/slide3.xml" Id="Refd0252983374dd1" /><Relationship Type="http://schemas.openxmlformats.org/officeDocument/2006/relationships/slide" Target="/ppt/slides/slide4.xml" Id="Rca3cbff487d641ad" /><Relationship Type="http://schemas.openxmlformats.org/officeDocument/2006/relationships/slide" Target="/ppt/slides/slide5.xml" Id="R32ae4ec4742a4c0c" /><Relationship Type="http://schemas.openxmlformats.org/officeDocument/2006/relationships/slide" Target="/ppt/slides/slide6.xml" Id="R3b342994b6cb438e" /><Relationship Type="http://schemas.openxmlformats.org/officeDocument/2006/relationships/slide" Target="/ppt/slides/slide7.xml" Id="R9fa2eb32098440f2" /><Relationship Type="http://schemas.openxmlformats.org/officeDocument/2006/relationships/slide" Target="/ppt/slides/slide8.xml" Id="Rfa0c02bf980543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70365d7d9e47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331f302baa4229" /><Relationship Type="http://schemas.openxmlformats.org/officeDocument/2006/relationships/notesMaster" Target="/ppt/notesMasters/notesMaster1.xml" Id="Rc6adf2a70be542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6fb982addb4781" /><Relationship Type="http://schemas.openxmlformats.org/officeDocument/2006/relationships/notesMaster" Target="/ppt/notesMasters/notesMaster1.xml" Id="Rc92da01ae6b744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ac75e2885546e6" /><Relationship Type="http://schemas.openxmlformats.org/officeDocument/2006/relationships/notesMaster" Target="/ppt/notesMasters/notesMaster1.xml" Id="R7dc526690ce646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21a85b9c7d483f" /><Relationship Type="http://schemas.openxmlformats.org/officeDocument/2006/relationships/notesMaster" Target="/ppt/notesMasters/notesMaster1.xml" Id="Rd935de93deaf43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8f9c10819e4476" /><Relationship Type="http://schemas.openxmlformats.org/officeDocument/2006/relationships/notesMaster" Target="/ppt/notesMasters/notesMaster1.xml" Id="R24c557d71d1548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99d0c3daa0405a" /><Relationship Type="http://schemas.openxmlformats.org/officeDocument/2006/relationships/notesMaster" Target="/ppt/notesMasters/notesMaster1.xml" Id="Rcb6cb6e166924a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5c101cc7ad4cd4" /><Relationship Type="http://schemas.openxmlformats.org/officeDocument/2006/relationships/notesMaster" Target="/ppt/notesMasters/notesMaster1.xml" Id="R6a28c46105214b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64b3c896b34c50" /><Relationship Type="http://schemas.openxmlformats.org/officeDocument/2006/relationships/notesMaster" Target="/ppt/notesMasters/notesMaster1.xml" Id="Re8e2adc4eb4f49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based on frozen state, candidate, manager, checker and runner implementations. Safety denotes modeled constraints, not formal certification.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canonical sim/sites geometry, primary routes and facility mappings. Map data © OpenStreetMap contributors, ODbL. Facilities and operations are modeled. Maps show the full imported road substrate at a common projected scale, not identical crop extents.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results.json E1.{A,B,C}.summary. Each site-policy mean contains 240 runs. Charts show descriptive means; exact paired inference appears in the manuscript.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results.json E1.{A,B,C}.ablation. B4b minus B4a, 60 matched runs per site. Intervals are frozen 95% paired intervals; binary risk-difference intervals are descriptive.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results.json E2 summaries. Recovery denominators are affected critical air chains. Deadline outcomes use all 320 runs per site and policy. B0 has no affected critical air chain.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results.json E3.{site}.levels. SWL weights CRITICAL/HIGH/NORMAL/LOW = 4/3/2/1. L1/L4 have 40 runs per manager; L2/L3 have 80.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results.json E4 4A/4B/4C arms. 20 runs per arm-policy. All curves connect discrete tested arms. B2 and B4b completion outcomes coincide. Input burden uses a fixed core fleet of 4 aircraft.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E4B D60 B4b trace from final experiment report. At t=360 failure and a new ground decision supersede the pending dispatch. Ground executes at 420 and completes at 602. Release 300, deadline 480.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30b3611a294d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b3a36d9c6c41f2" /><Relationship Type="http://schemas.openxmlformats.org/officeDocument/2006/relationships/slideLayout" Target="/ppt/slideLayouts/slideLayout1.xml" Id="Re13d9744da6845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3d9744da6845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5e07111494ce1" /><Relationship Type="http://schemas.openxmlformats.org/officeDocument/2006/relationships/notesSlide" Target="/ppt/notesSlides/notesSlide1.xml" Id="R5ffe06dc963a44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73436bb684fbf" /><Relationship Type="http://schemas.openxmlformats.org/officeDocument/2006/relationships/notesSlide" Target="/ppt/notesSlides/notesSlide2.xml" Id="Rb3a796cd3c554b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ad4cbe2a74660" /><Relationship Type="http://schemas.openxmlformats.org/officeDocument/2006/relationships/chart" Target="/ppt/slides/charts/chart1.xml" Id="Ra889d53657614afc" /><Relationship Type="http://schemas.openxmlformats.org/officeDocument/2006/relationships/chart" Target="/ppt/slides/charts/chart2.xml" Id="Ref299288894b495b" /><Relationship Type="http://schemas.openxmlformats.org/officeDocument/2006/relationships/chart" Target="/ppt/slides/charts/chart3.xml" Id="R124116def1994bad" /><Relationship Type="http://schemas.openxmlformats.org/officeDocument/2006/relationships/notesSlide" Target="/ppt/notesSlides/notesSlide3.xml" Id="R943b6dfb8aea4c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2b5de46444dd9" /><Relationship Type="http://schemas.openxmlformats.org/officeDocument/2006/relationships/notesSlide" Target="/ppt/notesSlides/notesSlide4.xml" Id="R97999b764af34a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8069c63d74f01" /><Relationship Type="http://schemas.openxmlformats.org/officeDocument/2006/relationships/chart" Target="/ppt/slides/charts/chart4.xml" Id="R2b4a5ae636ab46c6" /><Relationship Type="http://schemas.openxmlformats.org/officeDocument/2006/relationships/notesSlide" Target="/ppt/notesSlides/notesSlide5.xml" Id="Rd18abf48ddee4b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7c7a591d74786" /><Relationship Type="http://schemas.openxmlformats.org/officeDocument/2006/relationships/chart" Target="/ppt/slides/charts/chart5.xml" Id="R52394f4c236f4c7e" /><Relationship Type="http://schemas.openxmlformats.org/officeDocument/2006/relationships/chart" Target="/ppt/slides/charts/chart6.xml" Id="Rd671b37c1dca4418" /><Relationship Type="http://schemas.openxmlformats.org/officeDocument/2006/relationships/chart" Target="/ppt/slides/charts/chart7.xml" Id="R40074c0e39f34cc6" /><Relationship Type="http://schemas.openxmlformats.org/officeDocument/2006/relationships/notesSlide" Target="/ppt/notesSlides/notesSlide6.xml" Id="R7c6e6b47cc314e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d0cb6a02e4e32" /><Relationship Type="http://schemas.openxmlformats.org/officeDocument/2006/relationships/chart" Target="/ppt/slides/charts/chart8.xml" Id="R8a3374888014406f" /><Relationship Type="http://schemas.openxmlformats.org/officeDocument/2006/relationships/chart" Target="/ppt/slides/charts/chart9.xml" Id="R627c3b7d598f401c" /><Relationship Type="http://schemas.openxmlformats.org/officeDocument/2006/relationships/chart" Target="/ppt/slides/charts/chart10.xml" Id="Rf95b6ec1331546be" /><Relationship Type="http://schemas.openxmlformats.org/officeDocument/2006/relationships/notesSlide" Target="/ppt/notesSlides/notesSlide7.xml" Id="R54346f7ffc7d4d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7cba150b24225" /><Relationship Type="http://schemas.openxmlformats.org/officeDocument/2006/relationships/notesSlide" Target="/ppt/notesSlides/notesSlide8.xml" Id="R5363943b3360460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187.66666666666666</c:v>
              </c:pt>
              <c:pt idx="1">
                <c:v>262.6666666666667</c:v>
              </c:pt>
              <c:pt idx="2">
                <c:v>323.6666666666667</c:v>
              </c:pt>
            </c:numLit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160.775</c:v>
              </c:pt>
              <c:pt idx="1">
                <c:v>47.7</c:v>
              </c:pt>
              <c:pt idx="2">
                <c:v>168.275</c:v>
              </c:pt>
            </c:numLit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147.61666666666667</c:v>
              </c:pt>
              <c:pt idx="1">
                <c:v>47.7</c:v>
              </c:pt>
              <c:pt idx="2">
                <c:v>168.275</c:v>
              </c:pt>
            </c:numLit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146.63333333333333</c:v>
              </c:pt>
              <c:pt idx="1">
                <c:v>49.09583333333333</c:v>
              </c:pt>
              <c:pt idx="2">
                <c:v>168.65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Site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9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33.33333333333333</c:v>
              </c:pt>
              <c:pt idx="1">
                <c:v>50</c:v>
              </c:pt>
              <c:pt idx="2">
                <c:v>83.33333333333334</c:v>
              </c:pt>
            </c:numLit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25</c:v>
              </c:pt>
              <c:pt idx="1">
                <c:v>0</c:v>
              </c:pt>
              <c:pt idx="2">
                <c:v>10</c:v>
              </c:pt>
            </c:numLit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16.666666666666664</c:v>
              </c:pt>
              <c:pt idx="1">
                <c:v>0</c:v>
              </c:pt>
              <c:pt idx="2">
                <c:v>10</c:v>
              </c:pt>
            </c:numLit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16.666666666666664</c:v>
              </c:pt>
              <c:pt idx="1">
                <c:v>0</c:v>
              </c:pt>
              <c:pt idx="2">
                <c:v>10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Site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Percent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0.00</c:formatCode>
              <c:ptCount val="3"/>
              <c:pt idx="0">
                <c:v>0</c:v>
              </c:pt>
              <c:pt idx="1">
                <c:v>0</c:v>
              </c:pt>
              <c:pt idx="2">
                <c:v>0</c:v>
              </c:pt>
            </c:numLit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0.00</c:formatCode>
              <c:ptCount val="3"/>
              <c:pt idx="0">
                <c:v>0.5</c:v>
              </c:pt>
              <c:pt idx="1">
                <c:v>0.5</c:v>
              </c:pt>
              <c:pt idx="2">
                <c:v>0.5</c:v>
              </c:pt>
            </c:numLit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0.00</c:formatCode>
              <c:ptCount val="3"/>
              <c:pt idx="0">
                <c:v>0.058333333333333334</c:v>
              </c:pt>
              <c:pt idx="1">
                <c:v>0.5</c:v>
              </c:pt>
              <c:pt idx="2">
                <c:v>0.5</c:v>
              </c:pt>
            </c:numLit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0.00</c:formatCode>
              <c:ptCount val="3"/>
              <c:pt idx="0">
                <c:v>0.13333333333333333</c:v>
              </c:pt>
              <c:pt idx="1">
                <c:v>0.4875</c:v>
              </c:pt>
              <c:pt idx="2">
                <c:v>0.5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Site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Services / run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100</c:v>
              </c:pt>
              <c:pt idx="1">
                <c:v>100</c:v>
              </c:pt>
              <c:pt idx="2">
                <c:v>100</c:v>
              </c:pt>
            </c:numLit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37.5</c:v>
              </c:pt>
              <c:pt idx="1">
                <c:v>37.5</c:v>
              </c:pt>
              <c:pt idx="2">
                <c:v>62.5</c:v>
              </c:pt>
            </c:numLit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37.5</c:v>
              </c:pt>
              <c:pt idx="1">
                <c:v>37.5</c:v>
              </c:pt>
              <c:pt idx="2">
                <c:v>62.5</c:v>
              </c:pt>
            </c:numLit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39.0625</c:v>
              </c:pt>
              <c:pt idx="1">
                <c:v>37.5</c:v>
              </c:pt>
              <c:pt idx="2">
                <c:v>62.81250000000001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Site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Percent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240</c:v>
              </c:pt>
              <c:pt idx="1">
                <c:v>240</c:v>
              </c:pt>
              <c:pt idx="2">
                <c:v>240</c:v>
              </c:pt>
              <c:pt idx="3">
                <c:v>240</c:v>
              </c:pt>
            </c:numLit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0</c:v>
              </c:pt>
              <c:pt idx="1">
                <c:v>240</c:v>
              </c:pt>
              <c:pt idx="2">
                <c:v>0</c:v>
              </c:pt>
              <c:pt idx="3">
                <c:v>120</c:v>
              </c:pt>
            </c:numLit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0</c:v>
              </c:pt>
              <c:pt idx="1">
                <c:v>240</c:v>
              </c:pt>
              <c:pt idx="2">
                <c:v>0</c:v>
              </c:pt>
              <c:pt idx="3">
                <c:v>120</c:v>
              </c:pt>
            </c:numLit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6</c:v>
              </c:pt>
              <c:pt idx="1">
                <c:v>240</c:v>
              </c:pt>
              <c:pt idx="2">
                <c:v>1.6875</c:v>
              </c:pt>
              <c:pt idx="3">
                <c:v>123.375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Scenario level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Loss units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240</c:v>
              </c:pt>
              <c:pt idx="1">
                <c:v>240</c:v>
              </c:pt>
              <c:pt idx="2">
                <c:v>375</c:v>
              </c:pt>
              <c:pt idx="3">
                <c:v>375</c:v>
              </c:pt>
            </c:numLit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0</c:v>
              </c:pt>
              <c:pt idx="1">
                <c:v>120</c:v>
              </c:pt>
              <c:pt idx="2">
                <c:v>135</c:v>
              </c:pt>
              <c:pt idx="3">
                <c:v>255</c:v>
              </c:pt>
            </c:numLit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0</c:v>
              </c:pt>
              <c:pt idx="1">
                <c:v>120</c:v>
              </c:pt>
              <c:pt idx="2">
                <c:v>135</c:v>
              </c:pt>
              <c:pt idx="3">
                <c:v>255</c:v>
              </c:pt>
            </c:numLit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0</c:v>
              </c:pt>
              <c:pt idx="1">
                <c:v>120</c:v>
              </c:pt>
              <c:pt idx="2">
                <c:v>135</c:v>
              </c:pt>
              <c:pt idx="3">
                <c:v>255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Scenario level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Loss units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240</c:v>
              </c:pt>
              <c:pt idx="1">
                <c:v>240</c:v>
              </c:pt>
              <c:pt idx="2">
                <c:v>375</c:v>
              </c:pt>
              <c:pt idx="3">
                <c:v>375</c:v>
              </c:pt>
            </c:numLit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240</c:v>
              </c:pt>
              <c:pt idx="1">
                <c:v>240</c:v>
              </c:pt>
              <c:pt idx="2">
                <c:v>135</c:v>
              </c:pt>
              <c:pt idx="3">
                <c:v>375</c:v>
              </c:pt>
            </c:numLit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240</c:v>
              </c:pt>
              <c:pt idx="1">
                <c:v>240</c:v>
              </c:pt>
              <c:pt idx="2">
                <c:v>135</c:v>
              </c:pt>
              <c:pt idx="3">
                <c:v>375</c:v>
              </c:pt>
            </c:numLit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240</c:v>
              </c:pt>
              <c:pt idx="1">
                <c:v>240</c:v>
              </c:pt>
              <c:pt idx="2">
                <c:v>135</c:v>
              </c:pt>
              <c:pt idx="3">
                <c:v>375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Scenario level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Loss units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8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19050">
              <a:solidFill>
                <a:srgbClr val="7B858E"/>
              </a:solidFill>
            </a:ln>
          </c:spPr>
          <c:marker>
            <c:symbol val="square"/>
            <c:size val="7"/>
            <c:spPr>
              <a:solidFill xmlns:a="http://schemas.openxmlformats.org/drawingml/2006/main">
                <a:srgbClr val="7B858E"/>
              </a:solidFill>
            </c:spPr>
          </c:marker>
          <c:xVal>
            <c:numLit>
              <c:formatCode>General</c:formatCode>
              <c:ptCount val="5"/>
              <c:pt idx="0">
                <c:v>10</c:v>
              </c:pt>
              <c:pt idx="1">
                <c:v>30</c:v>
              </c:pt>
              <c:pt idx="2">
                <c:v>60</c:v>
              </c:pt>
              <c:pt idx="3">
                <c:v>120</c:v>
              </c:pt>
              <c:pt idx="4">
                <c:v>300</c:v>
              </c:pt>
            </c:numLit>
          </c:xVal>
          <c:yVal>
            <c:numLit>
              <c:formatCode>0</c:formatCode>
              <c:ptCount val="5"/>
              <c:pt idx="0">
                <c:v>192</c:v>
              </c:pt>
              <c:pt idx="1">
                <c:v>212</c:v>
              </c:pt>
              <c:pt idx="2">
                <c:v>253</c:v>
              </c:pt>
              <c:pt idx="3">
                <c:v>253</c:v>
              </c:pt>
              <c:pt idx="4">
                <c:v>482</c:v>
              </c:pt>
            </c:numLit>
          </c:y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19050">
              <a:solidFill>
                <a:srgbClr val="D28A2E"/>
              </a:solidFill>
            </a:ln>
          </c:spPr>
          <c:marker>
            <c:symbol val="triangle"/>
            <c:size val="7"/>
            <c:spPr>
              <a:solidFill xmlns:a="http://schemas.openxmlformats.org/drawingml/2006/main">
                <a:srgbClr val="D28A2E"/>
              </a:solidFill>
            </c:spPr>
          </c:marker>
          <c:xVal>
            <c:numLit>
              <c:formatCode>General</c:formatCode>
              <c:ptCount val="5"/>
              <c:pt idx="0">
                <c:v>10</c:v>
              </c:pt>
              <c:pt idx="1">
                <c:v>30</c:v>
              </c:pt>
              <c:pt idx="2">
                <c:v>60</c:v>
              </c:pt>
              <c:pt idx="3">
                <c:v>120</c:v>
              </c:pt>
              <c:pt idx="4">
                <c:v>300</c:v>
              </c:pt>
            </c:numLit>
          </c:xVal>
          <c:yVal>
            <c:numLit>
              <c:formatCode>0</c:formatCode>
              <c:ptCount val="5"/>
              <c:pt idx="0">
                <c:v>140</c:v>
              </c:pt>
              <c:pt idx="1">
                <c:v>150</c:v>
              </c:pt>
              <c:pt idx="2">
                <c:v>180</c:v>
              </c:pt>
              <c:pt idx="3">
                <c:v>240</c:v>
              </c:pt>
              <c:pt idx="4">
                <c:v>521</c:v>
              </c:pt>
            </c:numLit>
          </c:y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38100">
              <a:solidFill>
                <a:srgbClr val="3266A8"/>
              </a:solidFill>
            </a:ln>
          </c:spPr>
          <c:marker>
            <c:symbol val="circle"/>
            <c:size val="11"/>
            <c:spPr>
              <a:solidFill xmlns:a="http://schemas.openxmlformats.org/drawingml/2006/main">
                <a:srgbClr val="3266A8"/>
              </a:solidFill>
            </c:spPr>
          </c:marker>
          <c:xVal>
            <c:numLit>
              <c:formatCode>General</c:formatCode>
              <c:ptCount val="5"/>
              <c:pt idx="0">
                <c:v>10</c:v>
              </c:pt>
              <c:pt idx="1">
                <c:v>30</c:v>
              </c:pt>
              <c:pt idx="2">
                <c:v>60</c:v>
              </c:pt>
              <c:pt idx="3">
                <c:v>120</c:v>
              </c:pt>
              <c:pt idx="4">
                <c:v>300</c:v>
              </c:pt>
            </c:numLit>
          </c:xVal>
          <c:yVal>
            <c:numLit>
              <c:formatCode>0</c:formatCode>
              <c:ptCount val="5"/>
              <c:pt idx="0">
                <c:v>140</c:v>
              </c:pt>
              <c:pt idx="1">
                <c:v>150</c:v>
              </c:pt>
              <c:pt idx="2">
                <c:v>180</c:v>
              </c:pt>
              <c:pt idx="3">
                <c:v>240</c:v>
              </c:pt>
              <c:pt idx="4">
                <c:v>482</c:v>
              </c:pt>
            </c:numLit>
          </c:y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19050">
              <a:solidFill>
                <a:srgbClr val="217A67"/>
              </a:solidFill>
            </a:ln>
          </c:spPr>
          <c:marker>
            <c:symbol val="diamond"/>
            <c:size val="7"/>
            <c:spPr>
              <a:solidFill xmlns:a="http://schemas.openxmlformats.org/drawingml/2006/main">
                <a:srgbClr val="217A67"/>
              </a:solidFill>
            </c:spPr>
          </c:marker>
          <c:xVal>
            <c:numLit>
              <c:formatCode>General</c:formatCode>
              <c:ptCount val="5"/>
              <c:pt idx="0">
                <c:v>10</c:v>
              </c:pt>
              <c:pt idx="1">
                <c:v>30</c:v>
              </c:pt>
              <c:pt idx="2">
                <c:v>60</c:v>
              </c:pt>
              <c:pt idx="3">
                <c:v>120</c:v>
              </c:pt>
              <c:pt idx="4">
                <c:v>300</c:v>
              </c:pt>
            </c:numLit>
          </c:xVal>
          <c:yVal>
            <c:numLit>
              <c:formatCode>0</c:formatCode>
              <c:ptCount val="5"/>
              <c:pt idx="0">
                <c:v>140</c:v>
              </c:pt>
              <c:pt idx="1">
                <c:v>150</c:v>
              </c:pt>
              <c:pt idx="2">
                <c:v>180</c:v>
              </c:pt>
              <c:pt idx="3">
                <c:v>240</c:v>
              </c:pt>
              <c:pt idx="4">
                <c:v>482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Completion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50"/>
      </c:valAx>
      <c:valAx>
        <c:axId val="48650112"/>
        <c:scaling>
          <c:orientation val="minMax"/>
          <c:max val="3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Interval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9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19050">
              <a:solidFill>
                <a:srgbClr val="7B858E"/>
              </a:solidFill>
            </a:ln>
          </c:spPr>
          <c:marker>
            <c:symbol val="square"/>
            <c:size val="7"/>
            <c:spPr>
              <a:solidFill xmlns:a="http://schemas.openxmlformats.org/drawingml/2006/main">
                <a:srgbClr val="7B858E"/>
              </a:solidFill>
            </c:spPr>
          </c:marker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  <c:pt idx="4">
                <c:v>20</c:v>
              </c:pt>
              <c:pt idx="5">
                <c:v>30</c:v>
              </c:pt>
              <c:pt idx="6">
                <c:v>60</c:v>
              </c:pt>
            </c:numLit>
          </c:xVal>
          <c:yVal>
            <c:numLit>
              <c:formatCode>0</c:formatCode>
              <c:ptCount val="7"/>
              <c:pt idx="0">
                <c:v>182</c:v>
              </c:pt>
              <c:pt idx="1">
                <c:v>183</c:v>
              </c:pt>
              <c:pt idx="2">
                <c:v>187</c:v>
              </c:pt>
              <c:pt idx="3">
                <c:v>192</c:v>
              </c:pt>
              <c:pt idx="4">
                <c:v>202</c:v>
              </c:pt>
              <c:pt idx="5">
                <c:v>212</c:v>
              </c:pt>
              <c:pt idx="6">
                <c:v>302</c:v>
              </c:pt>
            </c:numLit>
          </c:y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19050">
              <a:solidFill>
                <a:srgbClr val="D28A2E"/>
              </a:solidFill>
            </a:ln>
          </c:spPr>
          <c:marker>
            <c:symbol val="triangle"/>
            <c:size val="7"/>
            <c:spPr>
              <a:solidFill xmlns:a="http://schemas.openxmlformats.org/drawingml/2006/main">
                <a:srgbClr val="D28A2E"/>
              </a:solidFill>
            </c:spPr>
          </c:marker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  <c:pt idx="4">
                <c:v>20</c:v>
              </c:pt>
              <c:pt idx="5">
                <c:v>30</c:v>
              </c:pt>
              <c:pt idx="6">
                <c:v>60</c:v>
              </c:pt>
            </c:numLit>
          </c:xVal>
          <c:yVal>
            <c:numLit>
              <c:formatCode>0</c:formatCode>
              <c:ptCount val="7"/>
              <c:pt idx="0">
                <c:v>120</c:v>
              </c:pt>
              <c:pt idx="1">
                <c:v>121</c:v>
              </c:pt>
              <c:pt idx="2">
                <c:v>125</c:v>
              </c:pt>
              <c:pt idx="3">
                <c:v>130</c:v>
              </c:pt>
              <c:pt idx="4">
                <c:v>140</c:v>
              </c:pt>
              <c:pt idx="5">
                <c:v>150</c:v>
              </c:pt>
              <c:pt idx="6">
                <c:v>341</c:v>
              </c:pt>
            </c:numLit>
          </c:y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38100">
              <a:solidFill>
                <a:srgbClr val="3266A8"/>
              </a:solidFill>
            </a:ln>
          </c:spPr>
          <c:marker>
            <c:symbol val="circle"/>
            <c:size val="11"/>
            <c:spPr>
              <a:solidFill xmlns:a="http://schemas.openxmlformats.org/drawingml/2006/main">
                <a:srgbClr val="3266A8"/>
              </a:solidFill>
            </c:spPr>
          </c:marker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  <c:pt idx="4">
                <c:v>20</c:v>
              </c:pt>
              <c:pt idx="5">
                <c:v>30</c:v>
              </c:pt>
              <c:pt idx="6">
                <c:v>60</c:v>
              </c:pt>
            </c:numLit>
          </c:xVal>
          <c:yVal>
            <c:numLit>
              <c:formatCode>0</c:formatCode>
              <c:ptCount val="7"/>
              <c:pt idx="0">
                <c:v>120</c:v>
              </c:pt>
              <c:pt idx="1">
                <c:v>121</c:v>
              </c:pt>
              <c:pt idx="2">
                <c:v>125</c:v>
              </c:pt>
              <c:pt idx="3">
                <c:v>130</c:v>
              </c:pt>
              <c:pt idx="4">
                <c:v>140</c:v>
              </c:pt>
              <c:pt idx="5">
                <c:v>150</c:v>
              </c:pt>
              <c:pt idx="6">
                <c:v>302</c:v>
              </c:pt>
            </c:numLit>
          </c:y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19050">
              <a:solidFill>
                <a:srgbClr val="217A67"/>
              </a:solidFill>
            </a:ln>
          </c:spPr>
          <c:marker>
            <c:symbol val="diamond"/>
            <c:size val="7"/>
            <c:spPr>
              <a:solidFill xmlns:a="http://schemas.openxmlformats.org/drawingml/2006/main">
                <a:srgbClr val="217A67"/>
              </a:solidFill>
            </c:spPr>
          </c:marker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  <c:pt idx="4">
                <c:v>20</c:v>
              </c:pt>
              <c:pt idx="5">
                <c:v>30</c:v>
              </c:pt>
              <c:pt idx="6">
                <c:v>60</c:v>
              </c:pt>
            </c:numLit>
          </c:xVal>
          <c:yVal>
            <c:numLit>
              <c:formatCode>0</c:formatCode>
              <c:ptCount val="7"/>
              <c:pt idx="0">
                <c:v>120</c:v>
              </c:pt>
              <c:pt idx="1">
                <c:v>121</c:v>
              </c:pt>
              <c:pt idx="2">
                <c:v>125</c:v>
              </c:pt>
              <c:pt idx="3">
                <c:v>130</c:v>
              </c:pt>
              <c:pt idx="4">
                <c:v>140</c:v>
              </c:pt>
              <c:pt idx="5">
                <c:v>150</c:v>
              </c:pt>
              <c:pt idx="6">
                <c:v>302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Completion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Delay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0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24765">
              <a:solidFill>
                <a:srgbClr val="217A67"/>
              </a:solidFill>
            </a:ln>
          </c:spPr>
          <c:marker>
            <c:symbol val="diamond"/>
            <c:size val="8"/>
            <c:spPr>
              <a:solidFill xmlns:a="http://schemas.openxmlformats.org/drawingml/2006/main">
                <a:srgbClr val="217A67"/>
              </a:solidFill>
            </c:spPr>
          </c:marker>
          <c:xVal>
            <c:numLit>
              <c:formatCode>General</c:formatCode>
              <c:ptCount val="5"/>
              <c:pt idx="0">
                <c:v>5</c:v>
              </c:pt>
              <c:pt idx="1">
                <c:v>10</c:v>
              </c:pt>
              <c:pt idx="2">
                <c:v>20</c:v>
              </c:pt>
              <c:pt idx="3">
                <c:v>30</c:v>
              </c:pt>
              <c:pt idx="4">
                <c:v>50</c:v>
              </c:pt>
            </c:numLit>
          </c:xVal>
          <c:yVal>
            <c:numLit>
              <c:formatCode>0</c:formatCode>
              <c:ptCount val="5"/>
              <c:pt idx="0">
                <c:v>3.9821219512195123</c:v>
              </c:pt>
              <c:pt idx="1">
                <c:v>5.920625</c:v>
              </c:pt>
              <c:pt idx="2">
                <c:v>9.588725</c:v>
              </c:pt>
              <c:pt idx="3">
                <c:v>13.256675</c:v>
              </c:pt>
              <c:pt idx="4">
                <c:v>20.593474999999998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4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Prompt tokens / call (thousands)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6"/>
      </c:valAx>
      <c:valAx>
        <c:axId val="48650112"/>
        <c:scaling>
          <c:orientation val="minMax"/>
          <c:max val="5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Aircraft records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6A90DA-149A-4742-8391-96457FC7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Ground–Low-Altitude Mobility Manager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55B4C-0354-4890-98D0-875403EC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BB1D7-DB0F-43A8-A7D4-7F97E7A4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85875"/>
            <a:ext cx="33909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57708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EAE3C-5ED6-4C7C-B2D4-D7267FD9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4001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Global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DBDF0-68BC-4B1A-B53A-AD47BBF3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71675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Ground, aircraft, facilities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Missions, events, timestamps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71667-2158-4D8A-BB4E-3B3153ED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285875"/>
            <a:ext cx="33909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3"/>
          </a:solidFill>
          <a:ln xmlns:a="http://schemas.openxmlformats.org/drawingml/2006/main" w="13335">
            <a:solidFill>
              <a:srgbClr val="57708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A1FB2-9BC8-41F3-BB3B-EA498D9C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4001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Manager-Agnostic</a:t>
            </a:r>
          </a:p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Executable Candidate Interface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1BF30-1307-480B-827E-5924FE4A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971675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Legality, ETA, service consequences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Shared facts without B2 scores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0DBB4-1E30-419E-8385-1971C6F8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285875"/>
            <a:ext cx="33909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57708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E270A-D7D4-48CF-8875-0885101B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001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Supervisory Policy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7A5FD0-5DB3-4F82-8830-B75B002B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71675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B0 ground-only     B1 air-first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B2 heuristic          B4b LLM</a:t>
            </a:r>
          </a:p>
        </p:txBody>
      </p:sp>
      <p:cxnSp>
        <p:nvCxnSpPr>
          <p:cNvPr id="45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810000" y="2014538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3A"/>
            </a:solidFill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791450" y="2014538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3A"/>
            </a:solidFill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33CB55-84E5-457A-8278-4F0CA1B4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90925"/>
            <a:ext cx="33909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57708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E19631-11BA-4646-9A6B-E9414218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0522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Deterministic Safety /</a:t>
            </a:r>
          </a:p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Feasibility Checker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D678D7-8C4F-43D6-AEC1-6EAC732B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76725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Validate identifiers and constraints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Recheck current execution 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88B1AE-B8F4-4CDE-9AA6-50D5BF1B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90925"/>
            <a:ext cx="33909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57708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C62E87-2223-40CC-94E3-555676E2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70522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Executor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080CAB-5A84-4543-91EA-8CFBDF27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276725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Issue or queue structured actions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Track execution and supersession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67B19C-ED67-4DC3-8351-2717AAA7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90925"/>
            <a:ext cx="33909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57708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A7DC2C-0C15-45E3-8E10-03BC012C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70522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SUMO + BlueSky closed loop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324E2-679F-4BF0-81D6-5C4F7A86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76725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Ground and air evolution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Shared service registry, 1 s step</a:t>
            </a:r>
          </a:p>
        </p:txBody>
      </p:sp>
      <p:cxnSp>
        <p:nvCxnSpPr>
          <p:cNvPr id="56" name=""/>
          <p:cNvCxnSpPr>
            <a:stCxn xmlns:a="http://schemas.openxmlformats.org/drawingml/2006/main" id="9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10077450" y="2743200"/>
            <a:ext cx="0" cy="847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3A"/>
            </a:solidFill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4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7791450" y="4319588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3A"/>
            </a:solidFill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7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3810000" y="4319588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3A"/>
            </a:solidFill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20" idx="0"/>
            <a:endCxn xmlns:a="http://schemas.openxmlformats.org/drawingml/2006/main" id="3" idx="2"/>
          </p:cNvCxnSpPr>
          <p:nvPr/>
        </p:nvCxnSpPr>
        <p:spPr>
          <a:xfrm xmlns:a="http://schemas.openxmlformats.org/drawingml/2006/main" flipV="1">
            <a:off x="2114550" y="2743200"/>
            <a:ext cx="0" cy="847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3A"/>
            </a:solidFill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33D040-900A-4B24-93C5-FD6EFB82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Observe and update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ACD342-7103-47AB-A65A-4FCA53EB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905125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Select a structured intervention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E27777-DACC-4212-8FA5-22E06CE8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53075"/>
            <a:ext cx="3381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57708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B38269-882E-4A0A-A11C-91911B71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00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Local contingency responses</a:t>
            </a:r>
          </a:p>
        </p:txBody>
      </p:sp>
      <p:cxnSp>
        <p:nvCxnSpPr>
          <p:cNvPr id="64" name=""/>
          <p:cNvCxnSpPr>
            <a:stCxn xmlns:a="http://schemas.openxmlformats.org/drawingml/2006/main" id="29" idx="0"/>
            <a:endCxn xmlns:a="http://schemas.openxmlformats.org/drawingml/2006/main" id="20" idx="2"/>
          </p:cNvCxnSpPr>
          <p:nvPr/>
        </p:nvCxnSpPr>
        <p:spPr>
          <a:xfrm xmlns:a="http://schemas.openxmlformats.org/drawingml/2006/main" flipH="1" flipV="1">
            <a:off x="2114550" y="5048250"/>
            <a:ext cx="14288" cy="5048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B3A"/>
            </a:solidFill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8B7BDA-A8D7-4CC2-A93E-E337D14A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534025"/>
            <a:ext cx="7191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Local responses operate independently of supervisory inference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E53A00-64A5-488A-98FB-AC56164C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B0 restricts emergency support to ground. Background air services remain in the environment.</a:t>
            </a:r>
          </a:p>
        </p:txBody>
      </p:sp>
    </p:spTree>
    <p:extLst>
      <p:ext uri="{BB962C8B-B14F-4D97-AF65-F5344CB8AC3E}">
        <p14:creationId xmlns:p14="http://schemas.microsoft.com/office/powerpoint/2010/main" val="20136853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6544E822-7894-4182-A11C-AF3D6E14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Three network contexts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13C6F-B526-4B7E-8D46-6FE9FECA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EA098-FABD-49EE-A898-E120DD9E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(a) Suzhou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9127D-1929-4C33-998C-9DDE4506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1381" y="1810650"/>
            <a:ext cx="1489361" cy="2896242"/>
          </a:xfrm>
          <a:custGeom xmlns:a="http://schemas.openxmlformats.org/drawingml/2006/main">
            <a:pathLst>
              <a:path w="1489361" h="2896242">
                <a:moveTo>
                  <a:pt x="1478488" y="2843964"/>
                </a:moveTo>
                <a:lnTo>
                  <a:pt x="1475979" y="2844239"/>
                </a:lnTo>
                <a:lnTo>
                  <a:pt x="1460774" y="2846336"/>
                </a:lnTo>
                <a:lnTo>
                  <a:pt x="1461120" y="2848473"/>
                </a:lnTo>
                <a:lnTo>
                  <a:pt x="1441999" y="2849142"/>
                </a:lnTo>
                <a:lnTo>
                  <a:pt x="1289075" y="2846220"/>
                </a:lnTo>
                <a:lnTo>
                  <a:pt x="1289339" y="2841418"/>
                </a:lnTo>
                <a:lnTo>
                  <a:pt x="1277661" y="2840160"/>
                </a:lnTo>
                <a:lnTo>
                  <a:pt x="1246208" y="2842599"/>
                </a:lnTo>
                <a:lnTo>
                  <a:pt x="1215780" y="2848651"/>
                </a:lnTo>
                <a:lnTo>
                  <a:pt x="1215917" y="2850732"/>
                </a:lnTo>
                <a:lnTo>
                  <a:pt x="1182693" y="2852533"/>
                </a:lnTo>
                <a:lnTo>
                  <a:pt x="1182734" y="2850598"/>
                </a:lnTo>
                <a:lnTo>
                  <a:pt x="1159073" y="2851152"/>
                </a:lnTo>
                <a:lnTo>
                  <a:pt x="1135235" y="2849774"/>
                </a:lnTo>
                <a:lnTo>
                  <a:pt x="1108419" y="2849558"/>
                </a:lnTo>
                <a:lnTo>
                  <a:pt x="1089109" y="2850898"/>
                </a:lnTo>
                <a:lnTo>
                  <a:pt x="1078828" y="2849129"/>
                </a:lnTo>
                <a:lnTo>
                  <a:pt x="1071460" y="2849570"/>
                </a:lnTo>
                <a:lnTo>
                  <a:pt x="1059067" y="2853831"/>
                </a:lnTo>
                <a:lnTo>
                  <a:pt x="1049332" y="2854009"/>
                </a:lnTo>
                <a:lnTo>
                  <a:pt x="1038427" y="2855624"/>
                </a:lnTo>
                <a:lnTo>
                  <a:pt x="1025844" y="2859940"/>
                </a:lnTo>
                <a:lnTo>
                  <a:pt x="1018316" y="2863436"/>
                </a:lnTo>
                <a:lnTo>
                  <a:pt x="1012492" y="2866995"/>
                </a:lnTo>
                <a:lnTo>
                  <a:pt x="1001202" y="2875936"/>
                </a:lnTo>
                <a:lnTo>
                  <a:pt x="1000446" y="2878032"/>
                </a:lnTo>
                <a:lnTo>
                  <a:pt x="1000705" y="2879491"/>
                </a:lnTo>
                <a:lnTo>
                  <a:pt x="989478" y="2891585"/>
                </a:lnTo>
                <a:lnTo>
                  <a:pt x="975048" y="2888062"/>
                </a:lnTo>
                <a:lnTo>
                  <a:pt x="973472" y="2893149"/>
                </a:lnTo>
                <a:lnTo>
                  <a:pt x="940860" y="2891437"/>
                </a:lnTo>
                <a:lnTo>
                  <a:pt x="936131" y="2886324"/>
                </a:lnTo>
                <a:lnTo>
                  <a:pt x="867807" y="2882031"/>
                </a:lnTo>
                <a:lnTo>
                  <a:pt x="837342" y="2882056"/>
                </a:lnTo>
                <a:lnTo>
                  <a:pt x="812458" y="2882421"/>
                </a:lnTo>
                <a:lnTo>
                  <a:pt x="812040" y="2888318"/>
                </a:lnTo>
                <a:lnTo>
                  <a:pt x="803729" y="2890074"/>
                </a:lnTo>
                <a:lnTo>
                  <a:pt x="790616" y="2893085"/>
                </a:lnTo>
                <a:lnTo>
                  <a:pt x="779945" y="2896242"/>
                </a:lnTo>
                <a:lnTo>
                  <a:pt x="731453" y="2891288"/>
                </a:lnTo>
                <a:lnTo>
                  <a:pt x="674777" y="2877249"/>
                </a:lnTo>
                <a:lnTo>
                  <a:pt x="669139" y="2876569"/>
                </a:lnTo>
                <a:lnTo>
                  <a:pt x="660396" y="2875475"/>
                </a:lnTo>
                <a:lnTo>
                  <a:pt x="651554" y="2874624"/>
                </a:lnTo>
                <a:lnTo>
                  <a:pt x="645628" y="2874158"/>
                </a:lnTo>
                <a:lnTo>
                  <a:pt x="639562" y="2874136"/>
                </a:lnTo>
                <a:lnTo>
                  <a:pt x="636332" y="2874488"/>
                </a:lnTo>
                <a:lnTo>
                  <a:pt x="632560" y="2875429"/>
                </a:lnTo>
                <a:lnTo>
                  <a:pt x="630975" y="2875581"/>
                </a:lnTo>
                <a:lnTo>
                  <a:pt x="628484" y="2875637"/>
                </a:lnTo>
                <a:lnTo>
                  <a:pt x="624194" y="2875391"/>
                </a:lnTo>
                <a:lnTo>
                  <a:pt x="621154" y="2870306"/>
                </a:lnTo>
                <a:lnTo>
                  <a:pt x="621619" y="2868296"/>
                </a:lnTo>
                <a:lnTo>
                  <a:pt x="628731" y="2863609"/>
                </a:lnTo>
                <a:lnTo>
                  <a:pt x="627160" y="2846336"/>
                </a:lnTo>
                <a:lnTo>
                  <a:pt x="622032" y="2840217"/>
                </a:lnTo>
                <a:lnTo>
                  <a:pt x="618296" y="2795670"/>
                </a:lnTo>
                <a:lnTo>
                  <a:pt x="618981" y="2792508"/>
                </a:lnTo>
                <a:lnTo>
                  <a:pt x="614379" y="2744368"/>
                </a:lnTo>
                <a:lnTo>
                  <a:pt x="608915" y="2736315"/>
                </a:lnTo>
                <a:lnTo>
                  <a:pt x="604669" y="2716652"/>
                </a:lnTo>
                <a:lnTo>
                  <a:pt x="602526" y="2707707"/>
                </a:lnTo>
                <a:lnTo>
                  <a:pt x="599445" y="2697179"/>
                </a:lnTo>
                <a:lnTo>
                  <a:pt x="584503" y="2648705"/>
                </a:lnTo>
                <a:lnTo>
                  <a:pt x="578549" y="2610727"/>
                </a:lnTo>
                <a:lnTo>
                  <a:pt x="579797" y="2607070"/>
                </a:lnTo>
                <a:lnTo>
                  <a:pt x="580118" y="2580898"/>
                </a:lnTo>
                <a:lnTo>
                  <a:pt x="575431" y="2566126"/>
                </a:lnTo>
                <a:lnTo>
                  <a:pt x="568079" y="2534726"/>
                </a:lnTo>
                <a:lnTo>
                  <a:pt x="561639" y="2535558"/>
                </a:lnTo>
                <a:lnTo>
                  <a:pt x="560068" y="2527386"/>
                </a:lnTo>
                <a:lnTo>
                  <a:pt x="552244" y="2528771"/>
                </a:lnTo>
                <a:lnTo>
                  <a:pt x="538382" y="2468347"/>
                </a:lnTo>
                <a:lnTo>
                  <a:pt x="535492" y="2455735"/>
                </a:lnTo>
                <a:lnTo>
                  <a:pt x="532456" y="2456540"/>
                </a:lnTo>
                <a:lnTo>
                  <a:pt x="530215" y="2445768"/>
                </a:lnTo>
                <a:lnTo>
                  <a:pt x="526642" y="2427192"/>
                </a:lnTo>
                <a:lnTo>
                  <a:pt x="530679" y="2426384"/>
                </a:lnTo>
                <a:lnTo>
                  <a:pt x="525141" y="2403406"/>
                </a:lnTo>
                <a:lnTo>
                  <a:pt x="533373" y="2401548"/>
                </a:lnTo>
                <a:lnTo>
                  <a:pt x="526269" y="2370111"/>
                </a:lnTo>
                <a:lnTo>
                  <a:pt x="522641" y="2370793"/>
                </a:lnTo>
                <a:lnTo>
                  <a:pt x="506656" y="2295517"/>
                </a:lnTo>
                <a:lnTo>
                  <a:pt x="506034" y="2289081"/>
                </a:lnTo>
                <a:lnTo>
                  <a:pt x="505436" y="2271846"/>
                </a:lnTo>
                <a:lnTo>
                  <a:pt x="492644" y="2200578"/>
                </a:lnTo>
                <a:lnTo>
                  <a:pt x="497038" y="2200098"/>
                </a:lnTo>
                <a:lnTo>
                  <a:pt x="492292" y="2173030"/>
                </a:lnTo>
                <a:lnTo>
                  <a:pt x="485467" y="2174243"/>
                </a:lnTo>
                <a:lnTo>
                  <a:pt x="485202" y="2169057"/>
                </a:lnTo>
                <a:lnTo>
                  <a:pt x="481089" y="2168976"/>
                </a:lnTo>
                <a:lnTo>
                  <a:pt x="480492" y="2149037"/>
                </a:lnTo>
                <a:lnTo>
                  <a:pt x="474802" y="2149083"/>
                </a:lnTo>
                <a:lnTo>
                  <a:pt x="478071" y="2115167"/>
                </a:lnTo>
                <a:lnTo>
                  <a:pt x="477976" y="2110517"/>
                </a:lnTo>
                <a:lnTo>
                  <a:pt x="474725" y="2076746"/>
                </a:lnTo>
                <a:lnTo>
                  <a:pt x="473884" y="2034612"/>
                </a:lnTo>
                <a:lnTo>
                  <a:pt x="476138" y="2033740"/>
                </a:lnTo>
                <a:lnTo>
                  <a:pt x="478278" y="2031750"/>
                </a:lnTo>
                <a:lnTo>
                  <a:pt x="479152" y="2029588"/>
                </a:lnTo>
                <a:lnTo>
                  <a:pt x="483950" y="2010139"/>
                </a:lnTo>
                <a:lnTo>
                  <a:pt x="486761" y="1997313"/>
                </a:lnTo>
                <a:lnTo>
                  <a:pt x="486655" y="1988793"/>
                </a:lnTo>
                <a:lnTo>
                  <a:pt x="482423" y="1986571"/>
                </a:lnTo>
                <a:lnTo>
                  <a:pt x="479796" y="1986218"/>
                </a:lnTo>
                <a:lnTo>
                  <a:pt x="470355" y="1986597"/>
                </a:lnTo>
                <a:lnTo>
                  <a:pt x="446033" y="1990623"/>
                </a:lnTo>
                <a:lnTo>
                  <a:pt x="446332" y="1994897"/>
                </a:lnTo>
                <a:lnTo>
                  <a:pt x="425249" y="1997726"/>
                </a:lnTo>
                <a:lnTo>
                  <a:pt x="423901" y="1988300"/>
                </a:lnTo>
                <a:lnTo>
                  <a:pt x="441479" y="1985488"/>
                </a:lnTo>
                <a:lnTo>
                  <a:pt x="442090" y="1988400"/>
                </a:lnTo>
                <a:lnTo>
                  <a:pt x="460353" y="1985408"/>
                </a:lnTo>
                <a:lnTo>
                  <a:pt x="473157" y="1982880"/>
                </a:lnTo>
                <a:lnTo>
                  <a:pt x="476803" y="1980728"/>
                </a:lnTo>
                <a:lnTo>
                  <a:pt x="482161" y="1979594"/>
                </a:lnTo>
                <a:lnTo>
                  <a:pt x="484360" y="1977901"/>
                </a:lnTo>
                <a:lnTo>
                  <a:pt x="485382" y="1975591"/>
                </a:lnTo>
                <a:lnTo>
                  <a:pt x="483401" y="1963548"/>
                </a:lnTo>
                <a:lnTo>
                  <a:pt x="479619" y="1954264"/>
                </a:lnTo>
                <a:lnTo>
                  <a:pt x="476097" y="1928338"/>
                </a:lnTo>
                <a:lnTo>
                  <a:pt x="467601" y="1898231"/>
                </a:lnTo>
                <a:lnTo>
                  <a:pt x="462686" y="1868971"/>
                </a:lnTo>
                <a:lnTo>
                  <a:pt x="458315" y="1846694"/>
                </a:lnTo>
                <a:lnTo>
                  <a:pt x="456206" y="1835916"/>
                </a:lnTo>
                <a:lnTo>
                  <a:pt x="449911" y="1794322"/>
                </a:lnTo>
                <a:lnTo>
                  <a:pt x="449738" y="1784254"/>
                </a:lnTo>
                <a:lnTo>
                  <a:pt x="442658" y="1751752"/>
                </a:lnTo>
                <a:lnTo>
                  <a:pt x="444427" y="1750827"/>
                </a:lnTo>
                <a:lnTo>
                  <a:pt x="441968" y="1738766"/>
                </a:lnTo>
                <a:lnTo>
                  <a:pt x="436276" y="1717204"/>
                </a:lnTo>
                <a:lnTo>
                  <a:pt x="435137" y="1712869"/>
                </a:lnTo>
                <a:lnTo>
                  <a:pt x="426953" y="1677437"/>
                </a:lnTo>
                <a:lnTo>
                  <a:pt x="421360" y="1630264"/>
                </a:lnTo>
                <a:lnTo>
                  <a:pt x="415049" y="1620536"/>
                </a:lnTo>
                <a:lnTo>
                  <a:pt x="416942" y="1618540"/>
                </a:lnTo>
                <a:lnTo>
                  <a:pt x="410909" y="1609688"/>
                </a:lnTo>
                <a:lnTo>
                  <a:pt x="407774" y="1601686"/>
                </a:lnTo>
                <a:lnTo>
                  <a:pt x="401904" y="1576004"/>
                </a:lnTo>
                <a:lnTo>
                  <a:pt x="399335" y="1569357"/>
                </a:lnTo>
                <a:lnTo>
                  <a:pt x="396867" y="1566397"/>
                </a:lnTo>
                <a:lnTo>
                  <a:pt x="393886" y="1564684"/>
                </a:lnTo>
                <a:lnTo>
                  <a:pt x="391286" y="1563461"/>
                </a:lnTo>
                <a:lnTo>
                  <a:pt x="388057" y="1563104"/>
                </a:lnTo>
                <a:lnTo>
                  <a:pt x="377549" y="1564887"/>
                </a:lnTo>
                <a:lnTo>
                  <a:pt x="373208" y="1565621"/>
                </a:lnTo>
                <a:lnTo>
                  <a:pt x="365809" y="1566879"/>
                </a:lnTo>
                <a:lnTo>
                  <a:pt x="364963" y="1561056"/>
                </a:lnTo>
                <a:lnTo>
                  <a:pt x="367407" y="1560813"/>
                </a:lnTo>
                <a:lnTo>
                  <a:pt x="371782" y="1559463"/>
                </a:lnTo>
                <a:lnTo>
                  <a:pt x="375719" y="1558256"/>
                </a:lnTo>
                <a:lnTo>
                  <a:pt x="380336" y="1556835"/>
                </a:lnTo>
                <a:lnTo>
                  <a:pt x="385054" y="1554715"/>
                </a:lnTo>
                <a:lnTo>
                  <a:pt x="390027" y="1549592"/>
                </a:lnTo>
                <a:lnTo>
                  <a:pt x="394714" y="1548917"/>
                </a:lnTo>
                <a:lnTo>
                  <a:pt x="396689" y="1547506"/>
                </a:lnTo>
                <a:lnTo>
                  <a:pt x="397117" y="1545876"/>
                </a:lnTo>
                <a:lnTo>
                  <a:pt x="390959" y="1515727"/>
                </a:lnTo>
                <a:lnTo>
                  <a:pt x="382677" y="1485134"/>
                </a:lnTo>
                <a:lnTo>
                  <a:pt x="380356" y="1475408"/>
                </a:lnTo>
                <a:lnTo>
                  <a:pt x="374037" y="1461716"/>
                </a:lnTo>
                <a:lnTo>
                  <a:pt x="367660" y="1450635"/>
                </a:lnTo>
                <a:lnTo>
                  <a:pt x="369038" y="1449693"/>
                </a:lnTo>
                <a:lnTo>
                  <a:pt x="360040" y="1428684"/>
                </a:lnTo>
                <a:lnTo>
                  <a:pt x="358002" y="1429307"/>
                </a:lnTo>
                <a:lnTo>
                  <a:pt x="344464" y="1407237"/>
                </a:lnTo>
                <a:lnTo>
                  <a:pt x="334868" y="1387753"/>
                </a:lnTo>
                <a:lnTo>
                  <a:pt x="328241" y="1365832"/>
                </a:lnTo>
                <a:lnTo>
                  <a:pt x="323158" y="1353334"/>
                </a:lnTo>
                <a:lnTo>
                  <a:pt x="321134" y="1348338"/>
                </a:lnTo>
                <a:lnTo>
                  <a:pt x="317076" y="1329076"/>
                </a:lnTo>
                <a:lnTo>
                  <a:pt x="314858" y="1325664"/>
                </a:lnTo>
                <a:lnTo>
                  <a:pt x="313495" y="1323573"/>
                </a:lnTo>
                <a:lnTo>
                  <a:pt x="314616" y="1321425"/>
                </a:lnTo>
                <a:lnTo>
                  <a:pt x="315351" y="1318965"/>
                </a:lnTo>
                <a:lnTo>
                  <a:pt x="316003" y="1315692"/>
                </a:lnTo>
                <a:lnTo>
                  <a:pt x="316140" y="1313709"/>
                </a:lnTo>
                <a:lnTo>
                  <a:pt x="316053" y="1311046"/>
                </a:lnTo>
                <a:lnTo>
                  <a:pt x="315700" y="1307261"/>
                </a:lnTo>
                <a:lnTo>
                  <a:pt x="314119" y="1299579"/>
                </a:lnTo>
                <a:lnTo>
                  <a:pt x="312114" y="1293333"/>
                </a:lnTo>
                <a:lnTo>
                  <a:pt x="308211" y="1284637"/>
                </a:lnTo>
                <a:lnTo>
                  <a:pt x="293724" y="1261861"/>
                </a:lnTo>
                <a:lnTo>
                  <a:pt x="283648" y="1246431"/>
                </a:lnTo>
                <a:lnTo>
                  <a:pt x="272637" y="1233609"/>
                </a:lnTo>
                <a:lnTo>
                  <a:pt x="256129" y="1219020"/>
                </a:lnTo>
                <a:lnTo>
                  <a:pt x="214267" y="1192944"/>
                </a:lnTo>
                <a:lnTo>
                  <a:pt x="186206" y="1176836"/>
                </a:lnTo>
                <a:lnTo>
                  <a:pt x="169300" y="1157877"/>
                </a:lnTo>
                <a:lnTo>
                  <a:pt x="156380" y="1143458"/>
                </a:lnTo>
                <a:lnTo>
                  <a:pt x="153950" y="1143397"/>
                </a:lnTo>
                <a:lnTo>
                  <a:pt x="141331" y="1119504"/>
                </a:lnTo>
                <a:lnTo>
                  <a:pt x="133456" y="1110324"/>
                </a:lnTo>
                <a:lnTo>
                  <a:pt x="131205" y="1106405"/>
                </a:lnTo>
                <a:lnTo>
                  <a:pt x="125364" y="1084104"/>
                </a:lnTo>
                <a:lnTo>
                  <a:pt x="120474" y="1054075"/>
                </a:lnTo>
                <a:lnTo>
                  <a:pt x="117064" y="1014107"/>
                </a:lnTo>
                <a:lnTo>
                  <a:pt x="117243" y="1010536"/>
                </a:lnTo>
                <a:lnTo>
                  <a:pt x="115746" y="1002653"/>
                </a:lnTo>
                <a:lnTo>
                  <a:pt x="111984" y="982831"/>
                </a:lnTo>
                <a:lnTo>
                  <a:pt x="110695" y="976026"/>
                </a:lnTo>
                <a:lnTo>
                  <a:pt x="112258" y="975578"/>
                </a:lnTo>
                <a:lnTo>
                  <a:pt x="108069" y="960031"/>
                </a:lnTo>
                <a:lnTo>
                  <a:pt x="105429" y="960650"/>
                </a:lnTo>
                <a:lnTo>
                  <a:pt x="104759" y="958125"/>
                </a:lnTo>
                <a:lnTo>
                  <a:pt x="105696" y="957368"/>
                </a:lnTo>
                <a:lnTo>
                  <a:pt x="107444" y="955429"/>
                </a:lnTo>
                <a:lnTo>
                  <a:pt x="108610" y="953173"/>
                </a:lnTo>
                <a:lnTo>
                  <a:pt x="108419" y="950608"/>
                </a:lnTo>
                <a:lnTo>
                  <a:pt x="107838" y="948314"/>
                </a:lnTo>
                <a:lnTo>
                  <a:pt x="106616" y="946445"/>
                </a:lnTo>
                <a:lnTo>
                  <a:pt x="105186" y="945155"/>
                </a:lnTo>
                <a:lnTo>
                  <a:pt x="103210" y="944292"/>
                </a:lnTo>
                <a:lnTo>
                  <a:pt x="101417" y="944008"/>
                </a:lnTo>
                <a:lnTo>
                  <a:pt x="99434" y="934433"/>
                </a:lnTo>
                <a:lnTo>
                  <a:pt x="96455" y="921633"/>
                </a:lnTo>
                <a:lnTo>
                  <a:pt x="96608" y="918924"/>
                </a:lnTo>
                <a:lnTo>
                  <a:pt x="97725" y="912264"/>
                </a:lnTo>
                <a:lnTo>
                  <a:pt x="97954" y="904098"/>
                </a:lnTo>
                <a:lnTo>
                  <a:pt x="97322" y="895118"/>
                </a:lnTo>
                <a:lnTo>
                  <a:pt x="95803" y="886914"/>
                </a:lnTo>
                <a:lnTo>
                  <a:pt x="92414" y="879327"/>
                </a:lnTo>
                <a:lnTo>
                  <a:pt x="89212" y="874416"/>
                </a:lnTo>
                <a:lnTo>
                  <a:pt x="89615" y="857921"/>
                </a:lnTo>
                <a:lnTo>
                  <a:pt x="93561" y="857956"/>
                </a:lnTo>
                <a:lnTo>
                  <a:pt x="93906" y="842085"/>
                </a:lnTo>
                <a:lnTo>
                  <a:pt x="90354" y="841966"/>
                </a:lnTo>
                <a:lnTo>
                  <a:pt x="90344" y="837740"/>
                </a:lnTo>
                <a:lnTo>
                  <a:pt x="90307" y="826120"/>
                </a:lnTo>
                <a:lnTo>
                  <a:pt x="90232" y="798587"/>
                </a:lnTo>
                <a:lnTo>
                  <a:pt x="89220" y="749435"/>
                </a:lnTo>
                <a:lnTo>
                  <a:pt x="85496" y="716862"/>
                </a:lnTo>
                <a:lnTo>
                  <a:pt x="85230" y="684136"/>
                </a:lnTo>
                <a:lnTo>
                  <a:pt x="84011" y="658117"/>
                </a:lnTo>
                <a:lnTo>
                  <a:pt x="89082" y="657458"/>
                </a:lnTo>
                <a:lnTo>
                  <a:pt x="85876" y="635121"/>
                </a:lnTo>
                <a:lnTo>
                  <a:pt x="79818" y="636147"/>
                </a:lnTo>
                <a:lnTo>
                  <a:pt x="77252" y="620019"/>
                </a:lnTo>
                <a:lnTo>
                  <a:pt x="69966" y="598802"/>
                </a:lnTo>
                <a:lnTo>
                  <a:pt x="49832" y="540267"/>
                </a:lnTo>
                <a:lnTo>
                  <a:pt x="41334" y="519750"/>
                </a:lnTo>
                <a:lnTo>
                  <a:pt x="39543" y="517370"/>
                </a:lnTo>
                <a:lnTo>
                  <a:pt x="34339" y="510488"/>
                </a:lnTo>
                <a:lnTo>
                  <a:pt x="28867" y="502248"/>
                </a:lnTo>
                <a:lnTo>
                  <a:pt x="23929" y="487800"/>
                </a:lnTo>
                <a:lnTo>
                  <a:pt x="22458" y="484422"/>
                </a:lnTo>
                <a:lnTo>
                  <a:pt x="21732" y="482758"/>
                </a:lnTo>
                <a:lnTo>
                  <a:pt x="18553" y="475489"/>
                </a:lnTo>
                <a:lnTo>
                  <a:pt x="17391" y="474222"/>
                </a:lnTo>
                <a:lnTo>
                  <a:pt x="14372" y="470936"/>
                </a:lnTo>
                <a:lnTo>
                  <a:pt x="11249" y="443151"/>
                </a:lnTo>
                <a:lnTo>
                  <a:pt x="9742" y="440693"/>
                </a:lnTo>
                <a:lnTo>
                  <a:pt x="11613" y="439078"/>
                </a:lnTo>
                <a:lnTo>
                  <a:pt x="13523" y="436998"/>
                </a:lnTo>
                <a:lnTo>
                  <a:pt x="14477" y="433149"/>
                </a:lnTo>
                <a:lnTo>
                  <a:pt x="12371" y="432908"/>
                </a:lnTo>
                <a:lnTo>
                  <a:pt x="13057" y="427735"/>
                </a:lnTo>
                <a:lnTo>
                  <a:pt x="10918" y="427688"/>
                </a:lnTo>
                <a:lnTo>
                  <a:pt x="10904" y="423006"/>
                </a:lnTo>
                <a:lnTo>
                  <a:pt x="9087" y="417153"/>
                </a:lnTo>
                <a:lnTo>
                  <a:pt x="6147" y="410929"/>
                </a:lnTo>
                <a:lnTo>
                  <a:pt x="3055" y="405343"/>
                </a:lnTo>
                <a:lnTo>
                  <a:pt x="0" y="401372"/>
                </a:lnTo>
                <a:lnTo>
                  <a:pt x="10981" y="379531"/>
                </a:lnTo>
                <a:lnTo>
                  <a:pt x="14159" y="376507"/>
                </a:lnTo>
                <a:lnTo>
                  <a:pt x="10936" y="372567"/>
                </a:lnTo>
                <a:lnTo>
                  <a:pt x="15904" y="367639"/>
                </a:lnTo>
                <a:lnTo>
                  <a:pt x="19473" y="370657"/>
                </a:lnTo>
                <a:lnTo>
                  <a:pt x="34545" y="356138"/>
                </a:lnTo>
                <a:lnTo>
                  <a:pt x="33020" y="354550"/>
                </a:lnTo>
                <a:lnTo>
                  <a:pt x="36729" y="349789"/>
                </a:lnTo>
                <a:lnTo>
                  <a:pt x="34543" y="348237"/>
                </a:lnTo>
                <a:lnTo>
                  <a:pt x="39138" y="341813"/>
                </a:lnTo>
                <a:lnTo>
                  <a:pt x="42989" y="343832"/>
                </a:lnTo>
                <a:lnTo>
                  <a:pt x="52490" y="323648"/>
                </a:lnTo>
                <a:lnTo>
                  <a:pt x="55671" y="312166"/>
                </a:lnTo>
                <a:lnTo>
                  <a:pt x="60349" y="293221"/>
                </a:lnTo>
                <a:lnTo>
                  <a:pt x="64715" y="293282"/>
                </a:lnTo>
                <a:lnTo>
                  <a:pt x="66689" y="257639"/>
                </a:lnTo>
                <a:lnTo>
                  <a:pt x="66246" y="249652"/>
                </a:lnTo>
                <a:lnTo>
                  <a:pt x="61915" y="209030"/>
                </a:lnTo>
                <a:lnTo>
                  <a:pt x="58530" y="184230"/>
                </a:lnTo>
                <a:lnTo>
                  <a:pt x="53153" y="163004"/>
                </a:lnTo>
                <a:lnTo>
                  <a:pt x="49540" y="134017"/>
                </a:lnTo>
                <a:lnTo>
                  <a:pt x="51776" y="133296"/>
                </a:lnTo>
                <a:lnTo>
                  <a:pt x="48045" y="102777"/>
                </a:lnTo>
                <a:lnTo>
                  <a:pt x="49716" y="102661"/>
                </a:lnTo>
                <a:lnTo>
                  <a:pt x="43685" y="70444"/>
                </a:lnTo>
                <a:lnTo>
                  <a:pt x="41279" y="71017"/>
                </a:lnTo>
                <a:lnTo>
                  <a:pt x="38897" y="62497"/>
                </a:lnTo>
                <a:lnTo>
                  <a:pt x="40276" y="61801"/>
                </a:lnTo>
                <a:lnTo>
                  <a:pt x="39670" y="58297"/>
                </a:lnTo>
                <a:lnTo>
                  <a:pt x="38695" y="58428"/>
                </a:lnTo>
                <a:lnTo>
                  <a:pt x="36751" y="45119"/>
                </a:lnTo>
                <a:lnTo>
                  <a:pt x="34992" y="45275"/>
                </a:lnTo>
                <a:lnTo>
                  <a:pt x="34097" y="37413"/>
                </a:lnTo>
                <a:lnTo>
                  <a:pt x="33365" y="26361"/>
                </a:lnTo>
                <a:lnTo>
                  <a:pt x="31768" y="3130"/>
                </a:lnTo>
                <a:lnTo>
                  <a:pt x="31271" y="0"/>
                </a:lnTo>
                <a:lnTo>
                  <a:pt x="58773" y="0"/>
                </a:lnTo>
                <a:lnTo>
                  <a:pt x="60569" y="25053"/>
                </a:lnTo>
                <a:lnTo>
                  <a:pt x="64425" y="63130"/>
                </a:lnTo>
                <a:lnTo>
                  <a:pt x="64924" y="68202"/>
                </a:lnTo>
                <a:lnTo>
                  <a:pt x="65424" y="73241"/>
                </a:lnTo>
                <a:lnTo>
                  <a:pt x="80259" y="179802"/>
                </a:lnTo>
                <a:lnTo>
                  <a:pt x="81678" y="194934"/>
                </a:lnTo>
                <a:lnTo>
                  <a:pt x="84339" y="249945"/>
                </a:lnTo>
                <a:lnTo>
                  <a:pt x="85205" y="260848"/>
                </a:lnTo>
                <a:lnTo>
                  <a:pt x="82907" y="272409"/>
                </a:lnTo>
                <a:lnTo>
                  <a:pt x="80966" y="272273"/>
                </a:lnTo>
                <a:lnTo>
                  <a:pt x="79628" y="284734"/>
                </a:lnTo>
                <a:lnTo>
                  <a:pt x="82017" y="284947"/>
                </a:lnTo>
                <a:lnTo>
                  <a:pt x="81046" y="293934"/>
                </a:lnTo>
                <a:lnTo>
                  <a:pt x="84150" y="295962"/>
                </a:lnTo>
                <a:lnTo>
                  <a:pt x="83859" y="304668"/>
                </a:lnTo>
                <a:lnTo>
                  <a:pt x="82102" y="305027"/>
                </a:lnTo>
                <a:lnTo>
                  <a:pt x="81054" y="321845"/>
                </a:lnTo>
                <a:lnTo>
                  <a:pt x="79073" y="321861"/>
                </a:lnTo>
                <a:lnTo>
                  <a:pt x="78787" y="330669"/>
                </a:lnTo>
                <a:lnTo>
                  <a:pt x="81117" y="330618"/>
                </a:lnTo>
                <a:lnTo>
                  <a:pt x="80610" y="340579"/>
                </a:lnTo>
                <a:lnTo>
                  <a:pt x="83498" y="342196"/>
                </a:lnTo>
                <a:lnTo>
                  <a:pt x="78508" y="352152"/>
                </a:lnTo>
                <a:lnTo>
                  <a:pt x="76470" y="352108"/>
                </a:lnTo>
                <a:lnTo>
                  <a:pt x="70656" y="359916"/>
                </a:lnTo>
                <a:lnTo>
                  <a:pt x="67286" y="364431"/>
                </a:lnTo>
                <a:lnTo>
                  <a:pt x="63620" y="370224"/>
                </a:lnTo>
                <a:lnTo>
                  <a:pt x="60068" y="378073"/>
                </a:lnTo>
                <a:lnTo>
                  <a:pt x="59110" y="380782"/>
                </a:lnTo>
                <a:lnTo>
                  <a:pt x="56171" y="387808"/>
                </a:lnTo>
                <a:lnTo>
                  <a:pt x="52376" y="396835"/>
                </a:lnTo>
                <a:lnTo>
                  <a:pt x="49566" y="403610"/>
                </a:lnTo>
                <a:lnTo>
                  <a:pt x="48611" y="407459"/>
                </a:lnTo>
                <a:lnTo>
                  <a:pt x="48042" y="412619"/>
                </a:lnTo>
                <a:lnTo>
                  <a:pt x="47853" y="419645"/>
                </a:lnTo>
                <a:lnTo>
                  <a:pt x="48281" y="432955"/>
                </a:lnTo>
                <a:lnTo>
                  <a:pt x="48447" y="441638"/>
                </a:lnTo>
                <a:lnTo>
                  <a:pt x="48573" y="444539"/>
                </a:lnTo>
                <a:lnTo>
                  <a:pt x="34487" y="454060"/>
                </a:lnTo>
                <a:lnTo>
                  <a:pt x="30650" y="456047"/>
                </a:lnTo>
                <a:lnTo>
                  <a:pt x="29832" y="456950"/>
                </a:lnTo>
                <a:lnTo>
                  <a:pt x="29448" y="457905"/>
                </a:lnTo>
                <a:lnTo>
                  <a:pt x="28522" y="464468"/>
                </a:lnTo>
                <a:lnTo>
                  <a:pt x="28590" y="465999"/>
                </a:lnTo>
                <a:lnTo>
                  <a:pt x="29040" y="467673"/>
                </a:lnTo>
                <a:lnTo>
                  <a:pt x="30154" y="470123"/>
                </a:lnTo>
                <a:lnTo>
                  <a:pt x="37351" y="483445"/>
                </a:lnTo>
                <a:lnTo>
                  <a:pt x="37921" y="484260"/>
                </a:lnTo>
                <a:lnTo>
                  <a:pt x="38925" y="485127"/>
                </a:lnTo>
                <a:lnTo>
                  <a:pt x="40335" y="486003"/>
                </a:lnTo>
                <a:lnTo>
                  <a:pt x="41807" y="486686"/>
                </a:lnTo>
                <a:lnTo>
                  <a:pt x="43498" y="487356"/>
                </a:lnTo>
                <a:lnTo>
                  <a:pt x="50249" y="489827"/>
                </a:lnTo>
                <a:lnTo>
                  <a:pt x="52939" y="491534"/>
                </a:lnTo>
                <a:lnTo>
                  <a:pt x="55424" y="493717"/>
                </a:lnTo>
                <a:lnTo>
                  <a:pt x="67701" y="506280"/>
                </a:lnTo>
                <a:lnTo>
                  <a:pt x="65623" y="508085"/>
                </a:lnTo>
                <a:lnTo>
                  <a:pt x="69205" y="515169"/>
                </a:lnTo>
                <a:lnTo>
                  <a:pt x="79758" y="524271"/>
                </a:lnTo>
                <a:lnTo>
                  <a:pt x="86041" y="528608"/>
                </a:lnTo>
                <a:lnTo>
                  <a:pt x="91869" y="542484"/>
                </a:lnTo>
                <a:lnTo>
                  <a:pt x="92602" y="548787"/>
                </a:lnTo>
                <a:lnTo>
                  <a:pt x="91082" y="549294"/>
                </a:lnTo>
                <a:lnTo>
                  <a:pt x="92148" y="562002"/>
                </a:lnTo>
                <a:lnTo>
                  <a:pt x="92321" y="564042"/>
                </a:lnTo>
                <a:lnTo>
                  <a:pt x="99366" y="608965"/>
                </a:lnTo>
                <a:lnTo>
                  <a:pt x="100139" y="618472"/>
                </a:lnTo>
                <a:lnTo>
                  <a:pt x="102778" y="620228"/>
                </a:lnTo>
                <a:lnTo>
                  <a:pt x="103531" y="632295"/>
                </a:lnTo>
                <a:lnTo>
                  <a:pt x="107232" y="658901"/>
                </a:lnTo>
                <a:lnTo>
                  <a:pt x="108898" y="663002"/>
                </a:lnTo>
                <a:lnTo>
                  <a:pt x="111379" y="663014"/>
                </a:lnTo>
                <a:lnTo>
                  <a:pt x="114346" y="716662"/>
                </a:lnTo>
                <a:lnTo>
                  <a:pt x="115260" y="726036"/>
                </a:lnTo>
                <a:lnTo>
                  <a:pt x="114823" y="730421"/>
                </a:lnTo>
                <a:lnTo>
                  <a:pt x="114698" y="753851"/>
                </a:lnTo>
                <a:lnTo>
                  <a:pt x="119730" y="781940"/>
                </a:lnTo>
                <a:lnTo>
                  <a:pt x="117983" y="783212"/>
                </a:lnTo>
                <a:lnTo>
                  <a:pt x="119151" y="813202"/>
                </a:lnTo>
                <a:lnTo>
                  <a:pt x="117057" y="813410"/>
                </a:lnTo>
                <a:lnTo>
                  <a:pt x="117142" y="828175"/>
                </a:lnTo>
                <a:lnTo>
                  <a:pt x="117216" y="839796"/>
                </a:lnTo>
                <a:lnTo>
                  <a:pt x="118616" y="851141"/>
                </a:lnTo>
                <a:lnTo>
                  <a:pt x="119868" y="873925"/>
                </a:lnTo>
                <a:lnTo>
                  <a:pt x="121523" y="873911"/>
                </a:lnTo>
                <a:lnTo>
                  <a:pt x="121777" y="884564"/>
                </a:lnTo>
                <a:lnTo>
                  <a:pt x="124848" y="884445"/>
                </a:lnTo>
                <a:lnTo>
                  <a:pt x="127593" y="901354"/>
                </a:lnTo>
                <a:lnTo>
                  <a:pt x="130642" y="942270"/>
                </a:lnTo>
                <a:lnTo>
                  <a:pt x="134836" y="946240"/>
                </a:lnTo>
                <a:lnTo>
                  <a:pt x="138346" y="975977"/>
                </a:lnTo>
                <a:lnTo>
                  <a:pt x="140754" y="996327"/>
                </a:lnTo>
                <a:lnTo>
                  <a:pt x="140084" y="1006774"/>
                </a:lnTo>
                <a:lnTo>
                  <a:pt x="141545" y="1006992"/>
                </a:lnTo>
                <a:lnTo>
                  <a:pt x="140538" y="1030606"/>
                </a:lnTo>
                <a:lnTo>
                  <a:pt x="143839" y="1049260"/>
                </a:lnTo>
                <a:lnTo>
                  <a:pt x="147121" y="1072468"/>
                </a:lnTo>
                <a:lnTo>
                  <a:pt x="150540" y="1076421"/>
                </a:lnTo>
                <a:lnTo>
                  <a:pt x="154792" y="1082041"/>
                </a:lnTo>
                <a:lnTo>
                  <a:pt x="161711" y="1099514"/>
                </a:lnTo>
                <a:lnTo>
                  <a:pt x="166775" y="1108531"/>
                </a:lnTo>
                <a:lnTo>
                  <a:pt x="173850" y="1118471"/>
                </a:lnTo>
                <a:lnTo>
                  <a:pt x="188354" y="1136109"/>
                </a:lnTo>
                <a:lnTo>
                  <a:pt x="198335" y="1146890"/>
                </a:lnTo>
                <a:lnTo>
                  <a:pt x="221554" y="1166459"/>
                </a:lnTo>
                <a:lnTo>
                  <a:pt x="229051" y="1170695"/>
                </a:lnTo>
                <a:lnTo>
                  <a:pt x="265394" y="1186687"/>
                </a:lnTo>
                <a:lnTo>
                  <a:pt x="273016" y="1193833"/>
                </a:lnTo>
                <a:lnTo>
                  <a:pt x="283793" y="1204030"/>
                </a:lnTo>
                <a:lnTo>
                  <a:pt x="293313" y="1208987"/>
                </a:lnTo>
                <a:lnTo>
                  <a:pt x="327245" y="1223769"/>
                </a:lnTo>
                <a:lnTo>
                  <a:pt x="342770" y="1233841"/>
                </a:lnTo>
                <a:lnTo>
                  <a:pt x="350024" y="1255910"/>
                </a:lnTo>
                <a:lnTo>
                  <a:pt x="348886" y="1256545"/>
                </a:lnTo>
                <a:lnTo>
                  <a:pt x="348023" y="1257177"/>
                </a:lnTo>
                <a:lnTo>
                  <a:pt x="347023" y="1258465"/>
                </a:lnTo>
                <a:lnTo>
                  <a:pt x="346308" y="1259996"/>
                </a:lnTo>
                <a:lnTo>
                  <a:pt x="346079" y="1261495"/>
                </a:lnTo>
                <a:lnTo>
                  <a:pt x="346255" y="1263096"/>
                </a:lnTo>
                <a:lnTo>
                  <a:pt x="346743" y="1265667"/>
                </a:lnTo>
                <a:lnTo>
                  <a:pt x="347642" y="1268703"/>
                </a:lnTo>
                <a:lnTo>
                  <a:pt x="350416" y="1294664"/>
                </a:lnTo>
                <a:lnTo>
                  <a:pt x="350914" y="1301105"/>
                </a:lnTo>
                <a:lnTo>
                  <a:pt x="353490" y="1307744"/>
                </a:lnTo>
                <a:lnTo>
                  <a:pt x="356513" y="1311874"/>
                </a:lnTo>
                <a:lnTo>
                  <a:pt x="359443" y="1320270"/>
                </a:lnTo>
                <a:lnTo>
                  <a:pt x="362441" y="1323580"/>
                </a:lnTo>
                <a:lnTo>
                  <a:pt x="374770" y="1356188"/>
                </a:lnTo>
                <a:lnTo>
                  <a:pt x="394430" y="1394033"/>
                </a:lnTo>
                <a:lnTo>
                  <a:pt x="403885" y="1413361"/>
                </a:lnTo>
                <a:lnTo>
                  <a:pt x="446044" y="1515377"/>
                </a:lnTo>
                <a:lnTo>
                  <a:pt x="448868" y="1537316"/>
                </a:lnTo>
                <a:lnTo>
                  <a:pt x="462038" y="1578705"/>
                </a:lnTo>
                <a:lnTo>
                  <a:pt x="491927" y="1651739"/>
                </a:lnTo>
                <a:lnTo>
                  <a:pt x="495374" y="1663433"/>
                </a:lnTo>
                <a:lnTo>
                  <a:pt x="497295" y="1675525"/>
                </a:lnTo>
                <a:lnTo>
                  <a:pt x="495139" y="1676256"/>
                </a:lnTo>
                <a:lnTo>
                  <a:pt x="495834" y="1680335"/>
                </a:lnTo>
                <a:lnTo>
                  <a:pt x="494549" y="1683367"/>
                </a:lnTo>
                <a:lnTo>
                  <a:pt x="497233" y="1705446"/>
                </a:lnTo>
                <a:lnTo>
                  <a:pt x="505229" y="1738204"/>
                </a:lnTo>
                <a:lnTo>
                  <a:pt x="507821" y="1764550"/>
                </a:lnTo>
                <a:lnTo>
                  <a:pt x="511853" y="1809424"/>
                </a:lnTo>
                <a:lnTo>
                  <a:pt x="519683" y="1843488"/>
                </a:lnTo>
                <a:lnTo>
                  <a:pt x="522193" y="1877259"/>
                </a:lnTo>
                <a:lnTo>
                  <a:pt x="522699" y="1884031"/>
                </a:lnTo>
                <a:lnTo>
                  <a:pt x="523549" y="1889660"/>
                </a:lnTo>
                <a:lnTo>
                  <a:pt x="514214" y="1891536"/>
                </a:lnTo>
                <a:lnTo>
                  <a:pt x="515440" y="1897571"/>
                </a:lnTo>
                <a:lnTo>
                  <a:pt x="519155" y="1896874"/>
                </a:lnTo>
                <a:lnTo>
                  <a:pt x="520523" y="1902050"/>
                </a:lnTo>
                <a:lnTo>
                  <a:pt x="526484" y="1924590"/>
                </a:lnTo>
                <a:lnTo>
                  <a:pt x="530755" y="1951791"/>
                </a:lnTo>
                <a:lnTo>
                  <a:pt x="528806" y="1952332"/>
                </a:lnTo>
                <a:lnTo>
                  <a:pt x="533852" y="1988659"/>
                </a:lnTo>
                <a:lnTo>
                  <a:pt x="536776" y="1988334"/>
                </a:lnTo>
                <a:lnTo>
                  <a:pt x="537802" y="1997212"/>
                </a:lnTo>
                <a:lnTo>
                  <a:pt x="535387" y="2007858"/>
                </a:lnTo>
                <a:lnTo>
                  <a:pt x="538150" y="2034984"/>
                </a:lnTo>
                <a:lnTo>
                  <a:pt x="540686" y="2034845"/>
                </a:lnTo>
                <a:lnTo>
                  <a:pt x="540929" y="2066083"/>
                </a:lnTo>
                <a:lnTo>
                  <a:pt x="556066" y="2139625"/>
                </a:lnTo>
                <a:lnTo>
                  <a:pt x="569227" y="2199215"/>
                </a:lnTo>
                <a:lnTo>
                  <a:pt x="580501" y="2251496"/>
                </a:lnTo>
                <a:lnTo>
                  <a:pt x="593804" y="2296538"/>
                </a:lnTo>
                <a:lnTo>
                  <a:pt x="595201" y="2304410"/>
                </a:lnTo>
                <a:lnTo>
                  <a:pt x="603146" y="2349276"/>
                </a:lnTo>
                <a:lnTo>
                  <a:pt x="609602" y="2374784"/>
                </a:lnTo>
                <a:lnTo>
                  <a:pt x="619362" y="2398175"/>
                </a:lnTo>
                <a:lnTo>
                  <a:pt x="627831" y="2415538"/>
                </a:lnTo>
                <a:lnTo>
                  <a:pt x="630527" y="2425407"/>
                </a:lnTo>
                <a:lnTo>
                  <a:pt x="625998" y="2426466"/>
                </a:lnTo>
                <a:lnTo>
                  <a:pt x="629107" y="2450414"/>
                </a:lnTo>
                <a:lnTo>
                  <a:pt x="630133" y="2465309"/>
                </a:lnTo>
                <a:lnTo>
                  <a:pt x="633447" y="2465085"/>
                </a:lnTo>
                <a:lnTo>
                  <a:pt x="634423" y="2482641"/>
                </a:lnTo>
                <a:lnTo>
                  <a:pt x="632006" y="2483045"/>
                </a:lnTo>
                <a:lnTo>
                  <a:pt x="634892" y="2506185"/>
                </a:lnTo>
                <a:lnTo>
                  <a:pt x="633983" y="2511971"/>
                </a:lnTo>
                <a:lnTo>
                  <a:pt x="637899" y="2531821"/>
                </a:lnTo>
                <a:lnTo>
                  <a:pt x="641791" y="2557476"/>
                </a:lnTo>
                <a:lnTo>
                  <a:pt x="644159" y="2573101"/>
                </a:lnTo>
                <a:lnTo>
                  <a:pt x="651637" y="2651226"/>
                </a:lnTo>
                <a:lnTo>
                  <a:pt x="652738" y="2662717"/>
                </a:lnTo>
                <a:lnTo>
                  <a:pt x="659696" y="2735405"/>
                </a:lnTo>
                <a:lnTo>
                  <a:pt x="660750" y="2744664"/>
                </a:lnTo>
                <a:lnTo>
                  <a:pt x="666296" y="2794125"/>
                </a:lnTo>
                <a:lnTo>
                  <a:pt x="669142" y="2803786"/>
                </a:lnTo>
                <a:lnTo>
                  <a:pt x="672346" y="2806966"/>
                </a:lnTo>
                <a:lnTo>
                  <a:pt x="677116" y="2828955"/>
                </a:lnTo>
                <a:lnTo>
                  <a:pt x="683060" y="2837932"/>
                </a:lnTo>
                <a:lnTo>
                  <a:pt x="686263" y="2842843"/>
                </a:lnTo>
                <a:lnTo>
                  <a:pt x="691849" y="2846589"/>
                </a:lnTo>
                <a:lnTo>
                  <a:pt x="703494" y="2855081"/>
                </a:lnTo>
                <a:lnTo>
                  <a:pt x="716243" y="2861830"/>
                </a:lnTo>
                <a:lnTo>
                  <a:pt x="728805" y="2864485"/>
                </a:lnTo>
                <a:lnTo>
                  <a:pt x="746402" y="2864841"/>
                </a:lnTo>
                <a:lnTo>
                  <a:pt x="765311" y="2864296"/>
                </a:lnTo>
                <a:lnTo>
                  <a:pt x="830785" y="2857087"/>
                </a:lnTo>
                <a:lnTo>
                  <a:pt x="833889" y="2856545"/>
                </a:lnTo>
                <a:lnTo>
                  <a:pt x="837664" y="2855461"/>
                </a:lnTo>
                <a:lnTo>
                  <a:pt x="837599" y="2853770"/>
                </a:lnTo>
                <a:lnTo>
                  <a:pt x="842933" y="2852432"/>
                </a:lnTo>
                <a:lnTo>
                  <a:pt x="844749" y="2850663"/>
                </a:lnTo>
                <a:lnTo>
                  <a:pt x="846232" y="2848532"/>
                </a:lnTo>
                <a:lnTo>
                  <a:pt x="847476" y="2846040"/>
                </a:lnTo>
                <a:lnTo>
                  <a:pt x="847820" y="2844890"/>
                </a:lnTo>
                <a:lnTo>
                  <a:pt x="847919" y="2843684"/>
                </a:lnTo>
                <a:lnTo>
                  <a:pt x="862160" y="2842877"/>
                </a:lnTo>
                <a:lnTo>
                  <a:pt x="874697" y="2842971"/>
                </a:lnTo>
                <a:lnTo>
                  <a:pt x="872473" y="2855547"/>
                </a:lnTo>
                <a:lnTo>
                  <a:pt x="905097" y="2855654"/>
                </a:lnTo>
                <a:lnTo>
                  <a:pt x="957485" y="2854261"/>
                </a:lnTo>
                <a:lnTo>
                  <a:pt x="967954" y="2847330"/>
                </a:lnTo>
                <a:lnTo>
                  <a:pt x="990424" y="2832784"/>
                </a:lnTo>
                <a:lnTo>
                  <a:pt x="998736" y="2828282"/>
                </a:lnTo>
                <a:lnTo>
                  <a:pt x="1007255" y="2824959"/>
                </a:lnTo>
                <a:lnTo>
                  <a:pt x="1011680" y="2823686"/>
                </a:lnTo>
                <a:lnTo>
                  <a:pt x="1017047" y="2822788"/>
                </a:lnTo>
                <a:lnTo>
                  <a:pt x="1025729" y="2822334"/>
                </a:lnTo>
                <a:lnTo>
                  <a:pt x="1049506" y="2822815"/>
                </a:lnTo>
                <a:lnTo>
                  <a:pt x="1060222" y="2822269"/>
                </a:lnTo>
                <a:lnTo>
                  <a:pt x="1061831" y="2819980"/>
                </a:lnTo>
                <a:lnTo>
                  <a:pt x="1072443" y="2820894"/>
                </a:lnTo>
                <a:lnTo>
                  <a:pt x="1089807" y="2819960"/>
                </a:lnTo>
                <a:lnTo>
                  <a:pt x="1095905" y="2819517"/>
                </a:lnTo>
                <a:lnTo>
                  <a:pt x="1101548" y="2819293"/>
                </a:lnTo>
                <a:lnTo>
                  <a:pt x="1109281" y="2821784"/>
                </a:lnTo>
                <a:lnTo>
                  <a:pt x="1127522" y="2821519"/>
                </a:lnTo>
                <a:lnTo>
                  <a:pt x="1155238" y="2815366"/>
                </a:lnTo>
                <a:lnTo>
                  <a:pt x="1188750" y="2810328"/>
                </a:lnTo>
                <a:lnTo>
                  <a:pt x="1258021" y="2802335"/>
                </a:lnTo>
                <a:lnTo>
                  <a:pt x="1303264" y="2799434"/>
                </a:lnTo>
                <a:lnTo>
                  <a:pt x="1344649" y="2794412"/>
                </a:lnTo>
                <a:lnTo>
                  <a:pt x="1364677" y="2793408"/>
                </a:lnTo>
                <a:lnTo>
                  <a:pt x="1381566" y="2793621"/>
                </a:lnTo>
                <a:lnTo>
                  <a:pt x="1388677" y="2794324"/>
                </a:lnTo>
                <a:lnTo>
                  <a:pt x="1421921" y="2797619"/>
                </a:lnTo>
                <a:lnTo>
                  <a:pt x="1425755" y="2801208"/>
                </a:lnTo>
                <a:lnTo>
                  <a:pt x="1433993" y="2801488"/>
                </a:lnTo>
                <a:lnTo>
                  <a:pt x="1434074" y="2806450"/>
                </a:lnTo>
                <a:lnTo>
                  <a:pt x="1464108" y="2806853"/>
                </a:lnTo>
                <a:lnTo>
                  <a:pt x="1475005" y="2806995"/>
                </a:lnTo>
                <a:lnTo>
                  <a:pt x="1489361" y="2805311"/>
                </a:lnTo>
                <a:lnTo>
                  <a:pt x="1489361" y="2842759"/>
                </a:lnTo>
                <a:lnTo>
                  <a:pt x="1478488" y="284396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26E59-17F7-40A6-9D12-FF901DC0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5891" y="4394296"/>
            <a:ext cx="692182" cy="443503"/>
          </a:xfrm>
          <a:custGeom xmlns:a="http://schemas.openxmlformats.org/drawingml/2006/main">
            <a:pathLst>
              <a:path w="692182" h="443503">
                <a:moveTo>
                  <a:pt x="13303" y="0"/>
                </a:moveTo>
                <a:lnTo>
                  <a:pt x="14478" y="6389"/>
                </a:lnTo>
                <a:lnTo>
                  <a:pt x="25406" y="51980"/>
                </a:lnTo>
                <a:lnTo>
                  <a:pt x="31114" y="93748"/>
                </a:lnTo>
                <a:lnTo>
                  <a:pt x="36738" y="146322"/>
                </a:lnTo>
                <a:lnTo>
                  <a:pt x="32005" y="146743"/>
                </a:lnTo>
                <a:lnTo>
                  <a:pt x="33021" y="153737"/>
                </a:lnTo>
                <a:lnTo>
                  <a:pt x="33274" y="156100"/>
                </a:lnTo>
                <a:lnTo>
                  <a:pt x="36137" y="182561"/>
                </a:lnTo>
                <a:lnTo>
                  <a:pt x="36947" y="183356"/>
                </a:lnTo>
                <a:lnTo>
                  <a:pt x="42557" y="182659"/>
                </a:lnTo>
                <a:lnTo>
                  <a:pt x="43247" y="184660"/>
                </a:lnTo>
                <a:lnTo>
                  <a:pt x="47156" y="210696"/>
                </a:lnTo>
                <a:lnTo>
                  <a:pt x="52500" y="242189"/>
                </a:lnTo>
                <a:lnTo>
                  <a:pt x="52576" y="248697"/>
                </a:lnTo>
                <a:lnTo>
                  <a:pt x="52674" y="256524"/>
                </a:lnTo>
                <a:lnTo>
                  <a:pt x="53149" y="270681"/>
                </a:lnTo>
                <a:lnTo>
                  <a:pt x="54371" y="276901"/>
                </a:lnTo>
                <a:lnTo>
                  <a:pt x="55722" y="282161"/>
                </a:lnTo>
                <a:lnTo>
                  <a:pt x="58604" y="288131"/>
                </a:lnTo>
                <a:lnTo>
                  <a:pt x="60419" y="289726"/>
                </a:lnTo>
                <a:lnTo>
                  <a:pt x="63710" y="290566"/>
                </a:lnTo>
                <a:lnTo>
                  <a:pt x="68377" y="290862"/>
                </a:lnTo>
                <a:lnTo>
                  <a:pt x="73536" y="290882"/>
                </a:lnTo>
                <a:lnTo>
                  <a:pt x="77237" y="290574"/>
                </a:lnTo>
                <a:lnTo>
                  <a:pt x="81153" y="289687"/>
                </a:lnTo>
                <a:lnTo>
                  <a:pt x="85045" y="289578"/>
                </a:lnTo>
                <a:lnTo>
                  <a:pt x="88933" y="289662"/>
                </a:lnTo>
                <a:lnTo>
                  <a:pt x="92641" y="289355"/>
                </a:lnTo>
                <a:lnTo>
                  <a:pt x="96536" y="289439"/>
                </a:lnTo>
                <a:lnTo>
                  <a:pt x="100424" y="289524"/>
                </a:lnTo>
                <a:lnTo>
                  <a:pt x="102078" y="289560"/>
                </a:lnTo>
                <a:lnTo>
                  <a:pt x="104312" y="289609"/>
                </a:lnTo>
                <a:lnTo>
                  <a:pt x="108415" y="289124"/>
                </a:lnTo>
                <a:lnTo>
                  <a:pt x="112328" y="288043"/>
                </a:lnTo>
                <a:lnTo>
                  <a:pt x="114272" y="288085"/>
                </a:lnTo>
                <a:lnTo>
                  <a:pt x="116028" y="288123"/>
                </a:lnTo>
                <a:lnTo>
                  <a:pt x="119899" y="288985"/>
                </a:lnTo>
                <a:lnTo>
                  <a:pt x="123619" y="288094"/>
                </a:lnTo>
                <a:lnTo>
                  <a:pt x="127520" y="287596"/>
                </a:lnTo>
                <a:lnTo>
                  <a:pt x="131202" y="288454"/>
                </a:lnTo>
                <a:lnTo>
                  <a:pt x="134894" y="288534"/>
                </a:lnTo>
                <a:lnTo>
                  <a:pt x="138785" y="288813"/>
                </a:lnTo>
                <a:lnTo>
                  <a:pt x="142488" y="288700"/>
                </a:lnTo>
                <a:lnTo>
                  <a:pt x="146210" y="287429"/>
                </a:lnTo>
                <a:lnTo>
                  <a:pt x="149751" y="285757"/>
                </a:lnTo>
                <a:lnTo>
                  <a:pt x="153848" y="285271"/>
                </a:lnTo>
                <a:lnTo>
                  <a:pt x="157931" y="285360"/>
                </a:lnTo>
                <a:lnTo>
                  <a:pt x="161826" y="285445"/>
                </a:lnTo>
                <a:lnTo>
                  <a:pt x="165714" y="285530"/>
                </a:lnTo>
                <a:lnTo>
                  <a:pt x="169994" y="285623"/>
                </a:lnTo>
                <a:lnTo>
                  <a:pt x="173701" y="285315"/>
                </a:lnTo>
                <a:lnTo>
                  <a:pt x="177609" y="284817"/>
                </a:lnTo>
                <a:lnTo>
                  <a:pt x="181135" y="283542"/>
                </a:lnTo>
                <a:lnTo>
                  <a:pt x="202641" y="279354"/>
                </a:lnTo>
                <a:lnTo>
                  <a:pt x="206354" y="278472"/>
                </a:lnTo>
                <a:lnTo>
                  <a:pt x="210058" y="278358"/>
                </a:lnTo>
                <a:lnTo>
                  <a:pt x="244649" y="272140"/>
                </a:lnTo>
                <a:lnTo>
                  <a:pt x="256332" y="271811"/>
                </a:lnTo>
                <a:lnTo>
                  <a:pt x="259065" y="271287"/>
                </a:lnTo>
                <a:lnTo>
                  <a:pt x="262977" y="270603"/>
                </a:lnTo>
                <a:lnTo>
                  <a:pt x="267260" y="270502"/>
                </a:lnTo>
                <a:lnTo>
                  <a:pt x="270974" y="269611"/>
                </a:lnTo>
                <a:lnTo>
                  <a:pt x="272785" y="268400"/>
                </a:lnTo>
                <a:lnTo>
                  <a:pt x="274332" y="267361"/>
                </a:lnTo>
                <a:lnTo>
                  <a:pt x="302053" y="263705"/>
                </a:lnTo>
                <a:lnTo>
                  <a:pt x="378116" y="256834"/>
                </a:lnTo>
                <a:lnTo>
                  <a:pt x="417133" y="252646"/>
                </a:lnTo>
                <a:lnTo>
                  <a:pt x="419578" y="252344"/>
                </a:lnTo>
                <a:lnTo>
                  <a:pt x="474906" y="245579"/>
                </a:lnTo>
                <a:lnTo>
                  <a:pt x="632982" y="227525"/>
                </a:lnTo>
                <a:lnTo>
                  <a:pt x="691828" y="218815"/>
                </a:lnTo>
                <a:lnTo>
                  <a:pt x="692182" y="227248"/>
                </a:lnTo>
                <a:lnTo>
                  <a:pt x="685984" y="228279"/>
                </a:lnTo>
                <a:lnTo>
                  <a:pt x="528361" y="248870"/>
                </a:lnTo>
                <a:lnTo>
                  <a:pt x="516717" y="247062"/>
                </a:lnTo>
                <a:lnTo>
                  <a:pt x="432777" y="258411"/>
                </a:lnTo>
                <a:lnTo>
                  <a:pt x="416434" y="260760"/>
                </a:lnTo>
                <a:lnTo>
                  <a:pt x="396459" y="263630"/>
                </a:lnTo>
                <a:lnTo>
                  <a:pt x="391954" y="264884"/>
                </a:lnTo>
                <a:lnTo>
                  <a:pt x="383166" y="266239"/>
                </a:lnTo>
                <a:lnTo>
                  <a:pt x="343544" y="271191"/>
                </a:lnTo>
                <a:lnTo>
                  <a:pt x="341194" y="271816"/>
                </a:lnTo>
                <a:lnTo>
                  <a:pt x="324990" y="278435"/>
                </a:lnTo>
                <a:lnTo>
                  <a:pt x="322825" y="279554"/>
                </a:lnTo>
                <a:lnTo>
                  <a:pt x="321435" y="281070"/>
                </a:lnTo>
                <a:lnTo>
                  <a:pt x="320670" y="282557"/>
                </a:lnTo>
                <a:lnTo>
                  <a:pt x="320584" y="284153"/>
                </a:lnTo>
                <a:lnTo>
                  <a:pt x="321753" y="297834"/>
                </a:lnTo>
                <a:lnTo>
                  <a:pt x="324110" y="332557"/>
                </a:lnTo>
                <a:lnTo>
                  <a:pt x="326329" y="354635"/>
                </a:lnTo>
                <a:lnTo>
                  <a:pt x="330986" y="401078"/>
                </a:lnTo>
                <a:lnTo>
                  <a:pt x="334370" y="415686"/>
                </a:lnTo>
                <a:lnTo>
                  <a:pt x="335189" y="431388"/>
                </a:lnTo>
                <a:lnTo>
                  <a:pt x="337011" y="443503"/>
                </a:lnTo>
                <a:lnTo>
                  <a:pt x="323352" y="443503"/>
                </a:lnTo>
                <a:lnTo>
                  <a:pt x="320441" y="415485"/>
                </a:lnTo>
                <a:lnTo>
                  <a:pt x="319261" y="403341"/>
                </a:lnTo>
                <a:lnTo>
                  <a:pt x="310436" y="325676"/>
                </a:lnTo>
                <a:lnTo>
                  <a:pt x="306853" y="302546"/>
                </a:lnTo>
                <a:lnTo>
                  <a:pt x="305051" y="287009"/>
                </a:lnTo>
                <a:lnTo>
                  <a:pt x="302787" y="283672"/>
                </a:lnTo>
                <a:lnTo>
                  <a:pt x="300134" y="280513"/>
                </a:lnTo>
                <a:lnTo>
                  <a:pt x="296464" y="279073"/>
                </a:lnTo>
                <a:lnTo>
                  <a:pt x="292402" y="278021"/>
                </a:lnTo>
                <a:lnTo>
                  <a:pt x="288126" y="277734"/>
                </a:lnTo>
                <a:lnTo>
                  <a:pt x="284035" y="277645"/>
                </a:lnTo>
                <a:lnTo>
                  <a:pt x="279947" y="277750"/>
                </a:lnTo>
                <a:lnTo>
                  <a:pt x="276055" y="277860"/>
                </a:lnTo>
                <a:lnTo>
                  <a:pt x="271776" y="277766"/>
                </a:lnTo>
                <a:lnTo>
                  <a:pt x="271452" y="274658"/>
                </a:lnTo>
                <a:lnTo>
                  <a:pt x="214249" y="282514"/>
                </a:lnTo>
                <a:lnTo>
                  <a:pt x="214385" y="285229"/>
                </a:lnTo>
                <a:lnTo>
                  <a:pt x="211457" y="285749"/>
                </a:lnTo>
                <a:lnTo>
                  <a:pt x="211312" y="283422"/>
                </a:lnTo>
                <a:lnTo>
                  <a:pt x="165822" y="289597"/>
                </a:lnTo>
                <a:lnTo>
                  <a:pt x="162092" y="291256"/>
                </a:lnTo>
                <a:lnTo>
                  <a:pt x="158167" y="292531"/>
                </a:lnTo>
                <a:lnTo>
                  <a:pt x="154071" y="293017"/>
                </a:lnTo>
                <a:lnTo>
                  <a:pt x="150154" y="293903"/>
                </a:lnTo>
                <a:lnTo>
                  <a:pt x="146241" y="294984"/>
                </a:lnTo>
                <a:lnTo>
                  <a:pt x="142504" y="296643"/>
                </a:lnTo>
                <a:lnTo>
                  <a:pt x="138224" y="296550"/>
                </a:lnTo>
                <a:lnTo>
                  <a:pt x="134153" y="295878"/>
                </a:lnTo>
                <a:lnTo>
                  <a:pt x="129874" y="295785"/>
                </a:lnTo>
                <a:lnTo>
                  <a:pt x="125790" y="295696"/>
                </a:lnTo>
                <a:lnTo>
                  <a:pt x="121511" y="295603"/>
                </a:lnTo>
                <a:lnTo>
                  <a:pt x="117599" y="296295"/>
                </a:lnTo>
                <a:lnTo>
                  <a:pt x="114842" y="296582"/>
                </a:lnTo>
                <a:lnTo>
                  <a:pt x="112915" y="296776"/>
                </a:lnTo>
                <a:lnTo>
                  <a:pt x="109561" y="298833"/>
                </a:lnTo>
                <a:lnTo>
                  <a:pt x="105660" y="299322"/>
                </a:lnTo>
                <a:lnTo>
                  <a:pt x="101568" y="299622"/>
                </a:lnTo>
                <a:lnTo>
                  <a:pt x="97460" y="300310"/>
                </a:lnTo>
                <a:lnTo>
                  <a:pt x="93551" y="301196"/>
                </a:lnTo>
                <a:lnTo>
                  <a:pt x="89642" y="302075"/>
                </a:lnTo>
                <a:lnTo>
                  <a:pt x="85743" y="302184"/>
                </a:lnTo>
                <a:lnTo>
                  <a:pt x="81634" y="303261"/>
                </a:lnTo>
                <a:lnTo>
                  <a:pt x="77709" y="304527"/>
                </a:lnTo>
                <a:lnTo>
                  <a:pt x="73805" y="305219"/>
                </a:lnTo>
                <a:lnTo>
                  <a:pt x="69525" y="305126"/>
                </a:lnTo>
                <a:lnTo>
                  <a:pt x="66024" y="304948"/>
                </a:lnTo>
                <a:lnTo>
                  <a:pt x="62607" y="305558"/>
                </a:lnTo>
                <a:lnTo>
                  <a:pt x="60749" y="305898"/>
                </a:lnTo>
                <a:lnTo>
                  <a:pt x="58759" y="307993"/>
                </a:lnTo>
                <a:lnTo>
                  <a:pt x="57821" y="311369"/>
                </a:lnTo>
                <a:lnTo>
                  <a:pt x="58190" y="316110"/>
                </a:lnTo>
                <a:lnTo>
                  <a:pt x="56933" y="320155"/>
                </a:lnTo>
                <a:lnTo>
                  <a:pt x="55873" y="324197"/>
                </a:lnTo>
                <a:lnTo>
                  <a:pt x="55588" y="328255"/>
                </a:lnTo>
                <a:lnTo>
                  <a:pt x="54728" y="332115"/>
                </a:lnTo>
                <a:lnTo>
                  <a:pt x="54252" y="335975"/>
                </a:lnTo>
                <a:lnTo>
                  <a:pt x="53967" y="340034"/>
                </a:lnTo>
                <a:lnTo>
                  <a:pt x="54079" y="343915"/>
                </a:lnTo>
                <a:lnTo>
                  <a:pt x="55162" y="347809"/>
                </a:lnTo>
                <a:lnTo>
                  <a:pt x="56641" y="351525"/>
                </a:lnTo>
                <a:lnTo>
                  <a:pt x="57142" y="355212"/>
                </a:lnTo>
                <a:lnTo>
                  <a:pt x="57253" y="359093"/>
                </a:lnTo>
                <a:lnTo>
                  <a:pt x="57560" y="362970"/>
                </a:lnTo>
                <a:lnTo>
                  <a:pt x="57476" y="366847"/>
                </a:lnTo>
                <a:lnTo>
                  <a:pt x="57776" y="370724"/>
                </a:lnTo>
                <a:lnTo>
                  <a:pt x="59655" y="374060"/>
                </a:lnTo>
                <a:lnTo>
                  <a:pt x="59760" y="377933"/>
                </a:lnTo>
                <a:lnTo>
                  <a:pt x="59884" y="381231"/>
                </a:lnTo>
                <a:lnTo>
                  <a:pt x="60576" y="385117"/>
                </a:lnTo>
                <a:lnTo>
                  <a:pt x="61470" y="389015"/>
                </a:lnTo>
                <a:lnTo>
                  <a:pt x="60794" y="393065"/>
                </a:lnTo>
                <a:lnTo>
                  <a:pt x="61490" y="396764"/>
                </a:lnTo>
                <a:lnTo>
                  <a:pt x="61789" y="401030"/>
                </a:lnTo>
                <a:lnTo>
                  <a:pt x="59969" y="404277"/>
                </a:lnTo>
                <a:lnTo>
                  <a:pt x="57934" y="408112"/>
                </a:lnTo>
                <a:lnTo>
                  <a:pt x="57469" y="411777"/>
                </a:lnTo>
                <a:lnTo>
                  <a:pt x="57385" y="415654"/>
                </a:lnTo>
                <a:lnTo>
                  <a:pt x="57881" y="419535"/>
                </a:lnTo>
                <a:lnTo>
                  <a:pt x="56048" y="423374"/>
                </a:lnTo>
                <a:lnTo>
                  <a:pt x="54024" y="427006"/>
                </a:lnTo>
                <a:lnTo>
                  <a:pt x="51992" y="430646"/>
                </a:lnTo>
                <a:lnTo>
                  <a:pt x="49781" y="433885"/>
                </a:lnTo>
                <a:lnTo>
                  <a:pt x="51209" y="413002"/>
                </a:lnTo>
                <a:lnTo>
                  <a:pt x="46849" y="282746"/>
                </a:lnTo>
                <a:lnTo>
                  <a:pt x="43674" y="249940"/>
                </a:lnTo>
                <a:lnTo>
                  <a:pt x="39803" y="235422"/>
                </a:lnTo>
                <a:lnTo>
                  <a:pt x="31231" y="195578"/>
                </a:lnTo>
                <a:lnTo>
                  <a:pt x="29577" y="188866"/>
                </a:lnTo>
                <a:lnTo>
                  <a:pt x="32885" y="186614"/>
                </a:lnTo>
                <a:lnTo>
                  <a:pt x="33395" y="185510"/>
                </a:lnTo>
                <a:lnTo>
                  <a:pt x="29750" y="158981"/>
                </a:lnTo>
                <a:lnTo>
                  <a:pt x="29217" y="155107"/>
                </a:lnTo>
                <a:lnTo>
                  <a:pt x="26863" y="127939"/>
                </a:lnTo>
                <a:lnTo>
                  <a:pt x="24948" y="127947"/>
                </a:lnTo>
                <a:lnTo>
                  <a:pt x="23724" y="121160"/>
                </a:lnTo>
                <a:lnTo>
                  <a:pt x="17805" y="88421"/>
                </a:lnTo>
                <a:lnTo>
                  <a:pt x="0" y="4417"/>
                </a:lnTo>
                <a:lnTo>
                  <a:pt x="13303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E6F7D5-F6AB-41C2-9238-7BF6D8AA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3699" y="4515309"/>
            <a:ext cx="757043" cy="77235"/>
          </a:xfrm>
          <a:custGeom xmlns:a="http://schemas.openxmlformats.org/drawingml/2006/main">
            <a:pathLst>
              <a:path w="757043" h="77235">
                <a:moveTo>
                  <a:pt x="730503" y="9459"/>
                </a:moveTo>
                <a:lnTo>
                  <a:pt x="705447" y="13802"/>
                </a:lnTo>
                <a:lnTo>
                  <a:pt x="699981" y="16929"/>
                </a:lnTo>
                <a:lnTo>
                  <a:pt x="693113" y="18750"/>
                </a:lnTo>
                <a:lnTo>
                  <a:pt x="662197" y="26947"/>
                </a:lnTo>
                <a:lnTo>
                  <a:pt x="598322" y="38125"/>
                </a:lnTo>
                <a:lnTo>
                  <a:pt x="573519" y="42465"/>
                </a:lnTo>
                <a:lnTo>
                  <a:pt x="519406" y="42462"/>
                </a:lnTo>
                <a:lnTo>
                  <a:pt x="492940" y="41518"/>
                </a:lnTo>
                <a:lnTo>
                  <a:pt x="471615" y="44750"/>
                </a:lnTo>
                <a:lnTo>
                  <a:pt x="453541" y="48035"/>
                </a:lnTo>
                <a:lnTo>
                  <a:pt x="428294" y="54461"/>
                </a:lnTo>
                <a:lnTo>
                  <a:pt x="412274" y="57021"/>
                </a:lnTo>
                <a:lnTo>
                  <a:pt x="363601" y="57803"/>
                </a:lnTo>
                <a:lnTo>
                  <a:pt x="359370" y="58488"/>
                </a:lnTo>
                <a:lnTo>
                  <a:pt x="328782" y="61215"/>
                </a:lnTo>
                <a:lnTo>
                  <a:pt x="293835" y="70532"/>
                </a:lnTo>
                <a:lnTo>
                  <a:pt x="276842" y="73460"/>
                </a:lnTo>
                <a:lnTo>
                  <a:pt x="262411" y="74694"/>
                </a:lnTo>
                <a:lnTo>
                  <a:pt x="235713" y="76060"/>
                </a:lnTo>
                <a:lnTo>
                  <a:pt x="203612" y="75560"/>
                </a:lnTo>
                <a:lnTo>
                  <a:pt x="168932" y="76938"/>
                </a:lnTo>
                <a:lnTo>
                  <a:pt x="147126" y="77235"/>
                </a:lnTo>
                <a:lnTo>
                  <a:pt x="135262" y="76885"/>
                </a:lnTo>
                <a:lnTo>
                  <a:pt x="110735" y="72475"/>
                </a:lnTo>
                <a:lnTo>
                  <a:pt x="92755" y="62309"/>
                </a:lnTo>
                <a:lnTo>
                  <a:pt x="90025" y="60746"/>
                </a:lnTo>
                <a:lnTo>
                  <a:pt x="86412" y="58682"/>
                </a:lnTo>
                <a:lnTo>
                  <a:pt x="79058" y="56782"/>
                </a:lnTo>
                <a:lnTo>
                  <a:pt x="71084" y="56414"/>
                </a:lnTo>
                <a:lnTo>
                  <a:pt x="62121" y="56803"/>
                </a:lnTo>
                <a:lnTo>
                  <a:pt x="47869" y="56782"/>
                </a:lnTo>
                <a:lnTo>
                  <a:pt x="17653" y="58747"/>
                </a:lnTo>
                <a:lnTo>
                  <a:pt x="13327" y="58797"/>
                </a:lnTo>
                <a:lnTo>
                  <a:pt x="11620" y="58853"/>
                </a:lnTo>
                <a:lnTo>
                  <a:pt x="9368" y="59336"/>
                </a:lnTo>
                <a:lnTo>
                  <a:pt x="7924" y="61003"/>
                </a:lnTo>
                <a:lnTo>
                  <a:pt x="7681" y="63178"/>
                </a:lnTo>
                <a:lnTo>
                  <a:pt x="7579" y="64503"/>
                </a:lnTo>
                <a:lnTo>
                  <a:pt x="7563" y="65280"/>
                </a:lnTo>
                <a:lnTo>
                  <a:pt x="7607" y="66565"/>
                </a:lnTo>
                <a:lnTo>
                  <a:pt x="7901" y="67755"/>
                </a:lnTo>
                <a:lnTo>
                  <a:pt x="8097" y="68731"/>
                </a:lnTo>
                <a:lnTo>
                  <a:pt x="8502" y="70168"/>
                </a:lnTo>
                <a:lnTo>
                  <a:pt x="0" y="49255"/>
                </a:lnTo>
                <a:lnTo>
                  <a:pt x="2777" y="51351"/>
                </a:lnTo>
                <a:lnTo>
                  <a:pt x="3836" y="52050"/>
                </a:lnTo>
                <a:lnTo>
                  <a:pt x="4847" y="52605"/>
                </a:lnTo>
                <a:lnTo>
                  <a:pt x="5560" y="53203"/>
                </a:lnTo>
                <a:lnTo>
                  <a:pt x="6669" y="53616"/>
                </a:lnTo>
                <a:lnTo>
                  <a:pt x="8224" y="53844"/>
                </a:lnTo>
                <a:lnTo>
                  <a:pt x="9775" y="54266"/>
                </a:lnTo>
                <a:lnTo>
                  <a:pt x="11716" y="54452"/>
                </a:lnTo>
                <a:lnTo>
                  <a:pt x="15662" y="54200"/>
                </a:lnTo>
                <a:lnTo>
                  <a:pt x="78346" y="49119"/>
                </a:lnTo>
                <a:lnTo>
                  <a:pt x="83108" y="49416"/>
                </a:lnTo>
                <a:lnTo>
                  <a:pt x="87472" y="50280"/>
                </a:lnTo>
                <a:lnTo>
                  <a:pt x="90911" y="50979"/>
                </a:lnTo>
                <a:lnTo>
                  <a:pt x="100421" y="56830"/>
                </a:lnTo>
                <a:lnTo>
                  <a:pt x="103349" y="58668"/>
                </a:lnTo>
                <a:lnTo>
                  <a:pt x="112955" y="64487"/>
                </a:lnTo>
                <a:lnTo>
                  <a:pt x="120653" y="68533"/>
                </a:lnTo>
                <a:lnTo>
                  <a:pt x="135185" y="71366"/>
                </a:lnTo>
                <a:lnTo>
                  <a:pt x="151519" y="72099"/>
                </a:lnTo>
                <a:lnTo>
                  <a:pt x="166738" y="70688"/>
                </a:lnTo>
                <a:lnTo>
                  <a:pt x="219321" y="69308"/>
                </a:lnTo>
                <a:lnTo>
                  <a:pt x="230082" y="69009"/>
                </a:lnTo>
                <a:lnTo>
                  <a:pt x="240198" y="66955"/>
                </a:lnTo>
                <a:lnTo>
                  <a:pt x="255229" y="64855"/>
                </a:lnTo>
                <a:lnTo>
                  <a:pt x="255734" y="68356"/>
                </a:lnTo>
                <a:lnTo>
                  <a:pt x="317005" y="56803"/>
                </a:lnTo>
                <a:lnTo>
                  <a:pt x="338173" y="54447"/>
                </a:lnTo>
                <a:lnTo>
                  <a:pt x="359074" y="51029"/>
                </a:lnTo>
                <a:lnTo>
                  <a:pt x="363676" y="51948"/>
                </a:lnTo>
                <a:lnTo>
                  <a:pt x="407102" y="53225"/>
                </a:lnTo>
                <a:lnTo>
                  <a:pt x="426425" y="50939"/>
                </a:lnTo>
                <a:lnTo>
                  <a:pt x="469063" y="41298"/>
                </a:lnTo>
                <a:lnTo>
                  <a:pt x="495978" y="36919"/>
                </a:lnTo>
                <a:lnTo>
                  <a:pt x="526580" y="34868"/>
                </a:lnTo>
                <a:lnTo>
                  <a:pt x="570908" y="30324"/>
                </a:lnTo>
                <a:lnTo>
                  <a:pt x="604602" y="26869"/>
                </a:lnTo>
                <a:lnTo>
                  <a:pt x="697422" y="8728"/>
                </a:lnTo>
                <a:lnTo>
                  <a:pt x="724210" y="3493"/>
                </a:lnTo>
                <a:lnTo>
                  <a:pt x="757043" y="0"/>
                </a:lnTo>
                <a:lnTo>
                  <a:pt x="757043" y="7147"/>
                </a:lnTo>
                <a:lnTo>
                  <a:pt x="730503" y="945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AD464C-650A-439F-BED2-3762FBD1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42" y="2231561"/>
            <a:ext cx="25342" cy="42869"/>
          </a:xfrm>
          <a:custGeom xmlns:a="http://schemas.openxmlformats.org/drawingml/2006/main">
            <a:pathLst>
              <a:path w="25342" h="42869">
                <a:moveTo>
                  <a:pt x="24800" y="0"/>
                </a:moveTo>
                <a:lnTo>
                  <a:pt x="25303" y="5538"/>
                </a:lnTo>
                <a:lnTo>
                  <a:pt x="25342" y="6071"/>
                </a:lnTo>
                <a:lnTo>
                  <a:pt x="25235" y="6677"/>
                </a:lnTo>
                <a:lnTo>
                  <a:pt x="24805" y="7394"/>
                </a:lnTo>
                <a:lnTo>
                  <a:pt x="24052" y="8324"/>
                </a:lnTo>
                <a:lnTo>
                  <a:pt x="23303" y="9077"/>
                </a:lnTo>
                <a:lnTo>
                  <a:pt x="22552" y="10227"/>
                </a:lnTo>
                <a:lnTo>
                  <a:pt x="21582" y="11152"/>
                </a:lnTo>
                <a:lnTo>
                  <a:pt x="20344" y="12020"/>
                </a:lnTo>
                <a:lnTo>
                  <a:pt x="19683" y="12386"/>
                </a:lnTo>
                <a:lnTo>
                  <a:pt x="18973" y="12692"/>
                </a:lnTo>
                <a:lnTo>
                  <a:pt x="18184" y="12911"/>
                </a:lnTo>
                <a:lnTo>
                  <a:pt x="17401" y="13232"/>
                </a:lnTo>
                <a:lnTo>
                  <a:pt x="16614" y="13722"/>
                </a:lnTo>
                <a:lnTo>
                  <a:pt x="15828" y="14169"/>
                </a:lnTo>
                <a:lnTo>
                  <a:pt x="14796" y="14578"/>
                </a:lnTo>
                <a:lnTo>
                  <a:pt x="13839" y="14903"/>
                </a:lnTo>
                <a:lnTo>
                  <a:pt x="12592" y="15163"/>
                </a:lnTo>
                <a:lnTo>
                  <a:pt x="11546" y="15233"/>
                </a:lnTo>
                <a:lnTo>
                  <a:pt x="10792" y="15217"/>
                </a:lnTo>
                <a:lnTo>
                  <a:pt x="9748" y="15177"/>
                </a:lnTo>
                <a:lnTo>
                  <a:pt x="8724" y="15248"/>
                </a:lnTo>
                <a:lnTo>
                  <a:pt x="6670" y="15591"/>
                </a:lnTo>
                <a:lnTo>
                  <a:pt x="5890" y="15794"/>
                </a:lnTo>
                <a:lnTo>
                  <a:pt x="5304" y="16043"/>
                </a:lnTo>
                <a:lnTo>
                  <a:pt x="4855" y="16321"/>
                </a:lnTo>
                <a:lnTo>
                  <a:pt x="4574" y="16923"/>
                </a:lnTo>
                <a:lnTo>
                  <a:pt x="4266" y="17398"/>
                </a:lnTo>
                <a:lnTo>
                  <a:pt x="4025" y="17781"/>
                </a:lnTo>
                <a:lnTo>
                  <a:pt x="3522" y="18235"/>
                </a:lnTo>
                <a:lnTo>
                  <a:pt x="2912" y="18602"/>
                </a:lnTo>
                <a:lnTo>
                  <a:pt x="2294" y="18977"/>
                </a:lnTo>
                <a:lnTo>
                  <a:pt x="1652" y="19495"/>
                </a:lnTo>
                <a:lnTo>
                  <a:pt x="1321" y="20021"/>
                </a:lnTo>
                <a:lnTo>
                  <a:pt x="1235" y="20627"/>
                </a:lnTo>
                <a:lnTo>
                  <a:pt x="1312" y="21406"/>
                </a:lnTo>
                <a:lnTo>
                  <a:pt x="4731" y="40892"/>
                </a:lnTo>
                <a:lnTo>
                  <a:pt x="4839" y="41596"/>
                </a:lnTo>
                <a:lnTo>
                  <a:pt x="4887" y="42687"/>
                </a:lnTo>
                <a:lnTo>
                  <a:pt x="4346" y="42869"/>
                </a:lnTo>
                <a:lnTo>
                  <a:pt x="4067" y="42373"/>
                </a:lnTo>
                <a:lnTo>
                  <a:pt x="3672" y="41545"/>
                </a:lnTo>
                <a:lnTo>
                  <a:pt x="3439" y="40889"/>
                </a:lnTo>
                <a:lnTo>
                  <a:pt x="253" y="22084"/>
                </a:lnTo>
                <a:lnTo>
                  <a:pt x="0" y="20380"/>
                </a:lnTo>
                <a:lnTo>
                  <a:pt x="165" y="19463"/>
                </a:lnTo>
                <a:lnTo>
                  <a:pt x="616" y="18746"/>
                </a:lnTo>
                <a:lnTo>
                  <a:pt x="1508" y="18089"/>
                </a:lnTo>
                <a:lnTo>
                  <a:pt x="2153" y="17478"/>
                </a:lnTo>
                <a:lnTo>
                  <a:pt x="2509" y="16802"/>
                </a:lnTo>
                <a:lnTo>
                  <a:pt x="2625" y="16458"/>
                </a:lnTo>
                <a:lnTo>
                  <a:pt x="2773" y="15988"/>
                </a:lnTo>
                <a:lnTo>
                  <a:pt x="2600" y="14970"/>
                </a:lnTo>
                <a:lnTo>
                  <a:pt x="2398" y="12929"/>
                </a:lnTo>
                <a:lnTo>
                  <a:pt x="3568" y="12811"/>
                </a:lnTo>
                <a:lnTo>
                  <a:pt x="4981" y="12892"/>
                </a:lnTo>
                <a:lnTo>
                  <a:pt x="6292" y="13014"/>
                </a:lnTo>
                <a:lnTo>
                  <a:pt x="8338" y="12966"/>
                </a:lnTo>
                <a:lnTo>
                  <a:pt x="10140" y="12862"/>
                </a:lnTo>
                <a:lnTo>
                  <a:pt x="11314" y="12592"/>
                </a:lnTo>
                <a:lnTo>
                  <a:pt x="12781" y="12193"/>
                </a:lnTo>
                <a:lnTo>
                  <a:pt x="14596" y="11455"/>
                </a:lnTo>
                <a:lnTo>
                  <a:pt x="15922" y="10859"/>
                </a:lnTo>
                <a:lnTo>
                  <a:pt x="17596" y="9974"/>
                </a:lnTo>
                <a:lnTo>
                  <a:pt x="19224" y="8844"/>
                </a:lnTo>
                <a:lnTo>
                  <a:pt x="20517" y="7757"/>
                </a:lnTo>
                <a:lnTo>
                  <a:pt x="22102" y="6296"/>
                </a:lnTo>
                <a:lnTo>
                  <a:pt x="22965" y="323"/>
                </a:lnTo>
                <a:lnTo>
                  <a:pt x="24800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6F382-844E-47D1-8F6C-9EB29D18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757" y="2158937"/>
            <a:ext cx="10891" cy="6324"/>
          </a:xfrm>
          <a:custGeom xmlns:a="http://schemas.openxmlformats.org/drawingml/2006/main">
            <a:pathLst>
              <a:path w="10891" h="6324">
                <a:moveTo>
                  <a:pt x="9821" y="0"/>
                </a:moveTo>
                <a:lnTo>
                  <a:pt x="10891" y="4477"/>
                </a:lnTo>
                <a:lnTo>
                  <a:pt x="2631" y="6324"/>
                </a:lnTo>
                <a:lnTo>
                  <a:pt x="2078" y="6067"/>
                </a:lnTo>
                <a:lnTo>
                  <a:pt x="1432" y="3121"/>
                </a:lnTo>
                <a:lnTo>
                  <a:pt x="331" y="3350"/>
                </a:lnTo>
                <a:lnTo>
                  <a:pt x="0" y="1915"/>
                </a:lnTo>
                <a:lnTo>
                  <a:pt x="1013" y="390"/>
                </a:lnTo>
                <a:lnTo>
                  <a:pt x="9821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FB2BCB-77A9-45D3-8B69-E00E92EA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128" y="2421832"/>
            <a:ext cx="21119" cy="26079"/>
          </a:xfrm>
          <a:custGeom xmlns:a="http://schemas.openxmlformats.org/drawingml/2006/main">
            <a:pathLst>
              <a:path w="21119" h="26079">
                <a:moveTo>
                  <a:pt x="13974" y="0"/>
                </a:moveTo>
                <a:lnTo>
                  <a:pt x="14707" y="16"/>
                </a:lnTo>
                <a:lnTo>
                  <a:pt x="15192" y="52"/>
                </a:lnTo>
                <a:lnTo>
                  <a:pt x="15581" y="187"/>
                </a:lnTo>
                <a:lnTo>
                  <a:pt x="16065" y="282"/>
                </a:lnTo>
                <a:lnTo>
                  <a:pt x="16805" y="256"/>
                </a:lnTo>
                <a:lnTo>
                  <a:pt x="17574" y="264"/>
                </a:lnTo>
                <a:lnTo>
                  <a:pt x="17803" y="404"/>
                </a:lnTo>
                <a:lnTo>
                  <a:pt x="17891" y="719"/>
                </a:lnTo>
                <a:lnTo>
                  <a:pt x="17901" y="1235"/>
                </a:lnTo>
                <a:lnTo>
                  <a:pt x="18026" y="1837"/>
                </a:lnTo>
                <a:lnTo>
                  <a:pt x="18173" y="2432"/>
                </a:lnTo>
                <a:lnTo>
                  <a:pt x="18391" y="2758"/>
                </a:lnTo>
                <a:lnTo>
                  <a:pt x="18701" y="3153"/>
                </a:lnTo>
                <a:lnTo>
                  <a:pt x="19085" y="3500"/>
                </a:lnTo>
                <a:lnTo>
                  <a:pt x="19441" y="3854"/>
                </a:lnTo>
                <a:lnTo>
                  <a:pt x="19663" y="3985"/>
                </a:lnTo>
                <a:lnTo>
                  <a:pt x="19739" y="4131"/>
                </a:lnTo>
                <a:lnTo>
                  <a:pt x="19633" y="4365"/>
                </a:lnTo>
                <a:lnTo>
                  <a:pt x="19627" y="4618"/>
                </a:lnTo>
                <a:lnTo>
                  <a:pt x="19815" y="4961"/>
                </a:lnTo>
                <a:lnTo>
                  <a:pt x="19933" y="5217"/>
                </a:lnTo>
                <a:lnTo>
                  <a:pt x="19910" y="5605"/>
                </a:lnTo>
                <a:lnTo>
                  <a:pt x="20039" y="6013"/>
                </a:lnTo>
                <a:lnTo>
                  <a:pt x="19906" y="6484"/>
                </a:lnTo>
                <a:lnTo>
                  <a:pt x="19968" y="6958"/>
                </a:lnTo>
                <a:lnTo>
                  <a:pt x="20173" y="7216"/>
                </a:lnTo>
                <a:lnTo>
                  <a:pt x="20219" y="7403"/>
                </a:lnTo>
                <a:lnTo>
                  <a:pt x="20166" y="7546"/>
                </a:lnTo>
                <a:lnTo>
                  <a:pt x="20025" y="7686"/>
                </a:lnTo>
                <a:lnTo>
                  <a:pt x="20006" y="7855"/>
                </a:lnTo>
                <a:lnTo>
                  <a:pt x="19902" y="8334"/>
                </a:lnTo>
                <a:lnTo>
                  <a:pt x="19797" y="8822"/>
                </a:lnTo>
                <a:lnTo>
                  <a:pt x="19714" y="9302"/>
                </a:lnTo>
                <a:lnTo>
                  <a:pt x="19703" y="9783"/>
                </a:lnTo>
                <a:lnTo>
                  <a:pt x="19693" y="10273"/>
                </a:lnTo>
                <a:lnTo>
                  <a:pt x="19631" y="10754"/>
                </a:lnTo>
                <a:lnTo>
                  <a:pt x="19346" y="10857"/>
                </a:lnTo>
                <a:lnTo>
                  <a:pt x="19095" y="10742"/>
                </a:lnTo>
                <a:lnTo>
                  <a:pt x="18719" y="10675"/>
                </a:lnTo>
                <a:lnTo>
                  <a:pt x="18392" y="10701"/>
                </a:lnTo>
                <a:lnTo>
                  <a:pt x="17905" y="10741"/>
                </a:lnTo>
                <a:lnTo>
                  <a:pt x="17246" y="10702"/>
                </a:lnTo>
                <a:lnTo>
                  <a:pt x="16806" y="10886"/>
                </a:lnTo>
                <a:lnTo>
                  <a:pt x="16387" y="11139"/>
                </a:lnTo>
                <a:lnTo>
                  <a:pt x="16232" y="11601"/>
                </a:lnTo>
                <a:lnTo>
                  <a:pt x="16294" y="12084"/>
                </a:lnTo>
                <a:lnTo>
                  <a:pt x="16380" y="12500"/>
                </a:lnTo>
                <a:lnTo>
                  <a:pt x="16619" y="12843"/>
                </a:lnTo>
                <a:lnTo>
                  <a:pt x="16918" y="13078"/>
                </a:lnTo>
                <a:lnTo>
                  <a:pt x="17207" y="13143"/>
                </a:lnTo>
                <a:lnTo>
                  <a:pt x="17429" y="13308"/>
                </a:lnTo>
                <a:lnTo>
                  <a:pt x="17475" y="13512"/>
                </a:lnTo>
                <a:lnTo>
                  <a:pt x="17493" y="14020"/>
                </a:lnTo>
                <a:lnTo>
                  <a:pt x="17384" y="14338"/>
                </a:lnTo>
                <a:lnTo>
                  <a:pt x="17092" y="14433"/>
                </a:lnTo>
                <a:lnTo>
                  <a:pt x="16957" y="14625"/>
                </a:lnTo>
                <a:lnTo>
                  <a:pt x="16932" y="15114"/>
                </a:lnTo>
                <a:lnTo>
                  <a:pt x="17080" y="15667"/>
                </a:lnTo>
                <a:lnTo>
                  <a:pt x="17270" y="16246"/>
                </a:lnTo>
                <a:lnTo>
                  <a:pt x="17510" y="16564"/>
                </a:lnTo>
                <a:lnTo>
                  <a:pt x="17940" y="16818"/>
                </a:lnTo>
                <a:lnTo>
                  <a:pt x="18426" y="16803"/>
                </a:lnTo>
                <a:lnTo>
                  <a:pt x="18914" y="16738"/>
                </a:lnTo>
                <a:lnTo>
                  <a:pt x="19373" y="16967"/>
                </a:lnTo>
                <a:lnTo>
                  <a:pt x="19728" y="17338"/>
                </a:lnTo>
                <a:lnTo>
                  <a:pt x="20038" y="17734"/>
                </a:lnTo>
                <a:lnTo>
                  <a:pt x="20320" y="18146"/>
                </a:lnTo>
                <a:lnTo>
                  <a:pt x="20675" y="18500"/>
                </a:lnTo>
                <a:lnTo>
                  <a:pt x="20985" y="18912"/>
                </a:lnTo>
                <a:lnTo>
                  <a:pt x="21119" y="19405"/>
                </a:lnTo>
                <a:lnTo>
                  <a:pt x="20942" y="19883"/>
                </a:lnTo>
                <a:lnTo>
                  <a:pt x="20545" y="20136"/>
                </a:lnTo>
                <a:lnTo>
                  <a:pt x="20268" y="20206"/>
                </a:lnTo>
                <a:lnTo>
                  <a:pt x="20037" y="20151"/>
                </a:lnTo>
                <a:lnTo>
                  <a:pt x="19737" y="19908"/>
                </a:lnTo>
                <a:lnTo>
                  <a:pt x="19369" y="19502"/>
                </a:lnTo>
                <a:lnTo>
                  <a:pt x="19086" y="19141"/>
                </a:lnTo>
                <a:lnTo>
                  <a:pt x="18821" y="18671"/>
                </a:lnTo>
                <a:lnTo>
                  <a:pt x="18641" y="18287"/>
                </a:lnTo>
                <a:lnTo>
                  <a:pt x="18433" y="17843"/>
                </a:lnTo>
                <a:lnTo>
                  <a:pt x="18122" y="17447"/>
                </a:lnTo>
                <a:lnTo>
                  <a:pt x="17766" y="17127"/>
                </a:lnTo>
                <a:lnTo>
                  <a:pt x="17283" y="16998"/>
                </a:lnTo>
                <a:lnTo>
                  <a:pt x="16797" y="16987"/>
                </a:lnTo>
                <a:lnTo>
                  <a:pt x="16311" y="16977"/>
                </a:lnTo>
                <a:lnTo>
                  <a:pt x="15848" y="16941"/>
                </a:lnTo>
                <a:lnTo>
                  <a:pt x="15254" y="16886"/>
                </a:lnTo>
                <a:lnTo>
                  <a:pt x="14952" y="16753"/>
                </a:lnTo>
                <a:lnTo>
                  <a:pt x="14525" y="16389"/>
                </a:lnTo>
                <a:lnTo>
                  <a:pt x="14136" y="16245"/>
                </a:lnTo>
                <a:lnTo>
                  <a:pt x="13546" y="16367"/>
                </a:lnTo>
                <a:lnTo>
                  <a:pt x="13132" y="16392"/>
                </a:lnTo>
                <a:lnTo>
                  <a:pt x="12676" y="16340"/>
                </a:lnTo>
                <a:lnTo>
                  <a:pt x="12192" y="16228"/>
                </a:lnTo>
                <a:lnTo>
                  <a:pt x="11707" y="16175"/>
                </a:lnTo>
                <a:lnTo>
                  <a:pt x="11170" y="16181"/>
                </a:lnTo>
                <a:lnTo>
                  <a:pt x="10684" y="16195"/>
                </a:lnTo>
                <a:lnTo>
                  <a:pt x="10286" y="16483"/>
                </a:lnTo>
                <a:lnTo>
                  <a:pt x="10219" y="16920"/>
                </a:lnTo>
                <a:lnTo>
                  <a:pt x="9848" y="16617"/>
                </a:lnTo>
                <a:lnTo>
                  <a:pt x="9384" y="16581"/>
                </a:lnTo>
                <a:lnTo>
                  <a:pt x="8874" y="16714"/>
                </a:lnTo>
                <a:lnTo>
                  <a:pt x="8455" y="16924"/>
                </a:lnTo>
                <a:lnTo>
                  <a:pt x="8058" y="17203"/>
                </a:lnTo>
                <a:lnTo>
                  <a:pt x="7659" y="17515"/>
                </a:lnTo>
                <a:lnTo>
                  <a:pt x="7340" y="17863"/>
                </a:lnTo>
                <a:lnTo>
                  <a:pt x="7053" y="18018"/>
                </a:lnTo>
                <a:lnTo>
                  <a:pt x="6730" y="17867"/>
                </a:lnTo>
                <a:lnTo>
                  <a:pt x="6454" y="17532"/>
                </a:lnTo>
                <a:lnTo>
                  <a:pt x="6166" y="17458"/>
                </a:lnTo>
                <a:lnTo>
                  <a:pt x="5730" y="17482"/>
                </a:lnTo>
                <a:lnTo>
                  <a:pt x="5515" y="17705"/>
                </a:lnTo>
                <a:lnTo>
                  <a:pt x="5049" y="18118"/>
                </a:lnTo>
                <a:lnTo>
                  <a:pt x="4501" y="18613"/>
                </a:lnTo>
                <a:lnTo>
                  <a:pt x="4318" y="19040"/>
                </a:lnTo>
                <a:lnTo>
                  <a:pt x="4213" y="19519"/>
                </a:lnTo>
                <a:lnTo>
                  <a:pt x="4345" y="19810"/>
                </a:lnTo>
                <a:lnTo>
                  <a:pt x="4296" y="20028"/>
                </a:lnTo>
                <a:lnTo>
                  <a:pt x="3888" y="19774"/>
                </a:lnTo>
                <a:lnTo>
                  <a:pt x="3480" y="19529"/>
                </a:lnTo>
                <a:lnTo>
                  <a:pt x="2996" y="19442"/>
                </a:lnTo>
                <a:lnTo>
                  <a:pt x="2536" y="19576"/>
                </a:lnTo>
                <a:lnTo>
                  <a:pt x="2331" y="20011"/>
                </a:lnTo>
                <a:lnTo>
                  <a:pt x="2487" y="20471"/>
                </a:lnTo>
                <a:lnTo>
                  <a:pt x="2605" y="21411"/>
                </a:lnTo>
                <a:lnTo>
                  <a:pt x="2629" y="21986"/>
                </a:lnTo>
                <a:lnTo>
                  <a:pt x="2599" y="22357"/>
                </a:lnTo>
                <a:lnTo>
                  <a:pt x="2468" y="22684"/>
                </a:lnTo>
                <a:lnTo>
                  <a:pt x="2398" y="22928"/>
                </a:lnTo>
                <a:lnTo>
                  <a:pt x="2443" y="23174"/>
                </a:lnTo>
                <a:lnTo>
                  <a:pt x="2561" y="23413"/>
                </a:lnTo>
                <a:lnTo>
                  <a:pt x="2687" y="23652"/>
                </a:lnTo>
                <a:lnTo>
                  <a:pt x="2770" y="23840"/>
                </a:lnTo>
                <a:lnTo>
                  <a:pt x="2670" y="24083"/>
                </a:lnTo>
                <a:lnTo>
                  <a:pt x="2513" y="24282"/>
                </a:lnTo>
                <a:lnTo>
                  <a:pt x="2364" y="24473"/>
                </a:lnTo>
                <a:lnTo>
                  <a:pt x="2279" y="24725"/>
                </a:lnTo>
                <a:lnTo>
                  <a:pt x="2223" y="24969"/>
                </a:lnTo>
                <a:lnTo>
                  <a:pt x="2267" y="25282"/>
                </a:lnTo>
                <a:lnTo>
                  <a:pt x="2284" y="25469"/>
                </a:lnTo>
                <a:lnTo>
                  <a:pt x="2258" y="25705"/>
                </a:lnTo>
                <a:lnTo>
                  <a:pt x="2165" y="25939"/>
                </a:lnTo>
                <a:lnTo>
                  <a:pt x="1967" y="26079"/>
                </a:lnTo>
                <a:lnTo>
                  <a:pt x="1736" y="26023"/>
                </a:lnTo>
                <a:lnTo>
                  <a:pt x="1704" y="25794"/>
                </a:lnTo>
                <a:lnTo>
                  <a:pt x="1745" y="25567"/>
                </a:lnTo>
                <a:lnTo>
                  <a:pt x="1788" y="25297"/>
                </a:lnTo>
                <a:lnTo>
                  <a:pt x="1916" y="25080"/>
                </a:lnTo>
                <a:lnTo>
                  <a:pt x="1979" y="24845"/>
                </a:lnTo>
                <a:lnTo>
                  <a:pt x="1962" y="24617"/>
                </a:lnTo>
                <a:lnTo>
                  <a:pt x="1953" y="24371"/>
                </a:lnTo>
                <a:lnTo>
                  <a:pt x="1937" y="24118"/>
                </a:lnTo>
                <a:lnTo>
                  <a:pt x="1891" y="23871"/>
                </a:lnTo>
                <a:lnTo>
                  <a:pt x="1809" y="23642"/>
                </a:lnTo>
                <a:lnTo>
                  <a:pt x="1683" y="23436"/>
                </a:lnTo>
                <a:lnTo>
                  <a:pt x="1557" y="23222"/>
                </a:lnTo>
                <a:lnTo>
                  <a:pt x="1784" y="23109"/>
                </a:lnTo>
                <a:lnTo>
                  <a:pt x="1998" y="22978"/>
                </a:lnTo>
                <a:lnTo>
                  <a:pt x="2183" y="22779"/>
                </a:lnTo>
                <a:lnTo>
                  <a:pt x="2297" y="22562"/>
                </a:lnTo>
                <a:lnTo>
                  <a:pt x="2433" y="22320"/>
                </a:lnTo>
                <a:lnTo>
                  <a:pt x="2482" y="22068"/>
                </a:lnTo>
                <a:lnTo>
                  <a:pt x="2465" y="21493"/>
                </a:lnTo>
                <a:lnTo>
                  <a:pt x="2371" y="20510"/>
                </a:lnTo>
                <a:lnTo>
                  <a:pt x="2155" y="20100"/>
                </a:lnTo>
                <a:lnTo>
                  <a:pt x="1821" y="19780"/>
                </a:lnTo>
                <a:lnTo>
                  <a:pt x="1413" y="19509"/>
                </a:lnTo>
                <a:lnTo>
                  <a:pt x="1161" y="19090"/>
                </a:lnTo>
                <a:lnTo>
                  <a:pt x="1019" y="18622"/>
                </a:lnTo>
                <a:lnTo>
                  <a:pt x="951" y="18392"/>
                </a:lnTo>
                <a:lnTo>
                  <a:pt x="912" y="18188"/>
                </a:lnTo>
                <a:lnTo>
                  <a:pt x="674" y="17769"/>
                </a:lnTo>
                <a:lnTo>
                  <a:pt x="371" y="17374"/>
                </a:lnTo>
                <a:lnTo>
                  <a:pt x="58" y="17088"/>
                </a:lnTo>
                <a:lnTo>
                  <a:pt x="0" y="16757"/>
                </a:lnTo>
                <a:lnTo>
                  <a:pt x="94" y="16421"/>
                </a:lnTo>
                <a:lnTo>
                  <a:pt x="283" y="16434"/>
                </a:lnTo>
                <a:lnTo>
                  <a:pt x="563" y="16575"/>
                </a:lnTo>
                <a:lnTo>
                  <a:pt x="864" y="16388"/>
                </a:lnTo>
                <a:lnTo>
                  <a:pt x="1065" y="16493"/>
                </a:lnTo>
                <a:lnTo>
                  <a:pt x="821" y="16708"/>
                </a:lnTo>
                <a:lnTo>
                  <a:pt x="679" y="16891"/>
                </a:lnTo>
                <a:lnTo>
                  <a:pt x="636" y="17202"/>
                </a:lnTo>
                <a:lnTo>
                  <a:pt x="970" y="17539"/>
                </a:lnTo>
                <a:lnTo>
                  <a:pt x="1393" y="17751"/>
                </a:lnTo>
                <a:lnTo>
                  <a:pt x="1962" y="17966"/>
                </a:lnTo>
                <a:lnTo>
                  <a:pt x="2392" y="18195"/>
                </a:lnTo>
                <a:lnTo>
                  <a:pt x="2798" y="18517"/>
                </a:lnTo>
                <a:lnTo>
                  <a:pt x="3280" y="18722"/>
                </a:lnTo>
                <a:lnTo>
                  <a:pt x="3768" y="18614"/>
                </a:lnTo>
                <a:lnTo>
                  <a:pt x="4217" y="18353"/>
                </a:lnTo>
                <a:lnTo>
                  <a:pt x="4608" y="18049"/>
                </a:lnTo>
                <a:lnTo>
                  <a:pt x="5027" y="17771"/>
                </a:lnTo>
                <a:lnTo>
                  <a:pt x="5377" y="17390"/>
                </a:lnTo>
                <a:lnTo>
                  <a:pt x="5725" y="17034"/>
                </a:lnTo>
                <a:lnTo>
                  <a:pt x="6096" y="16679"/>
                </a:lnTo>
                <a:lnTo>
                  <a:pt x="6373" y="16296"/>
                </a:lnTo>
                <a:lnTo>
                  <a:pt x="6506" y="15843"/>
                </a:lnTo>
                <a:lnTo>
                  <a:pt x="6567" y="15379"/>
                </a:lnTo>
                <a:lnTo>
                  <a:pt x="6577" y="14898"/>
                </a:lnTo>
                <a:lnTo>
                  <a:pt x="6514" y="14440"/>
                </a:lnTo>
                <a:lnTo>
                  <a:pt x="6379" y="13998"/>
                </a:lnTo>
                <a:lnTo>
                  <a:pt x="6190" y="13681"/>
                </a:lnTo>
                <a:lnTo>
                  <a:pt x="5879" y="13311"/>
                </a:lnTo>
                <a:lnTo>
                  <a:pt x="5619" y="12891"/>
                </a:lnTo>
                <a:lnTo>
                  <a:pt x="5316" y="12496"/>
                </a:lnTo>
                <a:lnTo>
                  <a:pt x="4983" y="12150"/>
                </a:lnTo>
                <a:lnTo>
                  <a:pt x="4575" y="11880"/>
                </a:lnTo>
                <a:lnTo>
                  <a:pt x="4092" y="11725"/>
                </a:lnTo>
                <a:lnTo>
                  <a:pt x="3604" y="11808"/>
                </a:lnTo>
                <a:lnTo>
                  <a:pt x="3141" y="11747"/>
                </a:lnTo>
                <a:lnTo>
                  <a:pt x="2710" y="11569"/>
                </a:lnTo>
                <a:lnTo>
                  <a:pt x="2377" y="11223"/>
                </a:lnTo>
                <a:lnTo>
                  <a:pt x="2088" y="10828"/>
                </a:lnTo>
                <a:lnTo>
                  <a:pt x="1785" y="10416"/>
                </a:lnTo>
                <a:lnTo>
                  <a:pt x="1651" y="9898"/>
                </a:lnTo>
                <a:lnTo>
                  <a:pt x="1662" y="9391"/>
                </a:lnTo>
                <a:lnTo>
                  <a:pt x="1745" y="8911"/>
                </a:lnTo>
                <a:lnTo>
                  <a:pt x="1828" y="8431"/>
                </a:lnTo>
                <a:lnTo>
                  <a:pt x="1839" y="7925"/>
                </a:lnTo>
                <a:lnTo>
                  <a:pt x="1850" y="7435"/>
                </a:lnTo>
                <a:lnTo>
                  <a:pt x="1911" y="6954"/>
                </a:lnTo>
                <a:lnTo>
                  <a:pt x="1944" y="6448"/>
                </a:lnTo>
                <a:lnTo>
                  <a:pt x="1932" y="5966"/>
                </a:lnTo>
                <a:lnTo>
                  <a:pt x="1841" y="5499"/>
                </a:lnTo>
                <a:lnTo>
                  <a:pt x="1560" y="5062"/>
                </a:lnTo>
                <a:lnTo>
                  <a:pt x="1374" y="4619"/>
                </a:lnTo>
                <a:lnTo>
                  <a:pt x="1239" y="4160"/>
                </a:lnTo>
                <a:lnTo>
                  <a:pt x="1031" y="3716"/>
                </a:lnTo>
                <a:lnTo>
                  <a:pt x="750" y="3295"/>
                </a:lnTo>
                <a:lnTo>
                  <a:pt x="659" y="2812"/>
                </a:lnTo>
                <a:lnTo>
                  <a:pt x="626" y="2329"/>
                </a:lnTo>
                <a:lnTo>
                  <a:pt x="564" y="1838"/>
                </a:lnTo>
                <a:lnTo>
                  <a:pt x="397" y="1505"/>
                </a:lnTo>
                <a:lnTo>
                  <a:pt x="495" y="1329"/>
                </a:lnTo>
                <a:lnTo>
                  <a:pt x="1012" y="1222"/>
                </a:lnTo>
                <a:lnTo>
                  <a:pt x="1500" y="1140"/>
                </a:lnTo>
                <a:lnTo>
                  <a:pt x="1986" y="1151"/>
                </a:lnTo>
                <a:lnTo>
                  <a:pt x="2492" y="1255"/>
                </a:lnTo>
                <a:lnTo>
                  <a:pt x="2978" y="1265"/>
                </a:lnTo>
                <a:lnTo>
                  <a:pt x="3493" y="1251"/>
                </a:lnTo>
                <a:lnTo>
                  <a:pt x="4002" y="1194"/>
                </a:lnTo>
                <a:lnTo>
                  <a:pt x="4542" y="1037"/>
                </a:lnTo>
                <a:lnTo>
                  <a:pt x="5030" y="946"/>
                </a:lnTo>
                <a:lnTo>
                  <a:pt x="5791" y="650"/>
                </a:lnTo>
                <a:lnTo>
                  <a:pt x="6696" y="425"/>
                </a:lnTo>
                <a:lnTo>
                  <a:pt x="13974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6BF828-6E93-49F7-97FF-2E68F096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095" y="4529994"/>
            <a:ext cx="16096" cy="10479"/>
          </a:xfrm>
          <a:custGeom xmlns:a="http://schemas.openxmlformats.org/drawingml/2006/main">
            <a:pathLst>
              <a:path w="16096" h="10479">
                <a:moveTo>
                  <a:pt x="6153" y="2515"/>
                </a:moveTo>
                <a:lnTo>
                  <a:pt x="6232" y="3581"/>
                </a:lnTo>
                <a:lnTo>
                  <a:pt x="6599" y="4358"/>
                </a:lnTo>
                <a:lnTo>
                  <a:pt x="7413" y="5010"/>
                </a:lnTo>
                <a:lnTo>
                  <a:pt x="8431" y="5226"/>
                </a:lnTo>
                <a:lnTo>
                  <a:pt x="9496" y="5300"/>
                </a:lnTo>
                <a:lnTo>
                  <a:pt x="10519" y="5322"/>
                </a:lnTo>
                <a:lnTo>
                  <a:pt x="11592" y="5345"/>
                </a:lnTo>
                <a:lnTo>
                  <a:pt x="12613" y="5460"/>
                </a:lnTo>
                <a:lnTo>
                  <a:pt x="13581" y="5675"/>
                </a:lnTo>
                <a:lnTo>
                  <a:pt x="14595" y="6086"/>
                </a:lnTo>
                <a:lnTo>
                  <a:pt x="15409" y="6687"/>
                </a:lnTo>
                <a:lnTo>
                  <a:pt x="16023" y="7520"/>
                </a:lnTo>
                <a:lnTo>
                  <a:pt x="16096" y="8493"/>
                </a:lnTo>
                <a:lnTo>
                  <a:pt x="15836" y="9451"/>
                </a:lnTo>
                <a:lnTo>
                  <a:pt x="15229" y="10308"/>
                </a:lnTo>
                <a:lnTo>
                  <a:pt x="14159" y="10479"/>
                </a:lnTo>
                <a:lnTo>
                  <a:pt x="13240" y="10028"/>
                </a:lnTo>
                <a:lnTo>
                  <a:pt x="12528" y="9379"/>
                </a:lnTo>
                <a:lnTo>
                  <a:pt x="11663" y="8777"/>
                </a:lnTo>
                <a:lnTo>
                  <a:pt x="10847" y="8278"/>
                </a:lnTo>
                <a:lnTo>
                  <a:pt x="9823" y="8307"/>
                </a:lnTo>
                <a:lnTo>
                  <a:pt x="8937" y="8676"/>
                </a:lnTo>
                <a:lnTo>
                  <a:pt x="8057" y="9088"/>
                </a:lnTo>
                <a:lnTo>
                  <a:pt x="7118" y="9558"/>
                </a:lnTo>
                <a:lnTo>
                  <a:pt x="6280" y="10072"/>
                </a:lnTo>
                <a:lnTo>
                  <a:pt x="5352" y="10339"/>
                </a:lnTo>
                <a:lnTo>
                  <a:pt x="4331" y="10267"/>
                </a:lnTo>
                <a:lnTo>
                  <a:pt x="3418" y="9858"/>
                </a:lnTo>
                <a:lnTo>
                  <a:pt x="2500" y="9356"/>
                </a:lnTo>
                <a:lnTo>
                  <a:pt x="1682" y="8908"/>
                </a:lnTo>
                <a:lnTo>
                  <a:pt x="765" y="8736"/>
                </a:lnTo>
                <a:lnTo>
                  <a:pt x="0" y="8187"/>
                </a:lnTo>
                <a:lnTo>
                  <a:pt x="165" y="7269"/>
                </a:lnTo>
                <a:lnTo>
                  <a:pt x="1007" y="6569"/>
                </a:lnTo>
                <a:lnTo>
                  <a:pt x="1846" y="6047"/>
                </a:lnTo>
                <a:lnTo>
                  <a:pt x="2636" y="5439"/>
                </a:lnTo>
                <a:lnTo>
                  <a:pt x="3384" y="4728"/>
                </a:lnTo>
                <a:lnTo>
                  <a:pt x="3448" y="3758"/>
                </a:lnTo>
                <a:lnTo>
                  <a:pt x="3470" y="2744"/>
                </a:lnTo>
                <a:lnTo>
                  <a:pt x="3593" y="1775"/>
                </a:lnTo>
                <a:lnTo>
                  <a:pt x="3708" y="814"/>
                </a:lnTo>
                <a:lnTo>
                  <a:pt x="4357" y="0"/>
                </a:lnTo>
                <a:lnTo>
                  <a:pt x="5376" y="216"/>
                </a:lnTo>
                <a:lnTo>
                  <a:pt x="5747" y="1146"/>
                </a:lnTo>
                <a:lnTo>
                  <a:pt x="6213" y="2077"/>
                </a:lnTo>
                <a:lnTo>
                  <a:pt x="6153" y="251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0EC030-83D3-48EA-9796-49EF7DC3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150" y="3044491"/>
            <a:ext cx="195375" cy="42280"/>
          </a:xfrm>
          <a:custGeom xmlns:a="http://schemas.openxmlformats.org/drawingml/2006/main">
            <a:pathLst>
              <a:path w="195375" h="42280">
                <a:moveTo>
                  <a:pt x="11316" y="5122"/>
                </a:moveTo>
                <a:lnTo>
                  <a:pt x="39900" y="15233"/>
                </a:lnTo>
                <a:lnTo>
                  <a:pt x="59432" y="23541"/>
                </a:lnTo>
                <a:lnTo>
                  <a:pt x="77715" y="33285"/>
                </a:lnTo>
                <a:lnTo>
                  <a:pt x="81967" y="34923"/>
                </a:lnTo>
                <a:lnTo>
                  <a:pt x="85258" y="35384"/>
                </a:lnTo>
                <a:lnTo>
                  <a:pt x="88761" y="35460"/>
                </a:lnTo>
                <a:lnTo>
                  <a:pt x="94211" y="35384"/>
                </a:lnTo>
                <a:lnTo>
                  <a:pt x="99686" y="35207"/>
                </a:lnTo>
                <a:lnTo>
                  <a:pt x="104921" y="35033"/>
                </a:lnTo>
                <a:lnTo>
                  <a:pt x="117314" y="33663"/>
                </a:lnTo>
                <a:lnTo>
                  <a:pt x="135300" y="29989"/>
                </a:lnTo>
                <a:lnTo>
                  <a:pt x="143970" y="29299"/>
                </a:lnTo>
                <a:lnTo>
                  <a:pt x="191139" y="25878"/>
                </a:lnTo>
                <a:lnTo>
                  <a:pt x="193494" y="25684"/>
                </a:lnTo>
                <a:lnTo>
                  <a:pt x="195018" y="25700"/>
                </a:lnTo>
                <a:lnTo>
                  <a:pt x="195200" y="27318"/>
                </a:lnTo>
                <a:lnTo>
                  <a:pt x="195375" y="29967"/>
                </a:lnTo>
                <a:lnTo>
                  <a:pt x="193888" y="31608"/>
                </a:lnTo>
                <a:lnTo>
                  <a:pt x="176705" y="32046"/>
                </a:lnTo>
                <a:lnTo>
                  <a:pt x="139280" y="34816"/>
                </a:lnTo>
                <a:lnTo>
                  <a:pt x="131363" y="36199"/>
                </a:lnTo>
                <a:lnTo>
                  <a:pt x="122461" y="38516"/>
                </a:lnTo>
                <a:lnTo>
                  <a:pt x="115328" y="39907"/>
                </a:lnTo>
                <a:lnTo>
                  <a:pt x="108784" y="41218"/>
                </a:lnTo>
                <a:lnTo>
                  <a:pt x="98739" y="42065"/>
                </a:lnTo>
                <a:lnTo>
                  <a:pt x="90753" y="42280"/>
                </a:lnTo>
                <a:lnTo>
                  <a:pt x="83952" y="41744"/>
                </a:lnTo>
                <a:lnTo>
                  <a:pt x="78146" y="40460"/>
                </a:lnTo>
                <a:lnTo>
                  <a:pt x="71375" y="38564"/>
                </a:lnTo>
                <a:lnTo>
                  <a:pt x="63644" y="36072"/>
                </a:lnTo>
                <a:lnTo>
                  <a:pt x="57412" y="33038"/>
                </a:lnTo>
                <a:lnTo>
                  <a:pt x="44074" y="27813"/>
                </a:lnTo>
                <a:lnTo>
                  <a:pt x="33877" y="23628"/>
                </a:lnTo>
                <a:lnTo>
                  <a:pt x="25935" y="20836"/>
                </a:lnTo>
                <a:lnTo>
                  <a:pt x="22212" y="19885"/>
                </a:lnTo>
                <a:lnTo>
                  <a:pt x="19396" y="19579"/>
                </a:lnTo>
                <a:lnTo>
                  <a:pt x="15596" y="19834"/>
                </a:lnTo>
                <a:lnTo>
                  <a:pt x="10760" y="20701"/>
                </a:lnTo>
                <a:lnTo>
                  <a:pt x="7255" y="22069"/>
                </a:lnTo>
                <a:lnTo>
                  <a:pt x="0" y="0"/>
                </a:lnTo>
                <a:lnTo>
                  <a:pt x="11316" y="512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CFD2B4-8C2A-48C3-A8E3-E52DF105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439" y="2738278"/>
            <a:ext cx="341101" cy="1916056"/>
          </a:xfrm>
          <a:custGeom xmlns:a="http://schemas.openxmlformats.org/drawingml/2006/main">
            <a:pathLst>
              <a:path w="341101" h="1916056">
                <a:moveTo>
                  <a:pt x="4616" y="981"/>
                </a:moveTo>
                <a:lnTo>
                  <a:pt x="4833" y="2329"/>
                </a:lnTo>
                <a:lnTo>
                  <a:pt x="7367" y="38011"/>
                </a:lnTo>
                <a:lnTo>
                  <a:pt x="8751" y="63797"/>
                </a:lnTo>
                <a:lnTo>
                  <a:pt x="11082" y="64042"/>
                </a:lnTo>
                <a:lnTo>
                  <a:pt x="12092" y="80331"/>
                </a:lnTo>
                <a:lnTo>
                  <a:pt x="11527" y="97355"/>
                </a:lnTo>
                <a:lnTo>
                  <a:pt x="12180" y="103377"/>
                </a:lnTo>
                <a:lnTo>
                  <a:pt x="13336" y="121604"/>
                </a:lnTo>
                <a:lnTo>
                  <a:pt x="21896" y="202541"/>
                </a:lnTo>
                <a:lnTo>
                  <a:pt x="32191" y="284091"/>
                </a:lnTo>
                <a:lnTo>
                  <a:pt x="46087" y="378901"/>
                </a:lnTo>
                <a:lnTo>
                  <a:pt x="46280" y="382395"/>
                </a:lnTo>
                <a:lnTo>
                  <a:pt x="46849" y="392945"/>
                </a:lnTo>
                <a:lnTo>
                  <a:pt x="47360" y="399835"/>
                </a:lnTo>
                <a:lnTo>
                  <a:pt x="48796" y="415558"/>
                </a:lnTo>
                <a:lnTo>
                  <a:pt x="49353" y="425643"/>
                </a:lnTo>
                <a:lnTo>
                  <a:pt x="49242" y="439778"/>
                </a:lnTo>
                <a:lnTo>
                  <a:pt x="49945" y="452181"/>
                </a:lnTo>
                <a:lnTo>
                  <a:pt x="51623" y="473521"/>
                </a:lnTo>
                <a:lnTo>
                  <a:pt x="57658" y="518388"/>
                </a:lnTo>
                <a:lnTo>
                  <a:pt x="59317" y="522489"/>
                </a:lnTo>
                <a:lnTo>
                  <a:pt x="64572" y="576245"/>
                </a:lnTo>
                <a:lnTo>
                  <a:pt x="69385" y="623604"/>
                </a:lnTo>
                <a:lnTo>
                  <a:pt x="70609" y="630019"/>
                </a:lnTo>
                <a:lnTo>
                  <a:pt x="75529" y="672149"/>
                </a:lnTo>
                <a:lnTo>
                  <a:pt x="78115" y="687703"/>
                </a:lnTo>
                <a:lnTo>
                  <a:pt x="81808" y="705791"/>
                </a:lnTo>
                <a:lnTo>
                  <a:pt x="85970" y="729314"/>
                </a:lnTo>
                <a:lnTo>
                  <a:pt x="90497" y="771824"/>
                </a:lnTo>
                <a:lnTo>
                  <a:pt x="90848" y="773691"/>
                </a:lnTo>
                <a:lnTo>
                  <a:pt x="96260" y="802159"/>
                </a:lnTo>
                <a:lnTo>
                  <a:pt x="99232" y="812973"/>
                </a:lnTo>
                <a:lnTo>
                  <a:pt x="99504" y="814508"/>
                </a:lnTo>
                <a:lnTo>
                  <a:pt x="100449" y="819776"/>
                </a:lnTo>
                <a:lnTo>
                  <a:pt x="100573" y="821410"/>
                </a:lnTo>
                <a:lnTo>
                  <a:pt x="101129" y="828892"/>
                </a:lnTo>
                <a:lnTo>
                  <a:pt x="102185" y="838404"/>
                </a:lnTo>
                <a:lnTo>
                  <a:pt x="107046" y="878894"/>
                </a:lnTo>
                <a:lnTo>
                  <a:pt x="117413" y="966267"/>
                </a:lnTo>
                <a:lnTo>
                  <a:pt x="125380" y="1038867"/>
                </a:lnTo>
                <a:lnTo>
                  <a:pt x="126635" y="1043542"/>
                </a:lnTo>
                <a:lnTo>
                  <a:pt x="132958" y="1101978"/>
                </a:lnTo>
                <a:lnTo>
                  <a:pt x="139167" y="1165634"/>
                </a:lnTo>
                <a:lnTo>
                  <a:pt x="146015" y="1244995"/>
                </a:lnTo>
                <a:lnTo>
                  <a:pt x="146979" y="1254413"/>
                </a:lnTo>
                <a:lnTo>
                  <a:pt x="148494" y="1260834"/>
                </a:lnTo>
                <a:lnTo>
                  <a:pt x="159434" y="1299131"/>
                </a:lnTo>
                <a:lnTo>
                  <a:pt x="158062" y="1299490"/>
                </a:lnTo>
                <a:lnTo>
                  <a:pt x="160206" y="1308342"/>
                </a:lnTo>
                <a:lnTo>
                  <a:pt x="161486" y="1307888"/>
                </a:lnTo>
                <a:lnTo>
                  <a:pt x="164365" y="1345428"/>
                </a:lnTo>
                <a:lnTo>
                  <a:pt x="169012" y="1396171"/>
                </a:lnTo>
                <a:lnTo>
                  <a:pt x="165528" y="1396222"/>
                </a:lnTo>
                <a:lnTo>
                  <a:pt x="169274" y="1437625"/>
                </a:lnTo>
                <a:lnTo>
                  <a:pt x="168735" y="1444780"/>
                </a:lnTo>
                <a:lnTo>
                  <a:pt x="170817" y="1465553"/>
                </a:lnTo>
                <a:lnTo>
                  <a:pt x="169159" y="1465712"/>
                </a:lnTo>
                <a:lnTo>
                  <a:pt x="171578" y="1483966"/>
                </a:lnTo>
                <a:lnTo>
                  <a:pt x="170022" y="1484127"/>
                </a:lnTo>
                <a:lnTo>
                  <a:pt x="172301" y="1504516"/>
                </a:lnTo>
                <a:lnTo>
                  <a:pt x="170643" y="1504666"/>
                </a:lnTo>
                <a:lnTo>
                  <a:pt x="176548" y="1551279"/>
                </a:lnTo>
                <a:lnTo>
                  <a:pt x="177810" y="1562351"/>
                </a:lnTo>
                <a:lnTo>
                  <a:pt x="180036" y="1576486"/>
                </a:lnTo>
                <a:lnTo>
                  <a:pt x="182979" y="1591025"/>
                </a:lnTo>
                <a:lnTo>
                  <a:pt x="187359" y="1617950"/>
                </a:lnTo>
                <a:lnTo>
                  <a:pt x="187961" y="1621639"/>
                </a:lnTo>
                <a:lnTo>
                  <a:pt x="188152" y="1626586"/>
                </a:lnTo>
                <a:lnTo>
                  <a:pt x="187734" y="1645844"/>
                </a:lnTo>
                <a:lnTo>
                  <a:pt x="187018" y="1656095"/>
                </a:lnTo>
                <a:lnTo>
                  <a:pt x="185803" y="1656263"/>
                </a:lnTo>
                <a:lnTo>
                  <a:pt x="190264" y="1681440"/>
                </a:lnTo>
                <a:lnTo>
                  <a:pt x="191283" y="1683981"/>
                </a:lnTo>
                <a:lnTo>
                  <a:pt x="192514" y="1685461"/>
                </a:lnTo>
                <a:lnTo>
                  <a:pt x="194248" y="1686470"/>
                </a:lnTo>
                <a:lnTo>
                  <a:pt x="195979" y="1687277"/>
                </a:lnTo>
                <a:lnTo>
                  <a:pt x="197314" y="1687627"/>
                </a:lnTo>
                <a:lnTo>
                  <a:pt x="198645" y="1687825"/>
                </a:lnTo>
                <a:lnTo>
                  <a:pt x="200010" y="1687803"/>
                </a:lnTo>
                <a:lnTo>
                  <a:pt x="200444" y="1690187"/>
                </a:lnTo>
                <a:lnTo>
                  <a:pt x="198359" y="1690987"/>
                </a:lnTo>
                <a:lnTo>
                  <a:pt x="196885" y="1691707"/>
                </a:lnTo>
                <a:lnTo>
                  <a:pt x="195870" y="1692311"/>
                </a:lnTo>
                <a:lnTo>
                  <a:pt x="194731" y="1693309"/>
                </a:lnTo>
                <a:lnTo>
                  <a:pt x="193862" y="1694211"/>
                </a:lnTo>
                <a:lnTo>
                  <a:pt x="193378" y="1695113"/>
                </a:lnTo>
                <a:lnTo>
                  <a:pt x="192954" y="1696608"/>
                </a:lnTo>
                <a:lnTo>
                  <a:pt x="192855" y="1697839"/>
                </a:lnTo>
                <a:lnTo>
                  <a:pt x="193001" y="1699127"/>
                </a:lnTo>
                <a:lnTo>
                  <a:pt x="197976" y="1729740"/>
                </a:lnTo>
                <a:lnTo>
                  <a:pt x="201268" y="1748597"/>
                </a:lnTo>
                <a:lnTo>
                  <a:pt x="199608" y="1748857"/>
                </a:lnTo>
                <a:lnTo>
                  <a:pt x="204364" y="1785566"/>
                </a:lnTo>
                <a:lnTo>
                  <a:pt x="206828" y="1801785"/>
                </a:lnTo>
                <a:lnTo>
                  <a:pt x="207563" y="1808392"/>
                </a:lnTo>
                <a:lnTo>
                  <a:pt x="209655" y="1819668"/>
                </a:lnTo>
                <a:lnTo>
                  <a:pt x="211260" y="1826286"/>
                </a:lnTo>
                <a:lnTo>
                  <a:pt x="219762" y="1847198"/>
                </a:lnTo>
                <a:lnTo>
                  <a:pt x="228468" y="1867727"/>
                </a:lnTo>
                <a:lnTo>
                  <a:pt x="230528" y="1871447"/>
                </a:lnTo>
                <a:lnTo>
                  <a:pt x="232996" y="1874408"/>
                </a:lnTo>
                <a:lnTo>
                  <a:pt x="235281" y="1876494"/>
                </a:lnTo>
                <a:lnTo>
                  <a:pt x="245486" y="1881751"/>
                </a:lnTo>
                <a:lnTo>
                  <a:pt x="247993" y="1882913"/>
                </a:lnTo>
                <a:lnTo>
                  <a:pt x="253492" y="1885018"/>
                </a:lnTo>
                <a:lnTo>
                  <a:pt x="259383" y="1887089"/>
                </a:lnTo>
                <a:lnTo>
                  <a:pt x="265385" y="1888714"/>
                </a:lnTo>
                <a:lnTo>
                  <a:pt x="273034" y="1890384"/>
                </a:lnTo>
                <a:lnTo>
                  <a:pt x="282153" y="1891841"/>
                </a:lnTo>
                <a:lnTo>
                  <a:pt x="291663" y="1893010"/>
                </a:lnTo>
                <a:lnTo>
                  <a:pt x="298662" y="1893551"/>
                </a:lnTo>
                <a:lnTo>
                  <a:pt x="306341" y="1893818"/>
                </a:lnTo>
                <a:lnTo>
                  <a:pt x="312322" y="1894092"/>
                </a:lnTo>
                <a:lnTo>
                  <a:pt x="319505" y="1894830"/>
                </a:lnTo>
                <a:lnTo>
                  <a:pt x="322418" y="1895324"/>
                </a:lnTo>
                <a:lnTo>
                  <a:pt x="324013" y="1895747"/>
                </a:lnTo>
                <a:lnTo>
                  <a:pt x="326226" y="1896767"/>
                </a:lnTo>
                <a:lnTo>
                  <a:pt x="329011" y="1898518"/>
                </a:lnTo>
                <a:lnTo>
                  <a:pt x="331603" y="1900129"/>
                </a:lnTo>
                <a:lnTo>
                  <a:pt x="333036" y="1901317"/>
                </a:lnTo>
                <a:lnTo>
                  <a:pt x="333997" y="1902166"/>
                </a:lnTo>
                <a:lnTo>
                  <a:pt x="339519" y="1912257"/>
                </a:lnTo>
                <a:lnTo>
                  <a:pt x="341101" y="1915249"/>
                </a:lnTo>
                <a:lnTo>
                  <a:pt x="326860" y="1916056"/>
                </a:lnTo>
                <a:lnTo>
                  <a:pt x="326747" y="1913240"/>
                </a:lnTo>
                <a:lnTo>
                  <a:pt x="326320" y="1910518"/>
                </a:lnTo>
                <a:lnTo>
                  <a:pt x="325308" y="1907978"/>
                </a:lnTo>
                <a:lnTo>
                  <a:pt x="324174" y="1906407"/>
                </a:lnTo>
                <a:lnTo>
                  <a:pt x="322554" y="1904817"/>
                </a:lnTo>
                <a:lnTo>
                  <a:pt x="319862" y="1903119"/>
                </a:lnTo>
                <a:lnTo>
                  <a:pt x="317741" y="1902194"/>
                </a:lnTo>
                <a:lnTo>
                  <a:pt x="315806" y="1901772"/>
                </a:lnTo>
                <a:lnTo>
                  <a:pt x="312896" y="1901413"/>
                </a:lnTo>
                <a:lnTo>
                  <a:pt x="310079" y="1901158"/>
                </a:lnTo>
                <a:lnTo>
                  <a:pt x="302012" y="1900696"/>
                </a:lnTo>
                <a:lnTo>
                  <a:pt x="288878" y="1900310"/>
                </a:lnTo>
                <a:lnTo>
                  <a:pt x="283048" y="1899804"/>
                </a:lnTo>
                <a:lnTo>
                  <a:pt x="276839" y="1898985"/>
                </a:lnTo>
                <a:lnTo>
                  <a:pt x="273956" y="1898398"/>
                </a:lnTo>
                <a:lnTo>
                  <a:pt x="259399" y="1895413"/>
                </a:lnTo>
                <a:lnTo>
                  <a:pt x="250984" y="1892906"/>
                </a:lnTo>
                <a:lnTo>
                  <a:pt x="241241" y="1889112"/>
                </a:lnTo>
                <a:lnTo>
                  <a:pt x="234299" y="1885962"/>
                </a:lnTo>
                <a:lnTo>
                  <a:pt x="233594" y="1887012"/>
                </a:lnTo>
                <a:lnTo>
                  <a:pt x="231029" y="1884151"/>
                </a:lnTo>
                <a:lnTo>
                  <a:pt x="226407" y="1877459"/>
                </a:lnTo>
                <a:lnTo>
                  <a:pt x="223204" y="1872548"/>
                </a:lnTo>
                <a:lnTo>
                  <a:pt x="222123" y="1873200"/>
                </a:lnTo>
                <a:lnTo>
                  <a:pt x="218741" y="1867516"/>
                </a:lnTo>
                <a:lnTo>
                  <a:pt x="214234" y="1859864"/>
                </a:lnTo>
                <a:lnTo>
                  <a:pt x="211536" y="1849733"/>
                </a:lnTo>
                <a:lnTo>
                  <a:pt x="206659" y="1832000"/>
                </a:lnTo>
                <a:lnTo>
                  <a:pt x="204741" y="1820390"/>
                </a:lnTo>
                <a:lnTo>
                  <a:pt x="200295" y="1793514"/>
                </a:lnTo>
                <a:lnTo>
                  <a:pt x="188004" y="1700667"/>
                </a:lnTo>
                <a:lnTo>
                  <a:pt x="186049" y="1700819"/>
                </a:lnTo>
                <a:lnTo>
                  <a:pt x="184323" y="1690708"/>
                </a:lnTo>
                <a:lnTo>
                  <a:pt x="182857" y="1691065"/>
                </a:lnTo>
                <a:lnTo>
                  <a:pt x="180379" y="1661765"/>
                </a:lnTo>
                <a:lnTo>
                  <a:pt x="180125" y="1660112"/>
                </a:lnTo>
                <a:lnTo>
                  <a:pt x="179277" y="1658733"/>
                </a:lnTo>
                <a:lnTo>
                  <a:pt x="178313" y="1658332"/>
                </a:lnTo>
                <a:lnTo>
                  <a:pt x="176947" y="1658395"/>
                </a:lnTo>
                <a:lnTo>
                  <a:pt x="178378" y="1619496"/>
                </a:lnTo>
                <a:lnTo>
                  <a:pt x="177590" y="1592945"/>
                </a:lnTo>
                <a:lnTo>
                  <a:pt x="176569" y="1587793"/>
                </a:lnTo>
                <a:lnTo>
                  <a:pt x="171802" y="1563674"/>
                </a:lnTo>
                <a:lnTo>
                  <a:pt x="170115" y="1554148"/>
                </a:lnTo>
                <a:lnTo>
                  <a:pt x="166772" y="1535282"/>
                </a:lnTo>
                <a:lnTo>
                  <a:pt x="168236" y="1535026"/>
                </a:lnTo>
                <a:lnTo>
                  <a:pt x="167072" y="1525799"/>
                </a:lnTo>
                <a:lnTo>
                  <a:pt x="165318" y="1526056"/>
                </a:lnTo>
                <a:lnTo>
                  <a:pt x="164952" y="1522525"/>
                </a:lnTo>
                <a:lnTo>
                  <a:pt x="163710" y="1510524"/>
                </a:lnTo>
                <a:lnTo>
                  <a:pt x="162642" y="1496845"/>
                </a:lnTo>
                <a:lnTo>
                  <a:pt x="161371" y="1461081"/>
                </a:lnTo>
                <a:lnTo>
                  <a:pt x="160192" y="1434817"/>
                </a:lnTo>
                <a:lnTo>
                  <a:pt x="157590" y="1402219"/>
                </a:lnTo>
                <a:lnTo>
                  <a:pt x="155834" y="1375453"/>
                </a:lnTo>
                <a:lnTo>
                  <a:pt x="154328" y="1339506"/>
                </a:lnTo>
                <a:lnTo>
                  <a:pt x="154233" y="1337172"/>
                </a:lnTo>
                <a:lnTo>
                  <a:pt x="153700" y="1325634"/>
                </a:lnTo>
                <a:lnTo>
                  <a:pt x="152848" y="1315737"/>
                </a:lnTo>
                <a:lnTo>
                  <a:pt x="151477" y="1306995"/>
                </a:lnTo>
                <a:lnTo>
                  <a:pt x="149678" y="1295920"/>
                </a:lnTo>
                <a:lnTo>
                  <a:pt x="145989" y="1281990"/>
                </a:lnTo>
                <a:lnTo>
                  <a:pt x="140302" y="1261527"/>
                </a:lnTo>
                <a:lnTo>
                  <a:pt x="139527" y="1256769"/>
                </a:lnTo>
                <a:lnTo>
                  <a:pt x="138816" y="1249394"/>
                </a:lnTo>
                <a:lnTo>
                  <a:pt x="135652" y="1211265"/>
                </a:lnTo>
                <a:lnTo>
                  <a:pt x="128495" y="1128415"/>
                </a:lnTo>
                <a:lnTo>
                  <a:pt x="125855" y="1101917"/>
                </a:lnTo>
                <a:lnTo>
                  <a:pt x="124361" y="1090172"/>
                </a:lnTo>
                <a:lnTo>
                  <a:pt x="122547" y="1075125"/>
                </a:lnTo>
                <a:lnTo>
                  <a:pt x="119104" y="1045517"/>
                </a:lnTo>
                <a:lnTo>
                  <a:pt x="115625" y="1017259"/>
                </a:lnTo>
                <a:lnTo>
                  <a:pt x="109450" y="947698"/>
                </a:lnTo>
                <a:lnTo>
                  <a:pt x="109096" y="945273"/>
                </a:lnTo>
                <a:lnTo>
                  <a:pt x="107587" y="934872"/>
                </a:lnTo>
                <a:lnTo>
                  <a:pt x="111002" y="934321"/>
                </a:lnTo>
                <a:lnTo>
                  <a:pt x="98338" y="827429"/>
                </a:lnTo>
                <a:lnTo>
                  <a:pt x="95723" y="817857"/>
                </a:lnTo>
                <a:lnTo>
                  <a:pt x="91939" y="804001"/>
                </a:lnTo>
                <a:lnTo>
                  <a:pt x="84490" y="770435"/>
                </a:lnTo>
                <a:lnTo>
                  <a:pt x="83697" y="766835"/>
                </a:lnTo>
                <a:lnTo>
                  <a:pt x="75965" y="705859"/>
                </a:lnTo>
                <a:lnTo>
                  <a:pt x="63710" y="615926"/>
                </a:lnTo>
                <a:lnTo>
                  <a:pt x="62189" y="605440"/>
                </a:lnTo>
                <a:lnTo>
                  <a:pt x="63752" y="604984"/>
                </a:lnTo>
                <a:lnTo>
                  <a:pt x="61994" y="592068"/>
                </a:lnTo>
                <a:lnTo>
                  <a:pt x="58492" y="569531"/>
                </a:lnTo>
                <a:lnTo>
                  <a:pt x="55006" y="541958"/>
                </a:lnTo>
                <a:lnTo>
                  <a:pt x="50662" y="508747"/>
                </a:lnTo>
                <a:lnTo>
                  <a:pt x="47425" y="487762"/>
                </a:lnTo>
                <a:lnTo>
                  <a:pt x="44888" y="469893"/>
                </a:lnTo>
                <a:lnTo>
                  <a:pt x="43519" y="452431"/>
                </a:lnTo>
                <a:lnTo>
                  <a:pt x="43705" y="434816"/>
                </a:lnTo>
                <a:lnTo>
                  <a:pt x="44121" y="415651"/>
                </a:lnTo>
                <a:lnTo>
                  <a:pt x="42348" y="382707"/>
                </a:lnTo>
                <a:lnTo>
                  <a:pt x="42184" y="379585"/>
                </a:lnTo>
                <a:lnTo>
                  <a:pt x="36494" y="338216"/>
                </a:lnTo>
                <a:lnTo>
                  <a:pt x="35538" y="332111"/>
                </a:lnTo>
                <a:lnTo>
                  <a:pt x="34518" y="325599"/>
                </a:lnTo>
                <a:lnTo>
                  <a:pt x="22008" y="233134"/>
                </a:lnTo>
                <a:lnTo>
                  <a:pt x="12504" y="141918"/>
                </a:lnTo>
                <a:lnTo>
                  <a:pt x="3341" y="44312"/>
                </a:lnTo>
                <a:lnTo>
                  <a:pt x="0" y="1066"/>
                </a:lnTo>
                <a:lnTo>
                  <a:pt x="113" y="190"/>
                </a:lnTo>
                <a:lnTo>
                  <a:pt x="1529" y="128"/>
                </a:lnTo>
                <a:lnTo>
                  <a:pt x="4594" y="0"/>
                </a:lnTo>
                <a:lnTo>
                  <a:pt x="4616" y="98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2215E2-06BC-4137-863D-1E6D86FA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9288" y="2981838"/>
            <a:ext cx="921454" cy="156275"/>
          </a:xfrm>
          <a:custGeom xmlns:a="http://schemas.openxmlformats.org/drawingml/2006/main">
            <a:pathLst>
              <a:path w="921454" h="156275">
                <a:moveTo>
                  <a:pt x="906854" y="10138"/>
                </a:moveTo>
                <a:lnTo>
                  <a:pt x="897964" y="11594"/>
                </a:lnTo>
                <a:lnTo>
                  <a:pt x="887434" y="12727"/>
                </a:lnTo>
                <a:lnTo>
                  <a:pt x="868288" y="16091"/>
                </a:lnTo>
                <a:lnTo>
                  <a:pt x="850276" y="18946"/>
                </a:lnTo>
                <a:lnTo>
                  <a:pt x="809203" y="26425"/>
                </a:lnTo>
                <a:lnTo>
                  <a:pt x="801284" y="27901"/>
                </a:lnTo>
                <a:lnTo>
                  <a:pt x="788876" y="30346"/>
                </a:lnTo>
                <a:lnTo>
                  <a:pt x="780268" y="32484"/>
                </a:lnTo>
                <a:lnTo>
                  <a:pt x="774593" y="33907"/>
                </a:lnTo>
                <a:lnTo>
                  <a:pt x="770679" y="35082"/>
                </a:lnTo>
                <a:lnTo>
                  <a:pt x="765096" y="36609"/>
                </a:lnTo>
                <a:lnTo>
                  <a:pt x="734411" y="42723"/>
                </a:lnTo>
                <a:lnTo>
                  <a:pt x="728554" y="43855"/>
                </a:lnTo>
                <a:lnTo>
                  <a:pt x="720445" y="45421"/>
                </a:lnTo>
                <a:lnTo>
                  <a:pt x="711942" y="47079"/>
                </a:lnTo>
                <a:lnTo>
                  <a:pt x="697188" y="49954"/>
                </a:lnTo>
                <a:lnTo>
                  <a:pt x="686929" y="51963"/>
                </a:lnTo>
                <a:lnTo>
                  <a:pt x="678288" y="53323"/>
                </a:lnTo>
                <a:lnTo>
                  <a:pt x="662108" y="56700"/>
                </a:lnTo>
                <a:lnTo>
                  <a:pt x="648751" y="59368"/>
                </a:lnTo>
                <a:lnTo>
                  <a:pt x="631704" y="63259"/>
                </a:lnTo>
                <a:lnTo>
                  <a:pt x="612216" y="66952"/>
                </a:lnTo>
                <a:lnTo>
                  <a:pt x="609750" y="70626"/>
                </a:lnTo>
                <a:lnTo>
                  <a:pt x="585997" y="75630"/>
                </a:lnTo>
                <a:lnTo>
                  <a:pt x="585757" y="73301"/>
                </a:lnTo>
                <a:lnTo>
                  <a:pt x="570923" y="75498"/>
                </a:lnTo>
                <a:lnTo>
                  <a:pt x="571152" y="78308"/>
                </a:lnTo>
                <a:lnTo>
                  <a:pt x="555321" y="81354"/>
                </a:lnTo>
                <a:lnTo>
                  <a:pt x="539500" y="84206"/>
                </a:lnTo>
                <a:lnTo>
                  <a:pt x="522507" y="86940"/>
                </a:lnTo>
                <a:lnTo>
                  <a:pt x="502204" y="90083"/>
                </a:lnTo>
                <a:lnTo>
                  <a:pt x="499410" y="88764"/>
                </a:lnTo>
                <a:lnTo>
                  <a:pt x="455282" y="95557"/>
                </a:lnTo>
                <a:lnTo>
                  <a:pt x="455019" y="94293"/>
                </a:lnTo>
                <a:lnTo>
                  <a:pt x="420377" y="98866"/>
                </a:lnTo>
                <a:lnTo>
                  <a:pt x="410896" y="100790"/>
                </a:lnTo>
                <a:lnTo>
                  <a:pt x="411252" y="102446"/>
                </a:lnTo>
                <a:lnTo>
                  <a:pt x="407543" y="102847"/>
                </a:lnTo>
                <a:lnTo>
                  <a:pt x="397492" y="104277"/>
                </a:lnTo>
                <a:lnTo>
                  <a:pt x="375812" y="107678"/>
                </a:lnTo>
                <a:lnTo>
                  <a:pt x="356874" y="110758"/>
                </a:lnTo>
                <a:lnTo>
                  <a:pt x="337346" y="113622"/>
                </a:lnTo>
                <a:lnTo>
                  <a:pt x="337006" y="111586"/>
                </a:lnTo>
                <a:lnTo>
                  <a:pt x="305193" y="115832"/>
                </a:lnTo>
                <a:lnTo>
                  <a:pt x="298069" y="116835"/>
                </a:lnTo>
                <a:lnTo>
                  <a:pt x="290546" y="118126"/>
                </a:lnTo>
                <a:lnTo>
                  <a:pt x="282199" y="117269"/>
                </a:lnTo>
                <a:lnTo>
                  <a:pt x="252730" y="121185"/>
                </a:lnTo>
                <a:lnTo>
                  <a:pt x="252879" y="123022"/>
                </a:lnTo>
                <a:lnTo>
                  <a:pt x="249375" y="123335"/>
                </a:lnTo>
                <a:lnTo>
                  <a:pt x="249523" y="125180"/>
                </a:lnTo>
                <a:lnTo>
                  <a:pt x="230206" y="127668"/>
                </a:lnTo>
                <a:lnTo>
                  <a:pt x="212837" y="129996"/>
                </a:lnTo>
                <a:lnTo>
                  <a:pt x="207860" y="130665"/>
                </a:lnTo>
                <a:lnTo>
                  <a:pt x="198673" y="132401"/>
                </a:lnTo>
                <a:lnTo>
                  <a:pt x="190869" y="133297"/>
                </a:lnTo>
                <a:lnTo>
                  <a:pt x="182392" y="134085"/>
                </a:lnTo>
                <a:lnTo>
                  <a:pt x="176638" y="134441"/>
                </a:lnTo>
                <a:lnTo>
                  <a:pt x="162328" y="134909"/>
                </a:lnTo>
                <a:lnTo>
                  <a:pt x="157269" y="134993"/>
                </a:lnTo>
                <a:lnTo>
                  <a:pt x="147605" y="136330"/>
                </a:lnTo>
                <a:lnTo>
                  <a:pt x="139884" y="137709"/>
                </a:lnTo>
                <a:lnTo>
                  <a:pt x="132202" y="137644"/>
                </a:lnTo>
                <a:lnTo>
                  <a:pt x="103610" y="141570"/>
                </a:lnTo>
                <a:lnTo>
                  <a:pt x="103755" y="143609"/>
                </a:lnTo>
                <a:lnTo>
                  <a:pt x="48232" y="151168"/>
                </a:lnTo>
                <a:lnTo>
                  <a:pt x="46586" y="150794"/>
                </a:lnTo>
                <a:lnTo>
                  <a:pt x="45177" y="150518"/>
                </a:lnTo>
                <a:lnTo>
                  <a:pt x="43324" y="150630"/>
                </a:lnTo>
                <a:lnTo>
                  <a:pt x="42004" y="150940"/>
                </a:lnTo>
                <a:lnTo>
                  <a:pt x="40823" y="151539"/>
                </a:lnTo>
                <a:lnTo>
                  <a:pt x="40032" y="152198"/>
                </a:lnTo>
                <a:lnTo>
                  <a:pt x="17782" y="155104"/>
                </a:lnTo>
                <a:lnTo>
                  <a:pt x="6105" y="155239"/>
                </a:lnTo>
                <a:lnTo>
                  <a:pt x="511" y="156275"/>
                </a:lnTo>
                <a:lnTo>
                  <a:pt x="0" y="149386"/>
                </a:lnTo>
                <a:lnTo>
                  <a:pt x="836" y="149319"/>
                </a:lnTo>
                <a:lnTo>
                  <a:pt x="1188" y="153146"/>
                </a:lnTo>
                <a:lnTo>
                  <a:pt x="10115" y="152039"/>
                </a:lnTo>
                <a:lnTo>
                  <a:pt x="9641" y="149122"/>
                </a:lnTo>
                <a:lnTo>
                  <a:pt x="22036" y="147650"/>
                </a:lnTo>
                <a:lnTo>
                  <a:pt x="22373" y="149829"/>
                </a:lnTo>
                <a:lnTo>
                  <a:pt x="96019" y="139326"/>
                </a:lnTo>
                <a:lnTo>
                  <a:pt x="95601" y="136174"/>
                </a:lnTo>
                <a:lnTo>
                  <a:pt x="139929" y="130282"/>
                </a:lnTo>
                <a:lnTo>
                  <a:pt x="140290" y="132690"/>
                </a:lnTo>
                <a:lnTo>
                  <a:pt x="177379" y="127393"/>
                </a:lnTo>
                <a:lnTo>
                  <a:pt x="177644" y="128556"/>
                </a:lnTo>
                <a:lnTo>
                  <a:pt x="189060" y="127063"/>
                </a:lnTo>
                <a:lnTo>
                  <a:pt x="201452" y="125397"/>
                </a:lnTo>
                <a:lnTo>
                  <a:pt x="210521" y="124723"/>
                </a:lnTo>
                <a:lnTo>
                  <a:pt x="221152" y="123306"/>
                </a:lnTo>
                <a:lnTo>
                  <a:pt x="221002" y="121511"/>
                </a:lnTo>
                <a:lnTo>
                  <a:pt x="223727" y="121325"/>
                </a:lnTo>
                <a:lnTo>
                  <a:pt x="223619" y="119633"/>
                </a:lnTo>
                <a:lnTo>
                  <a:pt x="227763" y="119241"/>
                </a:lnTo>
                <a:lnTo>
                  <a:pt x="227968" y="121130"/>
                </a:lnTo>
                <a:lnTo>
                  <a:pt x="229236" y="120912"/>
                </a:lnTo>
                <a:lnTo>
                  <a:pt x="229541" y="122567"/>
                </a:lnTo>
                <a:lnTo>
                  <a:pt x="237049" y="121614"/>
                </a:lnTo>
                <a:lnTo>
                  <a:pt x="236641" y="118022"/>
                </a:lnTo>
                <a:lnTo>
                  <a:pt x="295184" y="110680"/>
                </a:lnTo>
                <a:lnTo>
                  <a:pt x="295440" y="112232"/>
                </a:lnTo>
                <a:lnTo>
                  <a:pt x="332726" y="106846"/>
                </a:lnTo>
                <a:lnTo>
                  <a:pt x="356834" y="103591"/>
                </a:lnTo>
                <a:lnTo>
                  <a:pt x="357002" y="104854"/>
                </a:lnTo>
                <a:lnTo>
                  <a:pt x="359438" y="104611"/>
                </a:lnTo>
                <a:lnTo>
                  <a:pt x="363439" y="104123"/>
                </a:lnTo>
                <a:lnTo>
                  <a:pt x="368223" y="103348"/>
                </a:lnTo>
                <a:lnTo>
                  <a:pt x="372916" y="102384"/>
                </a:lnTo>
                <a:lnTo>
                  <a:pt x="376231" y="102076"/>
                </a:lnTo>
                <a:lnTo>
                  <a:pt x="380223" y="101672"/>
                </a:lnTo>
                <a:lnTo>
                  <a:pt x="383842" y="101075"/>
                </a:lnTo>
                <a:lnTo>
                  <a:pt x="387354" y="100373"/>
                </a:lnTo>
                <a:lnTo>
                  <a:pt x="393117" y="99628"/>
                </a:lnTo>
                <a:lnTo>
                  <a:pt x="396328" y="99410"/>
                </a:lnTo>
                <a:lnTo>
                  <a:pt x="399543" y="99378"/>
                </a:lnTo>
                <a:lnTo>
                  <a:pt x="405573" y="99323"/>
                </a:lnTo>
                <a:lnTo>
                  <a:pt x="405611" y="97575"/>
                </a:lnTo>
                <a:lnTo>
                  <a:pt x="403588" y="96855"/>
                </a:lnTo>
                <a:lnTo>
                  <a:pt x="403516" y="95501"/>
                </a:lnTo>
                <a:lnTo>
                  <a:pt x="462858" y="87102"/>
                </a:lnTo>
                <a:lnTo>
                  <a:pt x="463212" y="88851"/>
                </a:lnTo>
                <a:lnTo>
                  <a:pt x="481757" y="86151"/>
                </a:lnTo>
                <a:lnTo>
                  <a:pt x="503327" y="83136"/>
                </a:lnTo>
                <a:lnTo>
                  <a:pt x="507885" y="83716"/>
                </a:lnTo>
                <a:lnTo>
                  <a:pt x="531513" y="80163"/>
                </a:lnTo>
                <a:lnTo>
                  <a:pt x="536115" y="78716"/>
                </a:lnTo>
                <a:lnTo>
                  <a:pt x="557405" y="75206"/>
                </a:lnTo>
                <a:lnTo>
                  <a:pt x="556975" y="72289"/>
                </a:lnTo>
                <a:lnTo>
                  <a:pt x="589719" y="65545"/>
                </a:lnTo>
                <a:lnTo>
                  <a:pt x="592960" y="66341"/>
                </a:lnTo>
                <a:lnTo>
                  <a:pt x="623070" y="59920"/>
                </a:lnTo>
                <a:lnTo>
                  <a:pt x="661171" y="51694"/>
                </a:lnTo>
                <a:lnTo>
                  <a:pt x="677665" y="48222"/>
                </a:lnTo>
                <a:lnTo>
                  <a:pt x="686613" y="46092"/>
                </a:lnTo>
                <a:lnTo>
                  <a:pt x="701956" y="43187"/>
                </a:lnTo>
                <a:lnTo>
                  <a:pt x="710650" y="43756"/>
                </a:lnTo>
                <a:lnTo>
                  <a:pt x="719352" y="41916"/>
                </a:lnTo>
                <a:lnTo>
                  <a:pt x="727756" y="40162"/>
                </a:lnTo>
                <a:lnTo>
                  <a:pt x="733425" y="39026"/>
                </a:lnTo>
                <a:lnTo>
                  <a:pt x="764797" y="32631"/>
                </a:lnTo>
                <a:lnTo>
                  <a:pt x="769984" y="31290"/>
                </a:lnTo>
                <a:lnTo>
                  <a:pt x="777426" y="29034"/>
                </a:lnTo>
                <a:lnTo>
                  <a:pt x="787603" y="26448"/>
                </a:lnTo>
                <a:lnTo>
                  <a:pt x="799229" y="23987"/>
                </a:lnTo>
                <a:lnTo>
                  <a:pt x="806636" y="21291"/>
                </a:lnTo>
                <a:lnTo>
                  <a:pt x="821593" y="18082"/>
                </a:lnTo>
                <a:lnTo>
                  <a:pt x="841277" y="14392"/>
                </a:lnTo>
                <a:lnTo>
                  <a:pt x="865284" y="11032"/>
                </a:lnTo>
                <a:lnTo>
                  <a:pt x="893140" y="5203"/>
                </a:lnTo>
                <a:lnTo>
                  <a:pt x="900070" y="4473"/>
                </a:lnTo>
                <a:lnTo>
                  <a:pt x="921454" y="0"/>
                </a:lnTo>
                <a:lnTo>
                  <a:pt x="921454" y="7633"/>
                </a:lnTo>
                <a:lnTo>
                  <a:pt x="906854" y="1013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D30A5F-3AC8-4012-A5C1-2EB3D4EA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658" y="3884150"/>
            <a:ext cx="1730708" cy="604805"/>
          </a:xfrm>
          <a:custGeom xmlns:a="http://schemas.openxmlformats.org/drawingml/2006/main">
            <a:pathLst>
              <a:path w="1730708" h="604805">
                <a:moveTo>
                  <a:pt x="1563" y="138201"/>
                </a:moveTo>
                <a:lnTo>
                  <a:pt x="2680" y="140549"/>
                </a:lnTo>
                <a:lnTo>
                  <a:pt x="3386" y="143759"/>
                </a:lnTo>
                <a:lnTo>
                  <a:pt x="4631" y="153471"/>
                </a:lnTo>
                <a:lnTo>
                  <a:pt x="5081" y="155128"/>
                </a:lnTo>
                <a:lnTo>
                  <a:pt x="5933" y="156305"/>
                </a:lnTo>
                <a:lnTo>
                  <a:pt x="7084" y="157108"/>
                </a:lnTo>
                <a:lnTo>
                  <a:pt x="8635" y="157530"/>
                </a:lnTo>
                <a:lnTo>
                  <a:pt x="31740" y="155519"/>
                </a:lnTo>
                <a:lnTo>
                  <a:pt x="84218" y="149894"/>
                </a:lnTo>
                <a:lnTo>
                  <a:pt x="99715" y="149068"/>
                </a:lnTo>
                <a:lnTo>
                  <a:pt x="116282" y="147691"/>
                </a:lnTo>
                <a:lnTo>
                  <a:pt x="130137" y="146254"/>
                </a:lnTo>
                <a:lnTo>
                  <a:pt x="136441" y="142708"/>
                </a:lnTo>
                <a:lnTo>
                  <a:pt x="161949" y="142305"/>
                </a:lnTo>
                <a:lnTo>
                  <a:pt x="172699" y="149123"/>
                </a:lnTo>
                <a:lnTo>
                  <a:pt x="241129" y="144033"/>
                </a:lnTo>
                <a:lnTo>
                  <a:pt x="255387" y="141447"/>
                </a:lnTo>
                <a:lnTo>
                  <a:pt x="261451" y="140220"/>
                </a:lnTo>
                <a:lnTo>
                  <a:pt x="282630" y="133036"/>
                </a:lnTo>
                <a:lnTo>
                  <a:pt x="286656" y="131477"/>
                </a:lnTo>
                <a:lnTo>
                  <a:pt x="287640" y="130924"/>
                </a:lnTo>
                <a:lnTo>
                  <a:pt x="289719" y="129127"/>
                </a:lnTo>
                <a:lnTo>
                  <a:pt x="290626" y="127795"/>
                </a:lnTo>
                <a:lnTo>
                  <a:pt x="291060" y="125861"/>
                </a:lnTo>
                <a:lnTo>
                  <a:pt x="300343" y="124129"/>
                </a:lnTo>
                <a:lnTo>
                  <a:pt x="300705" y="112247"/>
                </a:lnTo>
                <a:lnTo>
                  <a:pt x="305573" y="111948"/>
                </a:lnTo>
                <a:lnTo>
                  <a:pt x="310512" y="126287"/>
                </a:lnTo>
                <a:lnTo>
                  <a:pt x="311446" y="128057"/>
                </a:lnTo>
                <a:lnTo>
                  <a:pt x="312443" y="129236"/>
                </a:lnTo>
                <a:lnTo>
                  <a:pt x="313452" y="129892"/>
                </a:lnTo>
                <a:lnTo>
                  <a:pt x="314414" y="130344"/>
                </a:lnTo>
                <a:lnTo>
                  <a:pt x="316062" y="130668"/>
                </a:lnTo>
                <a:lnTo>
                  <a:pt x="361110" y="130979"/>
                </a:lnTo>
                <a:lnTo>
                  <a:pt x="366367" y="130807"/>
                </a:lnTo>
                <a:lnTo>
                  <a:pt x="371337" y="130527"/>
                </a:lnTo>
                <a:lnTo>
                  <a:pt x="376517" y="129576"/>
                </a:lnTo>
                <a:lnTo>
                  <a:pt x="417819" y="120349"/>
                </a:lnTo>
                <a:lnTo>
                  <a:pt x="422282" y="119348"/>
                </a:lnTo>
                <a:lnTo>
                  <a:pt x="424445" y="118331"/>
                </a:lnTo>
                <a:lnTo>
                  <a:pt x="425447" y="116992"/>
                </a:lnTo>
                <a:lnTo>
                  <a:pt x="425679" y="115349"/>
                </a:lnTo>
                <a:lnTo>
                  <a:pt x="441557" y="114632"/>
                </a:lnTo>
                <a:lnTo>
                  <a:pt x="447565" y="120282"/>
                </a:lnTo>
                <a:lnTo>
                  <a:pt x="489188" y="121583"/>
                </a:lnTo>
                <a:lnTo>
                  <a:pt x="514121" y="120582"/>
                </a:lnTo>
                <a:lnTo>
                  <a:pt x="545710" y="118172"/>
                </a:lnTo>
                <a:lnTo>
                  <a:pt x="552591" y="117748"/>
                </a:lnTo>
                <a:lnTo>
                  <a:pt x="564224" y="117031"/>
                </a:lnTo>
                <a:lnTo>
                  <a:pt x="592064" y="116475"/>
                </a:lnTo>
                <a:lnTo>
                  <a:pt x="604351" y="115391"/>
                </a:lnTo>
                <a:lnTo>
                  <a:pt x="654310" y="109124"/>
                </a:lnTo>
                <a:lnTo>
                  <a:pt x="661440" y="105985"/>
                </a:lnTo>
                <a:lnTo>
                  <a:pt x="677496" y="94809"/>
                </a:lnTo>
                <a:lnTo>
                  <a:pt x="685583" y="94310"/>
                </a:lnTo>
                <a:lnTo>
                  <a:pt x="703172" y="93343"/>
                </a:lnTo>
                <a:lnTo>
                  <a:pt x="706198" y="94956"/>
                </a:lnTo>
                <a:lnTo>
                  <a:pt x="708708" y="95982"/>
                </a:lnTo>
                <a:lnTo>
                  <a:pt x="712596" y="96067"/>
                </a:lnTo>
                <a:lnTo>
                  <a:pt x="717092" y="95194"/>
                </a:lnTo>
                <a:lnTo>
                  <a:pt x="716771" y="92288"/>
                </a:lnTo>
                <a:lnTo>
                  <a:pt x="721263" y="91609"/>
                </a:lnTo>
                <a:lnTo>
                  <a:pt x="721967" y="94920"/>
                </a:lnTo>
                <a:lnTo>
                  <a:pt x="805509" y="83961"/>
                </a:lnTo>
                <a:lnTo>
                  <a:pt x="818193" y="82304"/>
                </a:lnTo>
                <a:lnTo>
                  <a:pt x="829325" y="80612"/>
                </a:lnTo>
                <a:lnTo>
                  <a:pt x="885437" y="69053"/>
                </a:lnTo>
                <a:lnTo>
                  <a:pt x="888180" y="68048"/>
                </a:lnTo>
                <a:lnTo>
                  <a:pt x="889472" y="67011"/>
                </a:lnTo>
                <a:lnTo>
                  <a:pt x="890474" y="65673"/>
                </a:lnTo>
                <a:lnTo>
                  <a:pt x="890994" y="64137"/>
                </a:lnTo>
                <a:lnTo>
                  <a:pt x="891347" y="61238"/>
                </a:lnTo>
                <a:lnTo>
                  <a:pt x="891498" y="50011"/>
                </a:lnTo>
                <a:lnTo>
                  <a:pt x="913922" y="48270"/>
                </a:lnTo>
                <a:lnTo>
                  <a:pt x="916552" y="61400"/>
                </a:lnTo>
                <a:lnTo>
                  <a:pt x="917282" y="63546"/>
                </a:lnTo>
                <a:lnTo>
                  <a:pt x="918987" y="65527"/>
                </a:lnTo>
                <a:lnTo>
                  <a:pt x="921876" y="67136"/>
                </a:lnTo>
                <a:lnTo>
                  <a:pt x="925947" y="67808"/>
                </a:lnTo>
                <a:lnTo>
                  <a:pt x="932361" y="68143"/>
                </a:lnTo>
                <a:lnTo>
                  <a:pt x="959094" y="65143"/>
                </a:lnTo>
                <a:lnTo>
                  <a:pt x="983072" y="63293"/>
                </a:lnTo>
                <a:lnTo>
                  <a:pt x="995707" y="61921"/>
                </a:lnTo>
                <a:lnTo>
                  <a:pt x="1008044" y="60500"/>
                </a:lnTo>
                <a:lnTo>
                  <a:pt x="1030675" y="57893"/>
                </a:lnTo>
                <a:lnTo>
                  <a:pt x="1071466" y="52775"/>
                </a:lnTo>
                <a:lnTo>
                  <a:pt x="1088837" y="50442"/>
                </a:lnTo>
                <a:lnTo>
                  <a:pt x="1127258" y="46827"/>
                </a:lnTo>
                <a:lnTo>
                  <a:pt x="1133800" y="45998"/>
                </a:lnTo>
                <a:lnTo>
                  <a:pt x="1138853" y="46209"/>
                </a:lnTo>
                <a:lnTo>
                  <a:pt x="1144706" y="45661"/>
                </a:lnTo>
                <a:lnTo>
                  <a:pt x="1160714" y="43298"/>
                </a:lnTo>
                <a:lnTo>
                  <a:pt x="1163820" y="43949"/>
                </a:lnTo>
                <a:lnTo>
                  <a:pt x="1166037" y="44774"/>
                </a:lnTo>
                <a:lnTo>
                  <a:pt x="1168170" y="45108"/>
                </a:lnTo>
                <a:lnTo>
                  <a:pt x="1172165" y="44908"/>
                </a:lnTo>
                <a:lnTo>
                  <a:pt x="1188292" y="41770"/>
                </a:lnTo>
                <a:lnTo>
                  <a:pt x="1229687" y="35507"/>
                </a:lnTo>
                <a:lnTo>
                  <a:pt x="1238058" y="35301"/>
                </a:lnTo>
                <a:lnTo>
                  <a:pt x="1240204" y="35060"/>
                </a:lnTo>
                <a:lnTo>
                  <a:pt x="1242365" y="34135"/>
                </a:lnTo>
                <a:lnTo>
                  <a:pt x="1244242" y="32917"/>
                </a:lnTo>
                <a:lnTo>
                  <a:pt x="1245616" y="32465"/>
                </a:lnTo>
                <a:lnTo>
                  <a:pt x="1247182" y="32212"/>
                </a:lnTo>
                <a:lnTo>
                  <a:pt x="1249030" y="31957"/>
                </a:lnTo>
                <a:lnTo>
                  <a:pt x="1250602" y="31408"/>
                </a:lnTo>
                <a:lnTo>
                  <a:pt x="1252475" y="30384"/>
                </a:lnTo>
                <a:lnTo>
                  <a:pt x="1253864" y="29257"/>
                </a:lnTo>
                <a:lnTo>
                  <a:pt x="1255656" y="27259"/>
                </a:lnTo>
                <a:lnTo>
                  <a:pt x="1256668" y="25439"/>
                </a:lnTo>
                <a:lnTo>
                  <a:pt x="1257413" y="22557"/>
                </a:lnTo>
                <a:lnTo>
                  <a:pt x="1257775" y="19269"/>
                </a:lnTo>
                <a:lnTo>
                  <a:pt x="1257847" y="15975"/>
                </a:lnTo>
                <a:lnTo>
                  <a:pt x="1257526" y="4061"/>
                </a:lnTo>
                <a:lnTo>
                  <a:pt x="1268817" y="3725"/>
                </a:lnTo>
                <a:lnTo>
                  <a:pt x="1271104" y="10653"/>
                </a:lnTo>
                <a:lnTo>
                  <a:pt x="1273163" y="14374"/>
                </a:lnTo>
                <a:lnTo>
                  <a:pt x="1275994" y="18314"/>
                </a:lnTo>
                <a:lnTo>
                  <a:pt x="1279313" y="22164"/>
                </a:lnTo>
                <a:lnTo>
                  <a:pt x="1281704" y="24346"/>
                </a:lnTo>
                <a:lnTo>
                  <a:pt x="1283521" y="25543"/>
                </a:lnTo>
                <a:lnTo>
                  <a:pt x="1284777" y="26153"/>
                </a:lnTo>
                <a:lnTo>
                  <a:pt x="1286616" y="26675"/>
                </a:lnTo>
                <a:lnTo>
                  <a:pt x="1289816" y="27041"/>
                </a:lnTo>
                <a:lnTo>
                  <a:pt x="1305612" y="25737"/>
                </a:lnTo>
                <a:lnTo>
                  <a:pt x="1305706" y="30387"/>
                </a:lnTo>
                <a:lnTo>
                  <a:pt x="1334360" y="28105"/>
                </a:lnTo>
                <a:lnTo>
                  <a:pt x="1333698" y="22859"/>
                </a:lnTo>
                <a:lnTo>
                  <a:pt x="1349327" y="21223"/>
                </a:lnTo>
                <a:lnTo>
                  <a:pt x="1408608" y="15002"/>
                </a:lnTo>
                <a:lnTo>
                  <a:pt x="1411979" y="12168"/>
                </a:lnTo>
                <a:lnTo>
                  <a:pt x="1426358" y="13259"/>
                </a:lnTo>
                <a:lnTo>
                  <a:pt x="1426282" y="12100"/>
                </a:lnTo>
                <a:lnTo>
                  <a:pt x="1431437" y="12305"/>
                </a:lnTo>
                <a:lnTo>
                  <a:pt x="1434654" y="12181"/>
                </a:lnTo>
                <a:lnTo>
                  <a:pt x="1436114" y="12120"/>
                </a:lnTo>
                <a:lnTo>
                  <a:pt x="1460638" y="11876"/>
                </a:lnTo>
                <a:lnTo>
                  <a:pt x="1466310" y="10648"/>
                </a:lnTo>
                <a:lnTo>
                  <a:pt x="1495200" y="6815"/>
                </a:lnTo>
                <a:lnTo>
                  <a:pt x="1532103" y="1230"/>
                </a:lnTo>
                <a:lnTo>
                  <a:pt x="1532795" y="5124"/>
                </a:lnTo>
                <a:lnTo>
                  <a:pt x="1556998" y="1966"/>
                </a:lnTo>
                <a:lnTo>
                  <a:pt x="1613271" y="867"/>
                </a:lnTo>
                <a:lnTo>
                  <a:pt x="1620858" y="1032"/>
                </a:lnTo>
                <a:lnTo>
                  <a:pt x="1621174" y="4529"/>
                </a:lnTo>
                <a:lnTo>
                  <a:pt x="1636752" y="3896"/>
                </a:lnTo>
                <a:lnTo>
                  <a:pt x="1636618" y="1375"/>
                </a:lnTo>
                <a:lnTo>
                  <a:pt x="1648517" y="88"/>
                </a:lnTo>
                <a:lnTo>
                  <a:pt x="1648662" y="2415"/>
                </a:lnTo>
                <a:lnTo>
                  <a:pt x="1671443" y="1938"/>
                </a:lnTo>
                <a:lnTo>
                  <a:pt x="1671289" y="0"/>
                </a:lnTo>
                <a:lnTo>
                  <a:pt x="1676252" y="7"/>
                </a:lnTo>
                <a:lnTo>
                  <a:pt x="1676293" y="2433"/>
                </a:lnTo>
                <a:lnTo>
                  <a:pt x="1687779" y="2488"/>
                </a:lnTo>
                <a:lnTo>
                  <a:pt x="1687722" y="5098"/>
                </a:lnTo>
                <a:lnTo>
                  <a:pt x="1693853" y="5138"/>
                </a:lnTo>
                <a:lnTo>
                  <a:pt x="1693999" y="2725"/>
                </a:lnTo>
                <a:lnTo>
                  <a:pt x="1707155" y="6400"/>
                </a:lnTo>
                <a:lnTo>
                  <a:pt x="1707433" y="11628"/>
                </a:lnTo>
                <a:lnTo>
                  <a:pt x="1716986" y="11768"/>
                </a:lnTo>
                <a:lnTo>
                  <a:pt x="1720466" y="11911"/>
                </a:lnTo>
                <a:lnTo>
                  <a:pt x="1720545" y="25958"/>
                </a:lnTo>
                <a:lnTo>
                  <a:pt x="1722199" y="25994"/>
                </a:lnTo>
                <a:lnTo>
                  <a:pt x="1722624" y="37816"/>
                </a:lnTo>
                <a:lnTo>
                  <a:pt x="1730708" y="58805"/>
                </a:lnTo>
                <a:lnTo>
                  <a:pt x="1722811" y="62233"/>
                </a:lnTo>
                <a:lnTo>
                  <a:pt x="1712583" y="34404"/>
                </a:lnTo>
                <a:lnTo>
                  <a:pt x="1705547" y="17595"/>
                </a:lnTo>
                <a:lnTo>
                  <a:pt x="1704224" y="16020"/>
                </a:lnTo>
                <a:lnTo>
                  <a:pt x="1690272" y="8644"/>
                </a:lnTo>
                <a:lnTo>
                  <a:pt x="1688439" y="7826"/>
                </a:lnTo>
                <a:lnTo>
                  <a:pt x="1666521" y="4350"/>
                </a:lnTo>
                <a:lnTo>
                  <a:pt x="1663894" y="4394"/>
                </a:lnTo>
                <a:lnTo>
                  <a:pt x="1664222" y="7299"/>
                </a:lnTo>
                <a:lnTo>
                  <a:pt x="1634494" y="9272"/>
                </a:lnTo>
                <a:lnTo>
                  <a:pt x="1567067" y="13416"/>
                </a:lnTo>
                <a:lnTo>
                  <a:pt x="1483719" y="24581"/>
                </a:lnTo>
                <a:lnTo>
                  <a:pt x="1448709" y="32531"/>
                </a:lnTo>
                <a:lnTo>
                  <a:pt x="1425217" y="30346"/>
                </a:lnTo>
                <a:lnTo>
                  <a:pt x="1413355" y="29243"/>
                </a:lnTo>
                <a:lnTo>
                  <a:pt x="1403634" y="28837"/>
                </a:lnTo>
                <a:lnTo>
                  <a:pt x="1394471" y="29414"/>
                </a:lnTo>
                <a:lnTo>
                  <a:pt x="1332789" y="37949"/>
                </a:lnTo>
                <a:lnTo>
                  <a:pt x="1322301" y="36748"/>
                </a:lnTo>
                <a:lnTo>
                  <a:pt x="1301426" y="39006"/>
                </a:lnTo>
                <a:lnTo>
                  <a:pt x="1301733" y="42891"/>
                </a:lnTo>
                <a:lnTo>
                  <a:pt x="1270452" y="49181"/>
                </a:lnTo>
                <a:lnTo>
                  <a:pt x="1264600" y="50017"/>
                </a:lnTo>
                <a:lnTo>
                  <a:pt x="1260312" y="50312"/>
                </a:lnTo>
                <a:lnTo>
                  <a:pt x="1234584" y="51880"/>
                </a:lnTo>
                <a:lnTo>
                  <a:pt x="1219777" y="52724"/>
                </a:lnTo>
                <a:lnTo>
                  <a:pt x="1202811" y="54094"/>
                </a:lnTo>
                <a:lnTo>
                  <a:pt x="1186024" y="56247"/>
                </a:lnTo>
                <a:lnTo>
                  <a:pt x="1141080" y="60201"/>
                </a:lnTo>
                <a:lnTo>
                  <a:pt x="1133798" y="59366"/>
                </a:lnTo>
                <a:lnTo>
                  <a:pt x="1128274" y="58477"/>
                </a:lnTo>
                <a:lnTo>
                  <a:pt x="1120780" y="58406"/>
                </a:lnTo>
                <a:lnTo>
                  <a:pt x="1115129" y="58671"/>
                </a:lnTo>
                <a:lnTo>
                  <a:pt x="1109777" y="58842"/>
                </a:lnTo>
                <a:lnTo>
                  <a:pt x="1100795" y="60099"/>
                </a:lnTo>
                <a:lnTo>
                  <a:pt x="1073764" y="63481"/>
                </a:lnTo>
                <a:lnTo>
                  <a:pt x="1059042" y="64808"/>
                </a:lnTo>
                <a:lnTo>
                  <a:pt x="1042829" y="67547"/>
                </a:lnTo>
                <a:lnTo>
                  <a:pt x="1029247" y="70157"/>
                </a:lnTo>
                <a:lnTo>
                  <a:pt x="1018203" y="72147"/>
                </a:lnTo>
                <a:lnTo>
                  <a:pt x="1008149" y="73668"/>
                </a:lnTo>
                <a:lnTo>
                  <a:pt x="1001797" y="74788"/>
                </a:lnTo>
                <a:lnTo>
                  <a:pt x="989212" y="76212"/>
                </a:lnTo>
                <a:lnTo>
                  <a:pt x="982572" y="77225"/>
                </a:lnTo>
                <a:lnTo>
                  <a:pt x="963412" y="81065"/>
                </a:lnTo>
                <a:lnTo>
                  <a:pt x="952022" y="83580"/>
                </a:lnTo>
                <a:lnTo>
                  <a:pt x="942113" y="87428"/>
                </a:lnTo>
                <a:lnTo>
                  <a:pt x="936841" y="90271"/>
                </a:lnTo>
                <a:lnTo>
                  <a:pt x="933535" y="92472"/>
                </a:lnTo>
                <a:lnTo>
                  <a:pt x="931582" y="94854"/>
                </a:lnTo>
                <a:lnTo>
                  <a:pt x="929680" y="97229"/>
                </a:lnTo>
                <a:lnTo>
                  <a:pt x="928443" y="100692"/>
                </a:lnTo>
                <a:lnTo>
                  <a:pt x="927977" y="104071"/>
                </a:lnTo>
                <a:lnTo>
                  <a:pt x="927719" y="138146"/>
                </a:lnTo>
                <a:lnTo>
                  <a:pt x="928627" y="185606"/>
                </a:lnTo>
                <a:lnTo>
                  <a:pt x="928901" y="199961"/>
                </a:lnTo>
                <a:lnTo>
                  <a:pt x="932255" y="242447"/>
                </a:lnTo>
                <a:lnTo>
                  <a:pt x="934095" y="257537"/>
                </a:lnTo>
                <a:lnTo>
                  <a:pt x="936212" y="274881"/>
                </a:lnTo>
                <a:lnTo>
                  <a:pt x="936637" y="282344"/>
                </a:lnTo>
                <a:lnTo>
                  <a:pt x="935989" y="303050"/>
                </a:lnTo>
                <a:lnTo>
                  <a:pt x="934046" y="329542"/>
                </a:lnTo>
                <a:lnTo>
                  <a:pt x="937340" y="352472"/>
                </a:lnTo>
                <a:lnTo>
                  <a:pt x="940476" y="409581"/>
                </a:lnTo>
                <a:lnTo>
                  <a:pt x="942581" y="433449"/>
                </a:lnTo>
                <a:lnTo>
                  <a:pt x="946901" y="458624"/>
                </a:lnTo>
                <a:lnTo>
                  <a:pt x="948849" y="471739"/>
                </a:lnTo>
                <a:lnTo>
                  <a:pt x="951719" y="500854"/>
                </a:lnTo>
                <a:lnTo>
                  <a:pt x="953525" y="525112"/>
                </a:lnTo>
                <a:lnTo>
                  <a:pt x="955371" y="547614"/>
                </a:lnTo>
                <a:lnTo>
                  <a:pt x="956446" y="565172"/>
                </a:lnTo>
                <a:lnTo>
                  <a:pt x="957173" y="589694"/>
                </a:lnTo>
                <a:lnTo>
                  <a:pt x="957620" y="604805"/>
                </a:lnTo>
                <a:lnTo>
                  <a:pt x="947723" y="603422"/>
                </a:lnTo>
                <a:lnTo>
                  <a:pt x="945835" y="565228"/>
                </a:lnTo>
                <a:lnTo>
                  <a:pt x="950027" y="565032"/>
                </a:lnTo>
                <a:lnTo>
                  <a:pt x="948751" y="552024"/>
                </a:lnTo>
                <a:lnTo>
                  <a:pt x="947989" y="544022"/>
                </a:lnTo>
                <a:lnTo>
                  <a:pt x="947008" y="533775"/>
                </a:lnTo>
                <a:lnTo>
                  <a:pt x="945640" y="520673"/>
                </a:lnTo>
                <a:lnTo>
                  <a:pt x="944471" y="511741"/>
                </a:lnTo>
                <a:lnTo>
                  <a:pt x="944140" y="500308"/>
                </a:lnTo>
                <a:lnTo>
                  <a:pt x="944123" y="483162"/>
                </a:lnTo>
                <a:lnTo>
                  <a:pt x="940617" y="483187"/>
                </a:lnTo>
                <a:lnTo>
                  <a:pt x="938564" y="461543"/>
                </a:lnTo>
                <a:lnTo>
                  <a:pt x="935528" y="435424"/>
                </a:lnTo>
                <a:lnTo>
                  <a:pt x="932238" y="412308"/>
                </a:lnTo>
                <a:lnTo>
                  <a:pt x="929207" y="390938"/>
                </a:lnTo>
                <a:lnTo>
                  <a:pt x="927980" y="371349"/>
                </a:lnTo>
                <a:lnTo>
                  <a:pt x="925670" y="352217"/>
                </a:lnTo>
                <a:lnTo>
                  <a:pt x="923686" y="331741"/>
                </a:lnTo>
                <a:lnTo>
                  <a:pt x="925454" y="304273"/>
                </a:lnTo>
                <a:lnTo>
                  <a:pt x="926689" y="283293"/>
                </a:lnTo>
                <a:lnTo>
                  <a:pt x="926635" y="276802"/>
                </a:lnTo>
                <a:lnTo>
                  <a:pt x="926190" y="270589"/>
                </a:lnTo>
                <a:lnTo>
                  <a:pt x="923434" y="254262"/>
                </a:lnTo>
                <a:lnTo>
                  <a:pt x="919172" y="226477"/>
                </a:lnTo>
                <a:lnTo>
                  <a:pt x="918168" y="209985"/>
                </a:lnTo>
                <a:lnTo>
                  <a:pt x="916120" y="179147"/>
                </a:lnTo>
                <a:lnTo>
                  <a:pt x="916650" y="163864"/>
                </a:lnTo>
                <a:lnTo>
                  <a:pt x="914273" y="138824"/>
                </a:lnTo>
                <a:lnTo>
                  <a:pt x="907286" y="102258"/>
                </a:lnTo>
                <a:lnTo>
                  <a:pt x="894571" y="96369"/>
                </a:lnTo>
                <a:lnTo>
                  <a:pt x="892152" y="95826"/>
                </a:lnTo>
                <a:lnTo>
                  <a:pt x="889622" y="95678"/>
                </a:lnTo>
                <a:lnTo>
                  <a:pt x="886791" y="96098"/>
                </a:lnTo>
                <a:lnTo>
                  <a:pt x="850180" y="105853"/>
                </a:lnTo>
                <a:lnTo>
                  <a:pt x="816681" y="115971"/>
                </a:lnTo>
                <a:lnTo>
                  <a:pt x="814251" y="111270"/>
                </a:lnTo>
                <a:lnTo>
                  <a:pt x="755457" y="118046"/>
                </a:lnTo>
                <a:lnTo>
                  <a:pt x="686573" y="125996"/>
                </a:lnTo>
                <a:lnTo>
                  <a:pt x="681568" y="126571"/>
                </a:lnTo>
                <a:lnTo>
                  <a:pt x="682230" y="131816"/>
                </a:lnTo>
                <a:lnTo>
                  <a:pt x="655883" y="135110"/>
                </a:lnTo>
                <a:lnTo>
                  <a:pt x="655421" y="129675"/>
                </a:lnTo>
                <a:lnTo>
                  <a:pt x="614037" y="135360"/>
                </a:lnTo>
                <a:lnTo>
                  <a:pt x="607601" y="135989"/>
                </a:lnTo>
                <a:lnTo>
                  <a:pt x="600782" y="136228"/>
                </a:lnTo>
                <a:lnTo>
                  <a:pt x="556149" y="134879"/>
                </a:lnTo>
                <a:lnTo>
                  <a:pt x="548564" y="134646"/>
                </a:lnTo>
                <a:lnTo>
                  <a:pt x="543546" y="134494"/>
                </a:lnTo>
                <a:lnTo>
                  <a:pt x="535767" y="136453"/>
                </a:lnTo>
                <a:lnTo>
                  <a:pt x="504269" y="143994"/>
                </a:lnTo>
                <a:lnTo>
                  <a:pt x="498597" y="145230"/>
                </a:lnTo>
                <a:lnTo>
                  <a:pt x="492548" y="146061"/>
                </a:lnTo>
                <a:lnTo>
                  <a:pt x="426559" y="146356"/>
                </a:lnTo>
                <a:lnTo>
                  <a:pt x="415070" y="146493"/>
                </a:lnTo>
                <a:lnTo>
                  <a:pt x="407274" y="146906"/>
                </a:lnTo>
                <a:lnTo>
                  <a:pt x="369810" y="151510"/>
                </a:lnTo>
                <a:lnTo>
                  <a:pt x="337035" y="155051"/>
                </a:lnTo>
                <a:lnTo>
                  <a:pt x="330971" y="156270"/>
                </a:lnTo>
                <a:lnTo>
                  <a:pt x="326654" y="157925"/>
                </a:lnTo>
                <a:lnTo>
                  <a:pt x="322719" y="159968"/>
                </a:lnTo>
                <a:lnTo>
                  <a:pt x="319174" y="161825"/>
                </a:lnTo>
                <a:lnTo>
                  <a:pt x="316003" y="164468"/>
                </a:lnTo>
                <a:lnTo>
                  <a:pt x="308085" y="177123"/>
                </a:lnTo>
                <a:lnTo>
                  <a:pt x="306749" y="180102"/>
                </a:lnTo>
                <a:lnTo>
                  <a:pt x="306445" y="183044"/>
                </a:lnTo>
                <a:lnTo>
                  <a:pt x="308728" y="225220"/>
                </a:lnTo>
                <a:lnTo>
                  <a:pt x="309910" y="242485"/>
                </a:lnTo>
                <a:lnTo>
                  <a:pt x="310568" y="250197"/>
                </a:lnTo>
                <a:lnTo>
                  <a:pt x="311693" y="263439"/>
                </a:lnTo>
                <a:lnTo>
                  <a:pt x="312933" y="277705"/>
                </a:lnTo>
                <a:lnTo>
                  <a:pt x="303755" y="270042"/>
                </a:lnTo>
                <a:lnTo>
                  <a:pt x="300101" y="246047"/>
                </a:lnTo>
                <a:lnTo>
                  <a:pt x="299822" y="227644"/>
                </a:lnTo>
                <a:lnTo>
                  <a:pt x="297184" y="170546"/>
                </a:lnTo>
                <a:lnTo>
                  <a:pt x="296446" y="168493"/>
                </a:lnTo>
                <a:lnTo>
                  <a:pt x="295015" y="167203"/>
                </a:lnTo>
                <a:lnTo>
                  <a:pt x="292708" y="165893"/>
                </a:lnTo>
                <a:lnTo>
                  <a:pt x="289708" y="165345"/>
                </a:lnTo>
                <a:lnTo>
                  <a:pt x="242999" y="164997"/>
                </a:lnTo>
                <a:lnTo>
                  <a:pt x="181395" y="169460"/>
                </a:lnTo>
                <a:lnTo>
                  <a:pt x="138505" y="172972"/>
                </a:lnTo>
                <a:lnTo>
                  <a:pt x="97518" y="178073"/>
                </a:lnTo>
                <a:lnTo>
                  <a:pt x="61470" y="179605"/>
                </a:lnTo>
                <a:lnTo>
                  <a:pt x="41170" y="182455"/>
                </a:lnTo>
                <a:lnTo>
                  <a:pt x="25557" y="184631"/>
                </a:lnTo>
                <a:lnTo>
                  <a:pt x="0" y="188229"/>
                </a:lnTo>
                <a:lnTo>
                  <a:pt x="0" y="136674"/>
                </a:lnTo>
                <a:lnTo>
                  <a:pt x="1563" y="13820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81F855-C77F-41A3-B7DE-F425CD52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894" y="2917194"/>
            <a:ext cx="48098" cy="20852"/>
          </a:xfrm>
          <a:custGeom xmlns:a="http://schemas.openxmlformats.org/drawingml/2006/main">
            <a:pathLst>
              <a:path w="48098" h="20852">
                <a:moveTo>
                  <a:pt x="10745" y="2247"/>
                </a:moveTo>
                <a:lnTo>
                  <a:pt x="10740" y="2500"/>
                </a:lnTo>
                <a:lnTo>
                  <a:pt x="10734" y="2753"/>
                </a:lnTo>
                <a:lnTo>
                  <a:pt x="10765" y="3008"/>
                </a:lnTo>
                <a:lnTo>
                  <a:pt x="10906" y="3213"/>
                </a:lnTo>
                <a:lnTo>
                  <a:pt x="11135" y="3328"/>
                </a:lnTo>
                <a:lnTo>
                  <a:pt x="11397" y="3326"/>
                </a:lnTo>
                <a:lnTo>
                  <a:pt x="11649" y="3382"/>
                </a:lnTo>
                <a:lnTo>
                  <a:pt x="11902" y="3455"/>
                </a:lnTo>
                <a:lnTo>
                  <a:pt x="12101" y="3620"/>
                </a:lnTo>
                <a:lnTo>
                  <a:pt x="12271" y="3818"/>
                </a:lnTo>
                <a:lnTo>
                  <a:pt x="12324" y="4072"/>
                </a:lnTo>
                <a:lnTo>
                  <a:pt x="12297" y="4308"/>
                </a:lnTo>
                <a:lnTo>
                  <a:pt x="12241" y="4552"/>
                </a:lnTo>
                <a:lnTo>
                  <a:pt x="12308" y="4807"/>
                </a:lnTo>
                <a:lnTo>
                  <a:pt x="12463" y="5005"/>
                </a:lnTo>
                <a:lnTo>
                  <a:pt x="12545" y="5260"/>
                </a:lnTo>
                <a:lnTo>
                  <a:pt x="12547" y="5505"/>
                </a:lnTo>
                <a:lnTo>
                  <a:pt x="12607" y="5743"/>
                </a:lnTo>
                <a:lnTo>
                  <a:pt x="12686" y="6125"/>
                </a:lnTo>
                <a:lnTo>
                  <a:pt x="12702" y="6371"/>
                </a:lnTo>
                <a:lnTo>
                  <a:pt x="12791" y="6609"/>
                </a:lnTo>
                <a:lnTo>
                  <a:pt x="12946" y="6824"/>
                </a:lnTo>
                <a:lnTo>
                  <a:pt x="13124" y="7005"/>
                </a:lnTo>
                <a:lnTo>
                  <a:pt x="13220" y="7252"/>
                </a:lnTo>
                <a:lnTo>
                  <a:pt x="13324" y="7482"/>
                </a:lnTo>
                <a:lnTo>
                  <a:pt x="13405" y="7729"/>
                </a:lnTo>
                <a:lnTo>
                  <a:pt x="13554" y="7918"/>
                </a:lnTo>
                <a:lnTo>
                  <a:pt x="13775" y="8084"/>
                </a:lnTo>
                <a:lnTo>
                  <a:pt x="13974" y="8257"/>
                </a:lnTo>
                <a:lnTo>
                  <a:pt x="14167" y="8430"/>
                </a:lnTo>
                <a:lnTo>
                  <a:pt x="14359" y="8603"/>
                </a:lnTo>
                <a:lnTo>
                  <a:pt x="14506" y="8818"/>
                </a:lnTo>
                <a:lnTo>
                  <a:pt x="14713" y="8991"/>
                </a:lnTo>
                <a:lnTo>
                  <a:pt x="15884" y="9862"/>
                </a:lnTo>
                <a:lnTo>
                  <a:pt x="20801" y="9292"/>
                </a:lnTo>
                <a:lnTo>
                  <a:pt x="21056" y="9255"/>
                </a:lnTo>
                <a:lnTo>
                  <a:pt x="21303" y="9201"/>
                </a:lnTo>
                <a:lnTo>
                  <a:pt x="21544" y="9148"/>
                </a:lnTo>
                <a:lnTo>
                  <a:pt x="21799" y="9077"/>
                </a:lnTo>
                <a:lnTo>
                  <a:pt x="22034" y="8981"/>
                </a:lnTo>
                <a:lnTo>
                  <a:pt x="22269" y="8859"/>
                </a:lnTo>
                <a:lnTo>
                  <a:pt x="22468" y="8711"/>
                </a:lnTo>
                <a:lnTo>
                  <a:pt x="22603" y="8503"/>
                </a:lnTo>
                <a:lnTo>
                  <a:pt x="22658" y="8276"/>
                </a:lnTo>
                <a:lnTo>
                  <a:pt x="22700" y="8023"/>
                </a:lnTo>
                <a:lnTo>
                  <a:pt x="22756" y="7779"/>
                </a:lnTo>
                <a:lnTo>
                  <a:pt x="22768" y="7552"/>
                </a:lnTo>
                <a:lnTo>
                  <a:pt x="22824" y="7308"/>
                </a:lnTo>
                <a:lnTo>
                  <a:pt x="22888" y="7072"/>
                </a:lnTo>
                <a:lnTo>
                  <a:pt x="22972" y="6846"/>
                </a:lnTo>
                <a:lnTo>
                  <a:pt x="23093" y="6612"/>
                </a:lnTo>
                <a:lnTo>
                  <a:pt x="23207" y="6403"/>
                </a:lnTo>
                <a:lnTo>
                  <a:pt x="23321" y="6161"/>
                </a:lnTo>
                <a:lnTo>
                  <a:pt x="23478" y="5944"/>
                </a:lnTo>
                <a:lnTo>
                  <a:pt x="23635" y="5745"/>
                </a:lnTo>
                <a:lnTo>
                  <a:pt x="23748" y="5536"/>
                </a:lnTo>
                <a:lnTo>
                  <a:pt x="23840" y="5302"/>
                </a:lnTo>
                <a:lnTo>
                  <a:pt x="23884" y="4948"/>
                </a:lnTo>
                <a:lnTo>
                  <a:pt x="24012" y="4748"/>
                </a:lnTo>
                <a:lnTo>
                  <a:pt x="24197" y="4549"/>
                </a:lnTo>
                <a:lnTo>
                  <a:pt x="24383" y="4367"/>
                </a:lnTo>
                <a:lnTo>
                  <a:pt x="24596" y="4236"/>
                </a:lnTo>
                <a:lnTo>
                  <a:pt x="24830" y="4123"/>
                </a:lnTo>
                <a:lnTo>
                  <a:pt x="25052" y="3959"/>
                </a:lnTo>
                <a:lnTo>
                  <a:pt x="25201" y="3742"/>
                </a:lnTo>
                <a:lnTo>
                  <a:pt x="25388" y="3518"/>
                </a:lnTo>
                <a:lnTo>
                  <a:pt x="25607" y="3430"/>
                </a:lnTo>
                <a:lnTo>
                  <a:pt x="25863" y="3360"/>
                </a:lnTo>
                <a:lnTo>
                  <a:pt x="26091" y="3221"/>
                </a:lnTo>
                <a:lnTo>
                  <a:pt x="26276" y="3014"/>
                </a:lnTo>
                <a:lnTo>
                  <a:pt x="26426" y="2814"/>
                </a:lnTo>
                <a:lnTo>
                  <a:pt x="26611" y="2624"/>
                </a:lnTo>
                <a:lnTo>
                  <a:pt x="26825" y="2476"/>
                </a:lnTo>
                <a:lnTo>
                  <a:pt x="27080" y="2431"/>
                </a:lnTo>
                <a:lnTo>
                  <a:pt x="27320" y="2419"/>
                </a:lnTo>
                <a:lnTo>
                  <a:pt x="27573" y="2450"/>
                </a:lnTo>
                <a:lnTo>
                  <a:pt x="27818" y="2515"/>
                </a:lnTo>
                <a:lnTo>
                  <a:pt x="28071" y="2571"/>
                </a:lnTo>
                <a:lnTo>
                  <a:pt x="28316" y="2627"/>
                </a:lnTo>
                <a:lnTo>
                  <a:pt x="28554" y="2716"/>
                </a:lnTo>
                <a:lnTo>
                  <a:pt x="28783" y="2840"/>
                </a:lnTo>
                <a:lnTo>
                  <a:pt x="28998" y="2979"/>
                </a:lnTo>
                <a:lnTo>
                  <a:pt x="29266" y="2985"/>
                </a:lnTo>
                <a:lnTo>
                  <a:pt x="29520" y="2999"/>
                </a:lnTo>
                <a:lnTo>
                  <a:pt x="29779" y="3072"/>
                </a:lnTo>
                <a:lnTo>
                  <a:pt x="30002" y="3170"/>
                </a:lnTo>
                <a:lnTo>
                  <a:pt x="30187" y="3352"/>
                </a:lnTo>
                <a:lnTo>
                  <a:pt x="30335" y="3575"/>
                </a:lnTo>
                <a:lnTo>
                  <a:pt x="30815" y="3838"/>
                </a:lnTo>
                <a:lnTo>
                  <a:pt x="31045" y="3928"/>
                </a:lnTo>
                <a:lnTo>
                  <a:pt x="31252" y="4085"/>
                </a:lnTo>
                <a:lnTo>
                  <a:pt x="31378" y="4290"/>
                </a:lnTo>
                <a:lnTo>
                  <a:pt x="31402" y="4536"/>
                </a:lnTo>
                <a:lnTo>
                  <a:pt x="31332" y="4771"/>
                </a:lnTo>
                <a:lnTo>
                  <a:pt x="31340" y="5041"/>
                </a:lnTo>
                <a:lnTo>
                  <a:pt x="31481" y="5247"/>
                </a:lnTo>
                <a:lnTo>
                  <a:pt x="31720" y="5286"/>
                </a:lnTo>
                <a:lnTo>
                  <a:pt x="31981" y="5266"/>
                </a:lnTo>
                <a:lnTo>
                  <a:pt x="32221" y="5255"/>
                </a:lnTo>
                <a:lnTo>
                  <a:pt x="32475" y="5235"/>
                </a:lnTo>
                <a:lnTo>
                  <a:pt x="32723" y="5198"/>
                </a:lnTo>
                <a:lnTo>
                  <a:pt x="32976" y="5220"/>
                </a:lnTo>
                <a:lnTo>
                  <a:pt x="33228" y="5310"/>
                </a:lnTo>
                <a:lnTo>
                  <a:pt x="33398" y="5508"/>
                </a:lnTo>
                <a:lnTo>
                  <a:pt x="33516" y="5739"/>
                </a:lnTo>
                <a:lnTo>
                  <a:pt x="33694" y="5912"/>
                </a:lnTo>
                <a:lnTo>
                  <a:pt x="33909" y="6052"/>
                </a:lnTo>
                <a:lnTo>
                  <a:pt x="34108" y="6208"/>
                </a:lnTo>
                <a:lnTo>
                  <a:pt x="34205" y="6455"/>
                </a:lnTo>
                <a:lnTo>
                  <a:pt x="34170" y="6725"/>
                </a:lnTo>
                <a:lnTo>
                  <a:pt x="34907" y="7163"/>
                </a:lnTo>
                <a:lnTo>
                  <a:pt x="34948" y="7316"/>
                </a:lnTo>
                <a:lnTo>
                  <a:pt x="34899" y="7560"/>
                </a:lnTo>
                <a:lnTo>
                  <a:pt x="34821" y="7787"/>
                </a:lnTo>
                <a:lnTo>
                  <a:pt x="34715" y="8013"/>
                </a:lnTo>
                <a:lnTo>
                  <a:pt x="34651" y="8273"/>
                </a:lnTo>
                <a:lnTo>
                  <a:pt x="34661" y="8510"/>
                </a:lnTo>
                <a:lnTo>
                  <a:pt x="34627" y="8704"/>
                </a:lnTo>
                <a:lnTo>
                  <a:pt x="34637" y="8949"/>
                </a:lnTo>
                <a:lnTo>
                  <a:pt x="34653" y="9203"/>
                </a:lnTo>
                <a:lnTo>
                  <a:pt x="34684" y="9440"/>
                </a:lnTo>
                <a:lnTo>
                  <a:pt x="34891" y="9622"/>
                </a:lnTo>
                <a:lnTo>
                  <a:pt x="35009" y="9836"/>
                </a:lnTo>
                <a:lnTo>
                  <a:pt x="35150" y="10050"/>
                </a:lnTo>
                <a:lnTo>
                  <a:pt x="35334" y="10232"/>
                </a:lnTo>
                <a:lnTo>
                  <a:pt x="35467" y="10454"/>
                </a:lnTo>
                <a:lnTo>
                  <a:pt x="35549" y="10709"/>
                </a:lnTo>
                <a:lnTo>
                  <a:pt x="35565" y="10955"/>
                </a:lnTo>
                <a:lnTo>
                  <a:pt x="35575" y="11192"/>
                </a:lnTo>
                <a:lnTo>
                  <a:pt x="35613" y="11438"/>
                </a:lnTo>
                <a:lnTo>
                  <a:pt x="35859" y="11468"/>
                </a:lnTo>
                <a:lnTo>
                  <a:pt x="36113" y="11474"/>
                </a:lnTo>
                <a:lnTo>
                  <a:pt x="36343" y="11572"/>
                </a:lnTo>
                <a:lnTo>
                  <a:pt x="36558" y="11703"/>
                </a:lnTo>
                <a:lnTo>
                  <a:pt x="36750" y="11876"/>
                </a:lnTo>
                <a:lnTo>
                  <a:pt x="36979" y="12000"/>
                </a:lnTo>
                <a:lnTo>
                  <a:pt x="37247" y="12056"/>
                </a:lnTo>
                <a:lnTo>
                  <a:pt x="37488" y="11960"/>
                </a:lnTo>
                <a:lnTo>
                  <a:pt x="37708" y="11855"/>
                </a:lnTo>
                <a:lnTo>
                  <a:pt x="37956" y="11792"/>
                </a:lnTo>
                <a:lnTo>
                  <a:pt x="38211" y="11739"/>
                </a:lnTo>
                <a:lnTo>
                  <a:pt x="38458" y="11719"/>
                </a:lnTo>
                <a:lnTo>
                  <a:pt x="38734" y="11708"/>
                </a:lnTo>
                <a:lnTo>
                  <a:pt x="39096" y="11733"/>
                </a:lnTo>
                <a:lnTo>
                  <a:pt x="39356" y="11806"/>
                </a:lnTo>
                <a:lnTo>
                  <a:pt x="39623" y="11862"/>
                </a:lnTo>
                <a:lnTo>
                  <a:pt x="39878" y="11842"/>
                </a:lnTo>
                <a:lnTo>
                  <a:pt x="40119" y="11738"/>
                </a:lnTo>
                <a:lnTo>
                  <a:pt x="40354" y="11599"/>
                </a:lnTo>
                <a:lnTo>
                  <a:pt x="40576" y="11443"/>
                </a:lnTo>
                <a:lnTo>
                  <a:pt x="40837" y="11415"/>
                </a:lnTo>
                <a:lnTo>
                  <a:pt x="41091" y="11446"/>
                </a:lnTo>
                <a:lnTo>
                  <a:pt x="41344" y="11485"/>
                </a:lnTo>
                <a:lnTo>
                  <a:pt x="41584" y="11465"/>
                </a:lnTo>
                <a:lnTo>
                  <a:pt x="41846" y="11412"/>
                </a:lnTo>
                <a:lnTo>
                  <a:pt x="42116" y="11333"/>
                </a:lnTo>
                <a:lnTo>
                  <a:pt x="42343" y="11228"/>
                </a:lnTo>
                <a:lnTo>
                  <a:pt x="42571" y="11106"/>
                </a:lnTo>
                <a:lnTo>
                  <a:pt x="42798" y="11001"/>
                </a:lnTo>
                <a:lnTo>
                  <a:pt x="43046" y="10922"/>
                </a:lnTo>
                <a:lnTo>
                  <a:pt x="43287" y="10851"/>
                </a:lnTo>
                <a:lnTo>
                  <a:pt x="43556" y="10849"/>
                </a:lnTo>
                <a:lnTo>
                  <a:pt x="43815" y="10922"/>
                </a:lnTo>
                <a:lnTo>
                  <a:pt x="44052" y="11037"/>
                </a:lnTo>
                <a:lnTo>
                  <a:pt x="44320" y="11077"/>
                </a:lnTo>
                <a:lnTo>
                  <a:pt x="44561" y="11014"/>
                </a:lnTo>
                <a:lnTo>
                  <a:pt x="44824" y="10935"/>
                </a:lnTo>
                <a:lnTo>
                  <a:pt x="45064" y="10865"/>
                </a:lnTo>
                <a:lnTo>
                  <a:pt x="45313" y="10777"/>
                </a:lnTo>
                <a:lnTo>
                  <a:pt x="45498" y="10612"/>
                </a:lnTo>
                <a:lnTo>
                  <a:pt x="45597" y="10386"/>
                </a:lnTo>
                <a:lnTo>
                  <a:pt x="45653" y="10142"/>
                </a:lnTo>
                <a:lnTo>
                  <a:pt x="45781" y="9925"/>
                </a:lnTo>
                <a:lnTo>
                  <a:pt x="45966" y="9752"/>
                </a:lnTo>
                <a:lnTo>
                  <a:pt x="46131" y="9536"/>
                </a:lnTo>
                <a:lnTo>
                  <a:pt x="46209" y="9284"/>
                </a:lnTo>
                <a:lnTo>
                  <a:pt x="46286" y="9057"/>
                </a:lnTo>
                <a:lnTo>
                  <a:pt x="46458" y="8850"/>
                </a:lnTo>
                <a:lnTo>
                  <a:pt x="46621" y="8650"/>
                </a:lnTo>
                <a:lnTo>
                  <a:pt x="46749" y="8434"/>
                </a:lnTo>
                <a:lnTo>
                  <a:pt x="46827" y="8190"/>
                </a:lnTo>
                <a:lnTo>
                  <a:pt x="46890" y="7955"/>
                </a:lnTo>
                <a:lnTo>
                  <a:pt x="47069" y="7764"/>
                </a:lnTo>
                <a:lnTo>
                  <a:pt x="47324" y="7711"/>
                </a:lnTo>
                <a:lnTo>
                  <a:pt x="47539" y="7834"/>
                </a:lnTo>
                <a:lnTo>
                  <a:pt x="47679" y="8056"/>
                </a:lnTo>
                <a:lnTo>
                  <a:pt x="47746" y="8295"/>
                </a:lnTo>
                <a:lnTo>
                  <a:pt x="47777" y="8540"/>
                </a:lnTo>
                <a:lnTo>
                  <a:pt x="47786" y="8794"/>
                </a:lnTo>
                <a:lnTo>
                  <a:pt x="47832" y="9048"/>
                </a:lnTo>
                <a:lnTo>
                  <a:pt x="47972" y="9271"/>
                </a:lnTo>
                <a:lnTo>
                  <a:pt x="48020" y="9416"/>
                </a:lnTo>
                <a:lnTo>
                  <a:pt x="48072" y="9662"/>
                </a:lnTo>
                <a:lnTo>
                  <a:pt x="48089" y="9916"/>
                </a:lnTo>
                <a:lnTo>
                  <a:pt x="48098" y="10170"/>
                </a:lnTo>
                <a:lnTo>
                  <a:pt x="48092" y="10423"/>
                </a:lnTo>
                <a:lnTo>
                  <a:pt x="48072" y="10693"/>
                </a:lnTo>
                <a:lnTo>
                  <a:pt x="48030" y="10946"/>
                </a:lnTo>
                <a:lnTo>
                  <a:pt x="47895" y="11154"/>
                </a:lnTo>
                <a:lnTo>
                  <a:pt x="47753" y="11362"/>
                </a:lnTo>
                <a:lnTo>
                  <a:pt x="47704" y="11615"/>
                </a:lnTo>
                <a:lnTo>
                  <a:pt x="47698" y="11859"/>
                </a:lnTo>
                <a:lnTo>
                  <a:pt x="47693" y="12113"/>
                </a:lnTo>
                <a:lnTo>
                  <a:pt x="47615" y="12348"/>
                </a:lnTo>
                <a:lnTo>
                  <a:pt x="47582" y="12567"/>
                </a:lnTo>
                <a:lnTo>
                  <a:pt x="47576" y="12812"/>
                </a:lnTo>
                <a:lnTo>
                  <a:pt x="47571" y="13048"/>
                </a:lnTo>
                <a:lnTo>
                  <a:pt x="47544" y="13293"/>
                </a:lnTo>
                <a:lnTo>
                  <a:pt x="47481" y="13536"/>
                </a:lnTo>
                <a:lnTo>
                  <a:pt x="47374" y="13762"/>
                </a:lnTo>
                <a:lnTo>
                  <a:pt x="47275" y="13988"/>
                </a:lnTo>
                <a:lnTo>
                  <a:pt x="47197" y="14232"/>
                </a:lnTo>
                <a:lnTo>
                  <a:pt x="47141" y="14484"/>
                </a:lnTo>
                <a:lnTo>
                  <a:pt x="47121" y="14720"/>
                </a:lnTo>
                <a:lnTo>
                  <a:pt x="47152" y="14966"/>
                </a:lnTo>
                <a:lnTo>
                  <a:pt x="47147" y="15211"/>
                </a:lnTo>
                <a:lnTo>
                  <a:pt x="47135" y="15447"/>
                </a:lnTo>
                <a:lnTo>
                  <a:pt x="47079" y="15691"/>
                </a:lnTo>
                <a:lnTo>
                  <a:pt x="47015" y="15935"/>
                </a:lnTo>
                <a:lnTo>
                  <a:pt x="46959" y="16170"/>
                </a:lnTo>
                <a:lnTo>
                  <a:pt x="46954" y="16440"/>
                </a:lnTo>
                <a:lnTo>
                  <a:pt x="46825" y="16666"/>
                </a:lnTo>
                <a:lnTo>
                  <a:pt x="46762" y="16909"/>
                </a:lnTo>
                <a:lnTo>
                  <a:pt x="46778" y="17163"/>
                </a:lnTo>
                <a:lnTo>
                  <a:pt x="46750" y="17467"/>
                </a:lnTo>
                <a:lnTo>
                  <a:pt x="46694" y="17702"/>
                </a:lnTo>
                <a:lnTo>
                  <a:pt x="46689" y="17956"/>
                </a:lnTo>
                <a:lnTo>
                  <a:pt x="46698" y="18201"/>
                </a:lnTo>
                <a:lnTo>
                  <a:pt x="46678" y="18454"/>
                </a:lnTo>
                <a:lnTo>
                  <a:pt x="46615" y="18698"/>
                </a:lnTo>
                <a:lnTo>
                  <a:pt x="46472" y="18923"/>
                </a:lnTo>
                <a:lnTo>
                  <a:pt x="46308" y="19097"/>
                </a:lnTo>
                <a:lnTo>
                  <a:pt x="46116" y="19253"/>
                </a:lnTo>
                <a:lnTo>
                  <a:pt x="45918" y="19392"/>
                </a:lnTo>
                <a:lnTo>
                  <a:pt x="45697" y="19548"/>
                </a:lnTo>
                <a:lnTo>
                  <a:pt x="45483" y="19687"/>
                </a:lnTo>
                <a:lnTo>
                  <a:pt x="45249" y="19792"/>
                </a:lnTo>
                <a:lnTo>
                  <a:pt x="45029" y="19872"/>
                </a:lnTo>
                <a:lnTo>
                  <a:pt x="44796" y="19934"/>
                </a:lnTo>
                <a:lnTo>
                  <a:pt x="44576" y="20014"/>
                </a:lnTo>
                <a:lnTo>
                  <a:pt x="44356" y="20145"/>
                </a:lnTo>
                <a:lnTo>
                  <a:pt x="44142" y="20300"/>
                </a:lnTo>
                <a:lnTo>
                  <a:pt x="43943" y="20440"/>
                </a:lnTo>
                <a:lnTo>
                  <a:pt x="43723" y="20553"/>
                </a:lnTo>
                <a:lnTo>
                  <a:pt x="43490" y="20599"/>
                </a:lnTo>
                <a:lnTo>
                  <a:pt x="43249" y="20670"/>
                </a:lnTo>
                <a:lnTo>
                  <a:pt x="43015" y="20749"/>
                </a:lnTo>
                <a:lnTo>
                  <a:pt x="42774" y="20812"/>
                </a:lnTo>
                <a:lnTo>
                  <a:pt x="42527" y="20849"/>
                </a:lnTo>
                <a:lnTo>
                  <a:pt x="42295" y="20852"/>
                </a:lnTo>
                <a:lnTo>
                  <a:pt x="42064" y="20771"/>
                </a:lnTo>
                <a:lnTo>
                  <a:pt x="41849" y="20640"/>
                </a:lnTo>
                <a:lnTo>
                  <a:pt x="41656" y="20509"/>
                </a:lnTo>
                <a:lnTo>
                  <a:pt x="41419" y="20436"/>
                </a:lnTo>
                <a:lnTo>
                  <a:pt x="41172" y="20414"/>
                </a:lnTo>
                <a:lnTo>
                  <a:pt x="40918" y="20425"/>
                </a:lnTo>
                <a:lnTo>
                  <a:pt x="40679" y="20428"/>
                </a:lnTo>
                <a:lnTo>
                  <a:pt x="40447" y="20398"/>
                </a:lnTo>
                <a:lnTo>
                  <a:pt x="40239" y="20301"/>
                </a:lnTo>
                <a:lnTo>
                  <a:pt x="40024" y="20186"/>
                </a:lnTo>
                <a:lnTo>
                  <a:pt x="39823" y="20072"/>
                </a:lnTo>
                <a:lnTo>
                  <a:pt x="39630" y="19932"/>
                </a:lnTo>
                <a:lnTo>
                  <a:pt x="39422" y="19810"/>
                </a:lnTo>
                <a:lnTo>
                  <a:pt x="39184" y="19754"/>
                </a:lnTo>
                <a:lnTo>
                  <a:pt x="38939" y="19706"/>
                </a:lnTo>
                <a:lnTo>
                  <a:pt x="38685" y="19701"/>
                </a:lnTo>
                <a:lnTo>
                  <a:pt x="38431" y="19695"/>
                </a:lnTo>
                <a:lnTo>
                  <a:pt x="38024" y="19720"/>
                </a:lnTo>
                <a:lnTo>
                  <a:pt x="37799" y="19724"/>
                </a:lnTo>
                <a:lnTo>
                  <a:pt x="37553" y="19685"/>
                </a:lnTo>
                <a:lnTo>
                  <a:pt x="37338" y="19570"/>
                </a:lnTo>
                <a:lnTo>
                  <a:pt x="37278" y="19324"/>
                </a:lnTo>
                <a:lnTo>
                  <a:pt x="37167" y="19110"/>
                </a:lnTo>
                <a:lnTo>
                  <a:pt x="36989" y="18946"/>
                </a:lnTo>
                <a:lnTo>
                  <a:pt x="36781" y="18831"/>
                </a:lnTo>
                <a:lnTo>
                  <a:pt x="36548" y="18877"/>
                </a:lnTo>
                <a:lnTo>
                  <a:pt x="36307" y="18940"/>
                </a:lnTo>
                <a:lnTo>
                  <a:pt x="36060" y="18976"/>
                </a:lnTo>
                <a:lnTo>
                  <a:pt x="35822" y="18870"/>
                </a:lnTo>
                <a:lnTo>
                  <a:pt x="35703" y="18673"/>
                </a:lnTo>
                <a:lnTo>
                  <a:pt x="35585" y="18459"/>
                </a:lnTo>
                <a:lnTo>
                  <a:pt x="35517" y="18221"/>
                </a:lnTo>
                <a:lnTo>
                  <a:pt x="35450" y="17991"/>
                </a:lnTo>
                <a:lnTo>
                  <a:pt x="35382" y="17770"/>
                </a:lnTo>
                <a:lnTo>
                  <a:pt x="35248" y="17565"/>
                </a:lnTo>
                <a:lnTo>
                  <a:pt x="35064" y="17392"/>
                </a:lnTo>
                <a:lnTo>
                  <a:pt x="34817" y="17378"/>
                </a:lnTo>
                <a:lnTo>
                  <a:pt x="34577" y="17390"/>
                </a:lnTo>
                <a:lnTo>
                  <a:pt x="34281" y="17366"/>
                </a:lnTo>
                <a:lnTo>
                  <a:pt x="34019" y="17377"/>
                </a:lnTo>
                <a:lnTo>
                  <a:pt x="33972" y="15213"/>
                </a:lnTo>
                <a:lnTo>
                  <a:pt x="26446" y="15287"/>
                </a:lnTo>
                <a:lnTo>
                  <a:pt x="26173" y="15197"/>
                </a:lnTo>
                <a:lnTo>
                  <a:pt x="26018" y="14957"/>
                </a:lnTo>
                <a:lnTo>
                  <a:pt x="25973" y="14711"/>
                </a:lnTo>
                <a:lnTo>
                  <a:pt x="25956" y="14474"/>
                </a:lnTo>
                <a:lnTo>
                  <a:pt x="25962" y="14220"/>
                </a:lnTo>
                <a:lnTo>
                  <a:pt x="25955" y="13840"/>
                </a:lnTo>
                <a:lnTo>
                  <a:pt x="25924" y="13603"/>
                </a:lnTo>
                <a:lnTo>
                  <a:pt x="25879" y="13357"/>
                </a:lnTo>
                <a:lnTo>
                  <a:pt x="25753" y="13151"/>
                </a:lnTo>
                <a:lnTo>
                  <a:pt x="25560" y="12995"/>
                </a:lnTo>
                <a:lnTo>
                  <a:pt x="25360" y="12847"/>
                </a:lnTo>
                <a:lnTo>
                  <a:pt x="25138" y="12698"/>
                </a:lnTo>
                <a:lnTo>
                  <a:pt x="24901" y="12600"/>
                </a:lnTo>
                <a:lnTo>
                  <a:pt x="24693" y="12486"/>
                </a:lnTo>
                <a:lnTo>
                  <a:pt x="24492" y="12372"/>
                </a:lnTo>
                <a:lnTo>
                  <a:pt x="24284" y="12266"/>
                </a:lnTo>
                <a:lnTo>
                  <a:pt x="24085" y="12109"/>
                </a:lnTo>
                <a:lnTo>
                  <a:pt x="23915" y="11920"/>
                </a:lnTo>
                <a:lnTo>
                  <a:pt x="23840" y="11690"/>
                </a:lnTo>
                <a:lnTo>
                  <a:pt x="23780" y="11444"/>
                </a:lnTo>
                <a:lnTo>
                  <a:pt x="23698" y="11214"/>
                </a:lnTo>
                <a:lnTo>
                  <a:pt x="23594" y="10992"/>
                </a:lnTo>
                <a:lnTo>
                  <a:pt x="23483" y="10761"/>
                </a:lnTo>
                <a:lnTo>
                  <a:pt x="23379" y="10539"/>
                </a:lnTo>
                <a:lnTo>
                  <a:pt x="23245" y="10334"/>
                </a:lnTo>
                <a:lnTo>
                  <a:pt x="23126" y="10128"/>
                </a:lnTo>
                <a:lnTo>
                  <a:pt x="22985" y="9939"/>
                </a:lnTo>
                <a:lnTo>
                  <a:pt x="22719" y="9824"/>
                </a:lnTo>
                <a:lnTo>
                  <a:pt x="22482" y="9734"/>
                </a:lnTo>
                <a:lnTo>
                  <a:pt x="22251" y="9670"/>
                </a:lnTo>
                <a:lnTo>
                  <a:pt x="21998" y="9605"/>
                </a:lnTo>
                <a:lnTo>
                  <a:pt x="21767" y="9592"/>
                </a:lnTo>
                <a:lnTo>
                  <a:pt x="21534" y="9604"/>
                </a:lnTo>
                <a:lnTo>
                  <a:pt x="21300" y="9675"/>
                </a:lnTo>
                <a:lnTo>
                  <a:pt x="21045" y="9745"/>
                </a:lnTo>
                <a:lnTo>
                  <a:pt x="20825" y="9833"/>
                </a:lnTo>
                <a:lnTo>
                  <a:pt x="20612" y="9972"/>
                </a:lnTo>
                <a:lnTo>
                  <a:pt x="20442" y="10138"/>
                </a:lnTo>
                <a:lnTo>
                  <a:pt x="20277" y="10345"/>
                </a:lnTo>
                <a:lnTo>
                  <a:pt x="20128" y="10545"/>
                </a:lnTo>
                <a:lnTo>
                  <a:pt x="19979" y="10736"/>
                </a:lnTo>
                <a:lnTo>
                  <a:pt x="19865" y="10953"/>
                </a:lnTo>
                <a:lnTo>
                  <a:pt x="19752" y="11179"/>
                </a:lnTo>
                <a:lnTo>
                  <a:pt x="19638" y="11405"/>
                </a:lnTo>
                <a:lnTo>
                  <a:pt x="19460" y="11587"/>
                </a:lnTo>
                <a:lnTo>
                  <a:pt x="19261" y="11735"/>
                </a:lnTo>
                <a:lnTo>
                  <a:pt x="19076" y="11891"/>
                </a:lnTo>
                <a:lnTo>
                  <a:pt x="18842" y="11954"/>
                </a:lnTo>
                <a:lnTo>
                  <a:pt x="18602" y="11999"/>
                </a:lnTo>
                <a:lnTo>
                  <a:pt x="18348" y="11994"/>
                </a:lnTo>
                <a:lnTo>
                  <a:pt x="18102" y="11963"/>
                </a:lnTo>
                <a:lnTo>
                  <a:pt x="17871" y="11899"/>
                </a:lnTo>
                <a:lnTo>
                  <a:pt x="17640" y="11860"/>
                </a:lnTo>
                <a:lnTo>
                  <a:pt x="17276" y="11937"/>
                </a:lnTo>
                <a:lnTo>
                  <a:pt x="17056" y="12050"/>
                </a:lnTo>
                <a:lnTo>
                  <a:pt x="16802" y="12045"/>
                </a:lnTo>
                <a:lnTo>
                  <a:pt x="16556" y="12014"/>
                </a:lnTo>
                <a:lnTo>
                  <a:pt x="16317" y="11984"/>
                </a:lnTo>
                <a:lnTo>
                  <a:pt x="16086" y="11936"/>
                </a:lnTo>
                <a:lnTo>
                  <a:pt x="15840" y="11889"/>
                </a:lnTo>
                <a:lnTo>
                  <a:pt x="15624" y="11800"/>
                </a:lnTo>
                <a:lnTo>
                  <a:pt x="15447" y="11627"/>
                </a:lnTo>
                <a:lnTo>
                  <a:pt x="15269" y="11471"/>
                </a:lnTo>
                <a:lnTo>
                  <a:pt x="15136" y="11257"/>
                </a:lnTo>
                <a:lnTo>
                  <a:pt x="15068" y="11027"/>
                </a:lnTo>
                <a:lnTo>
                  <a:pt x="15029" y="10798"/>
                </a:lnTo>
                <a:lnTo>
                  <a:pt x="14969" y="10552"/>
                </a:lnTo>
                <a:lnTo>
                  <a:pt x="14888" y="10313"/>
                </a:lnTo>
                <a:lnTo>
                  <a:pt x="14799" y="10066"/>
                </a:lnTo>
                <a:lnTo>
                  <a:pt x="14746" y="9820"/>
                </a:lnTo>
                <a:lnTo>
                  <a:pt x="14700" y="9583"/>
                </a:lnTo>
                <a:lnTo>
                  <a:pt x="14655" y="9337"/>
                </a:lnTo>
                <a:lnTo>
                  <a:pt x="14588" y="9090"/>
                </a:lnTo>
                <a:lnTo>
                  <a:pt x="14461" y="8901"/>
                </a:lnTo>
                <a:lnTo>
                  <a:pt x="14306" y="8712"/>
                </a:lnTo>
                <a:lnTo>
                  <a:pt x="14128" y="8548"/>
                </a:lnTo>
                <a:lnTo>
                  <a:pt x="13935" y="8400"/>
                </a:lnTo>
                <a:lnTo>
                  <a:pt x="13757" y="8227"/>
                </a:lnTo>
                <a:lnTo>
                  <a:pt x="13565" y="8071"/>
                </a:lnTo>
                <a:lnTo>
                  <a:pt x="13365" y="7931"/>
                </a:lnTo>
                <a:lnTo>
                  <a:pt x="13134" y="7850"/>
                </a:lnTo>
                <a:lnTo>
                  <a:pt x="12889" y="7777"/>
                </a:lnTo>
                <a:lnTo>
                  <a:pt x="12659" y="7688"/>
                </a:lnTo>
                <a:lnTo>
                  <a:pt x="12444" y="7582"/>
                </a:lnTo>
                <a:lnTo>
                  <a:pt x="12228" y="7493"/>
                </a:lnTo>
                <a:lnTo>
                  <a:pt x="12020" y="7395"/>
                </a:lnTo>
                <a:lnTo>
                  <a:pt x="11728" y="7144"/>
                </a:lnTo>
                <a:lnTo>
                  <a:pt x="11535" y="7004"/>
                </a:lnTo>
                <a:lnTo>
                  <a:pt x="11290" y="6931"/>
                </a:lnTo>
                <a:lnTo>
                  <a:pt x="11036" y="6926"/>
                </a:lnTo>
                <a:lnTo>
                  <a:pt x="10803" y="6946"/>
                </a:lnTo>
                <a:lnTo>
                  <a:pt x="10570" y="7009"/>
                </a:lnTo>
                <a:lnTo>
                  <a:pt x="10335" y="7105"/>
                </a:lnTo>
                <a:lnTo>
                  <a:pt x="10165" y="7279"/>
                </a:lnTo>
                <a:lnTo>
                  <a:pt x="9945" y="7376"/>
                </a:lnTo>
                <a:lnTo>
                  <a:pt x="9712" y="7404"/>
                </a:lnTo>
                <a:lnTo>
                  <a:pt x="9458" y="7433"/>
                </a:lnTo>
                <a:lnTo>
                  <a:pt x="9211" y="7453"/>
                </a:lnTo>
                <a:lnTo>
                  <a:pt x="8971" y="7439"/>
                </a:lnTo>
                <a:lnTo>
                  <a:pt x="8725" y="7408"/>
                </a:lnTo>
                <a:lnTo>
                  <a:pt x="8487" y="7353"/>
                </a:lnTo>
                <a:lnTo>
                  <a:pt x="8256" y="7322"/>
                </a:lnTo>
                <a:lnTo>
                  <a:pt x="7987" y="7316"/>
                </a:lnTo>
                <a:lnTo>
                  <a:pt x="7756" y="7303"/>
                </a:lnTo>
                <a:lnTo>
                  <a:pt x="7524" y="7273"/>
                </a:lnTo>
                <a:lnTo>
                  <a:pt x="7286" y="7217"/>
                </a:lnTo>
                <a:lnTo>
                  <a:pt x="7064" y="7094"/>
                </a:lnTo>
                <a:lnTo>
                  <a:pt x="6878" y="6954"/>
                </a:lnTo>
                <a:lnTo>
                  <a:pt x="6669" y="6874"/>
                </a:lnTo>
                <a:lnTo>
                  <a:pt x="6437" y="6894"/>
                </a:lnTo>
                <a:lnTo>
                  <a:pt x="6231" y="7000"/>
                </a:lnTo>
                <a:lnTo>
                  <a:pt x="6018" y="7122"/>
                </a:lnTo>
                <a:lnTo>
                  <a:pt x="5784" y="7218"/>
                </a:lnTo>
                <a:lnTo>
                  <a:pt x="5557" y="7298"/>
                </a:lnTo>
                <a:lnTo>
                  <a:pt x="5330" y="7394"/>
                </a:lnTo>
                <a:lnTo>
                  <a:pt x="5104" y="7457"/>
                </a:lnTo>
                <a:lnTo>
                  <a:pt x="4842" y="7502"/>
                </a:lnTo>
                <a:lnTo>
                  <a:pt x="4617" y="7514"/>
                </a:lnTo>
                <a:lnTo>
                  <a:pt x="4370" y="7509"/>
                </a:lnTo>
                <a:lnTo>
                  <a:pt x="4124" y="7478"/>
                </a:lnTo>
                <a:lnTo>
                  <a:pt x="3885" y="7456"/>
                </a:lnTo>
                <a:lnTo>
                  <a:pt x="3631" y="7450"/>
                </a:lnTo>
                <a:lnTo>
                  <a:pt x="3384" y="7470"/>
                </a:lnTo>
                <a:lnTo>
                  <a:pt x="3144" y="7490"/>
                </a:lnTo>
                <a:lnTo>
                  <a:pt x="2912" y="7511"/>
                </a:lnTo>
                <a:lnTo>
                  <a:pt x="2679" y="7565"/>
                </a:lnTo>
                <a:lnTo>
                  <a:pt x="2459" y="7645"/>
                </a:lnTo>
                <a:lnTo>
                  <a:pt x="2246" y="7775"/>
                </a:lnTo>
                <a:lnTo>
                  <a:pt x="2047" y="7906"/>
                </a:lnTo>
                <a:lnTo>
                  <a:pt x="1828" y="7994"/>
                </a:lnTo>
                <a:lnTo>
                  <a:pt x="1608" y="8099"/>
                </a:lnTo>
                <a:lnTo>
                  <a:pt x="1374" y="8187"/>
                </a:lnTo>
                <a:lnTo>
                  <a:pt x="1153" y="8309"/>
                </a:lnTo>
                <a:lnTo>
                  <a:pt x="947" y="8440"/>
                </a:lnTo>
                <a:lnTo>
                  <a:pt x="769" y="8614"/>
                </a:lnTo>
                <a:lnTo>
                  <a:pt x="678" y="8840"/>
                </a:lnTo>
                <a:lnTo>
                  <a:pt x="629" y="9084"/>
                </a:lnTo>
                <a:lnTo>
                  <a:pt x="465" y="9275"/>
                </a:lnTo>
                <a:lnTo>
                  <a:pt x="231" y="9354"/>
                </a:lnTo>
                <a:lnTo>
                  <a:pt x="16" y="9214"/>
                </a:lnTo>
                <a:lnTo>
                  <a:pt x="0" y="8969"/>
                </a:lnTo>
                <a:lnTo>
                  <a:pt x="41" y="8742"/>
                </a:lnTo>
                <a:lnTo>
                  <a:pt x="119" y="8507"/>
                </a:lnTo>
                <a:lnTo>
                  <a:pt x="232" y="8289"/>
                </a:lnTo>
                <a:lnTo>
                  <a:pt x="296" y="8046"/>
                </a:lnTo>
                <a:lnTo>
                  <a:pt x="323" y="7801"/>
                </a:lnTo>
                <a:lnTo>
                  <a:pt x="291" y="7572"/>
                </a:lnTo>
                <a:lnTo>
                  <a:pt x="202" y="7342"/>
                </a:lnTo>
                <a:lnTo>
                  <a:pt x="436" y="7254"/>
                </a:lnTo>
                <a:lnTo>
                  <a:pt x="688" y="7327"/>
                </a:lnTo>
                <a:lnTo>
                  <a:pt x="935" y="7324"/>
                </a:lnTo>
                <a:lnTo>
                  <a:pt x="1162" y="7219"/>
                </a:lnTo>
                <a:lnTo>
                  <a:pt x="1376" y="7080"/>
                </a:lnTo>
                <a:lnTo>
                  <a:pt x="1596" y="6950"/>
                </a:lnTo>
                <a:lnTo>
                  <a:pt x="1845" y="6854"/>
                </a:lnTo>
                <a:lnTo>
                  <a:pt x="2069" y="6884"/>
                </a:lnTo>
                <a:lnTo>
                  <a:pt x="2291" y="7041"/>
                </a:lnTo>
                <a:lnTo>
                  <a:pt x="2520" y="7190"/>
                </a:lnTo>
                <a:lnTo>
                  <a:pt x="2773" y="7204"/>
                </a:lnTo>
                <a:lnTo>
                  <a:pt x="3014" y="7150"/>
                </a:lnTo>
                <a:lnTo>
                  <a:pt x="3263" y="7045"/>
                </a:lnTo>
                <a:lnTo>
                  <a:pt x="3503" y="7000"/>
                </a:lnTo>
                <a:lnTo>
                  <a:pt x="3758" y="6980"/>
                </a:lnTo>
                <a:lnTo>
                  <a:pt x="4006" y="6926"/>
                </a:lnTo>
                <a:lnTo>
                  <a:pt x="4254" y="6864"/>
                </a:lnTo>
                <a:lnTo>
                  <a:pt x="4508" y="6819"/>
                </a:lnTo>
                <a:lnTo>
                  <a:pt x="4749" y="6748"/>
                </a:lnTo>
                <a:lnTo>
                  <a:pt x="5004" y="6711"/>
                </a:lnTo>
                <a:lnTo>
                  <a:pt x="5266" y="6658"/>
                </a:lnTo>
                <a:lnTo>
                  <a:pt x="5521" y="6612"/>
                </a:lnTo>
                <a:lnTo>
                  <a:pt x="5776" y="6576"/>
                </a:lnTo>
                <a:lnTo>
                  <a:pt x="6031" y="6547"/>
                </a:lnTo>
                <a:lnTo>
                  <a:pt x="6279" y="6468"/>
                </a:lnTo>
                <a:lnTo>
                  <a:pt x="6682" y="6274"/>
                </a:lnTo>
                <a:lnTo>
                  <a:pt x="6942" y="6001"/>
                </a:lnTo>
                <a:lnTo>
                  <a:pt x="6945" y="5545"/>
                </a:lnTo>
                <a:lnTo>
                  <a:pt x="6814" y="5229"/>
                </a:lnTo>
                <a:lnTo>
                  <a:pt x="6616" y="4963"/>
                </a:lnTo>
                <a:lnTo>
                  <a:pt x="6528" y="4699"/>
                </a:lnTo>
                <a:lnTo>
                  <a:pt x="6201" y="2706"/>
                </a:lnTo>
                <a:lnTo>
                  <a:pt x="6256" y="2521"/>
                </a:lnTo>
                <a:lnTo>
                  <a:pt x="6476" y="2416"/>
                </a:lnTo>
                <a:lnTo>
                  <a:pt x="6730" y="2388"/>
                </a:lnTo>
                <a:lnTo>
                  <a:pt x="6977" y="2368"/>
                </a:lnTo>
                <a:lnTo>
                  <a:pt x="7233" y="2289"/>
                </a:lnTo>
                <a:lnTo>
                  <a:pt x="7474" y="2210"/>
                </a:lnTo>
                <a:lnTo>
                  <a:pt x="7736" y="2156"/>
                </a:lnTo>
                <a:lnTo>
                  <a:pt x="7976" y="2128"/>
                </a:lnTo>
                <a:lnTo>
                  <a:pt x="8231" y="2074"/>
                </a:lnTo>
                <a:lnTo>
                  <a:pt x="8501" y="2012"/>
                </a:lnTo>
                <a:lnTo>
                  <a:pt x="8749" y="1950"/>
                </a:lnTo>
                <a:lnTo>
                  <a:pt x="8983" y="1871"/>
                </a:lnTo>
                <a:lnTo>
                  <a:pt x="9210" y="1774"/>
                </a:lnTo>
                <a:lnTo>
                  <a:pt x="9473" y="1687"/>
                </a:lnTo>
                <a:lnTo>
                  <a:pt x="9700" y="1582"/>
                </a:lnTo>
                <a:lnTo>
                  <a:pt x="9928" y="1452"/>
                </a:lnTo>
                <a:lnTo>
                  <a:pt x="10099" y="1278"/>
                </a:lnTo>
                <a:lnTo>
                  <a:pt x="10248" y="1070"/>
                </a:lnTo>
                <a:lnTo>
                  <a:pt x="10390" y="879"/>
                </a:lnTo>
                <a:lnTo>
                  <a:pt x="10504" y="670"/>
                </a:lnTo>
                <a:lnTo>
                  <a:pt x="10617" y="452"/>
                </a:lnTo>
                <a:lnTo>
                  <a:pt x="10767" y="228"/>
                </a:lnTo>
                <a:lnTo>
                  <a:pt x="10931" y="45"/>
                </a:lnTo>
                <a:lnTo>
                  <a:pt x="11186" y="0"/>
                </a:lnTo>
                <a:lnTo>
                  <a:pt x="11341" y="215"/>
                </a:lnTo>
                <a:lnTo>
                  <a:pt x="11459" y="454"/>
                </a:lnTo>
                <a:lnTo>
                  <a:pt x="11475" y="699"/>
                </a:lnTo>
                <a:lnTo>
                  <a:pt x="11419" y="943"/>
                </a:lnTo>
                <a:lnTo>
                  <a:pt x="11327" y="1178"/>
                </a:lnTo>
                <a:lnTo>
                  <a:pt x="11177" y="1386"/>
                </a:lnTo>
                <a:lnTo>
                  <a:pt x="11007" y="1551"/>
                </a:lnTo>
                <a:lnTo>
                  <a:pt x="10829" y="1725"/>
                </a:lnTo>
                <a:lnTo>
                  <a:pt x="10708" y="1942"/>
                </a:lnTo>
                <a:lnTo>
                  <a:pt x="10745" y="224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7FF200-337C-4923-A322-67AA9ED9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270" y="1977205"/>
            <a:ext cx="30103" cy="220703"/>
          </a:xfrm>
          <a:custGeom xmlns:a="http://schemas.openxmlformats.org/drawingml/2006/main">
            <a:pathLst>
              <a:path w="30103" h="220703">
                <a:moveTo>
                  <a:pt x="10612" y="124"/>
                </a:moveTo>
                <a:lnTo>
                  <a:pt x="11921" y="0"/>
                </a:lnTo>
                <a:lnTo>
                  <a:pt x="11185" y="474"/>
                </a:lnTo>
                <a:lnTo>
                  <a:pt x="10573" y="917"/>
                </a:lnTo>
                <a:lnTo>
                  <a:pt x="10171" y="1373"/>
                </a:lnTo>
                <a:lnTo>
                  <a:pt x="9980" y="2189"/>
                </a:lnTo>
                <a:lnTo>
                  <a:pt x="9953" y="3397"/>
                </a:lnTo>
                <a:lnTo>
                  <a:pt x="11640" y="19895"/>
                </a:lnTo>
                <a:lnTo>
                  <a:pt x="15531" y="38798"/>
                </a:lnTo>
                <a:lnTo>
                  <a:pt x="16395" y="58456"/>
                </a:lnTo>
                <a:lnTo>
                  <a:pt x="25744" y="149931"/>
                </a:lnTo>
                <a:lnTo>
                  <a:pt x="28539" y="177878"/>
                </a:lnTo>
                <a:lnTo>
                  <a:pt x="28696" y="183974"/>
                </a:lnTo>
                <a:lnTo>
                  <a:pt x="29054" y="194537"/>
                </a:lnTo>
                <a:lnTo>
                  <a:pt x="28450" y="217669"/>
                </a:lnTo>
                <a:lnTo>
                  <a:pt x="30103" y="217705"/>
                </a:lnTo>
                <a:lnTo>
                  <a:pt x="30038" y="220703"/>
                </a:lnTo>
                <a:lnTo>
                  <a:pt x="22491" y="218790"/>
                </a:lnTo>
                <a:lnTo>
                  <a:pt x="23979" y="217420"/>
                </a:lnTo>
                <a:lnTo>
                  <a:pt x="24677" y="216708"/>
                </a:lnTo>
                <a:lnTo>
                  <a:pt x="25575" y="215764"/>
                </a:lnTo>
                <a:lnTo>
                  <a:pt x="26691" y="213465"/>
                </a:lnTo>
                <a:lnTo>
                  <a:pt x="27171" y="209411"/>
                </a:lnTo>
                <a:lnTo>
                  <a:pt x="27014" y="194298"/>
                </a:lnTo>
                <a:lnTo>
                  <a:pt x="25851" y="180718"/>
                </a:lnTo>
                <a:lnTo>
                  <a:pt x="17860" y="127493"/>
                </a:lnTo>
                <a:lnTo>
                  <a:pt x="13768" y="92166"/>
                </a:lnTo>
                <a:lnTo>
                  <a:pt x="0" y="1405"/>
                </a:lnTo>
                <a:lnTo>
                  <a:pt x="10612" y="12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09DDC0-DD12-4C89-9939-4FC1EC18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9661" y="1853451"/>
            <a:ext cx="927441" cy="398837"/>
          </a:xfrm>
          <a:custGeom xmlns:a="http://schemas.openxmlformats.org/drawingml/2006/main">
            <a:pathLst>
              <a:path w="927441" h="398837">
                <a:moveTo>
                  <a:pt x="77958" y="379844"/>
                </a:moveTo>
                <a:lnTo>
                  <a:pt x="82378" y="378098"/>
                </a:lnTo>
                <a:lnTo>
                  <a:pt x="89029" y="376502"/>
                </a:lnTo>
                <a:lnTo>
                  <a:pt x="95184" y="375377"/>
                </a:lnTo>
                <a:lnTo>
                  <a:pt x="102215" y="369623"/>
                </a:lnTo>
                <a:lnTo>
                  <a:pt x="101833" y="364874"/>
                </a:lnTo>
                <a:lnTo>
                  <a:pt x="105293" y="362229"/>
                </a:lnTo>
                <a:lnTo>
                  <a:pt x="109865" y="362142"/>
                </a:lnTo>
                <a:lnTo>
                  <a:pt x="110115" y="368638"/>
                </a:lnTo>
                <a:lnTo>
                  <a:pt x="156303" y="361116"/>
                </a:lnTo>
                <a:lnTo>
                  <a:pt x="155804" y="357041"/>
                </a:lnTo>
                <a:lnTo>
                  <a:pt x="164581" y="356074"/>
                </a:lnTo>
                <a:lnTo>
                  <a:pt x="182528" y="354141"/>
                </a:lnTo>
                <a:lnTo>
                  <a:pt x="185174" y="353227"/>
                </a:lnTo>
                <a:lnTo>
                  <a:pt x="194117" y="348968"/>
                </a:lnTo>
                <a:lnTo>
                  <a:pt x="200292" y="346880"/>
                </a:lnTo>
                <a:lnTo>
                  <a:pt x="206645" y="345658"/>
                </a:lnTo>
                <a:lnTo>
                  <a:pt x="214209" y="346794"/>
                </a:lnTo>
                <a:lnTo>
                  <a:pt x="223127" y="348340"/>
                </a:lnTo>
                <a:lnTo>
                  <a:pt x="232060" y="348923"/>
                </a:lnTo>
                <a:lnTo>
                  <a:pt x="240044" y="348708"/>
                </a:lnTo>
                <a:lnTo>
                  <a:pt x="286100" y="342544"/>
                </a:lnTo>
                <a:lnTo>
                  <a:pt x="293647" y="344457"/>
                </a:lnTo>
                <a:lnTo>
                  <a:pt x="322701" y="343492"/>
                </a:lnTo>
                <a:lnTo>
                  <a:pt x="355181" y="342406"/>
                </a:lnTo>
                <a:lnTo>
                  <a:pt x="374186" y="340867"/>
                </a:lnTo>
                <a:lnTo>
                  <a:pt x="400854" y="335844"/>
                </a:lnTo>
                <a:lnTo>
                  <a:pt x="422260" y="331273"/>
                </a:lnTo>
                <a:lnTo>
                  <a:pt x="430556" y="330101"/>
                </a:lnTo>
                <a:lnTo>
                  <a:pt x="467960" y="325785"/>
                </a:lnTo>
                <a:lnTo>
                  <a:pt x="625182" y="305673"/>
                </a:lnTo>
                <a:lnTo>
                  <a:pt x="624965" y="304646"/>
                </a:lnTo>
                <a:lnTo>
                  <a:pt x="652036" y="301075"/>
                </a:lnTo>
                <a:lnTo>
                  <a:pt x="654772" y="300695"/>
                </a:lnTo>
                <a:lnTo>
                  <a:pt x="671237" y="295146"/>
                </a:lnTo>
                <a:lnTo>
                  <a:pt x="674225" y="294197"/>
                </a:lnTo>
                <a:lnTo>
                  <a:pt x="677268" y="293054"/>
                </a:lnTo>
                <a:lnTo>
                  <a:pt x="681687" y="290970"/>
                </a:lnTo>
                <a:lnTo>
                  <a:pt x="686068" y="288691"/>
                </a:lnTo>
                <a:lnTo>
                  <a:pt x="691527" y="285809"/>
                </a:lnTo>
                <a:lnTo>
                  <a:pt x="693749" y="284404"/>
                </a:lnTo>
                <a:lnTo>
                  <a:pt x="696374" y="282458"/>
                </a:lnTo>
                <a:lnTo>
                  <a:pt x="697221" y="281505"/>
                </a:lnTo>
                <a:lnTo>
                  <a:pt x="697873" y="280572"/>
                </a:lnTo>
                <a:lnTo>
                  <a:pt x="698558" y="279092"/>
                </a:lnTo>
                <a:lnTo>
                  <a:pt x="699133" y="278327"/>
                </a:lnTo>
                <a:lnTo>
                  <a:pt x="700610" y="277776"/>
                </a:lnTo>
                <a:lnTo>
                  <a:pt x="712017" y="276671"/>
                </a:lnTo>
                <a:lnTo>
                  <a:pt x="719826" y="276156"/>
                </a:lnTo>
                <a:lnTo>
                  <a:pt x="725268" y="275792"/>
                </a:lnTo>
                <a:lnTo>
                  <a:pt x="741707" y="275769"/>
                </a:lnTo>
                <a:lnTo>
                  <a:pt x="741600" y="285053"/>
                </a:lnTo>
                <a:lnTo>
                  <a:pt x="766574" y="286567"/>
                </a:lnTo>
                <a:lnTo>
                  <a:pt x="784963" y="286577"/>
                </a:lnTo>
                <a:lnTo>
                  <a:pt x="795282" y="286124"/>
                </a:lnTo>
                <a:lnTo>
                  <a:pt x="818013" y="283322"/>
                </a:lnTo>
                <a:lnTo>
                  <a:pt x="817603" y="279831"/>
                </a:lnTo>
                <a:lnTo>
                  <a:pt x="909288" y="271315"/>
                </a:lnTo>
                <a:lnTo>
                  <a:pt x="912214" y="270896"/>
                </a:lnTo>
                <a:lnTo>
                  <a:pt x="915272" y="270354"/>
                </a:lnTo>
                <a:lnTo>
                  <a:pt x="917174" y="269956"/>
                </a:lnTo>
                <a:lnTo>
                  <a:pt x="919089" y="269322"/>
                </a:lnTo>
                <a:lnTo>
                  <a:pt x="920246" y="268476"/>
                </a:lnTo>
                <a:lnTo>
                  <a:pt x="921215" y="267627"/>
                </a:lnTo>
                <a:lnTo>
                  <a:pt x="922041" y="266673"/>
                </a:lnTo>
                <a:lnTo>
                  <a:pt x="922585" y="264995"/>
                </a:lnTo>
                <a:lnTo>
                  <a:pt x="922515" y="260176"/>
                </a:lnTo>
                <a:lnTo>
                  <a:pt x="920935" y="223257"/>
                </a:lnTo>
                <a:lnTo>
                  <a:pt x="920775" y="221605"/>
                </a:lnTo>
                <a:lnTo>
                  <a:pt x="917018" y="195142"/>
                </a:lnTo>
                <a:lnTo>
                  <a:pt x="914766" y="177863"/>
                </a:lnTo>
                <a:lnTo>
                  <a:pt x="910922" y="153384"/>
                </a:lnTo>
                <a:lnTo>
                  <a:pt x="904403" y="112774"/>
                </a:lnTo>
                <a:lnTo>
                  <a:pt x="895840" y="63695"/>
                </a:lnTo>
                <a:lnTo>
                  <a:pt x="887503" y="8241"/>
                </a:lnTo>
                <a:lnTo>
                  <a:pt x="886822" y="6189"/>
                </a:lnTo>
                <a:lnTo>
                  <a:pt x="885129" y="3297"/>
                </a:lnTo>
                <a:lnTo>
                  <a:pt x="884084" y="2311"/>
                </a:lnTo>
                <a:lnTo>
                  <a:pt x="891951" y="783"/>
                </a:lnTo>
                <a:lnTo>
                  <a:pt x="897953" y="0"/>
                </a:lnTo>
                <a:lnTo>
                  <a:pt x="894086" y="7750"/>
                </a:lnTo>
                <a:lnTo>
                  <a:pt x="893721" y="8857"/>
                </a:lnTo>
                <a:lnTo>
                  <a:pt x="893598" y="9826"/>
                </a:lnTo>
                <a:lnTo>
                  <a:pt x="893820" y="20335"/>
                </a:lnTo>
                <a:lnTo>
                  <a:pt x="900044" y="64209"/>
                </a:lnTo>
                <a:lnTo>
                  <a:pt x="914638" y="152298"/>
                </a:lnTo>
                <a:lnTo>
                  <a:pt x="921028" y="198913"/>
                </a:lnTo>
                <a:lnTo>
                  <a:pt x="925229" y="220299"/>
                </a:lnTo>
                <a:lnTo>
                  <a:pt x="925446" y="246441"/>
                </a:lnTo>
                <a:lnTo>
                  <a:pt x="927441" y="266528"/>
                </a:lnTo>
                <a:lnTo>
                  <a:pt x="927008" y="268454"/>
                </a:lnTo>
                <a:lnTo>
                  <a:pt x="926294" y="269892"/>
                </a:lnTo>
                <a:lnTo>
                  <a:pt x="924223" y="271393"/>
                </a:lnTo>
                <a:lnTo>
                  <a:pt x="920590" y="272675"/>
                </a:lnTo>
                <a:lnTo>
                  <a:pt x="916111" y="273153"/>
                </a:lnTo>
                <a:lnTo>
                  <a:pt x="872893" y="278317"/>
                </a:lnTo>
                <a:lnTo>
                  <a:pt x="848904" y="280898"/>
                </a:lnTo>
                <a:lnTo>
                  <a:pt x="800709" y="287112"/>
                </a:lnTo>
                <a:lnTo>
                  <a:pt x="793207" y="287820"/>
                </a:lnTo>
                <a:lnTo>
                  <a:pt x="785798" y="288243"/>
                </a:lnTo>
                <a:lnTo>
                  <a:pt x="778111" y="288465"/>
                </a:lnTo>
                <a:lnTo>
                  <a:pt x="764975" y="288374"/>
                </a:lnTo>
                <a:lnTo>
                  <a:pt x="757001" y="288396"/>
                </a:lnTo>
                <a:lnTo>
                  <a:pt x="753203" y="288600"/>
                </a:lnTo>
                <a:lnTo>
                  <a:pt x="702598" y="293503"/>
                </a:lnTo>
                <a:lnTo>
                  <a:pt x="697437" y="293974"/>
                </a:lnTo>
                <a:lnTo>
                  <a:pt x="691860" y="295205"/>
                </a:lnTo>
                <a:lnTo>
                  <a:pt x="688428" y="296584"/>
                </a:lnTo>
                <a:lnTo>
                  <a:pt x="682457" y="298296"/>
                </a:lnTo>
                <a:lnTo>
                  <a:pt x="673947" y="300334"/>
                </a:lnTo>
                <a:lnTo>
                  <a:pt x="667786" y="301755"/>
                </a:lnTo>
                <a:lnTo>
                  <a:pt x="632739" y="307096"/>
                </a:lnTo>
                <a:lnTo>
                  <a:pt x="627199" y="306976"/>
                </a:lnTo>
                <a:lnTo>
                  <a:pt x="468060" y="327823"/>
                </a:lnTo>
                <a:lnTo>
                  <a:pt x="431968" y="332549"/>
                </a:lnTo>
                <a:lnTo>
                  <a:pt x="426580" y="333767"/>
                </a:lnTo>
                <a:lnTo>
                  <a:pt x="421798" y="334846"/>
                </a:lnTo>
                <a:lnTo>
                  <a:pt x="420031" y="335340"/>
                </a:lnTo>
                <a:lnTo>
                  <a:pt x="419393" y="335664"/>
                </a:lnTo>
                <a:lnTo>
                  <a:pt x="419142" y="336191"/>
                </a:lnTo>
                <a:lnTo>
                  <a:pt x="419201" y="337181"/>
                </a:lnTo>
                <a:lnTo>
                  <a:pt x="419192" y="338229"/>
                </a:lnTo>
                <a:lnTo>
                  <a:pt x="416014" y="338937"/>
                </a:lnTo>
                <a:lnTo>
                  <a:pt x="411976" y="339137"/>
                </a:lnTo>
                <a:lnTo>
                  <a:pt x="402093" y="339902"/>
                </a:lnTo>
                <a:lnTo>
                  <a:pt x="374597" y="344282"/>
                </a:lnTo>
                <a:lnTo>
                  <a:pt x="353729" y="346482"/>
                </a:lnTo>
                <a:lnTo>
                  <a:pt x="348419" y="346814"/>
                </a:lnTo>
                <a:lnTo>
                  <a:pt x="283771" y="351214"/>
                </a:lnTo>
                <a:lnTo>
                  <a:pt x="224873" y="357479"/>
                </a:lnTo>
                <a:lnTo>
                  <a:pt x="193069" y="361435"/>
                </a:lnTo>
                <a:lnTo>
                  <a:pt x="189106" y="360191"/>
                </a:lnTo>
                <a:lnTo>
                  <a:pt x="164777" y="365078"/>
                </a:lnTo>
                <a:lnTo>
                  <a:pt x="134986" y="370244"/>
                </a:lnTo>
                <a:lnTo>
                  <a:pt x="99941" y="380128"/>
                </a:lnTo>
                <a:lnTo>
                  <a:pt x="95173" y="380219"/>
                </a:lnTo>
                <a:lnTo>
                  <a:pt x="91965" y="384602"/>
                </a:lnTo>
                <a:lnTo>
                  <a:pt x="83360" y="386638"/>
                </a:lnTo>
                <a:lnTo>
                  <a:pt x="80682" y="384357"/>
                </a:lnTo>
                <a:lnTo>
                  <a:pt x="76518" y="385703"/>
                </a:lnTo>
                <a:lnTo>
                  <a:pt x="65218" y="387873"/>
                </a:lnTo>
                <a:lnTo>
                  <a:pt x="49628" y="390230"/>
                </a:lnTo>
                <a:lnTo>
                  <a:pt x="46512" y="390728"/>
                </a:lnTo>
                <a:lnTo>
                  <a:pt x="43227" y="390994"/>
                </a:lnTo>
                <a:lnTo>
                  <a:pt x="39660" y="391196"/>
                </a:lnTo>
                <a:lnTo>
                  <a:pt x="25414" y="391452"/>
                </a:lnTo>
                <a:lnTo>
                  <a:pt x="22351" y="391833"/>
                </a:lnTo>
                <a:lnTo>
                  <a:pt x="18428" y="392778"/>
                </a:lnTo>
                <a:lnTo>
                  <a:pt x="9698" y="395884"/>
                </a:lnTo>
                <a:lnTo>
                  <a:pt x="3797" y="398671"/>
                </a:lnTo>
                <a:lnTo>
                  <a:pt x="166" y="398837"/>
                </a:lnTo>
                <a:lnTo>
                  <a:pt x="0" y="390154"/>
                </a:lnTo>
                <a:lnTo>
                  <a:pt x="2873" y="390471"/>
                </a:lnTo>
                <a:lnTo>
                  <a:pt x="16072" y="388679"/>
                </a:lnTo>
                <a:lnTo>
                  <a:pt x="21354" y="387670"/>
                </a:lnTo>
                <a:lnTo>
                  <a:pt x="31189" y="385780"/>
                </a:lnTo>
                <a:lnTo>
                  <a:pt x="40028" y="384629"/>
                </a:lnTo>
                <a:lnTo>
                  <a:pt x="50100" y="384173"/>
                </a:lnTo>
                <a:lnTo>
                  <a:pt x="57915" y="383439"/>
                </a:lnTo>
                <a:lnTo>
                  <a:pt x="65618" y="382178"/>
                </a:lnTo>
                <a:lnTo>
                  <a:pt x="73455" y="380743"/>
                </a:lnTo>
                <a:lnTo>
                  <a:pt x="77958" y="37984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D22FEC-47E5-46F9-97E1-69B58756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943" y="3467310"/>
            <a:ext cx="868799" cy="208002"/>
          </a:xfrm>
          <a:custGeom xmlns:a="http://schemas.openxmlformats.org/drawingml/2006/main">
            <a:pathLst>
              <a:path w="868799" h="208002">
                <a:moveTo>
                  <a:pt x="866601" y="207763"/>
                </a:moveTo>
                <a:lnTo>
                  <a:pt x="866852" y="204862"/>
                </a:lnTo>
                <a:lnTo>
                  <a:pt x="863789" y="202573"/>
                </a:lnTo>
                <a:lnTo>
                  <a:pt x="859771" y="199487"/>
                </a:lnTo>
                <a:lnTo>
                  <a:pt x="855870" y="195330"/>
                </a:lnTo>
                <a:lnTo>
                  <a:pt x="853801" y="191998"/>
                </a:lnTo>
                <a:lnTo>
                  <a:pt x="851670" y="187203"/>
                </a:lnTo>
                <a:lnTo>
                  <a:pt x="849354" y="181542"/>
                </a:lnTo>
                <a:lnTo>
                  <a:pt x="848701" y="175815"/>
                </a:lnTo>
                <a:lnTo>
                  <a:pt x="848151" y="165342"/>
                </a:lnTo>
                <a:lnTo>
                  <a:pt x="848170" y="24646"/>
                </a:lnTo>
                <a:lnTo>
                  <a:pt x="847239" y="18043"/>
                </a:lnTo>
                <a:lnTo>
                  <a:pt x="846204" y="12207"/>
                </a:lnTo>
                <a:lnTo>
                  <a:pt x="845204" y="8797"/>
                </a:lnTo>
                <a:lnTo>
                  <a:pt x="843515" y="6056"/>
                </a:lnTo>
                <a:lnTo>
                  <a:pt x="841107" y="4644"/>
                </a:lnTo>
                <a:lnTo>
                  <a:pt x="837131" y="3975"/>
                </a:lnTo>
                <a:lnTo>
                  <a:pt x="758559" y="6351"/>
                </a:lnTo>
                <a:lnTo>
                  <a:pt x="730137" y="7765"/>
                </a:lnTo>
                <a:lnTo>
                  <a:pt x="723200" y="8105"/>
                </a:lnTo>
                <a:lnTo>
                  <a:pt x="691802" y="11948"/>
                </a:lnTo>
                <a:lnTo>
                  <a:pt x="639197" y="18390"/>
                </a:lnTo>
                <a:lnTo>
                  <a:pt x="634501" y="19447"/>
                </a:lnTo>
                <a:lnTo>
                  <a:pt x="629013" y="21272"/>
                </a:lnTo>
                <a:lnTo>
                  <a:pt x="622256" y="23348"/>
                </a:lnTo>
                <a:lnTo>
                  <a:pt x="601726" y="27552"/>
                </a:lnTo>
                <a:lnTo>
                  <a:pt x="561941" y="31339"/>
                </a:lnTo>
                <a:lnTo>
                  <a:pt x="550076" y="31082"/>
                </a:lnTo>
                <a:lnTo>
                  <a:pt x="540585" y="31460"/>
                </a:lnTo>
                <a:lnTo>
                  <a:pt x="529982" y="31231"/>
                </a:lnTo>
                <a:lnTo>
                  <a:pt x="526670" y="31404"/>
                </a:lnTo>
                <a:lnTo>
                  <a:pt x="522043" y="31642"/>
                </a:lnTo>
                <a:lnTo>
                  <a:pt x="511827" y="31616"/>
                </a:lnTo>
                <a:lnTo>
                  <a:pt x="486261" y="34831"/>
                </a:lnTo>
                <a:lnTo>
                  <a:pt x="486796" y="37268"/>
                </a:lnTo>
                <a:lnTo>
                  <a:pt x="441160" y="41511"/>
                </a:lnTo>
                <a:lnTo>
                  <a:pt x="389092" y="46578"/>
                </a:lnTo>
                <a:lnTo>
                  <a:pt x="383548" y="47303"/>
                </a:lnTo>
                <a:lnTo>
                  <a:pt x="326930" y="54722"/>
                </a:lnTo>
                <a:lnTo>
                  <a:pt x="325666" y="54796"/>
                </a:lnTo>
                <a:lnTo>
                  <a:pt x="300429" y="56185"/>
                </a:lnTo>
                <a:lnTo>
                  <a:pt x="278476" y="59098"/>
                </a:lnTo>
                <a:lnTo>
                  <a:pt x="276873" y="59747"/>
                </a:lnTo>
                <a:lnTo>
                  <a:pt x="273469" y="61119"/>
                </a:lnTo>
                <a:lnTo>
                  <a:pt x="254233" y="64183"/>
                </a:lnTo>
                <a:lnTo>
                  <a:pt x="235423" y="65331"/>
                </a:lnTo>
                <a:lnTo>
                  <a:pt x="228794" y="65863"/>
                </a:lnTo>
                <a:lnTo>
                  <a:pt x="215008" y="68860"/>
                </a:lnTo>
                <a:lnTo>
                  <a:pt x="78659" y="83523"/>
                </a:lnTo>
                <a:lnTo>
                  <a:pt x="58511" y="88123"/>
                </a:lnTo>
                <a:lnTo>
                  <a:pt x="41567" y="88913"/>
                </a:lnTo>
                <a:lnTo>
                  <a:pt x="21103" y="90024"/>
                </a:lnTo>
                <a:lnTo>
                  <a:pt x="12323" y="91058"/>
                </a:lnTo>
                <a:lnTo>
                  <a:pt x="1069" y="92378"/>
                </a:lnTo>
                <a:lnTo>
                  <a:pt x="945" y="90744"/>
                </a:lnTo>
                <a:lnTo>
                  <a:pt x="0" y="85476"/>
                </a:lnTo>
                <a:lnTo>
                  <a:pt x="8758" y="85108"/>
                </a:lnTo>
                <a:lnTo>
                  <a:pt x="36325" y="83670"/>
                </a:lnTo>
                <a:lnTo>
                  <a:pt x="62351" y="81716"/>
                </a:lnTo>
                <a:lnTo>
                  <a:pt x="113064" y="76233"/>
                </a:lnTo>
                <a:lnTo>
                  <a:pt x="190315" y="67936"/>
                </a:lnTo>
                <a:lnTo>
                  <a:pt x="228948" y="63441"/>
                </a:lnTo>
                <a:lnTo>
                  <a:pt x="277158" y="56940"/>
                </a:lnTo>
                <a:lnTo>
                  <a:pt x="325638" y="51398"/>
                </a:lnTo>
                <a:lnTo>
                  <a:pt x="374035" y="45289"/>
                </a:lnTo>
                <a:lnTo>
                  <a:pt x="395989" y="42367"/>
                </a:lnTo>
                <a:lnTo>
                  <a:pt x="445835" y="37058"/>
                </a:lnTo>
                <a:lnTo>
                  <a:pt x="475875" y="33643"/>
                </a:lnTo>
                <a:lnTo>
                  <a:pt x="510860" y="29026"/>
                </a:lnTo>
                <a:lnTo>
                  <a:pt x="523835" y="27608"/>
                </a:lnTo>
                <a:lnTo>
                  <a:pt x="540424" y="27485"/>
                </a:lnTo>
                <a:lnTo>
                  <a:pt x="554821" y="27746"/>
                </a:lnTo>
                <a:lnTo>
                  <a:pt x="600356" y="23457"/>
                </a:lnTo>
                <a:lnTo>
                  <a:pt x="627939" y="16888"/>
                </a:lnTo>
                <a:lnTo>
                  <a:pt x="652532" y="13735"/>
                </a:lnTo>
                <a:lnTo>
                  <a:pt x="706221" y="5795"/>
                </a:lnTo>
                <a:lnTo>
                  <a:pt x="726894" y="3723"/>
                </a:lnTo>
                <a:lnTo>
                  <a:pt x="758870" y="3011"/>
                </a:lnTo>
                <a:lnTo>
                  <a:pt x="845590" y="0"/>
                </a:lnTo>
                <a:lnTo>
                  <a:pt x="846604" y="1425"/>
                </a:lnTo>
                <a:lnTo>
                  <a:pt x="847891" y="3633"/>
                </a:lnTo>
                <a:lnTo>
                  <a:pt x="849227" y="7287"/>
                </a:lnTo>
                <a:lnTo>
                  <a:pt x="849945" y="10015"/>
                </a:lnTo>
                <a:lnTo>
                  <a:pt x="850171" y="12977"/>
                </a:lnTo>
                <a:lnTo>
                  <a:pt x="850808" y="19768"/>
                </a:lnTo>
                <a:lnTo>
                  <a:pt x="851059" y="25967"/>
                </a:lnTo>
                <a:lnTo>
                  <a:pt x="851323" y="36240"/>
                </a:lnTo>
                <a:lnTo>
                  <a:pt x="851609" y="50189"/>
                </a:lnTo>
                <a:lnTo>
                  <a:pt x="851379" y="159987"/>
                </a:lnTo>
                <a:lnTo>
                  <a:pt x="851794" y="167652"/>
                </a:lnTo>
                <a:lnTo>
                  <a:pt x="852697" y="175606"/>
                </a:lnTo>
                <a:lnTo>
                  <a:pt x="854307" y="182029"/>
                </a:lnTo>
                <a:lnTo>
                  <a:pt x="856637" y="187023"/>
                </a:lnTo>
                <a:lnTo>
                  <a:pt x="859174" y="191142"/>
                </a:lnTo>
                <a:lnTo>
                  <a:pt x="860822" y="193451"/>
                </a:lnTo>
                <a:lnTo>
                  <a:pt x="863542" y="196180"/>
                </a:lnTo>
                <a:lnTo>
                  <a:pt x="868423" y="199674"/>
                </a:lnTo>
                <a:lnTo>
                  <a:pt x="868799" y="199898"/>
                </a:lnTo>
                <a:lnTo>
                  <a:pt x="868799" y="208002"/>
                </a:lnTo>
                <a:lnTo>
                  <a:pt x="866601" y="20776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78C39E-93AB-4E10-B44A-6D09B9E7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449" y="2021383"/>
            <a:ext cx="9505" cy="196942"/>
          </a:xfrm>
          <a:custGeom xmlns:a="http://schemas.openxmlformats.org/drawingml/2006/main">
            <a:pathLst>
              <a:path w="9505" h="196942">
                <a:moveTo>
                  <a:pt x="6045" y="196942"/>
                </a:moveTo>
                <a:lnTo>
                  <a:pt x="4197" y="169886"/>
                </a:lnTo>
                <a:lnTo>
                  <a:pt x="3876" y="139965"/>
                </a:lnTo>
                <a:lnTo>
                  <a:pt x="5442" y="90336"/>
                </a:lnTo>
                <a:lnTo>
                  <a:pt x="5443" y="76976"/>
                </a:lnTo>
                <a:lnTo>
                  <a:pt x="2140" y="32075"/>
                </a:lnTo>
                <a:lnTo>
                  <a:pt x="0" y="762"/>
                </a:lnTo>
                <a:lnTo>
                  <a:pt x="5370" y="0"/>
                </a:lnTo>
                <a:lnTo>
                  <a:pt x="8100" y="62220"/>
                </a:lnTo>
                <a:lnTo>
                  <a:pt x="8278" y="89713"/>
                </a:lnTo>
                <a:lnTo>
                  <a:pt x="7193" y="113900"/>
                </a:lnTo>
                <a:lnTo>
                  <a:pt x="6009" y="140299"/>
                </a:lnTo>
                <a:lnTo>
                  <a:pt x="7171" y="167534"/>
                </a:lnTo>
                <a:lnTo>
                  <a:pt x="9505" y="194297"/>
                </a:lnTo>
                <a:lnTo>
                  <a:pt x="6045" y="19694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73E804-A971-4A7D-BDD9-30117913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658" y="2253802"/>
            <a:ext cx="1543095" cy="199595"/>
          </a:xfrm>
          <a:custGeom xmlns:a="http://schemas.openxmlformats.org/drawingml/2006/main">
            <a:pathLst>
              <a:path w="1543095" h="199595">
                <a:moveTo>
                  <a:pt x="1543095" y="27785"/>
                </a:moveTo>
                <a:lnTo>
                  <a:pt x="1536690" y="27071"/>
                </a:lnTo>
                <a:lnTo>
                  <a:pt x="1528274" y="29406"/>
                </a:lnTo>
                <a:lnTo>
                  <a:pt x="1526190" y="24519"/>
                </a:lnTo>
                <a:lnTo>
                  <a:pt x="1525180" y="23913"/>
                </a:lnTo>
                <a:lnTo>
                  <a:pt x="1524034" y="23914"/>
                </a:lnTo>
                <a:lnTo>
                  <a:pt x="1523132" y="24012"/>
                </a:lnTo>
                <a:lnTo>
                  <a:pt x="1519907" y="24863"/>
                </a:lnTo>
                <a:lnTo>
                  <a:pt x="1505883" y="29881"/>
                </a:lnTo>
                <a:lnTo>
                  <a:pt x="1495772" y="34115"/>
                </a:lnTo>
                <a:lnTo>
                  <a:pt x="1494517" y="34789"/>
                </a:lnTo>
                <a:lnTo>
                  <a:pt x="1492278" y="35999"/>
                </a:lnTo>
                <a:lnTo>
                  <a:pt x="1486123" y="38476"/>
                </a:lnTo>
                <a:lnTo>
                  <a:pt x="1429531" y="49014"/>
                </a:lnTo>
                <a:lnTo>
                  <a:pt x="1334438" y="65202"/>
                </a:lnTo>
                <a:lnTo>
                  <a:pt x="1319048" y="67655"/>
                </a:lnTo>
                <a:lnTo>
                  <a:pt x="1316799" y="67986"/>
                </a:lnTo>
                <a:lnTo>
                  <a:pt x="1314680" y="68345"/>
                </a:lnTo>
                <a:lnTo>
                  <a:pt x="1302945" y="70219"/>
                </a:lnTo>
                <a:lnTo>
                  <a:pt x="1287122" y="72535"/>
                </a:lnTo>
                <a:lnTo>
                  <a:pt x="1244931" y="80724"/>
                </a:lnTo>
                <a:lnTo>
                  <a:pt x="1238913" y="83213"/>
                </a:lnTo>
                <a:lnTo>
                  <a:pt x="1225539" y="86385"/>
                </a:lnTo>
                <a:lnTo>
                  <a:pt x="1182890" y="95274"/>
                </a:lnTo>
                <a:lnTo>
                  <a:pt x="1171305" y="97548"/>
                </a:lnTo>
                <a:lnTo>
                  <a:pt x="1162881" y="98598"/>
                </a:lnTo>
                <a:lnTo>
                  <a:pt x="1152248" y="99464"/>
                </a:lnTo>
                <a:lnTo>
                  <a:pt x="1132527" y="99929"/>
                </a:lnTo>
                <a:lnTo>
                  <a:pt x="1101610" y="100091"/>
                </a:lnTo>
                <a:lnTo>
                  <a:pt x="1085594" y="100637"/>
                </a:lnTo>
                <a:lnTo>
                  <a:pt x="1066978" y="102004"/>
                </a:lnTo>
                <a:lnTo>
                  <a:pt x="1039168" y="104397"/>
                </a:lnTo>
                <a:lnTo>
                  <a:pt x="1016599" y="106709"/>
                </a:lnTo>
                <a:lnTo>
                  <a:pt x="981100" y="109052"/>
                </a:lnTo>
                <a:lnTo>
                  <a:pt x="943952" y="112888"/>
                </a:lnTo>
                <a:lnTo>
                  <a:pt x="939461" y="113567"/>
                </a:lnTo>
                <a:lnTo>
                  <a:pt x="916487" y="117079"/>
                </a:lnTo>
                <a:lnTo>
                  <a:pt x="916407" y="120736"/>
                </a:lnTo>
                <a:lnTo>
                  <a:pt x="595165" y="145100"/>
                </a:lnTo>
                <a:lnTo>
                  <a:pt x="551306" y="150206"/>
                </a:lnTo>
                <a:lnTo>
                  <a:pt x="518416" y="153348"/>
                </a:lnTo>
                <a:lnTo>
                  <a:pt x="512113" y="153953"/>
                </a:lnTo>
                <a:lnTo>
                  <a:pt x="507264" y="152385"/>
                </a:lnTo>
                <a:lnTo>
                  <a:pt x="490146" y="153244"/>
                </a:lnTo>
                <a:lnTo>
                  <a:pt x="477731" y="153994"/>
                </a:lnTo>
                <a:lnTo>
                  <a:pt x="464192" y="154694"/>
                </a:lnTo>
                <a:lnTo>
                  <a:pt x="327277" y="171872"/>
                </a:lnTo>
                <a:lnTo>
                  <a:pt x="25122" y="198305"/>
                </a:lnTo>
                <a:lnTo>
                  <a:pt x="0" y="199595"/>
                </a:lnTo>
                <a:lnTo>
                  <a:pt x="0" y="181732"/>
                </a:lnTo>
                <a:lnTo>
                  <a:pt x="173181" y="165964"/>
                </a:lnTo>
                <a:lnTo>
                  <a:pt x="181254" y="165389"/>
                </a:lnTo>
                <a:lnTo>
                  <a:pt x="189690" y="164458"/>
                </a:lnTo>
                <a:lnTo>
                  <a:pt x="285940" y="155932"/>
                </a:lnTo>
                <a:lnTo>
                  <a:pt x="327919" y="152213"/>
                </a:lnTo>
                <a:lnTo>
                  <a:pt x="384027" y="146979"/>
                </a:lnTo>
                <a:lnTo>
                  <a:pt x="498280" y="136318"/>
                </a:lnTo>
                <a:lnTo>
                  <a:pt x="531657" y="135123"/>
                </a:lnTo>
                <a:lnTo>
                  <a:pt x="576572" y="129828"/>
                </a:lnTo>
                <a:lnTo>
                  <a:pt x="595232" y="128479"/>
                </a:lnTo>
                <a:lnTo>
                  <a:pt x="621013" y="126618"/>
                </a:lnTo>
                <a:lnTo>
                  <a:pt x="721112" y="117512"/>
                </a:lnTo>
                <a:lnTo>
                  <a:pt x="844760" y="108082"/>
                </a:lnTo>
                <a:lnTo>
                  <a:pt x="943098" y="102483"/>
                </a:lnTo>
                <a:lnTo>
                  <a:pt x="992618" y="97929"/>
                </a:lnTo>
                <a:lnTo>
                  <a:pt x="996412" y="97581"/>
                </a:lnTo>
                <a:lnTo>
                  <a:pt x="1050128" y="93524"/>
                </a:lnTo>
                <a:lnTo>
                  <a:pt x="1120073" y="87514"/>
                </a:lnTo>
                <a:lnTo>
                  <a:pt x="1158610" y="85220"/>
                </a:lnTo>
                <a:lnTo>
                  <a:pt x="1190102" y="82257"/>
                </a:lnTo>
                <a:lnTo>
                  <a:pt x="1195679" y="81027"/>
                </a:lnTo>
                <a:lnTo>
                  <a:pt x="1222518" y="75190"/>
                </a:lnTo>
                <a:lnTo>
                  <a:pt x="1224803" y="74539"/>
                </a:lnTo>
                <a:lnTo>
                  <a:pt x="1227979" y="72293"/>
                </a:lnTo>
                <a:lnTo>
                  <a:pt x="1231697" y="70489"/>
                </a:lnTo>
                <a:lnTo>
                  <a:pt x="1245605" y="69120"/>
                </a:lnTo>
                <a:lnTo>
                  <a:pt x="1258878" y="67947"/>
                </a:lnTo>
                <a:lnTo>
                  <a:pt x="1275120" y="65995"/>
                </a:lnTo>
                <a:lnTo>
                  <a:pt x="1344018" y="55050"/>
                </a:lnTo>
                <a:lnTo>
                  <a:pt x="1393386" y="47753"/>
                </a:lnTo>
                <a:lnTo>
                  <a:pt x="1446456" y="39707"/>
                </a:lnTo>
                <a:lnTo>
                  <a:pt x="1466187" y="36470"/>
                </a:lnTo>
                <a:lnTo>
                  <a:pt x="1469938" y="35782"/>
                </a:lnTo>
                <a:lnTo>
                  <a:pt x="1472312" y="35353"/>
                </a:lnTo>
                <a:lnTo>
                  <a:pt x="1483623" y="32667"/>
                </a:lnTo>
                <a:lnTo>
                  <a:pt x="1492178" y="29245"/>
                </a:lnTo>
                <a:lnTo>
                  <a:pt x="1505547" y="23004"/>
                </a:lnTo>
                <a:lnTo>
                  <a:pt x="1518557" y="15260"/>
                </a:lnTo>
                <a:lnTo>
                  <a:pt x="1539971" y="0"/>
                </a:lnTo>
                <a:lnTo>
                  <a:pt x="1543095" y="2778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4D1463-9800-4715-8E77-BE448319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3685" y="1810650"/>
            <a:ext cx="388676" cy="401372"/>
          </a:xfrm>
          <a:custGeom xmlns:a="http://schemas.openxmlformats.org/drawingml/2006/main">
            <a:pathLst>
              <a:path w="388676" h="401372">
                <a:moveTo>
                  <a:pt x="24251" y="27448"/>
                </a:moveTo>
                <a:lnTo>
                  <a:pt x="52409" y="65819"/>
                </a:lnTo>
                <a:lnTo>
                  <a:pt x="68041" y="80484"/>
                </a:lnTo>
                <a:lnTo>
                  <a:pt x="112373" y="117662"/>
                </a:lnTo>
                <a:lnTo>
                  <a:pt x="156454" y="148445"/>
                </a:lnTo>
                <a:lnTo>
                  <a:pt x="176838" y="168444"/>
                </a:lnTo>
                <a:lnTo>
                  <a:pt x="199473" y="192362"/>
                </a:lnTo>
                <a:lnTo>
                  <a:pt x="226114" y="219858"/>
                </a:lnTo>
                <a:lnTo>
                  <a:pt x="259924" y="257583"/>
                </a:lnTo>
                <a:lnTo>
                  <a:pt x="271141" y="269835"/>
                </a:lnTo>
                <a:lnTo>
                  <a:pt x="290520" y="291358"/>
                </a:lnTo>
                <a:lnTo>
                  <a:pt x="323029" y="335248"/>
                </a:lnTo>
                <a:lnTo>
                  <a:pt x="342337" y="360065"/>
                </a:lnTo>
                <a:lnTo>
                  <a:pt x="353642" y="372607"/>
                </a:lnTo>
                <a:lnTo>
                  <a:pt x="356528" y="374631"/>
                </a:lnTo>
                <a:lnTo>
                  <a:pt x="361216" y="377910"/>
                </a:lnTo>
                <a:lnTo>
                  <a:pt x="366378" y="380406"/>
                </a:lnTo>
                <a:lnTo>
                  <a:pt x="369018" y="381080"/>
                </a:lnTo>
                <a:lnTo>
                  <a:pt x="371644" y="381424"/>
                </a:lnTo>
                <a:lnTo>
                  <a:pt x="376505" y="381429"/>
                </a:lnTo>
                <a:lnTo>
                  <a:pt x="383431" y="380515"/>
                </a:lnTo>
                <a:lnTo>
                  <a:pt x="388676" y="379531"/>
                </a:lnTo>
                <a:lnTo>
                  <a:pt x="377695" y="401372"/>
                </a:lnTo>
                <a:lnTo>
                  <a:pt x="372375" y="396837"/>
                </a:lnTo>
                <a:lnTo>
                  <a:pt x="359647" y="386977"/>
                </a:lnTo>
                <a:lnTo>
                  <a:pt x="353445" y="381611"/>
                </a:lnTo>
                <a:lnTo>
                  <a:pt x="354445" y="380374"/>
                </a:lnTo>
                <a:lnTo>
                  <a:pt x="349968" y="375721"/>
                </a:lnTo>
                <a:lnTo>
                  <a:pt x="325503" y="346533"/>
                </a:lnTo>
                <a:lnTo>
                  <a:pt x="307691" y="324655"/>
                </a:lnTo>
                <a:lnTo>
                  <a:pt x="297838" y="312433"/>
                </a:lnTo>
                <a:lnTo>
                  <a:pt x="287263" y="297676"/>
                </a:lnTo>
                <a:lnTo>
                  <a:pt x="275738" y="281935"/>
                </a:lnTo>
                <a:lnTo>
                  <a:pt x="266621" y="271866"/>
                </a:lnTo>
                <a:lnTo>
                  <a:pt x="256338" y="261375"/>
                </a:lnTo>
                <a:lnTo>
                  <a:pt x="246258" y="250195"/>
                </a:lnTo>
                <a:lnTo>
                  <a:pt x="242572" y="247909"/>
                </a:lnTo>
                <a:lnTo>
                  <a:pt x="241456" y="247834"/>
                </a:lnTo>
                <a:lnTo>
                  <a:pt x="238035" y="248680"/>
                </a:lnTo>
                <a:lnTo>
                  <a:pt x="230610" y="252203"/>
                </a:lnTo>
                <a:lnTo>
                  <a:pt x="219344" y="260179"/>
                </a:lnTo>
                <a:lnTo>
                  <a:pt x="213431" y="263828"/>
                </a:lnTo>
                <a:lnTo>
                  <a:pt x="183327" y="281373"/>
                </a:lnTo>
                <a:lnTo>
                  <a:pt x="181536" y="278672"/>
                </a:lnTo>
                <a:lnTo>
                  <a:pt x="192431" y="272082"/>
                </a:lnTo>
                <a:lnTo>
                  <a:pt x="199978" y="267312"/>
                </a:lnTo>
                <a:lnTo>
                  <a:pt x="215075" y="259655"/>
                </a:lnTo>
                <a:lnTo>
                  <a:pt x="221193" y="255868"/>
                </a:lnTo>
                <a:lnTo>
                  <a:pt x="230034" y="249672"/>
                </a:lnTo>
                <a:lnTo>
                  <a:pt x="234796" y="245517"/>
                </a:lnTo>
                <a:lnTo>
                  <a:pt x="236351" y="243421"/>
                </a:lnTo>
                <a:lnTo>
                  <a:pt x="236762" y="242213"/>
                </a:lnTo>
                <a:lnTo>
                  <a:pt x="236839" y="241007"/>
                </a:lnTo>
                <a:lnTo>
                  <a:pt x="235725" y="238515"/>
                </a:lnTo>
                <a:lnTo>
                  <a:pt x="222140" y="223456"/>
                </a:lnTo>
                <a:lnTo>
                  <a:pt x="193926" y="196889"/>
                </a:lnTo>
                <a:lnTo>
                  <a:pt x="151040" y="155873"/>
                </a:lnTo>
                <a:lnTo>
                  <a:pt x="103150" y="121136"/>
                </a:lnTo>
                <a:lnTo>
                  <a:pt x="72351" y="97040"/>
                </a:lnTo>
                <a:lnTo>
                  <a:pt x="68679" y="95793"/>
                </a:lnTo>
                <a:lnTo>
                  <a:pt x="38327" y="69188"/>
                </a:lnTo>
                <a:lnTo>
                  <a:pt x="24615" y="41974"/>
                </a:lnTo>
                <a:lnTo>
                  <a:pt x="19220" y="34893"/>
                </a:lnTo>
                <a:lnTo>
                  <a:pt x="13124" y="22414"/>
                </a:lnTo>
                <a:lnTo>
                  <a:pt x="9638" y="15265"/>
                </a:lnTo>
                <a:lnTo>
                  <a:pt x="5982" y="8940"/>
                </a:lnTo>
                <a:lnTo>
                  <a:pt x="1488" y="2791"/>
                </a:lnTo>
                <a:lnTo>
                  <a:pt x="0" y="0"/>
                </a:lnTo>
                <a:lnTo>
                  <a:pt x="5701" y="0"/>
                </a:lnTo>
                <a:lnTo>
                  <a:pt x="24251" y="2744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D64988-0F0B-41BC-BD9D-7CABC4AA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22" y="2406186"/>
            <a:ext cx="156021" cy="1245304"/>
          </a:xfrm>
          <a:custGeom xmlns:a="http://schemas.openxmlformats.org/drawingml/2006/main">
            <a:pathLst>
              <a:path w="156021" h="1245304">
                <a:moveTo>
                  <a:pt x="147066" y="1241618"/>
                </a:moveTo>
                <a:lnTo>
                  <a:pt x="144041" y="1217687"/>
                </a:lnTo>
                <a:lnTo>
                  <a:pt x="104357" y="874331"/>
                </a:lnTo>
                <a:lnTo>
                  <a:pt x="96769" y="820902"/>
                </a:lnTo>
                <a:lnTo>
                  <a:pt x="91306" y="780456"/>
                </a:lnTo>
                <a:lnTo>
                  <a:pt x="91456" y="779243"/>
                </a:lnTo>
                <a:lnTo>
                  <a:pt x="91968" y="778046"/>
                </a:lnTo>
                <a:lnTo>
                  <a:pt x="94982" y="776920"/>
                </a:lnTo>
                <a:lnTo>
                  <a:pt x="95791" y="776093"/>
                </a:lnTo>
                <a:lnTo>
                  <a:pt x="95996" y="775354"/>
                </a:lnTo>
                <a:lnTo>
                  <a:pt x="95107" y="767898"/>
                </a:lnTo>
                <a:lnTo>
                  <a:pt x="94424" y="766945"/>
                </a:lnTo>
                <a:lnTo>
                  <a:pt x="88103" y="763392"/>
                </a:lnTo>
                <a:lnTo>
                  <a:pt x="76673" y="641236"/>
                </a:lnTo>
                <a:lnTo>
                  <a:pt x="63887" y="523013"/>
                </a:lnTo>
                <a:lnTo>
                  <a:pt x="61191" y="495076"/>
                </a:lnTo>
                <a:lnTo>
                  <a:pt x="49762" y="421619"/>
                </a:lnTo>
                <a:lnTo>
                  <a:pt x="35071" y="292715"/>
                </a:lnTo>
                <a:lnTo>
                  <a:pt x="27155" y="227482"/>
                </a:lnTo>
                <a:lnTo>
                  <a:pt x="18652" y="162615"/>
                </a:lnTo>
                <a:lnTo>
                  <a:pt x="14989" y="143361"/>
                </a:lnTo>
                <a:lnTo>
                  <a:pt x="12644" y="125885"/>
                </a:lnTo>
                <a:lnTo>
                  <a:pt x="3899" y="80965"/>
                </a:lnTo>
                <a:lnTo>
                  <a:pt x="0" y="0"/>
                </a:lnTo>
                <a:lnTo>
                  <a:pt x="4848" y="1568"/>
                </a:lnTo>
                <a:lnTo>
                  <a:pt x="11151" y="963"/>
                </a:lnTo>
                <a:lnTo>
                  <a:pt x="12321" y="16470"/>
                </a:lnTo>
                <a:lnTo>
                  <a:pt x="18349" y="123103"/>
                </a:lnTo>
                <a:lnTo>
                  <a:pt x="21539" y="146412"/>
                </a:lnTo>
                <a:lnTo>
                  <a:pt x="31043" y="192126"/>
                </a:lnTo>
                <a:lnTo>
                  <a:pt x="35888" y="237543"/>
                </a:lnTo>
                <a:lnTo>
                  <a:pt x="55396" y="386310"/>
                </a:lnTo>
                <a:lnTo>
                  <a:pt x="56856" y="408414"/>
                </a:lnTo>
                <a:lnTo>
                  <a:pt x="62480" y="445136"/>
                </a:lnTo>
                <a:lnTo>
                  <a:pt x="69245" y="491373"/>
                </a:lnTo>
                <a:lnTo>
                  <a:pt x="80448" y="595373"/>
                </a:lnTo>
                <a:lnTo>
                  <a:pt x="81092" y="599114"/>
                </a:lnTo>
                <a:lnTo>
                  <a:pt x="85270" y="646216"/>
                </a:lnTo>
                <a:lnTo>
                  <a:pt x="90411" y="698079"/>
                </a:lnTo>
                <a:lnTo>
                  <a:pt x="93323" y="707244"/>
                </a:lnTo>
                <a:lnTo>
                  <a:pt x="101776" y="765525"/>
                </a:lnTo>
                <a:lnTo>
                  <a:pt x="100453" y="767330"/>
                </a:lnTo>
                <a:lnTo>
                  <a:pt x="100289" y="767859"/>
                </a:lnTo>
                <a:lnTo>
                  <a:pt x="100531" y="772715"/>
                </a:lnTo>
                <a:lnTo>
                  <a:pt x="100879" y="776331"/>
                </a:lnTo>
                <a:lnTo>
                  <a:pt x="102902" y="776401"/>
                </a:lnTo>
                <a:lnTo>
                  <a:pt x="104553" y="789797"/>
                </a:lnTo>
                <a:lnTo>
                  <a:pt x="107669" y="789671"/>
                </a:lnTo>
                <a:lnTo>
                  <a:pt x="110321" y="822981"/>
                </a:lnTo>
                <a:lnTo>
                  <a:pt x="110861" y="830793"/>
                </a:lnTo>
                <a:lnTo>
                  <a:pt x="111104" y="864110"/>
                </a:lnTo>
                <a:lnTo>
                  <a:pt x="156021" y="1241239"/>
                </a:lnTo>
                <a:lnTo>
                  <a:pt x="150650" y="1245304"/>
                </a:lnTo>
                <a:lnTo>
                  <a:pt x="147066" y="124161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211B74-B50B-4AAC-B265-9DB38204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371" y="2891676"/>
            <a:ext cx="601721" cy="1042485"/>
          </a:xfrm>
          <a:custGeom xmlns:a="http://schemas.openxmlformats.org/drawingml/2006/main">
            <a:pathLst>
              <a:path w="601721" h="1042485">
                <a:moveTo>
                  <a:pt x="297076" y="788335"/>
                </a:moveTo>
                <a:lnTo>
                  <a:pt x="302621" y="868634"/>
                </a:lnTo>
                <a:lnTo>
                  <a:pt x="306681" y="909978"/>
                </a:lnTo>
                <a:lnTo>
                  <a:pt x="312622" y="949909"/>
                </a:lnTo>
                <a:lnTo>
                  <a:pt x="314312" y="961565"/>
                </a:lnTo>
                <a:lnTo>
                  <a:pt x="313767" y="990800"/>
                </a:lnTo>
                <a:lnTo>
                  <a:pt x="315931" y="1003041"/>
                </a:lnTo>
                <a:lnTo>
                  <a:pt x="316625" y="1007130"/>
                </a:lnTo>
                <a:lnTo>
                  <a:pt x="317377" y="1012571"/>
                </a:lnTo>
                <a:lnTo>
                  <a:pt x="321560" y="1012756"/>
                </a:lnTo>
                <a:lnTo>
                  <a:pt x="326209" y="1040744"/>
                </a:lnTo>
                <a:lnTo>
                  <a:pt x="303785" y="1042485"/>
                </a:lnTo>
                <a:lnTo>
                  <a:pt x="304218" y="1031644"/>
                </a:lnTo>
                <a:lnTo>
                  <a:pt x="304387" y="1023907"/>
                </a:lnTo>
                <a:lnTo>
                  <a:pt x="304282" y="1019738"/>
                </a:lnTo>
                <a:lnTo>
                  <a:pt x="306181" y="1019535"/>
                </a:lnTo>
                <a:lnTo>
                  <a:pt x="307602" y="1019228"/>
                </a:lnTo>
                <a:lnTo>
                  <a:pt x="308498" y="1018090"/>
                </a:lnTo>
                <a:lnTo>
                  <a:pt x="308924" y="1016544"/>
                </a:lnTo>
                <a:lnTo>
                  <a:pt x="308841" y="1007053"/>
                </a:lnTo>
                <a:lnTo>
                  <a:pt x="308640" y="1006254"/>
                </a:lnTo>
                <a:lnTo>
                  <a:pt x="308194" y="1005441"/>
                </a:lnTo>
                <a:lnTo>
                  <a:pt x="307326" y="1004991"/>
                </a:lnTo>
                <a:lnTo>
                  <a:pt x="306510" y="1004779"/>
                </a:lnTo>
                <a:lnTo>
                  <a:pt x="305706" y="1004711"/>
                </a:lnTo>
                <a:lnTo>
                  <a:pt x="304107" y="969666"/>
                </a:lnTo>
                <a:lnTo>
                  <a:pt x="298806" y="931980"/>
                </a:lnTo>
                <a:lnTo>
                  <a:pt x="297339" y="891859"/>
                </a:lnTo>
                <a:lnTo>
                  <a:pt x="296929" y="875101"/>
                </a:lnTo>
                <a:lnTo>
                  <a:pt x="296497" y="859306"/>
                </a:lnTo>
                <a:lnTo>
                  <a:pt x="293449" y="816531"/>
                </a:lnTo>
                <a:lnTo>
                  <a:pt x="292906" y="814483"/>
                </a:lnTo>
                <a:lnTo>
                  <a:pt x="290429" y="790032"/>
                </a:lnTo>
                <a:lnTo>
                  <a:pt x="282025" y="755565"/>
                </a:lnTo>
                <a:lnTo>
                  <a:pt x="271595" y="667411"/>
                </a:lnTo>
                <a:lnTo>
                  <a:pt x="264351" y="589500"/>
                </a:lnTo>
                <a:lnTo>
                  <a:pt x="262143" y="570371"/>
                </a:lnTo>
                <a:lnTo>
                  <a:pt x="256027" y="529481"/>
                </a:lnTo>
                <a:lnTo>
                  <a:pt x="253426" y="501436"/>
                </a:lnTo>
                <a:lnTo>
                  <a:pt x="251931" y="485517"/>
                </a:lnTo>
                <a:lnTo>
                  <a:pt x="246637" y="447256"/>
                </a:lnTo>
                <a:lnTo>
                  <a:pt x="245338" y="435312"/>
                </a:lnTo>
                <a:lnTo>
                  <a:pt x="243049" y="419865"/>
                </a:lnTo>
                <a:lnTo>
                  <a:pt x="239729" y="402469"/>
                </a:lnTo>
                <a:lnTo>
                  <a:pt x="236835" y="383519"/>
                </a:lnTo>
                <a:lnTo>
                  <a:pt x="235416" y="359472"/>
                </a:lnTo>
                <a:lnTo>
                  <a:pt x="229646" y="329001"/>
                </a:lnTo>
                <a:lnTo>
                  <a:pt x="225955" y="329249"/>
                </a:lnTo>
                <a:lnTo>
                  <a:pt x="218866" y="261897"/>
                </a:lnTo>
                <a:lnTo>
                  <a:pt x="218541" y="254529"/>
                </a:lnTo>
                <a:lnTo>
                  <a:pt x="204746" y="106666"/>
                </a:lnTo>
                <a:lnTo>
                  <a:pt x="204127" y="99486"/>
                </a:lnTo>
                <a:lnTo>
                  <a:pt x="203096" y="97529"/>
                </a:lnTo>
                <a:lnTo>
                  <a:pt x="201092" y="95930"/>
                </a:lnTo>
                <a:lnTo>
                  <a:pt x="198675" y="95007"/>
                </a:lnTo>
                <a:lnTo>
                  <a:pt x="195960" y="94753"/>
                </a:lnTo>
                <a:lnTo>
                  <a:pt x="137365" y="100054"/>
                </a:lnTo>
                <a:lnTo>
                  <a:pt x="137742" y="103383"/>
                </a:lnTo>
                <a:lnTo>
                  <a:pt x="126238" y="103884"/>
                </a:lnTo>
                <a:lnTo>
                  <a:pt x="644" y="113624"/>
                </a:lnTo>
                <a:lnTo>
                  <a:pt x="0" y="109884"/>
                </a:lnTo>
                <a:lnTo>
                  <a:pt x="51141" y="105046"/>
                </a:lnTo>
                <a:lnTo>
                  <a:pt x="119953" y="94020"/>
                </a:lnTo>
                <a:lnTo>
                  <a:pt x="120116" y="96871"/>
                </a:lnTo>
                <a:lnTo>
                  <a:pt x="137451" y="96093"/>
                </a:lnTo>
                <a:lnTo>
                  <a:pt x="283154" y="80883"/>
                </a:lnTo>
                <a:lnTo>
                  <a:pt x="291503" y="79612"/>
                </a:lnTo>
                <a:lnTo>
                  <a:pt x="308565" y="75768"/>
                </a:lnTo>
                <a:lnTo>
                  <a:pt x="316580" y="73864"/>
                </a:lnTo>
                <a:lnTo>
                  <a:pt x="324041" y="71121"/>
                </a:lnTo>
                <a:lnTo>
                  <a:pt x="326898" y="69535"/>
                </a:lnTo>
                <a:lnTo>
                  <a:pt x="328771" y="68131"/>
                </a:lnTo>
                <a:lnTo>
                  <a:pt x="330779" y="65555"/>
                </a:lnTo>
                <a:lnTo>
                  <a:pt x="353801" y="27043"/>
                </a:lnTo>
                <a:lnTo>
                  <a:pt x="357334" y="21408"/>
                </a:lnTo>
                <a:lnTo>
                  <a:pt x="375588" y="9798"/>
                </a:lnTo>
                <a:lnTo>
                  <a:pt x="401107" y="5041"/>
                </a:lnTo>
                <a:lnTo>
                  <a:pt x="401389" y="6754"/>
                </a:lnTo>
                <a:lnTo>
                  <a:pt x="426232" y="3063"/>
                </a:lnTo>
                <a:lnTo>
                  <a:pt x="433753" y="1867"/>
                </a:lnTo>
                <a:lnTo>
                  <a:pt x="441948" y="694"/>
                </a:lnTo>
                <a:lnTo>
                  <a:pt x="445949" y="198"/>
                </a:lnTo>
                <a:lnTo>
                  <a:pt x="448195" y="53"/>
                </a:lnTo>
                <a:lnTo>
                  <a:pt x="450039" y="0"/>
                </a:lnTo>
                <a:lnTo>
                  <a:pt x="452367" y="338"/>
                </a:lnTo>
                <a:lnTo>
                  <a:pt x="455171" y="1177"/>
                </a:lnTo>
                <a:lnTo>
                  <a:pt x="457389" y="2290"/>
                </a:lnTo>
                <a:lnTo>
                  <a:pt x="458821" y="3479"/>
                </a:lnTo>
                <a:lnTo>
                  <a:pt x="461575" y="6640"/>
                </a:lnTo>
                <a:lnTo>
                  <a:pt x="468915" y="18031"/>
                </a:lnTo>
                <a:lnTo>
                  <a:pt x="473702" y="26079"/>
                </a:lnTo>
                <a:lnTo>
                  <a:pt x="475748" y="30383"/>
                </a:lnTo>
                <a:lnTo>
                  <a:pt x="478230" y="37020"/>
                </a:lnTo>
                <a:lnTo>
                  <a:pt x="480244" y="42777"/>
                </a:lnTo>
                <a:lnTo>
                  <a:pt x="480984" y="44441"/>
                </a:lnTo>
                <a:lnTo>
                  <a:pt x="481845" y="45228"/>
                </a:lnTo>
                <a:lnTo>
                  <a:pt x="483200" y="45647"/>
                </a:lnTo>
                <a:lnTo>
                  <a:pt x="484947" y="45685"/>
                </a:lnTo>
                <a:lnTo>
                  <a:pt x="489338" y="45299"/>
                </a:lnTo>
                <a:lnTo>
                  <a:pt x="527296" y="40415"/>
                </a:lnTo>
                <a:lnTo>
                  <a:pt x="529242" y="40356"/>
                </a:lnTo>
                <a:lnTo>
                  <a:pt x="531277" y="40502"/>
                </a:lnTo>
                <a:lnTo>
                  <a:pt x="533406" y="41030"/>
                </a:lnTo>
                <a:lnTo>
                  <a:pt x="535621" y="42245"/>
                </a:lnTo>
                <a:lnTo>
                  <a:pt x="536955" y="43626"/>
                </a:lnTo>
                <a:lnTo>
                  <a:pt x="538175" y="45588"/>
                </a:lnTo>
                <a:lnTo>
                  <a:pt x="539096" y="47932"/>
                </a:lnTo>
                <a:lnTo>
                  <a:pt x="559837" y="145404"/>
                </a:lnTo>
                <a:lnTo>
                  <a:pt x="563102" y="147410"/>
                </a:lnTo>
                <a:lnTo>
                  <a:pt x="580688" y="144118"/>
                </a:lnTo>
                <a:lnTo>
                  <a:pt x="586647" y="174264"/>
                </a:lnTo>
                <a:lnTo>
                  <a:pt x="590962" y="181330"/>
                </a:lnTo>
                <a:lnTo>
                  <a:pt x="601721" y="232596"/>
                </a:lnTo>
                <a:lnTo>
                  <a:pt x="595385" y="234334"/>
                </a:lnTo>
                <a:lnTo>
                  <a:pt x="578215" y="159359"/>
                </a:lnTo>
                <a:lnTo>
                  <a:pt x="576258" y="150993"/>
                </a:lnTo>
                <a:lnTo>
                  <a:pt x="563455" y="153519"/>
                </a:lnTo>
                <a:lnTo>
                  <a:pt x="561321" y="153185"/>
                </a:lnTo>
                <a:lnTo>
                  <a:pt x="559583" y="152370"/>
                </a:lnTo>
                <a:lnTo>
                  <a:pt x="557757" y="151265"/>
                </a:lnTo>
                <a:lnTo>
                  <a:pt x="556446" y="149208"/>
                </a:lnTo>
                <a:lnTo>
                  <a:pt x="533881" y="50531"/>
                </a:lnTo>
                <a:lnTo>
                  <a:pt x="532785" y="47211"/>
                </a:lnTo>
                <a:lnTo>
                  <a:pt x="531256" y="46113"/>
                </a:lnTo>
                <a:lnTo>
                  <a:pt x="529127" y="45585"/>
                </a:lnTo>
                <a:lnTo>
                  <a:pt x="526012" y="45711"/>
                </a:lnTo>
                <a:lnTo>
                  <a:pt x="513318" y="47563"/>
                </a:lnTo>
                <a:lnTo>
                  <a:pt x="503101" y="49630"/>
                </a:lnTo>
                <a:lnTo>
                  <a:pt x="489020" y="50903"/>
                </a:lnTo>
                <a:lnTo>
                  <a:pt x="484049" y="51285"/>
                </a:lnTo>
                <a:lnTo>
                  <a:pt x="480448" y="51400"/>
                </a:lnTo>
                <a:lnTo>
                  <a:pt x="478321" y="50771"/>
                </a:lnTo>
                <a:lnTo>
                  <a:pt x="476592" y="49567"/>
                </a:lnTo>
                <a:lnTo>
                  <a:pt x="474914" y="46336"/>
                </a:lnTo>
                <a:lnTo>
                  <a:pt x="470234" y="33355"/>
                </a:lnTo>
                <a:lnTo>
                  <a:pt x="466696" y="25926"/>
                </a:lnTo>
                <a:lnTo>
                  <a:pt x="460846" y="17762"/>
                </a:lnTo>
                <a:lnTo>
                  <a:pt x="457244" y="13230"/>
                </a:lnTo>
                <a:lnTo>
                  <a:pt x="454754" y="11334"/>
                </a:lnTo>
                <a:lnTo>
                  <a:pt x="451962" y="9912"/>
                </a:lnTo>
                <a:lnTo>
                  <a:pt x="448774" y="9073"/>
                </a:lnTo>
                <a:lnTo>
                  <a:pt x="443916" y="8579"/>
                </a:lnTo>
                <a:lnTo>
                  <a:pt x="439735" y="8682"/>
                </a:lnTo>
                <a:lnTo>
                  <a:pt x="434660" y="9154"/>
                </a:lnTo>
                <a:lnTo>
                  <a:pt x="426179" y="10126"/>
                </a:lnTo>
                <a:lnTo>
                  <a:pt x="402495" y="13572"/>
                </a:lnTo>
                <a:lnTo>
                  <a:pt x="396406" y="14318"/>
                </a:lnTo>
                <a:lnTo>
                  <a:pt x="395975" y="11790"/>
                </a:lnTo>
                <a:lnTo>
                  <a:pt x="386114" y="13510"/>
                </a:lnTo>
                <a:lnTo>
                  <a:pt x="386437" y="16323"/>
                </a:lnTo>
                <a:lnTo>
                  <a:pt x="380093" y="17443"/>
                </a:lnTo>
                <a:lnTo>
                  <a:pt x="375769" y="19098"/>
                </a:lnTo>
                <a:lnTo>
                  <a:pt x="369682" y="21770"/>
                </a:lnTo>
                <a:lnTo>
                  <a:pt x="365338" y="24675"/>
                </a:lnTo>
                <a:lnTo>
                  <a:pt x="362161" y="27606"/>
                </a:lnTo>
                <a:lnTo>
                  <a:pt x="358757" y="31985"/>
                </a:lnTo>
                <a:lnTo>
                  <a:pt x="355920" y="36959"/>
                </a:lnTo>
                <a:lnTo>
                  <a:pt x="354329" y="43026"/>
                </a:lnTo>
                <a:lnTo>
                  <a:pt x="352644" y="49090"/>
                </a:lnTo>
                <a:lnTo>
                  <a:pt x="351745" y="54394"/>
                </a:lnTo>
                <a:lnTo>
                  <a:pt x="351395" y="57099"/>
                </a:lnTo>
                <a:lnTo>
                  <a:pt x="350844" y="60087"/>
                </a:lnTo>
                <a:lnTo>
                  <a:pt x="349396" y="63934"/>
                </a:lnTo>
                <a:lnTo>
                  <a:pt x="348173" y="66417"/>
                </a:lnTo>
                <a:lnTo>
                  <a:pt x="346263" y="69189"/>
                </a:lnTo>
                <a:lnTo>
                  <a:pt x="344162" y="72042"/>
                </a:lnTo>
                <a:lnTo>
                  <a:pt x="340759" y="76328"/>
                </a:lnTo>
                <a:lnTo>
                  <a:pt x="337948" y="78160"/>
                </a:lnTo>
                <a:lnTo>
                  <a:pt x="334935" y="80223"/>
                </a:lnTo>
                <a:lnTo>
                  <a:pt x="331975" y="81899"/>
                </a:lnTo>
                <a:lnTo>
                  <a:pt x="328200" y="83312"/>
                </a:lnTo>
                <a:lnTo>
                  <a:pt x="323260" y="84616"/>
                </a:lnTo>
                <a:lnTo>
                  <a:pt x="318440" y="84705"/>
                </a:lnTo>
                <a:lnTo>
                  <a:pt x="312209" y="85000"/>
                </a:lnTo>
                <a:lnTo>
                  <a:pt x="307962" y="85439"/>
                </a:lnTo>
                <a:lnTo>
                  <a:pt x="294729" y="87719"/>
                </a:lnTo>
                <a:lnTo>
                  <a:pt x="284029" y="89614"/>
                </a:lnTo>
                <a:lnTo>
                  <a:pt x="224911" y="101293"/>
                </a:lnTo>
                <a:lnTo>
                  <a:pt x="222952" y="101926"/>
                </a:lnTo>
                <a:lnTo>
                  <a:pt x="221564" y="103062"/>
                </a:lnTo>
                <a:lnTo>
                  <a:pt x="220646" y="104884"/>
                </a:lnTo>
                <a:lnTo>
                  <a:pt x="220206" y="107097"/>
                </a:lnTo>
                <a:lnTo>
                  <a:pt x="218936" y="151899"/>
                </a:lnTo>
                <a:lnTo>
                  <a:pt x="218804" y="157904"/>
                </a:lnTo>
                <a:lnTo>
                  <a:pt x="220186" y="166064"/>
                </a:lnTo>
                <a:lnTo>
                  <a:pt x="239013" y="328377"/>
                </a:lnTo>
                <a:lnTo>
                  <a:pt x="244885" y="358133"/>
                </a:lnTo>
                <a:lnTo>
                  <a:pt x="246734" y="358173"/>
                </a:lnTo>
                <a:lnTo>
                  <a:pt x="250914" y="407260"/>
                </a:lnTo>
                <a:lnTo>
                  <a:pt x="253074" y="426287"/>
                </a:lnTo>
                <a:lnTo>
                  <a:pt x="255258" y="439889"/>
                </a:lnTo>
                <a:lnTo>
                  <a:pt x="260081" y="459558"/>
                </a:lnTo>
                <a:lnTo>
                  <a:pt x="263955" y="509703"/>
                </a:lnTo>
                <a:lnTo>
                  <a:pt x="264653" y="517948"/>
                </a:lnTo>
                <a:lnTo>
                  <a:pt x="265625" y="544504"/>
                </a:lnTo>
                <a:lnTo>
                  <a:pt x="268312" y="555016"/>
                </a:lnTo>
                <a:lnTo>
                  <a:pt x="269336" y="563607"/>
                </a:lnTo>
                <a:lnTo>
                  <a:pt x="269630" y="566081"/>
                </a:lnTo>
                <a:lnTo>
                  <a:pt x="282185" y="668225"/>
                </a:lnTo>
                <a:lnTo>
                  <a:pt x="295441" y="756247"/>
                </a:lnTo>
                <a:lnTo>
                  <a:pt x="297076" y="78833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4F6112-85FF-4BF3-9244-B61260FF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523" y="3227710"/>
            <a:ext cx="86007" cy="744545"/>
          </a:xfrm>
          <a:custGeom xmlns:a="http://schemas.openxmlformats.org/drawingml/2006/main">
            <a:pathLst>
              <a:path w="86007" h="744545">
                <a:moveTo>
                  <a:pt x="0" y="0"/>
                </a:moveTo>
                <a:lnTo>
                  <a:pt x="28715" y="220178"/>
                </a:lnTo>
                <a:lnTo>
                  <a:pt x="54224" y="410203"/>
                </a:lnTo>
                <a:lnTo>
                  <a:pt x="86007" y="74454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4FEC5F-CDA2-4A5C-8DEE-03D8D33E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204" y="3143423"/>
            <a:ext cx="58683" cy="509942"/>
          </a:xfrm>
          <a:custGeom xmlns:a="http://schemas.openxmlformats.org/drawingml/2006/main">
            <a:pathLst>
              <a:path w="58683" h="509942">
                <a:moveTo>
                  <a:pt x="0" y="0"/>
                </a:moveTo>
                <a:lnTo>
                  <a:pt x="6126" y="35677"/>
                </a:lnTo>
                <a:lnTo>
                  <a:pt x="16067" y="137080"/>
                </a:lnTo>
                <a:lnTo>
                  <a:pt x="58368" y="508068"/>
                </a:lnTo>
                <a:lnTo>
                  <a:pt x="58683" y="50994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E517FA-3C8D-4B1A-83B1-FB1A8348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714" y="3422100"/>
            <a:ext cx="77310" cy="473962"/>
          </a:xfrm>
          <a:custGeom xmlns:a="http://schemas.openxmlformats.org/drawingml/2006/main">
            <a:pathLst>
              <a:path w="77310" h="473962">
                <a:moveTo>
                  <a:pt x="10544" y="0"/>
                </a:moveTo>
                <a:lnTo>
                  <a:pt x="12227" y="21002"/>
                </a:lnTo>
                <a:lnTo>
                  <a:pt x="12498" y="39894"/>
                </a:lnTo>
                <a:lnTo>
                  <a:pt x="14460" y="52427"/>
                </a:lnTo>
                <a:lnTo>
                  <a:pt x="16894" y="65941"/>
                </a:lnTo>
                <a:lnTo>
                  <a:pt x="20709" y="82671"/>
                </a:lnTo>
                <a:lnTo>
                  <a:pt x="24321" y="82074"/>
                </a:lnTo>
                <a:lnTo>
                  <a:pt x="30856" y="121916"/>
                </a:lnTo>
                <a:lnTo>
                  <a:pt x="36980" y="153231"/>
                </a:lnTo>
                <a:lnTo>
                  <a:pt x="46653" y="223258"/>
                </a:lnTo>
                <a:lnTo>
                  <a:pt x="47638" y="237020"/>
                </a:lnTo>
                <a:lnTo>
                  <a:pt x="47147" y="254256"/>
                </a:lnTo>
                <a:lnTo>
                  <a:pt x="51082" y="292495"/>
                </a:lnTo>
                <a:lnTo>
                  <a:pt x="52258" y="296492"/>
                </a:lnTo>
                <a:lnTo>
                  <a:pt x="56729" y="305741"/>
                </a:lnTo>
                <a:lnTo>
                  <a:pt x="58659" y="313093"/>
                </a:lnTo>
                <a:lnTo>
                  <a:pt x="59462" y="318873"/>
                </a:lnTo>
                <a:lnTo>
                  <a:pt x="59978" y="324208"/>
                </a:lnTo>
                <a:lnTo>
                  <a:pt x="61271" y="338467"/>
                </a:lnTo>
                <a:lnTo>
                  <a:pt x="66494" y="373540"/>
                </a:lnTo>
                <a:lnTo>
                  <a:pt x="69058" y="393124"/>
                </a:lnTo>
                <a:lnTo>
                  <a:pt x="73631" y="428073"/>
                </a:lnTo>
                <a:lnTo>
                  <a:pt x="75399" y="440550"/>
                </a:lnTo>
                <a:lnTo>
                  <a:pt x="76930" y="450901"/>
                </a:lnTo>
                <a:lnTo>
                  <a:pt x="77310" y="455752"/>
                </a:lnTo>
                <a:lnTo>
                  <a:pt x="76772" y="473840"/>
                </a:lnTo>
                <a:lnTo>
                  <a:pt x="73410" y="473962"/>
                </a:lnTo>
                <a:lnTo>
                  <a:pt x="69930" y="473818"/>
                </a:lnTo>
                <a:lnTo>
                  <a:pt x="70422" y="473533"/>
                </a:lnTo>
                <a:lnTo>
                  <a:pt x="70800" y="473178"/>
                </a:lnTo>
                <a:lnTo>
                  <a:pt x="71116" y="472670"/>
                </a:lnTo>
                <a:lnTo>
                  <a:pt x="71358" y="471889"/>
                </a:lnTo>
                <a:lnTo>
                  <a:pt x="72227" y="467936"/>
                </a:lnTo>
                <a:lnTo>
                  <a:pt x="72813" y="463352"/>
                </a:lnTo>
                <a:lnTo>
                  <a:pt x="72962" y="458851"/>
                </a:lnTo>
                <a:lnTo>
                  <a:pt x="72317" y="450454"/>
                </a:lnTo>
                <a:lnTo>
                  <a:pt x="69675" y="424159"/>
                </a:lnTo>
                <a:lnTo>
                  <a:pt x="65500" y="401260"/>
                </a:lnTo>
                <a:lnTo>
                  <a:pt x="64528" y="393904"/>
                </a:lnTo>
                <a:lnTo>
                  <a:pt x="58735" y="349989"/>
                </a:lnTo>
                <a:lnTo>
                  <a:pt x="52230" y="313435"/>
                </a:lnTo>
                <a:lnTo>
                  <a:pt x="46507" y="292683"/>
                </a:lnTo>
                <a:lnTo>
                  <a:pt x="40401" y="255461"/>
                </a:lnTo>
                <a:lnTo>
                  <a:pt x="38271" y="239985"/>
                </a:lnTo>
                <a:lnTo>
                  <a:pt x="38093" y="223165"/>
                </a:lnTo>
                <a:lnTo>
                  <a:pt x="36160" y="200273"/>
                </a:lnTo>
                <a:lnTo>
                  <a:pt x="32977" y="185483"/>
                </a:lnTo>
                <a:lnTo>
                  <a:pt x="25494" y="153564"/>
                </a:lnTo>
                <a:lnTo>
                  <a:pt x="20709" y="123056"/>
                </a:lnTo>
                <a:lnTo>
                  <a:pt x="16883" y="93143"/>
                </a:lnTo>
                <a:lnTo>
                  <a:pt x="12391" y="93822"/>
                </a:lnTo>
                <a:lnTo>
                  <a:pt x="6005" y="56502"/>
                </a:lnTo>
                <a:lnTo>
                  <a:pt x="3982" y="28766"/>
                </a:lnTo>
                <a:lnTo>
                  <a:pt x="0" y="1376"/>
                </a:lnTo>
                <a:lnTo>
                  <a:pt x="10544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519E03-D666-4774-AB13-A61BFEC2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419" y="3481257"/>
            <a:ext cx="73088" cy="406955"/>
          </a:xfrm>
          <a:custGeom xmlns:a="http://schemas.openxmlformats.org/drawingml/2006/main">
            <a:pathLst>
              <a:path w="73088" h="406955">
                <a:moveTo>
                  <a:pt x="18012" y="57750"/>
                </a:moveTo>
                <a:lnTo>
                  <a:pt x="17533" y="53091"/>
                </a:lnTo>
                <a:lnTo>
                  <a:pt x="7866" y="5626"/>
                </a:lnTo>
                <a:lnTo>
                  <a:pt x="6557" y="3079"/>
                </a:lnTo>
                <a:lnTo>
                  <a:pt x="4837" y="1783"/>
                </a:lnTo>
                <a:lnTo>
                  <a:pt x="2227" y="661"/>
                </a:lnTo>
                <a:lnTo>
                  <a:pt x="0" y="325"/>
                </a:lnTo>
                <a:lnTo>
                  <a:pt x="42824" y="0"/>
                </a:lnTo>
                <a:lnTo>
                  <a:pt x="41252" y="549"/>
                </a:lnTo>
                <a:lnTo>
                  <a:pt x="39962" y="1780"/>
                </a:lnTo>
                <a:lnTo>
                  <a:pt x="39150" y="3410"/>
                </a:lnTo>
                <a:lnTo>
                  <a:pt x="38710" y="5623"/>
                </a:lnTo>
                <a:lnTo>
                  <a:pt x="38752" y="8049"/>
                </a:lnTo>
                <a:lnTo>
                  <a:pt x="38999" y="12356"/>
                </a:lnTo>
                <a:lnTo>
                  <a:pt x="41102" y="12063"/>
                </a:lnTo>
                <a:lnTo>
                  <a:pt x="44340" y="37603"/>
                </a:lnTo>
                <a:lnTo>
                  <a:pt x="41796" y="38131"/>
                </a:lnTo>
                <a:lnTo>
                  <a:pt x="44368" y="53296"/>
                </a:lnTo>
                <a:lnTo>
                  <a:pt x="47659" y="72728"/>
                </a:lnTo>
                <a:lnTo>
                  <a:pt x="47383" y="76406"/>
                </a:lnTo>
                <a:lnTo>
                  <a:pt x="41929" y="85583"/>
                </a:lnTo>
                <a:lnTo>
                  <a:pt x="36066" y="86613"/>
                </a:lnTo>
                <a:lnTo>
                  <a:pt x="37229" y="122468"/>
                </a:lnTo>
                <a:lnTo>
                  <a:pt x="39246" y="155046"/>
                </a:lnTo>
                <a:lnTo>
                  <a:pt x="38748" y="177893"/>
                </a:lnTo>
                <a:lnTo>
                  <a:pt x="56391" y="314811"/>
                </a:lnTo>
                <a:lnTo>
                  <a:pt x="62565" y="326176"/>
                </a:lnTo>
                <a:lnTo>
                  <a:pt x="62968" y="343618"/>
                </a:lnTo>
                <a:lnTo>
                  <a:pt x="67064" y="343141"/>
                </a:lnTo>
                <a:lnTo>
                  <a:pt x="68097" y="349349"/>
                </a:lnTo>
                <a:lnTo>
                  <a:pt x="73088" y="388000"/>
                </a:lnTo>
                <a:lnTo>
                  <a:pt x="67812" y="389043"/>
                </a:lnTo>
                <a:lnTo>
                  <a:pt x="70055" y="406618"/>
                </a:lnTo>
                <a:lnTo>
                  <a:pt x="58765" y="406955"/>
                </a:lnTo>
                <a:lnTo>
                  <a:pt x="60569" y="404383"/>
                </a:lnTo>
                <a:lnTo>
                  <a:pt x="58507" y="387488"/>
                </a:lnTo>
                <a:lnTo>
                  <a:pt x="49342" y="388159"/>
                </a:lnTo>
                <a:lnTo>
                  <a:pt x="45749" y="356602"/>
                </a:lnTo>
                <a:lnTo>
                  <a:pt x="55309" y="355459"/>
                </a:lnTo>
                <a:lnTo>
                  <a:pt x="54634" y="350796"/>
                </a:lnTo>
                <a:lnTo>
                  <a:pt x="49850" y="351563"/>
                </a:lnTo>
                <a:lnTo>
                  <a:pt x="48918" y="345052"/>
                </a:lnTo>
                <a:lnTo>
                  <a:pt x="45763" y="338012"/>
                </a:lnTo>
                <a:lnTo>
                  <a:pt x="38763" y="293317"/>
                </a:lnTo>
                <a:lnTo>
                  <a:pt x="33931" y="256030"/>
                </a:lnTo>
                <a:lnTo>
                  <a:pt x="29270" y="219905"/>
                </a:lnTo>
                <a:lnTo>
                  <a:pt x="21667" y="157958"/>
                </a:lnTo>
                <a:lnTo>
                  <a:pt x="23965" y="124114"/>
                </a:lnTo>
                <a:lnTo>
                  <a:pt x="18012" y="5775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B96061-1395-4BE6-BD11-060F0FA7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996" y="3358081"/>
            <a:ext cx="1041194" cy="125690"/>
          </a:xfrm>
          <a:custGeom xmlns:a="http://schemas.openxmlformats.org/drawingml/2006/main">
            <a:pathLst>
              <a:path w="1041194" h="125690">
                <a:moveTo>
                  <a:pt x="1041194" y="19449"/>
                </a:moveTo>
                <a:lnTo>
                  <a:pt x="1015698" y="19766"/>
                </a:lnTo>
                <a:lnTo>
                  <a:pt x="1006944" y="19575"/>
                </a:lnTo>
                <a:lnTo>
                  <a:pt x="998583" y="19013"/>
                </a:lnTo>
                <a:lnTo>
                  <a:pt x="991886" y="18378"/>
                </a:lnTo>
                <a:lnTo>
                  <a:pt x="965689" y="14901"/>
                </a:lnTo>
                <a:lnTo>
                  <a:pt x="931489" y="8065"/>
                </a:lnTo>
                <a:lnTo>
                  <a:pt x="919079" y="5852"/>
                </a:lnTo>
                <a:lnTo>
                  <a:pt x="911801" y="5212"/>
                </a:lnTo>
                <a:lnTo>
                  <a:pt x="908490" y="5334"/>
                </a:lnTo>
                <a:lnTo>
                  <a:pt x="905465" y="5606"/>
                </a:lnTo>
                <a:lnTo>
                  <a:pt x="903504" y="6392"/>
                </a:lnTo>
                <a:lnTo>
                  <a:pt x="900634" y="8552"/>
                </a:lnTo>
                <a:lnTo>
                  <a:pt x="899033" y="10452"/>
                </a:lnTo>
                <a:lnTo>
                  <a:pt x="897420" y="13231"/>
                </a:lnTo>
                <a:lnTo>
                  <a:pt x="896486" y="15822"/>
                </a:lnTo>
                <a:lnTo>
                  <a:pt x="895722" y="19582"/>
                </a:lnTo>
                <a:lnTo>
                  <a:pt x="895438" y="23641"/>
                </a:lnTo>
                <a:lnTo>
                  <a:pt x="895284" y="30710"/>
                </a:lnTo>
                <a:lnTo>
                  <a:pt x="894985" y="35445"/>
                </a:lnTo>
                <a:lnTo>
                  <a:pt x="893946" y="38523"/>
                </a:lnTo>
                <a:lnTo>
                  <a:pt x="892626" y="41156"/>
                </a:lnTo>
                <a:lnTo>
                  <a:pt x="891032" y="42719"/>
                </a:lnTo>
                <a:lnTo>
                  <a:pt x="888969" y="43832"/>
                </a:lnTo>
                <a:lnTo>
                  <a:pt x="886217" y="44938"/>
                </a:lnTo>
                <a:lnTo>
                  <a:pt x="856878" y="51804"/>
                </a:lnTo>
                <a:lnTo>
                  <a:pt x="828079" y="58191"/>
                </a:lnTo>
                <a:lnTo>
                  <a:pt x="815322" y="60922"/>
                </a:lnTo>
                <a:lnTo>
                  <a:pt x="804262" y="64019"/>
                </a:lnTo>
                <a:lnTo>
                  <a:pt x="793718" y="65395"/>
                </a:lnTo>
                <a:lnTo>
                  <a:pt x="782460" y="64271"/>
                </a:lnTo>
                <a:lnTo>
                  <a:pt x="779066" y="63522"/>
                </a:lnTo>
                <a:lnTo>
                  <a:pt x="771909" y="62318"/>
                </a:lnTo>
                <a:lnTo>
                  <a:pt x="766419" y="63534"/>
                </a:lnTo>
                <a:lnTo>
                  <a:pt x="763409" y="63181"/>
                </a:lnTo>
                <a:lnTo>
                  <a:pt x="759230" y="62802"/>
                </a:lnTo>
                <a:lnTo>
                  <a:pt x="752716" y="62754"/>
                </a:lnTo>
                <a:lnTo>
                  <a:pt x="749112" y="62963"/>
                </a:lnTo>
                <a:lnTo>
                  <a:pt x="745107" y="63653"/>
                </a:lnTo>
                <a:lnTo>
                  <a:pt x="741677" y="64550"/>
                </a:lnTo>
                <a:lnTo>
                  <a:pt x="737279" y="65612"/>
                </a:lnTo>
                <a:lnTo>
                  <a:pt x="732593" y="66186"/>
                </a:lnTo>
                <a:lnTo>
                  <a:pt x="703505" y="65848"/>
                </a:lnTo>
                <a:lnTo>
                  <a:pt x="699908" y="65770"/>
                </a:lnTo>
                <a:lnTo>
                  <a:pt x="694737" y="66334"/>
                </a:lnTo>
                <a:lnTo>
                  <a:pt x="690435" y="67305"/>
                </a:lnTo>
                <a:lnTo>
                  <a:pt x="685638" y="68654"/>
                </a:lnTo>
                <a:lnTo>
                  <a:pt x="645791" y="84247"/>
                </a:lnTo>
                <a:lnTo>
                  <a:pt x="640789" y="86073"/>
                </a:lnTo>
                <a:lnTo>
                  <a:pt x="636491" y="86850"/>
                </a:lnTo>
                <a:lnTo>
                  <a:pt x="632696" y="86869"/>
                </a:lnTo>
                <a:lnTo>
                  <a:pt x="624125" y="87257"/>
                </a:lnTo>
                <a:lnTo>
                  <a:pt x="617907" y="86936"/>
                </a:lnTo>
                <a:lnTo>
                  <a:pt x="582429" y="89450"/>
                </a:lnTo>
                <a:lnTo>
                  <a:pt x="498545" y="98472"/>
                </a:lnTo>
                <a:lnTo>
                  <a:pt x="500183" y="112831"/>
                </a:lnTo>
                <a:lnTo>
                  <a:pt x="486132" y="114663"/>
                </a:lnTo>
                <a:lnTo>
                  <a:pt x="388247" y="123176"/>
                </a:lnTo>
                <a:lnTo>
                  <a:pt x="345423" y="123501"/>
                </a:lnTo>
                <a:lnTo>
                  <a:pt x="255933" y="122030"/>
                </a:lnTo>
                <a:lnTo>
                  <a:pt x="239234" y="120212"/>
                </a:lnTo>
                <a:lnTo>
                  <a:pt x="221695" y="121282"/>
                </a:lnTo>
                <a:lnTo>
                  <a:pt x="192125" y="125386"/>
                </a:lnTo>
                <a:lnTo>
                  <a:pt x="188613" y="125690"/>
                </a:lnTo>
                <a:lnTo>
                  <a:pt x="186800" y="124011"/>
                </a:lnTo>
                <a:lnTo>
                  <a:pt x="185287" y="121848"/>
                </a:lnTo>
                <a:lnTo>
                  <a:pt x="183117" y="118885"/>
                </a:lnTo>
                <a:lnTo>
                  <a:pt x="162374" y="92878"/>
                </a:lnTo>
                <a:lnTo>
                  <a:pt x="157166" y="86182"/>
                </a:lnTo>
                <a:lnTo>
                  <a:pt x="151583" y="83347"/>
                </a:lnTo>
                <a:lnTo>
                  <a:pt x="147736" y="81421"/>
                </a:lnTo>
                <a:lnTo>
                  <a:pt x="143110" y="79283"/>
                </a:lnTo>
                <a:lnTo>
                  <a:pt x="140207" y="78645"/>
                </a:lnTo>
                <a:lnTo>
                  <a:pt x="136418" y="78368"/>
                </a:lnTo>
                <a:lnTo>
                  <a:pt x="134274" y="78516"/>
                </a:lnTo>
                <a:lnTo>
                  <a:pt x="132122" y="79043"/>
                </a:lnTo>
                <a:lnTo>
                  <a:pt x="130155" y="80065"/>
                </a:lnTo>
                <a:lnTo>
                  <a:pt x="127186" y="82138"/>
                </a:lnTo>
                <a:lnTo>
                  <a:pt x="122352" y="85227"/>
                </a:lnTo>
                <a:lnTo>
                  <a:pt x="118723" y="86601"/>
                </a:lnTo>
                <a:lnTo>
                  <a:pt x="95874" y="90260"/>
                </a:lnTo>
                <a:lnTo>
                  <a:pt x="87867" y="91445"/>
                </a:lnTo>
                <a:lnTo>
                  <a:pt x="55519" y="97803"/>
                </a:lnTo>
                <a:lnTo>
                  <a:pt x="54832" y="93723"/>
                </a:lnTo>
                <a:lnTo>
                  <a:pt x="47313" y="94818"/>
                </a:lnTo>
                <a:lnTo>
                  <a:pt x="46880" y="92383"/>
                </a:lnTo>
                <a:lnTo>
                  <a:pt x="3711" y="97203"/>
                </a:lnTo>
                <a:lnTo>
                  <a:pt x="2687" y="88612"/>
                </a:lnTo>
                <a:lnTo>
                  <a:pt x="0" y="78100"/>
                </a:lnTo>
                <a:lnTo>
                  <a:pt x="1148" y="80035"/>
                </a:lnTo>
                <a:lnTo>
                  <a:pt x="2061" y="81728"/>
                </a:lnTo>
                <a:lnTo>
                  <a:pt x="3096" y="83196"/>
                </a:lnTo>
                <a:lnTo>
                  <a:pt x="4239" y="84336"/>
                </a:lnTo>
                <a:lnTo>
                  <a:pt x="5580" y="85405"/>
                </a:lnTo>
                <a:lnTo>
                  <a:pt x="6659" y="86130"/>
                </a:lnTo>
                <a:lnTo>
                  <a:pt x="7982" y="86716"/>
                </a:lnTo>
                <a:lnTo>
                  <a:pt x="9534" y="87088"/>
                </a:lnTo>
                <a:lnTo>
                  <a:pt x="10866" y="87219"/>
                </a:lnTo>
                <a:lnTo>
                  <a:pt x="15520" y="87050"/>
                </a:lnTo>
                <a:lnTo>
                  <a:pt x="33716" y="84837"/>
                </a:lnTo>
                <a:lnTo>
                  <a:pt x="76823" y="80159"/>
                </a:lnTo>
                <a:lnTo>
                  <a:pt x="117321" y="75044"/>
                </a:lnTo>
                <a:lnTo>
                  <a:pt x="127271" y="73909"/>
                </a:lnTo>
                <a:lnTo>
                  <a:pt x="127056" y="70508"/>
                </a:lnTo>
                <a:lnTo>
                  <a:pt x="146443" y="69190"/>
                </a:lnTo>
                <a:lnTo>
                  <a:pt x="146696" y="71232"/>
                </a:lnTo>
                <a:lnTo>
                  <a:pt x="149224" y="71093"/>
                </a:lnTo>
                <a:lnTo>
                  <a:pt x="149606" y="75842"/>
                </a:lnTo>
                <a:lnTo>
                  <a:pt x="159154" y="75569"/>
                </a:lnTo>
                <a:lnTo>
                  <a:pt x="162466" y="79706"/>
                </a:lnTo>
                <a:lnTo>
                  <a:pt x="186285" y="116352"/>
                </a:lnTo>
                <a:lnTo>
                  <a:pt x="187894" y="118415"/>
                </a:lnTo>
                <a:lnTo>
                  <a:pt x="189333" y="119317"/>
                </a:lnTo>
                <a:lnTo>
                  <a:pt x="191948" y="119864"/>
                </a:lnTo>
                <a:lnTo>
                  <a:pt x="194283" y="119915"/>
                </a:lnTo>
                <a:lnTo>
                  <a:pt x="224053" y="115621"/>
                </a:lnTo>
                <a:lnTo>
                  <a:pt x="237615" y="114270"/>
                </a:lnTo>
                <a:lnTo>
                  <a:pt x="255498" y="115049"/>
                </a:lnTo>
                <a:lnTo>
                  <a:pt x="255249" y="108849"/>
                </a:lnTo>
                <a:lnTo>
                  <a:pt x="313487" y="115351"/>
                </a:lnTo>
                <a:lnTo>
                  <a:pt x="319028" y="115810"/>
                </a:lnTo>
                <a:lnTo>
                  <a:pt x="324372" y="115969"/>
                </a:lnTo>
                <a:lnTo>
                  <a:pt x="332754" y="115577"/>
                </a:lnTo>
                <a:lnTo>
                  <a:pt x="340557" y="114775"/>
                </a:lnTo>
                <a:lnTo>
                  <a:pt x="347007" y="113463"/>
                </a:lnTo>
                <a:lnTo>
                  <a:pt x="350730" y="112090"/>
                </a:lnTo>
                <a:lnTo>
                  <a:pt x="353389" y="110602"/>
                </a:lnTo>
                <a:lnTo>
                  <a:pt x="355979" y="107946"/>
                </a:lnTo>
                <a:lnTo>
                  <a:pt x="358880" y="104333"/>
                </a:lnTo>
                <a:lnTo>
                  <a:pt x="361168" y="102254"/>
                </a:lnTo>
                <a:lnTo>
                  <a:pt x="362449" y="101411"/>
                </a:lnTo>
                <a:lnTo>
                  <a:pt x="375704" y="95794"/>
                </a:lnTo>
                <a:lnTo>
                  <a:pt x="399009" y="84869"/>
                </a:lnTo>
                <a:lnTo>
                  <a:pt x="410328" y="83180"/>
                </a:lnTo>
                <a:lnTo>
                  <a:pt x="418764" y="82637"/>
                </a:lnTo>
                <a:lnTo>
                  <a:pt x="421434" y="82653"/>
                </a:lnTo>
                <a:lnTo>
                  <a:pt x="424643" y="82909"/>
                </a:lnTo>
                <a:lnTo>
                  <a:pt x="429887" y="83319"/>
                </a:lnTo>
                <a:lnTo>
                  <a:pt x="433968" y="83501"/>
                </a:lnTo>
                <a:lnTo>
                  <a:pt x="437185" y="83377"/>
                </a:lnTo>
                <a:lnTo>
                  <a:pt x="443816" y="82753"/>
                </a:lnTo>
                <a:lnTo>
                  <a:pt x="464281" y="81264"/>
                </a:lnTo>
                <a:lnTo>
                  <a:pt x="464234" y="83392"/>
                </a:lnTo>
                <a:lnTo>
                  <a:pt x="467541" y="83464"/>
                </a:lnTo>
                <a:lnTo>
                  <a:pt x="512106" y="83464"/>
                </a:lnTo>
                <a:lnTo>
                  <a:pt x="520864" y="83461"/>
                </a:lnTo>
                <a:lnTo>
                  <a:pt x="534896" y="82803"/>
                </a:lnTo>
                <a:lnTo>
                  <a:pt x="574083" y="79584"/>
                </a:lnTo>
                <a:lnTo>
                  <a:pt x="620173" y="76523"/>
                </a:lnTo>
                <a:lnTo>
                  <a:pt x="627494" y="75517"/>
                </a:lnTo>
                <a:lnTo>
                  <a:pt x="637891" y="71873"/>
                </a:lnTo>
                <a:lnTo>
                  <a:pt x="647900" y="68026"/>
                </a:lnTo>
                <a:lnTo>
                  <a:pt x="659292" y="63044"/>
                </a:lnTo>
                <a:lnTo>
                  <a:pt x="674427" y="56402"/>
                </a:lnTo>
                <a:lnTo>
                  <a:pt x="682643" y="54257"/>
                </a:lnTo>
                <a:lnTo>
                  <a:pt x="767932" y="52049"/>
                </a:lnTo>
                <a:lnTo>
                  <a:pt x="771030" y="52699"/>
                </a:lnTo>
                <a:lnTo>
                  <a:pt x="774074" y="55858"/>
                </a:lnTo>
                <a:lnTo>
                  <a:pt x="776294" y="56878"/>
                </a:lnTo>
                <a:lnTo>
                  <a:pt x="778517" y="57408"/>
                </a:lnTo>
                <a:lnTo>
                  <a:pt x="778036" y="59527"/>
                </a:lnTo>
                <a:lnTo>
                  <a:pt x="789040" y="61322"/>
                </a:lnTo>
                <a:lnTo>
                  <a:pt x="789342" y="58759"/>
                </a:lnTo>
                <a:lnTo>
                  <a:pt x="793292" y="58313"/>
                </a:lnTo>
                <a:lnTo>
                  <a:pt x="797874" y="57830"/>
                </a:lnTo>
                <a:lnTo>
                  <a:pt x="802460" y="57152"/>
                </a:lnTo>
                <a:lnTo>
                  <a:pt x="810475" y="55586"/>
                </a:lnTo>
                <a:lnTo>
                  <a:pt x="818976" y="54030"/>
                </a:lnTo>
                <a:lnTo>
                  <a:pt x="825624" y="52628"/>
                </a:lnTo>
                <a:lnTo>
                  <a:pt x="858772" y="45119"/>
                </a:lnTo>
                <a:lnTo>
                  <a:pt x="882052" y="39617"/>
                </a:lnTo>
                <a:lnTo>
                  <a:pt x="884314" y="38703"/>
                </a:lnTo>
                <a:lnTo>
                  <a:pt x="886184" y="37433"/>
                </a:lnTo>
                <a:lnTo>
                  <a:pt x="887386" y="35862"/>
                </a:lnTo>
                <a:lnTo>
                  <a:pt x="888204" y="34325"/>
                </a:lnTo>
                <a:lnTo>
                  <a:pt x="888525" y="32887"/>
                </a:lnTo>
                <a:lnTo>
                  <a:pt x="888814" y="28626"/>
                </a:lnTo>
                <a:lnTo>
                  <a:pt x="889083" y="20596"/>
                </a:lnTo>
                <a:lnTo>
                  <a:pt x="889592" y="15190"/>
                </a:lnTo>
                <a:lnTo>
                  <a:pt x="890244" y="11909"/>
                </a:lnTo>
                <a:lnTo>
                  <a:pt x="891491" y="8260"/>
                </a:lnTo>
                <a:lnTo>
                  <a:pt x="893502" y="5202"/>
                </a:lnTo>
                <a:lnTo>
                  <a:pt x="895696" y="2732"/>
                </a:lnTo>
                <a:lnTo>
                  <a:pt x="897718" y="1517"/>
                </a:lnTo>
                <a:lnTo>
                  <a:pt x="899925" y="787"/>
                </a:lnTo>
                <a:lnTo>
                  <a:pt x="903247" y="184"/>
                </a:lnTo>
                <a:lnTo>
                  <a:pt x="908018" y="0"/>
                </a:lnTo>
                <a:lnTo>
                  <a:pt x="912876" y="494"/>
                </a:lnTo>
                <a:lnTo>
                  <a:pt x="928293" y="2858"/>
                </a:lnTo>
                <a:lnTo>
                  <a:pt x="963156" y="10587"/>
                </a:lnTo>
                <a:lnTo>
                  <a:pt x="979068" y="12581"/>
                </a:lnTo>
                <a:lnTo>
                  <a:pt x="989942" y="13688"/>
                </a:lnTo>
                <a:lnTo>
                  <a:pt x="1001028" y="14030"/>
                </a:lnTo>
                <a:lnTo>
                  <a:pt x="1009404" y="13916"/>
                </a:lnTo>
                <a:lnTo>
                  <a:pt x="1014953" y="13648"/>
                </a:lnTo>
                <a:lnTo>
                  <a:pt x="1021377" y="13501"/>
                </a:lnTo>
                <a:lnTo>
                  <a:pt x="1027021" y="13530"/>
                </a:lnTo>
                <a:lnTo>
                  <a:pt x="1034214" y="13780"/>
                </a:lnTo>
                <a:lnTo>
                  <a:pt x="1040348" y="13626"/>
                </a:lnTo>
                <a:lnTo>
                  <a:pt x="1041194" y="1944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508071-1670-4FDF-90BA-5281428F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413" y="4154192"/>
            <a:ext cx="196976" cy="683608"/>
          </a:xfrm>
          <a:custGeom xmlns:a="http://schemas.openxmlformats.org/drawingml/2006/main">
            <a:pathLst>
              <a:path w="196976" h="683608">
                <a:moveTo>
                  <a:pt x="16453" y="84324"/>
                </a:moveTo>
                <a:lnTo>
                  <a:pt x="18721" y="96382"/>
                </a:lnTo>
                <a:lnTo>
                  <a:pt x="19204" y="100846"/>
                </a:lnTo>
                <a:lnTo>
                  <a:pt x="20095" y="104550"/>
                </a:lnTo>
                <a:lnTo>
                  <a:pt x="20982" y="108440"/>
                </a:lnTo>
                <a:lnTo>
                  <a:pt x="22073" y="111954"/>
                </a:lnTo>
                <a:lnTo>
                  <a:pt x="23356" y="115658"/>
                </a:lnTo>
                <a:lnTo>
                  <a:pt x="24835" y="119375"/>
                </a:lnTo>
                <a:lnTo>
                  <a:pt x="25911" y="123269"/>
                </a:lnTo>
                <a:lnTo>
                  <a:pt x="26805" y="127167"/>
                </a:lnTo>
                <a:lnTo>
                  <a:pt x="27496" y="131052"/>
                </a:lnTo>
                <a:lnTo>
                  <a:pt x="27803" y="134929"/>
                </a:lnTo>
                <a:lnTo>
                  <a:pt x="28103" y="138815"/>
                </a:lnTo>
                <a:lnTo>
                  <a:pt x="28014" y="142877"/>
                </a:lnTo>
                <a:lnTo>
                  <a:pt x="25123" y="185387"/>
                </a:lnTo>
                <a:lnTo>
                  <a:pt x="24501" y="194534"/>
                </a:lnTo>
                <a:lnTo>
                  <a:pt x="24277" y="197800"/>
                </a:lnTo>
                <a:lnTo>
                  <a:pt x="29320" y="252145"/>
                </a:lnTo>
                <a:lnTo>
                  <a:pt x="30658" y="264935"/>
                </a:lnTo>
                <a:lnTo>
                  <a:pt x="31090" y="269034"/>
                </a:lnTo>
                <a:lnTo>
                  <a:pt x="29115" y="287970"/>
                </a:lnTo>
                <a:lnTo>
                  <a:pt x="31646" y="301293"/>
                </a:lnTo>
                <a:lnTo>
                  <a:pt x="49192" y="349042"/>
                </a:lnTo>
                <a:lnTo>
                  <a:pt x="58214" y="372479"/>
                </a:lnTo>
                <a:lnTo>
                  <a:pt x="75280" y="411006"/>
                </a:lnTo>
                <a:lnTo>
                  <a:pt x="92598" y="446641"/>
                </a:lnTo>
                <a:lnTo>
                  <a:pt x="106239" y="471581"/>
                </a:lnTo>
                <a:lnTo>
                  <a:pt x="111688" y="481537"/>
                </a:lnTo>
                <a:lnTo>
                  <a:pt x="142337" y="530824"/>
                </a:lnTo>
                <a:lnTo>
                  <a:pt x="152334" y="545180"/>
                </a:lnTo>
                <a:lnTo>
                  <a:pt x="153652" y="547330"/>
                </a:lnTo>
                <a:lnTo>
                  <a:pt x="159670" y="557163"/>
                </a:lnTo>
                <a:lnTo>
                  <a:pt x="161529" y="561074"/>
                </a:lnTo>
                <a:lnTo>
                  <a:pt x="163201" y="564601"/>
                </a:lnTo>
                <a:lnTo>
                  <a:pt x="164159" y="567571"/>
                </a:lnTo>
                <a:lnTo>
                  <a:pt x="165183" y="571861"/>
                </a:lnTo>
                <a:lnTo>
                  <a:pt x="165741" y="575549"/>
                </a:lnTo>
                <a:lnTo>
                  <a:pt x="166285" y="579186"/>
                </a:lnTo>
                <a:lnTo>
                  <a:pt x="166865" y="583855"/>
                </a:lnTo>
                <a:lnTo>
                  <a:pt x="167172" y="587732"/>
                </a:lnTo>
                <a:lnTo>
                  <a:pt x="167479" y="591617"/>
                </a:lnTo>
                <a:lnTo>
                  <a:pt x="167603" y="594907"/>
                </a:lnTo>
                <a:lnTo>
                  <a:pt x="167847" y="603295"/>
                </a:lnTo>
                <a:lnTo>
                  <a:pt x="167959" y="607168"/>
                </a:lnTo>
                <a:lnTo>
                  <a:pt x="167878" y="610851"/>
                </a:lnTo>
                <a:lnTo>
                  <a:pt x="167989" y="614723"/>
                </a:lnTo>
                <a:lnTo>
                  <a:pt x="168100" y="618605"/>
                </a:lnTo>
                <a:lnTo>
                  <a:pt x="168540" y="623017"/>
                </a:lnTo>
                <a:lnTo>
                  <a:pt x="168847" y="626894"/>
                </a:lnTo>
                <a:lnTo>
                  <a:pt x="169343" y="630784"/>
                </a:lnTo>
                <a:lnTo>
                  <a:pt x="169833" y="635248"/>
                </a:lnTo>
                <a:lnTo>
                  <a:pt x="170545" y="638170"/>
                </a:lnTo>
                <a:lnTo>
                  <a:pt x="171674" y="642310"/>
                </a:lnTo>
                <a:lnTo>
                  <a:pt x="172912" y="645777"/>
                </a:lnTo>
                <a:lnTo>
                  <a:pt x="174384" y="649485"/>
                </a:lnTo>
                <a:lnTo>
                  <a:pt x="176251" y="653016"/>
                </a:lnTo>
                <a:lnTo>
                  <a:pt x="177930" y="656543"/>
                </a:lnTo>
                <a:lnTo>
                  <a:pt x="179998" y="659875"/>
                </a:lnTo>
                <a:lnTo>
                  <a:pt x="195314" y="681286"/>
                </a:lnTo>
                <a:lnTo>
                  <a:pt x="196976" y="683608"/>
                </a:lnTo>
                <a:lnTo>
                  <a:pt x="181959" y="683608"/>
                </a:lnTo>
                <a:lnTo>
                  <a:pt x="170295" y="667513"/>
                </a:lnTo>
                <a:lnTo>
                  <a:pt x="167758" y="663384"/>
                </a:lnTo>
                <a:lnTo>
                  <a:pt x="165227" y="658681"/>
                </a:lnTo>
                <a:lnTo>
                  <a:pt x="162331" y="653387"/>
                </a:lnTo>
                <a:lnTo>
                  <a:pt x="160760" y="649575"/>
                </a:lnTo>
                <a:lnTo>
                  <a:pt x="159197" y="645375"/>
                </a:lnTo>
                <a:lnTo>
                  <a:pt x="157837" y="640892"/>
                </a:lnTo>
                <a:lnTo>
                  <a:pt x="156947" y="636808"/>
                </a:lnTo>
                <a:lnTo>
                  <a:pt x="156696" y="630701"/>
                </a:lnTo>
                <a:lnTo>
                  <a:pt x="155537" y="599105"/>
                </a:lnTo>
                <a:lnTo>
                  <a:pt x="154737" y="586589"/>
                </a:lnTo>
                <a:lnTo>
                  <a:pt x="154183" y="581059"/>
                </a:lnTo>
                <a:lnTo>
                  <a:pt x="153599" y="576593"/>
                </a:lnTo>
                <a:lnTo>
                  <a:pt x="152853" y="572850"/>
                </a:lnTo>
                <a:lnTo>
                  <a:pt x="151671" y="568844"/>
                </a:lnTo>
                <a:lnTo>
                  <a:pt x="149228" y="562740"/>
                </a:lnTo>
                <a:lnTo>
                  <a:pt x="147373" y="558634"/>
                </a:lnTo>
                <a:lnTo>
                  <a:pt x="145413" y="554721"/>
                </a:lnTo>
                <a:lnTo>
                  <a:pt x="141639" y="549408"/>
                </a:lnTo>
                <a:lnTo>
                  <a:pt x="137708" y="543356"/>
                </a:lnTo>
                <a:lnTo>
                  <a:pt x="113657" y="506315"/>
                </a:lnTo>
                <a:lnTo>
                  <a:pt x="108588" y="498514"/>
                </a:lnTo>
                <a:lnTo>
                  <a:pt x="101647" y="486742"/>
                </a:lnTo>
                <a:lnTo>
                  <a:pt x="80712" y="447251"/>
                </a:lnTo>
                <a:lnTo>
                  <a:pt x="68338" y="421122"/>
                </a:lnTo>
                <a:lnTo>
                  <a:pt x="43138" y="363047"/>
                </a:lnTo>
                <a:lnTo>
                  <a:pt x="30722" y="330233"/>
                </a:lnTo>
                <a:lnTo>
                  <a:pt x="28122" y="324370"/>
                </a:lnTo>
                <a:lnTo>
                  <a:pt x="26456" y="320556"/>
                </a:lnTo>
                <a:lnTo>
                  <a:pt x="23995" y="317300"/>
                </a:lnTo>
                <a:lnTo>
                  <a:pt x="21991" y="315709"/>
                </a:lnTo>
                <a:lnTo>
                  <a:pt x="19977" y="314212"/>
                </a:lnTo>
                <a:lnTo>
                  <a:pt x="18986" y="243882"/>
                </a:lnTo>
                <a:lnTo>
                  <a:pt x="20028" y="196354"/>
                </a:lnTo>
                <a:lnTo>
                  <a:pt x="20620" y="187875"/>
                </a:lnTo>
                <a:lnTo>
                  <a:pt x="23728" y="143071"/>
                </a:lnTo>
                <a:lnTo>
                  <a:pt x="23746" y="137942"/>
                </a:lnTo>
                <a:lnTo>
                  <a:pt x="23336" y="134451"/>
                </a:lnTo>
                <a:lnTo>
                  <a:pt x="22535" y="130944"/>
                </a:lnTo>
                <a:lnTo>
                  <a:pt x="21377" y="126169"/>
                </a:lnTo>
                <a:lnTo>
                  <a:pt x="19532" y="121287"/>
                </a:lnTo>
                <a:lnTo>
                  <a:pt x="15541" y="112681"/>
                </a:lnTo>
                <a:lnTo>
                  <a:pt x="13976" y="108582"/>
                </a:lnTo>
                <a:lnTo>
                  <a:pt x="11619" y="100587"/>
                </a:lnTo>
                <a:lnTo>
                  <a:pt x="4739" y="38706"/>
                </a:lnTo>
                <a:lnTo>
                  <a:pt x="0" y="0"/>
                </a:lnTo>
                <a:lnTo>
                  <a:pt x="9178" y="7663"/>
                </a:lnTo>
                <a:lnTo>
                  <a:pt x="16453" y="8432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2196A0-9705-4634-9C05-0EEBDD97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199" y="1810650"/>
            <a:ext cx="1466543" cy="2879224"/>
          </a:xfrm>
          <a:custGeom xmlns:a="http://schemas.openxmlformats.org/drawingml/2006/main">
            <a:pathLst>
              <a:path w="1466543" h="2879224">
                <a:moveTo>
                  <a:pt x="1466543" y="2818159"/>
                </a:moveTo>
                <a:lnTo>
                  <a:pt x="1396910" y="2826556"/>
                </a:lnTo>
                <a:lnTo>
                  <a:pt x="1279870" y="2821358"/>
                </a:lnTo>
                <a:lnTo>
                  <a:pt x="1180856" y="2829900"/>
                </a:lnTo>
                <a:lnTo>
                  <a:pt x="1013387" y="2840517"/>
                </a:lnTo>
                <a:lnTo>
                  <a:pt x="931846" y="2868566"/>
                </a:lnTo>
                <a:lnTo>
                  <a:pt x="879041" y="2870093"/>
                </a:lnTo>
                <a:lnTo>
                  <a:pt x="798988" y="2870590"/>
                </a:lnTo>
                <a:lnTo>
                  <a:pt x="704897" y="2879224"/>
                </a:lnTo>
                <a:lnTo>
                  <a:pt x="642451" y="2851176"/>
                </a:lnTo>
                <a:lnTo>
                  <a:pt x="617149" y="2780761"/>
                </a:lnTo>
                <a:lnTo>
                  <a:pt x="595921" y="2646363"/>
                </a:lnTo>
                <a:lnTo>
                  <a:pt x="569632" y="2456244"/>
                </a:lnTo>
                <a:lnTo>
                  <a:pt x="523482" y="2316413"/>
                </a:lnTo>
                <a:lnTo>
                  <a:pt x="503738" y="2154913"/>
                </a:lnTo>
                <a:lnTo>
                  <a:pt x="489850" y="2044276"/>
                </a:lnTo>
                <a:lnTo>
                  <a:pt x="483911" y="1996977"/>
                </a:lnTo>
                <a:lnTo>
                  <a:pt x="461911" y="1857230"/>
                </a:lnTo>
                <a:lnTo>
                  <a:pt x="441430" y="1667692"/>
                </a:lnTo>
                <a:lnTo>
                  <a:pt x="388632" y="1484576"/>
                </a:lnTo>
                <a:lnTo>
                  <a:pt x="323764" y="1342139"/>
                </a:lnTo>
                <a:lnTo>
                  <a:pt x="296643" y="1253015"/>
                </a:lnTo>
                <a:lnTo>
                  <a:pt x="236583" y="1198320"/>
                </a:lnTo>
                <a:lnTo>
                  <a:pt x="174669" y="1167160"/>
                </a:lnTo>
                <a:lnTo>
                  <a:pt x="135945" y="1118269"/>
                </a:lnTo>
                <a:lnTo>
                  <a:pt x="114886" y="1079108"/>
                </a:lnTo>
                <a:lnTo>
                  <a:pt x="101385" y="960036"/>
                </a:lnTo>
                <a:lnTo>
                  <a:pt x="88711" y="885017"/>
                </a:lnTo>
                <a:lnTo>
                  <a:pt x="85000" y="808866"/>
                </a:lnTo>
                <a:lnTo>
                  <a:pt x="77573" y="718834"/>
                </a:lnTo>
                <a:lnTo>
                  <a:pt x="73966" y="638240"/>
                </a:lnTo>
                <a:lnTo>
                  <a:pt x="58474" y="569388"/>
                </a:lnTo>
                <a:lnTo>
                  <a:pt x="24059" y="507694"/>
                </a:lnTo>
                <a:lnTo>
                  <a:pt x="1719" y="472518"/>
                </a:lnTo>
                <a:lnTo>
                  <a:pt x="0" y="458183"/>
                </a:lnTo>
                <a:lnTo>
                  <a:pt x="4380" y="447952"/>
                </a:lnTo>
                <a:lnTo>
                  <a:pt x="8263" y="435868"/>
                </a:lnTo>
                <a:lnTo>
                  <a:pt x="9187" y="405129"/>
                </a:lnTo>
                <a:lnTo>
                  <a:pt x="10642" y="400910"/>
                </a:lnTo>
                <a:lnTo>
                  <a:pt x="17713" y="380394"/>
                </a:lnTo>
                <a:lnTo>
                  <a:pt x="31790" y="357952"/>
                </a:lnTo>
                <a:lnTo>
                  <a:pt x="47969" y="312926"/>
                </a:lnTo>
                <a:lnTo>
                  <a:pt x="53213" y="256989"/>
                </a:lnTo>
                <a:lnTo>
                  <a:pt x="46543" y="173219"/>
                </a:lnTo>
                <a:lnTo>
                  <a:pt x="23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42E466-02C1-4797-BE52-DDE6E7F9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7842" y="3953405"/>
            <a:ext cx="25686" cy="112194"/>
          </a:xfrm>
          <a:custGeom xmlns:a="http://schemas.openxmlformats.org/drawingml/2006/main">
            <a:pathLst>
              <a:path w="25686" h="112194">
                <a:moveTo>
                  <a:pt x="3935" y="0"/>
                </a:moveTo>
                <a:lnTo>
                  <a:pt x="5796" y="5854"/>
                </a:lnTo>
                <a:lnTo>
                  <a:pt x="8386" y="9874"/>
                </a:lnTo>
                <a:lnTo>
                  <a:pt x="11068" y="18366"/>
                </a:lnTo>
                <a:lnTo>
                  <a:pt x="19478" y="57090"/>
                </a:lnTo>
                <a:lnTo>
                  <a:pt x="20668" y="69411"/>
                </a:lnTo>
                <a:lnTo>
                  <a:pt x="22054" y="77089"/>
                </a:lnTo>
                <a:lnTo>
                  <a:pt x="23149" y="85158"/>
                </a:lnTo>
                <a:lnTo>
                  <a:pt x="25686" y="111645"/>
                </a:lnTo>
                <a:lnTo>
                  <a:pt x="19833" y="112194"/>
                </a:lnTo>
                <a:lnTo>
                  <a:pt x="16931" y="84439"/>
                </a:lnTo>
                <a:lnTo>
                  <a:pt x="15388" y="75009"/>
                </a:lnTo>
                <a:lnTo>
                  <a:pt x="13864" y="68976"/>
                </a:lnTo>
                <a:lnTo>
                  <a:pt x="11089" y="53418"/>
                </a:lnTo>
                <a:lnTo>
                  <a:pt x="3362" y="19356"/>
                </a:lnTo>
                <a:lnTo>
                  <a:pt x="879" y="8071"/>
                </a:lnTo>
                <a:lnTo>
                  <a:pt x="0" y="2103"/>
                </a:lnTo>
                <a:lnTo>
                  <a:pt x="3935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386577-539A-4F0F-893C-1CF50D8C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242" y="4240437"/>
            <a:ext cx="570882" cy="497889"/>
          </a:xfrm>
          <a:custGeom xmlns:a="http://schemas.openxmlformats.org/drawingml/2006/main">
            <a:pathLst>
              <a:path w="570882" h="497889">
                <a:moveTo>
                  <a:pt x="521477" y="372674"/>
                </a:moveTo>
                <a:lnTo>
                  <a:pt x="544899" y="369794"/>
                </a:lnTo>
                <a:lnTo>
                  <a:pt x="547093" y="369648"/>
                </a:lnTo>
                <a:lnTo>
                  <a:pt x="548955" y="369156"/>
                </a:lnTo>
                <a:lnTo>
                  <a:pt x="550117" y="369079"/>
                </a:lnTo>
                <a:lnTo>
                  <a:pt x="551217" y="367895"/>
                </a:lnTo>
                <a:lnTo>
                  <a:pt x="551696" y="365877"/>
                </a:lnTo>
                <a:lnTo>
                  <a:pt x="550175" y="355383"/>
                </a:lnTo>
                <a:lnTo>
                  <a:pt x="544531" y="326216"/>
                </a:lnTo>
                <a:lnTo>
                  <a:pt x="533541" y="256533"/>
                </a:lnTo>
                <a:lnTo>
                  <a:pt x="533239" y="249749"/>
                </a:lnTo>
                <a:lnTo>
                  <a:pt x="532690" y="237239"/>
                </a:lnTo>
                <a:lnTo>
                  <a:pt x="527585" y="185607"/>
                </a:lnTo>
                <a:lnTo>
                  <a:pt x="525571" y="168113"/>
                </a:lnTo>
                <a:lnTo>
                  <a:pt x="522809" y="145609"/>
                </a:lnTo>
                <a:lnTo>
                  <a:pt x="522715" y="144247"/>
                </a:lnTo>
                <a:lnTo>
                  <a:pt x="520146" y="106815"/>
                </a:lnTo>
                <a:lnTo>
                  <a:pt x="517277" y="71186"/>
                </a:lnTo>
                <a:lnTo>
                  <a:pt x="516929" y="66843"/>
                </a:lnTo>
                <a:lnTo>
                  <a:pt x="506019" y="26898"/>
                </a:lnTo>
                <a:lnTo>
                  <a:pt x="504225" y="24637"/>
                </a:lnTo>
                <a:lnTo>
                  <a:pt x="501730" y="22935"/>
                </a:lnTo>
                <a:lnTo>
                  <a:pt x="499017" y="22200"/>
                </a:lnTo>
                <a:lnTo>
                  <a:pt x="496295" y="22233"/>
                </a:lnTo>
                <a:lnTo>
                  <a:pt x="432576" y="34606"/>
                </a:lnTo>
                <a:lnTo>
                  <a:pt x="403040" y="27669"/>
                </a:lnTo>
                <a:lnTo>
                  <a:pt x="289790" y="62295"/>
                </a:lnTo>
                <a:lnTo>
                  <a:pt x="290680" y="66092"/>
                </a:lnTo>
                <a:lnTo>
                  <a:pt x="281840" y="61150"/>
                </a:lnTo>
                <a:lnTo>
                  <a:pt x="281705" y="58342"/>
                </a:lnTo>
                <a:lnTo>
                  <a:pt x="263243" y="57070"/>
                </a:lnTo>
                <a:lnTo>
                  <a:pt x="215220" y="50017"/>
                </a:lnTo>
                <a:lnTo>
                  <a:pt x="211022" y="50179"/>
                </a:lnTo>
                <a:lnTo>
                  <a:pt x="208793" y="50266"/>
                </a:lnTo>
                <a:lnTo>
                  <a:pt x="204092" y="51524"/>
                </a:lnTo>
                <a:lnTo>
                  <a:pt x="84184" y="76893"/>
                </a:lnTo>
                <a:lnTo>
                  <a:pt x="70851" y="79028"/>
                </a:lnTo>
                <a:lnTo>
                  <a:pt x="65889" y="78971"/>
                </a:lnTo>
                <a:lnTo>
                  <a:pt x="57650" y="77431"/>
                </a:lnTo>
                <a:lnTo>
                  <a:pt x="48317" y="77135"/>
                </a:lnTo>
                <a:lnTo>
                  <a:pt x="40360" y="78313"/>
                </a:lnTo>
                <a:lnTo>
                  <a:pt x="29722" y="81960"/>
                </a:lnTo>
                <a:lnTo>
                  <a:pt x="28453" y="81933"/>
                </a:lnTo>
                <a:lnTo>
                  <a:pt x="27660" y="80361"/>
                </a:lnTo>
                <a:lnTo>
                  <a:pt x="25421" y="73873"/>
                </a:lnTo>
                <a:lnTo>
                  <a:pt x="23494" y="68406"/>
                </a:lnTo>
                <a:lnTo>
                  <a:pt x="20830" y="58765"/>
                </a:lnTo>
                <a:lnTo>
                  <a:pt x="21208" y="57075"/>
                </a:lnTo>
                <a:lnTo>
                  <a:pt x="22830" y="54254"/>
                </a:lnTo>
                <a:lnTo>
                  <a:pt x="23442" y="52814"/>
                </a:lnTo>
                <a:lnTo>
                  <a:pt x="23374" y="51604"/>
                </a:lnTo>
                <a:lnTo>
                  <a:pt x="17988" y="38659"/>
                </a:lnTo>
                <a:lnTo>
                  <a:pt x="17411" y="38156"/>
                </a:lnTo>
                <a:lnTo>
                  <a:pt x="16636" y="38097"/>
                </a:lnTo>
                <a:lnTo>
                  <a:pt x="14017" y="38767"/>
                </a:lnTo>
                <a:lnTo>
                  <a:pt x="12950" y="38786"/>
                </a:lnTo>
                <a:lnTo>
                  <a:pt x="12260" y="38145"/>
                </a:lnTo>
                <a:lnTo>
                  <a:pt x="9382" y="32657"/>
                </a:lnTo>
                <a:lnTo>
                  <a:pt x="2079" y="12792"/>
                </a:lnTo>
                <a:lnTo>
                  <a:pt x="1000" y="11028"/>
                </a:lnTo>
                <a:lnTo>
                  <a:pt x="0" y="9983"/>
                </a:lnTo>
                <a:lnTo>
                  <a:pt x="14963" y="0"/>
                </a:lnTo>
                <a:lnTo>
                  <a:pt x="15264" y="1815"/>
                </a:lnTo>
                <a:lnTo>
                  <a:pt x="21964" y="20062"/>
                </a:lnTo>
                <a:lnTo>
                  <a:pt x="39679" y="68285"/>
                </a:lnTo>
                <a:lnTo>
                  <a:pt x="41541" y="71080"/>
                </a:lnTo>
                <a:lnTo>
                  <a:pt x="43949" y="72147"/>
                </a:lnTo>
                <a:lnTo>
                  <a:pt x="46205" y="72492"/>
                </a:lnTo>
                <a:lnTo>
                  <a:pt x="58368" y="71447"/>
                </a:lnTo>
                <a:lnTo>
                  <a:pt x="64918" y="69891"/>
                </a:lnTo>
                <a:lnTo>
                  <a:pt x="66633" y="68449"/>
                </a:lnTo>
                <a:lnTo>
                  <a:pt x="68002" y="66907"/>
                </a:lnTo>
                <a:lnTo>
                  <a:pt x="114248" y="56920"/>
                </a:lnTo>
                <a:lnTo>
                  <a:pt x="141434" y="51124"/>
                </a:lnTo>
                <a:lnTo>
                  <a:pt x="149226" y="50516"/>
                </a:lnTo>
                <a:lnTo>
                  <a:pt x="188396" y="39555"/>
                </a:lnTo>
                <a:lnTo>
                  <a:pt x="201034" y="40024"/>
                </a:lnTo>
                <a:lnTo>
                  <a:pt x="263649" y="42747"/>
                </a:lnTo>
                <a:lnTo>
                  <a:pt x="264332" y="47021"/>
                </a:lnTo>
                <a:lnTo>
                  <a:pt x="270192" y="46176"/>
                </a:lnTo>
                <a:lnTo>
                  <a:pt x="270405" y="47736"/>
                </a:lnTo>
                <a:lnTo>
                  <a:pt x="293053" y="42026"/>
                </a:lnTo>
                <a:lnTo>
                  <a:pt x="295220" y="49822"/>
                </a:lnTo>
                <a:lnTo>
                  <a:pt x="307571" y="45832"/>
                </a:lnTo>
                <a:lnTo>
                  <a:pt x="317499" y="36752"/>
                </a:lnTo>
                <a:lnTo>
                  <a:pt x="354513" y="26124"/>
                </a:lnTo>
                <a:lnTo>
                  <a:pt x="371364" y="21073"/>
                </a:lnTo>
                <a:lnTo>
                  <a:pt x="372601" y="20230"/>
                </a:lnTo>
                <a:lnTo>
                  <a:pt x="374133" y="19190"/>
                </a:lnTo>
                <a:lnTo>
                  <a:pt x="408540" y="12003"/>
                </a:lnTo>
                <a:lnTo>
                  <a:pt x="414661" y="17172"/>
                </a:lnTo>
                <a:lnTo>
                  <a:pt x="433142" y="17574"/>
                </a:lnTo>
                <a:lnTo>
                  <a:pt x="434217" y="21856"/>
                </a:lnTo>
                <a:lnTo>
                  <a:pt x="480634" y="12623"/>
                </a:lnTo>
                <a:lnTo>
                  <a:pt x="489533" y="10856"/>
                </a:lnTo>
                <a:lnTo>
                  <a:pt x="496461" y="9942"/>
                </a:lnTo>
                <a:lnTo>
                  <a:pt x="500256" y="9923"/>
                </a:lnTo>
                <a:lnTo>
                  <a:pt x="502583" y="10362"/>
                </a:lnTo>
                <a:lnTo>
                  <a:pt x="504993" y="11674"/>
                </a:lnTo>
                <a:lnTo>
                  <a:pt x="507481" y="13375"/>
                </a:lnTo>
                <a:lnTo>
                  <a:pt x="509334" y="14616"/>
                </a:lnTo>
                <a:lnTo>
                  <a:pt x="510936" y="15681"/>
                </a:lnTo>
                <a:lnTo>
                  <a:pt x="511980" y="17056"/>
                </a:lnTo>
                <a:lnTo>
                  <a:pt x="513179" y="19989"/>
                </a:lnTo>
                <a:lnTo>
                  <a:pt x="518231" y="33949"/>
                </a:lnTo>
                <a:lnTo>
                  <a:pt x="525708" y="59885"/>
                </a:lnTo>
                <a:lnTo>
                  <a:pt x="526376" y="62206"/>
                </a:lnTo>
                <a:lnTo>
                  <a:pt x="530256" y="80687"/>
                </a:lnTo>
                <a:lnTo>
                  <a:pt x="532374" y="90417"/>
                </a:lnTo>
                <a:lnTo>
                  <a:pt x="533378" y="97993"/>
                </a:lnTo>
                <a:lnTo>
                  <a:pt x="533978" y="124160"/>
                </a:lnTo>
                <a:lnTo>
                  <a:pt x="531626" y="124878"/>
                </a:lnTo>
                <a:lnTo>
                  <a:pt x="534750" y="142379"/>
                </a:lnTo>
                <a:lnTo>
                  <a:pt x="537962" y="167563"/>
                </a:lnTo>
                <a:lnTo>
                  <a:pt x="540740" y="189383"/>
                </a:lnTo>
                <a:lnTo>
                  <a:pt x="543745" y="233457"/>
                </a:lnTo>
                <a:lnTo>
                  <a:pt x="544134" y="239229"/>
                </a:lnTo>
                <a:lnTo>
                  <a:pt x="552828" y="305076"/>
                </a:lnTo>
                <a:lnTo>
                  <a:pt x="558701" y="357114"/>
                </a:lnTo>
                <a:lnTo>
                  <a:pt x="559555" y="363538"/>
                </a:lnTo>
                <a:lnTo>
                  <a:pt x="559648" y="364934"/>
                </a:lnTo>
                <a:lnTo>
                  <a:pt x="558693" y="366511"/>
                </a:lnTo>
                <a:lnTo>
                  <a:pt x="558139" y="367614"/>
                </a:lnTo>
                <a:lnTo>
                  <a:pt x="557842" y="369585"/>
                </a:lnTo>
                <a:lnTo>
                  <a:pt x="556748" y="373195"/>
                </a:lnTo>
                <a:lnTo>
                  <a:pt x="556528" y="389998"/>
                </a:lnTo>
                <a:lnTo>
                  <a:pt x="559430" y="413105"/>
                </a:lnTo>
                <a:lnTo>
                  <a:pt x="560965" y="432320"/>
                </a:lnTo>
                <a:lnTo>
                  <a:pt x="562543" y="449205"/>
                </a:lnTo>
                <a:lnTo>
                  <a:pt x="563984" y="463373"/>
                </a:lnTo>
                <a:lnTo>
                  <a:pt x="567835" y="483214"/>
                </a:lnTo>
                <a:lnTo>
                  <a:pt x="570882" y="495288"/>
                </a:lnTo>
                <a:lnTo>
                  <a:pt x="556813" y="497889"/>
                </a:lnTo>
                <a:lnTo>
                  <a:pt x="554320" y="487374"/>
                </a:lnTo>
                <a:lnTo>
                  <a:pt x="542111" y="440040"/>
                </a:lnTo>
                <a:lnTo>
                  <a:pt x="545836" y="402838"/>
                </a:lnTo>
                <a:lnTo>
                  <a:pt x="545290" y="394207"/>
                </a:lnTo>
                <a:lnTo>
                  <a:pt x="544690" y="390755"/>
                </a:lnTo>
                <a:lnTo>
                  <a:pt x="543837" y="387255"/>
                </a:lnTo>
                <a:lnTo>
                  <a:pt x="542417" y="385475"/>
                </a:lnTo>
                <a:lnTo>
                  <a:pt x="540510" y="383743"/>
                </a:lnTo>
                <a:lnTo>
                  <a:pt x="537825" y="381741"/>
                </a:lnTo>
                <a:lnTo>
                  <a:pt x="535411" y="380971"/>
                </a:lnTo>
                <a:lnTo>
                  <a:pt x="531953" y="381132"/>
                </a:lnTo>
                <a:lnTo>
                  <a:pt x="528938" y="380974"/>
                </a:lnTo>
                <a:lnTo>
                  <a:pt x="521830" y="381107"/>
                </a:lnTo>
                <a:lnTo>
                  <a:pt x="521477" y="37267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FFB29D-B01D-4B18-94BE-F5D2745F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157" y="2771955"/>
            <a:ext cx="187816" cy="360908"/>
          </a:xfrm>
          <a:custGeom xmlns:a="http://schemas.openxmlformats.org/drawingml/2006/main">
            <a:pathLst>
              <a:path w="187816" h="360908">
                <a:moveTo>
                  <a:pt x="70628" y="493"/>
                </a:moveTo>
                <a:lnTo>
                  <a:pt x="78210" y="55375"/>
                </a:lnTo>
                <a:lnTo>
                  <a:pt x="79056" y="72497"/>
                </a:lnTo>
                <a:lnTo>
                  <a:pt x="81453" y="98348"/>
                </a:lnTo>
                <a:lnTo>
                  <a:pt x="96498" y="193954"/>
                </a:lnTo>
                <a:lnTo>
                  <a:pt x="99575" y="208928"/>
                </a:lnTo>
                <a:lnTo>
                  <a:pt x="102896" y="217324"/>
                </a:lnTo>
                <a:lnTo>
                  <a:pt x="106652" y="223414"/>
                </a:lnTo>
                <a:lnTo>
                  <a:pt x="110437" y="228533"/>
                </a:lnTo>
                <a:lnTo>
                  <a:pt x="115761" y="234260"/>
                </a:lnTo>
                <a:lnTo>
                  <a:pt x="123186" y="241782"/>
                </a:lnTo>
                <a:lnTo>
                  <a:pt x="130258" y="247556"/>
                </a:lnTo>
                <a:lnTo>
                  <a:pt x="137946" y="251982"/>
                </a:lnTo>
                <a:lnTo>
                  <a:pt x="146240" y="255256"/>
                </a:lnTo>
                <a:lnTo>
                  <a:pt x="165276" y="275039"/>
                </a:lnTo>
                <a:lnTo>
                  <a:pt x="171338" y="282531"/>
                </a:lnTo>
                <a:lnTo>
                  <a:pt x="178516" y="292372"/>
                </a:lnTo>
                <a:lnTo>
                  <a:pt x="187816" y="307776"/>
                </a:lnTo>
                <a:lnTo>
                  <a:pt x="180125" y="316803"/>
                </a:lnTo>
                <a:lnTo>
                  <a:pt x="144271" y="334325"/>
                </a:lnTo>
                <a:lnTo>
                  <a:pt x="88392" y="346856"/>
                </a:lnTo>
                <a:lnTo>
                  <a:pt x="22409" y="360908"/>
                </a:lnTo>
                <a:lnTo>
                  <a:pt x="2483" y="359991"/>
                </a:lnTo>
                <a:lnTo>
                  <a:pt x="0" y="344448"/>
                </a:lnTo>
                <a:lnTo>
                  <a:pt x="10049" y="343112"/>
                </a:lnTo>
                <a:lnTo>
                  <a:pt x="11653" y="343105"/>
                </a:lnTo>
                <a:lnTo>
                  <a:pt x="13343" y="343767"/>
                </a:lnTo>
                <a:lnTo>
                  <a:pt x="15305" y="351947"/>
                </a:lnTo>
                <a:lnTo>
                  <a:pt x="15965" y="352976"/>
                </a:lnTo>
                <a:lnTo>
                  <a:pt x="17607" y="353544"/>
                </a:lnTo>
                <a:lnTo>
                  <a:pt x="23445" y="353671"/>
                </a:lnTo>
                <a:lnTo>
                  <a:pt x="26250" y="354121"/>
                </a:lnTo>
                <a:lnTo>
                  <a:pt x="29860" y="353913"/>
                </a:lnTo>
                <a:lnTo>
                  <a:pt x="131730" y="331821"/>
                </a:lnTo>
                <a:lnTo>
                  <a:pt x="162864" y="321125"/>
                </a:lnTo>
                <a:lnTo>
                  <a:pt x="168566" y="318148"/>
                </a:lnTo>
                <a:lnTo>
                  <a:pt x="171605" y="314876"/>
                </a:lnTo>
                <a:lnTo>
                  <a:pt x="176398" y="309361"/>
                </a:lnTo>
                <a:lnTo>
                  <a:pt x="176820" y="307630"/>
                </a:lnTo>
                <a:lnTo>
                  <a:pt x="176856" y="305983"/>
                </a:lnTo>
                <a:lnTo>
                  <a:pt x="176505" y="304429"/>
                </a:lnTo>
                <a:lnTo>
                  <a:pt x="174902" y="302070"/>
                </a:lnTo>
                <a:lnTo>
                  <a:pt x="161655" y="280385"/>
                </a:lnTo>
                <a:lnTo>
                  <a:pt x="156555" y="273015"/>
                </a:lnTo>
                <a:lnTo>
                  <a:pt x="151499" y="268637"/>
                </a:lnTo>
                <a:lnTo>
                  <a:pt x="147483" y="265170"/>
                </a:lnTo>
                <a:lnTo>
                  <a:pt x="144603" y="263459"/>
                </a:lnTo>
                <a:lnTo>
                  <a:pt x="140195" y="260642"/>
                </a:lnTo>
                <a:lnTo>
                  <a:pt x="136721" y="258919"/>
                </a:lnTo>
                <a:lnTo>
                  <a:pt x="132511" y="256021"/>
                </a:lnTo>
                <a:lnTo>
                  <a:pt x="128358" y="254486"/>
                </a:lnTo>
                <a:lnTo>
                  <a:pt x="123375" y="251082"/>
                </a:lnTo>
                <a:lnTo>
                  <a:pt x="114694" y="242949"/>
                </a:lnTo>
                <a:lnTo>
                  <a:pt x="108632" y="235457"/>
                </a:lnTo>
                <a:lnTo>
                  <a:pt x="102770" y="227783"/>
                </a:lnTo>
                <a:lnTo>
                  <a:pt x="99305" y="221310"/>
                </a:lnTo>
                <a:lnTo>
                  <a:pt x="95979" y="213109"/>
                </a:lnTo>
                <a:lnTo>
                  <a:pt x="91605" y="199746"/>
                </a:lnTo>
                <a:lnTo>
                  <a:pt x="86282" y="180659"/>
                </a:lnTo>
                <a:lnTo>
                  <a:pt x="73198" y="106593"/>
                </a:lnTo>
                <a:lnTo>
                  <a:pt x="72342" y="101243"/>
                </a:lnTo>
                <a:lnTo>
                  <a:pt x="72328" y="97566"/>
                </a:lnTo>
                <a:lnTo>
                  <a:pt x="72614" y="62132"/>
                </a:lnTo>
                <a:lnTo>
                  <a:pt x="71401" y="37227"/>
                </a:lnTo>
                <a:lnTo>
                  <a:pt x="65489" y="1581"/>
                </a:lnTo>
                <a:lnTo>
                  <a:pt x="67374" y="0"/>
                </a:lnTo>
                <a:lnTo>
                  <a:pt x="70628" y="49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7368B8-88E9-48D8-B8BD-7A069BE2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658" y="2712741"/>
            <a:ext cx="305573" cy="1283656"/>
          </a:xfrm>
          <a:custGeom xmlns:a="http://schemas.openxmlformats.org/drawingml/2006/main">
            <a:pathLst>
              <a:path w="305573" h="1283656">
                <a:moveTo>
                  <a:pt x="7653" y="18000"/>
                </a:moveTo>
                <a:lnTo>
                  <a:pt x="11914" y="18871"/>
                </a:lnTo>
                <a:lnTo>
                  <a:pt x="15485" y="20108"/>
                </a:lnTo>
                <a:lnTo>
                  <a:pt x="18367" y="22013"/>
                </a:lnTo>
                <a:lnTo>
                  <a:pt x="32476" y="35007"/>
                </a:lnTo>
                <a:lnTo>
                  <a:pt x="35730" y="37504"/>
                </a:lnTo>
                <a:lnTo>
                  <a:pt x="38244" y="38328"/>
                </a:lnTo>
                <a:lnTo>
                  <a:pt x="42901" y="39014"/>
                </a:lnTo>
                <a:lnTo>
                  <a:pt x="47180" y="39108"/>
                </a:lnTo>
                <a:lnTo>
                  <a:pt x="121018" y="35110"/>
                </a:lnTo>
                <a:lnTo>
                  <a:pt x="127369" y="33990"/>
                </a:lnTo>
                <a:lnTo>
                  <a:pt x="131732" y="32540"/>
                </a:lnTo>
                <a:lnTo>
                  <a:pt x="133753" y="31376"/>
                </a:lnTo>
                <a:lnTo>
                  <a:pt x="135001" y="30051"/>
                </a:lnTo>
                <a:lnTo>
                  <a:pt x="135920" y="27840"/>
                </a:lnTo>
                <a:lnTo>
                  <a:pt x="136419" y="25282"/>
                </a:lnTo>
                <a:lnTo>
                  <a:pt x="136343" y="20455"/>
                </a:lnTo>
                <a:lnTo>
                  <a:pt x="136273" y="16372"/>
                </a:lnTo>
                <a:lnTo>
                  <a:pt x="135978" y="14287"/>
                </a:lnTo>
                <a:lnTo>
                  <a:pt x="134370" y="3257"/>
                </a:lnTo>
                <a:lnTo>
                  <a:pt x="135710" y="2036"/>
                </a:lnTo>
                <a:lnTo>
                  <a:pt x="136742" y="1619"/>
                </a:lnTo>
                <a:lnTo>
                  <a:pt x="141434" y="413"/>
                </a:lnTo>
                <a:lnTo>
                  <a:pt x="146892" y="0"/>
                </a:lnTo>
                <a:lnTo>
                  <a:pt x="149857" y="403"/>
                </a:lnTo>
                <a:lnTo>
                  <a:pt x="150949" y="1593"/>
                </a:lnTo>
                <a:lnTo>
                  <a:pt x="151537" y="3541"/>
                </a:lnTo>
                <a:lnTo>
                  <a:pt x="151648" y="5090"/>
                </a:lnTo>
                <a:lnTo>
                  <a:pt x="151444" y="14381"/>
                </a:lnTo>
                <a:lnTo>
                  <a:pt x="151312" y="20387"/>
                </a:lnTo>
                <a:lnTo>
                  <a:pt x="151703" y="24747"/>
                </a:lnTo>
                <a:lnTo>
                  <a:pt x="159968" y="73925"/>
                </a:lnTo>
                <a:lnTo>
                  <a:pt x="161047" y="82272"/>
                </a:lnTo>
                <a:lnTo>
                  <a:pt x="162540" y="101842"/>
                </a:lnTo>
                <a:lnTo>
                  <a:pt x="162991" y="115677"/>
                </a:lnTo>
                <a:lnTo>
                  <a:pt x="164676" y="129801"/>
                </a:lnTo>
                <a:lnTo>
                  <a:pt x="173179" y="207834"/>
                </a:lnTo>
                <a:lnTo>
                  <a:pt x="175314" y="248063"/>
                </a:lnTo>
                <a:lnTo>
                  <a:pt x="175884" y="252825"/>
                </a:lnTo>
                <a:lnTo>
                  <a:pt x="176873" y="256717"/>
                </a:lnTo>
                <a:lnTo>
                  <a:pt x="183718" y="272745"/>
                </a:lnTo>
                <a:lnTo>
                  <a:pt x="187087" y="301711"/>
                </a:lnTo>
                <a:lnTo>
                  <a:pt x="215240" y="543684"/>
                </a:lnTo>
                <a:lnTo>
                  <a:pt x="218608" y="563143"/>
                </a:lnTo>
                <a:lnTo>
                  <a:pt x="221366" y="592569"/>
                </a:lnTo>
                <a:lnTo>
                  <a:pt x="246426" y="811606"/>
                </a:lnTo>
                <a:lnTo>
                  <a:pt x="247498" y="820950"/>
                </a:lnTo>
                <a:lnTo>
                  <a:pt x="251957" y="874691"/>
                </a:lnTo>
                <a:lnTo>
                  <a:pt x="254348" y="890039"/>
                </a:lnTo>
                <a:lnTo>
                  <a:pt x="258841" y="917450"/>
                </a:lnTo>
                <a:lnTo>
                  <a:pt x="260524" y="927745"/>
                </a:lnTo>
                <a:lnTo>
                  <a:pt x="263704" y="951443"/>
                </a:lnTo>
                <a:lnTo>
                  <a:pt x="267829" y="1004577"/>
                </a:lnTo>
                <a:lnTo>
                  <a:pt x="269034" y="1020084"/>
                </a:lnTo>
                <a:lnTo>
                  <a:pt x="270640" y="1040849"/>
                </a:lnTo>
                <a:lnTo>
                  <a:pt x="271137" y="1047282"/>
                </a:lnTo>
                <a:lnTo>
                  <a:pt x="298292" y="1255691"/>
                </a:lnTo>
                <a:lnTo>
                  <a:pt x="305573" y="1283357"/>
                </a:lnTo>
                <a:lnTo>
                  <a:pt x="300705" y="1283656"/>
                </a:lnTo>
                <a:lnTo>
                  <a:pt x="300680" y="1280148"/>
                </a:lnTo>
                <a:lnTo>
                  <a:pt x="295377" y="1264534"/>
                </a:lnTo>
                <a:lnTo>
                  <a:pt x="293352" y="1259267"/>
                </a:lnTo>
                <a:lnTo>
                  <a:pt x="286813" y="1246727"/>
                </a:lnTo>
                <a:lnTo>
                  <a:pt x="285188" y="1241072"/>
                </a:lnTo>
                <a:lnTo>
                  <a:pt x="264427" y="1078317"/>
                </a:lnTo>
                <a:lnTo>
                  <a:pt x="260139" y="1078612"/>
                </a:lnTo>
                <a:lnTo>
                  <a:pt x="254937" y="1040538"/>
                </a:lnTo>
                <a:lnTo>
                  <a:pt x="252686" y="1011512"/>
                </a:lnTo>
                <a:lnTo>
                  <a:pt x="251447" y="995530"/>
                </a:lnTo>
                <a:lnTo>
                  <a:pt x="255163" y="994834"/>
                </a:lnTo>
                <a:lnTo>
                  <a:pt x="254412" y="984745"/>
                </a:lnTo>
                <a:lnTo>
                  <a:pt x="252072" y="984888"/>
                </a:lnTo>
                <a:lnTo>
                  <a:pt x="251210" y="970926"/>
                </a:lnTo>
                <a:lnTo>
                  <a:pt x="253946" y="970597"/>
                </a:lnTo>
                <a:lnTo>
                  <a:pt x="253537" y="962459"/>
                </a:lnTo>
                <a:lnTo>
                  <a:pt x="250421" y="962585"/>
                </a:lnTo>
                <a:lnTo>
                  <a:pt x="248706" y="943179"/>
                </a:lnTo>
                <a:lnTo>
                  <a:pt x="251826" y="942858"/>
                </a:lnTo>
                <a:lnTo>
                  <a:pt x="251441" y="933943"/>
                </a:lnTo>
                <a:lnTo>
                  <a:pt x="248318" y="934069"/>
                </a:lnTo>
                <a:lnTo>
                  <a:pt x="246757" y="916601"/>
                </a:lnTo>
                <a:lnTo>
                  <a:pt x="248704" y="916450"/>
                </a:lnTo>
                <a:lnTo>
                  <a:pt x="247782" y="905588"/>
                </a:lnTo>
                <a:lnTo>
                  <a:pt x="245446" y="905536"/>
                </a:lnTo>
                <a:lnTo>
                  <a:pt x="243570" y="884580"/>
                </a:lnTo>
                <a:lnTo>
                  <a:pt x="245713" y="884433"/>
                </a:lnTo>
                <a:lnTo>
                  <a:pt x="244928" y="875889"/>
                </a:lnTo>
                <a:lnTo>
                  <a:pt x="241813" y="876015"/>
                </a:lnTo>
                <a:lnTo>
                  <a:pt x="240299" y="856039"/>
                </a:lnTo>
                <a:lnTo>
                  <a:pt x="243230" y="855715"/>
                </a:lnTo>
                <a:lnTo>
                  <a:pt x="242395" y="849494"/>
                </a:lnTo>
                <a:lnTo>
                  <a:pt x="239663" y="849628"/>
                </a:lnTo>
                <a:lnTo>
                  <a:pt x="235851" y="819334"/>
                </a:lnTo>
                <a:lnTo>
                  <a:pt x="238582" y="819199"/>
                </a:lnTo>
                <a:lnTo>
                  <a:pt x="237423" y="809879"/>
                </a:lnTo>
                <a:lnTo>
                  <a:pt x="234887" y="810017"/>
                </a:lnTo>
                <a:lnTo>
                  <a:pt x="233071" y="794226"/>
                </a:lnTo>
                <a:lnTo>
                  <a:pt x="231786" y="783026"/>
                </a:lnTo>
                <a:lnTo>
                  <a:pt x="234318" y="782701"/>
                </a:lnTo>
                <a:lnTo>
                  <a:pt x="233533" y="774158"/>
                </a:lnTo>
                <a:lnTo>
                  <a:pt x="230809" y="774292"/>
                </a:lnTo>
                <a:lnTo>
                  <a:pt x="226929" y="747098"/>
                </a:lnTo>
                <a:lnTo>
                  <a:pt x="229466" y="746570"/>
                </a:lnTo>
                <a:lnTo>
                  <a:pt x="228501" y="737643"/>
                </a:lnTo>
                <a:lnTo>
                  <a:pt x="225765" y="737971"/>
                </a:lnTo>
                <a:lnTo>
                  <a:pt x="222319" y="708843"/>
                </a:lnTo>
                <a:lnTo>
                  <a:pt x="224659" y="708700"/>
                </a:lnTo>
                <a:lnTo>
                  <a:pt x="223112" y="699176"/>
                </a:lnTo>
                <a:lnTo>
                  <a:pt x="220588" y="699121"/>
                </a:lnTo>
                <a:lnTo>
                  <a:pt x="216691" y="672695"/>
                </a:lnTo>
                <a:lnTo>
                  <a:pt x="219423" y="672172"/>
                </a:lnTo>
                <a:lnTo>
                  <a:pt x="218468" y="662475"/>
                </a:lnTo>
                <a:lnTo>
                  <a:pt x="215544" y="662791"/>
                </a:lnTo>
                <a:lnTo>
                  <a:pt x="213172" y="637954"/>
                </a:lnTo>
                <a:lnTo>
                  <a:pt x="215116" y="637997"/>
                </a:lnTo>
                <a:lnTo>
                  <a:pt x="214936" y="628308"/>
                </a:lnTo>
                <a:lnTo>
                  <a:pt x="218305" y="616670"/>
                </a:lnTo>
                <a:lnTo>
                  <a:pt x="216313" y="596675"/>
                </a:lnTo>
                <a:lnTo>
                  <a:pt x="215858" y="593901"/>
                </a:lnTo>
                <a:lnTo>
                  <a:pt x="210637" y="558396"/>
                </a:lnTo>
                <a:lnTo>
                  <a:pt x="208774" y="550032"/>
                </a:lnTo>
                <a:lnTo>
                  <a:pt x="204411" y="531632"/>
                </a:lnTo>
                <a:lnTo>
                  <a:pt x="173214" y="268349"/>
                </a:lnTo>
                <a:lnTo>
                  <a:pt x="169422" y="254711"/>
                </a:lnTo>
                <a:lnTo>
                  <a:pt x="163817" y="182159"/>
                </a:lnTo>
                <a:lnTo>
                  <a:pt x="162039" y="165666"/>
                </a:lnTo>
                <a:lnTo>
                  <a:pt x="153611" y="99745"/>
                </a:lnTo>
                <a:lnTo>
                  <a:pt x="149747" y="69534"/>
                </a:lnTo>
                <a:lnTo>
                  <a:pt x="147931" y="63689"/>
                </a:lnTo>
                <a:lnTo>
                  <a:pt x="145473" y="60339"/>
                </a:lnTo>
                <a:lnTo>
                  <a:pt x="139348" y="55751"/>
                </a:lnTo>
                <a:lnTo>
                  <a:pt x="129918" y="50702"/>
                </a:lnTo>
                <a:lnTo>
                  <a:pt x="124902" y="48851"/>
                </a:lnTo>
                <a:lnTo>
                  <a:pt x="118506" y="47739"/>
                </a:lnTo>
                <a:lnTo>
                  <a:pt x="110729" y="47374"/>
                </a:lnTo>
                <a:lnTo>
                  <a:pt x="53344" y="46502"/>
                </a:lnTo>
                <a:lnTo>
                  <a:pt x="44988" y="45744"/>
                </a:lnTo>
                <a:lnTo>
                  <a:pt x="39751" y="45046"/>
                </a:lnTo>
                <a:lnTo>
                  <a:pt x="34139" y="43562"/>
                </a:lnTo>
                <a:lnTo>
                  <a:pt x="32221" y="42362"/>
                </a:lnTo>
                <a:lnTo>
                  <a:pt x="27735" y="38486"/>
                </a:lnTo>
                <a:lnTo>
                  <a:pt x="23751" y="33557"/>
                </a:lnTo>
                <a:lnTo>
                  <a:pt x="20646" y="28942"/>
                </a:lnTo>
                <a:lnTo>
                  <a:pt x="17968" y="26652"/>
                </a:lnTo>
                <a:lnTo>
                  <a:pt x="14414" y="24639"/>
                </a:lnTo>
                <a:lnTo>
                  <a:pt x="5417" y="22312"/>
                </a:lnTo>
                <a:lnTo>
                  <a:pt x="2627" y="25157"/>
                </a:lnTo>
                <a:lnTo>
                  <a:pt x="0" y="25215"/>
                </a:lnTo>
                <a:lnTo>
                  <a:pt x="0" y="17832"/>
                </a:lnTo>
                <a:lnTo>
                  <a:pt x="7653" y="1800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C31E8E-D410-4AC9-AB6A-56BC5437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62" y="3721036"/>
            <a:ext cx="32019" cy="278390"/>
          </a:xfrm>
          <a:custGeom xmlns:a="http://schemas.openxmlformats.org/drawingml/2006/main">
            <a:pathLst>
              <a:path w="32019" h="278390">
                <a:moveTo>
                  <a:pt x="0" y="0"/>
                </a:moveTo>
                <a:lnTo>
                  <a:pt x="226" y="1940"/>
                </a:lnTo>
                <a:lnTo>
                  <a:pt x="32019" y="27839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1CEA6D-2C97-42E6-951C-8B7E3708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150" y="3722976"/>
            <a:ext cx="39679" cy="255485"/>
          </a:xfrm>
          <a:custGeom xmlns:a="http://schemas.openxmlformats.org/drawingml/2006/main">
            <a:pathLst>
              <a:path w="39679" h="255485">
                <a:moveTo>
                  <a:pt x="29013" y="161608"/>
                </a:moveTo>
                <a:lnTo>
                  <a:pt x="30144" y="180908"/>
                </a:lnTo>
                <a:lnTo>
                  <a:pt x="33580" y="219526"/>
                </a:lnTo>
                <a:lnTo>
                  <a:pt x="29295" y="229649"/>
                </a:lnTo>
                <a:lnTo>
                  <a:pt x="35116" y="238539"/>
                </a:lnTo>
                <a:lnTo>
                  <a:pt x="36497" y="251059"/>
                </a:lnTo>
                <a:lnTo>
                  <a:pt x="37100" y="252331"/>
                </a:lnTo>
                <a:lnTo>
                  <a:pt x="38245" y="253421"/>
                </a:lnTo>
                <a:lnTo>
                  <a:pt x="39679" y="254517"/>
                </a:lnTo>
                <a:lnTo>
                  <a:pt x="22091" y="255485"/>
                </a:lnTo>
                <a:lnTo>
                  <a:pt x="20601" y="238991"/>
                </a:lnTo>
                <a:lnTo>
                  <a:pt x="26146" y="230307"/>
                </a:lnTo>
                <a:lnTo>
                  <a:pt x="21751" y="217619"/>
                </a:lnTo>
                <a:lnTo>
                  <a:pt x="19192" y="189964"/>
                </a:lnTo>
                <a:lnTo>
                  <a:pt x="17976" y="181217"/>
                </a:lnTo>
                <a:lnTo>
                  <a:pt x="16843" y="170637"/>
                </a:lnTo>
                <a:lnTo>
                  <a:pt x="11117" y="120933"/>
                </a:lnTo>
                <a:lnTo>
                  <a:pt x="0" y="6525"/>
                </a:lnTo>
                <a:lnTo>
                  <a:pt x="3038" y="0"/>
                </a:lnTo>
                <a:lnTo>
                  <a:pt x="10915" y="4440"/>
                </a:lnTo>
                <a:lnTo>
                  <a:pt x="29013" y="16160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1A845E-0CA8-471E-B18F-C93B2B05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8163" y="2208633"/>
            <a:ext cx="55842" cy="512739"/>
          </a:xfrm>
          <a:custGeom xmlns:a="http://schemas.openxmlformats.org/drawingml/2006/main">
            <a:pathLst>
              <a:path w="55842" h="512739">
                <a:moveTo>
                  <a:pt x="1354" y="267"/>
                </a:moveTo>
                <a:lnTo>
                  <a:pt x="2296" y="0"/>
                </a:lnTo>
                <a:lnTo>
                  <a:pt x="2326" y="1632"/>
                </a:lnTo>
                <a:lnTo>
                  <a:pt x="3145" y="9001"/>
                </a:lnTo>
                <a:lnTo>
                  <a:pt x="4058" y="11725"/>
                </a:lnTo>
                <a:lnTo>
                  <a:pt x="5318" y="16502"/>
                </a:lnTo>
                <a:lnTo>
                  <a:pt x="8375" y="59454"/>
                </a:lnTo>
                <a:lnTo>
                  <a:pt x="9159" y="68090"/>
                </a:lnTo>
                <a:lnTo>
                  <a:pt x="10327" y="68115"/>
                </a:lnTo>
                <a:lnTo>
                  <a:pt x="12533" y="100790"/>
                </a:lnTo>
                <a:lnTo>
                  <a:pt x="14387" y="100636"/>
                </a:lnTo>
                <a:lnTo>
                  <a:pt x="21356" y="191890"/>
                </a:lnTo>
                <a:lnTo>
                  <a:pt x="24023" y="230102"/>
                </a:lnTo>
                <a:lnTo>
                  <a:pt x="25384" y="239232"/>
                </a:lnTo>
                <a:lnTo>
                  <a:pt x="26622" y="245065"/>
                </a:lnTo>
                <a:lnTo>
                  <a:pt x="29060" y="276096"/>
                </a:lnTo>
                <a:lnTo>
                  <a:pt x="32771" y="320330"/>
                </a:lnTo>
                <a:lnTo>
                  <a:pt x="34401" y="325791"/>
                </a:lnTo>
                <a:lnTo>
                  <a:pt x="35659" y="330652"/>
                </a:lnTo>
                <a:lnTo>
                  <a:pt x="35917" y="336471"/>
                </a:lnTo>
                <a:lnTo>
                  <a:pt x="35869" y="347700"/>
                </a:lnTo>
                <a:lnTo>
                  <a:pt x="37891" y="371177"/>
                </a:lnTo>
                <a:lnTo>
                  <a:pt x="39021" y="372942"/>
                </a:lnTo>
                <a:lnTo>
                  <a:pt x="40826" y="379370"/>
                </a:lnTo>
                <a:lnTo>
                  <a:pt x="42465" y="402450"/>
                </a:lnTo>
                <a:lnTo>
                  <a:pt x="43344" y="406728"/>
                </a:lnTo>
                <a:lnTo>
                  <a:pt x="44385" y="412564"/>
                </a:lnTo>
                <a:lnTo>
                  <a:pt x="47072" y="450184"/>
                </a:lnTo>
                <a:lnTo>
                  <a:pt x="48122" y="455632"/>
                </a:lnTo>
                <a:lnTo>
                  <a:pt x="48580" y="461253"/>
                </a:lnTo>
                <a:lnTo>
                  <a:pt x="49033" y="467466"/>
                </a:lnTo>
                <a:lnTo>
                  <a:pt x="50977" y="467508"/>
                </a:lnTo>
                <a:lnTo>
                  <a:pt x="52174" y="484181"/>
                </a:lnTo>
                <a:lnTo>
                  <a:pt x="53802" y="498743"/>
                </a:lnTo>
                <a:lnTo>
                  <a:pt x="55782" y="511157"/>
                </a:lnTo>
                <a:lnTo>
                  <a:pt x="55842" y="512392"/>
                </a:lnTo>
                <a:lnTo>
                  <a:pt x="53538" y="512604"/>
                </a:lnTo>
                <a:lnTo>
                  <a:pt x="51989" y="512739"/>
                </a:lnTo>
                <a:lnTo>
                  <a:pt x="51838" y="511697"/>
                </a:lnTo>
                <a:lnTo>
                  <a:pt x="50270" y="500018"/>
                </a:lnTo>
                <a:lnTo>
                  <a:pt x="48122" y="482352"/>
                </a:lnTo>
                <a:lnTo>
                  <a:pt x="47464" y="476913"/>
                </a:lnTo>
                <a:lnTo>
                  <a:pt x="45844" y="461971"/>
                </a:lnTo>
                <a:lnTo>
                  <a:pt x="44320" y="451291"/>
                </a:lnTo>
                <a:lnTo>
                  <a:pt x="41649" y="413274"/>
                </a:lnTo>
                <a:lnTo>
                  <a:pt x="40016" y="407627"/>
                </a:lnTo>
                <a:lnTo>
                  <a:pt x="39145" y="402961"/>
                </a:lnTo>
                <a:lnTo>
                  <a:pt x="38108" y="396930"/>
                </a:lnTo>
                <a:lnTo>
                  <a:pt x="36666" y="391871"/>
                </a:lnTo>
                <a:lnTo>
                  <a:pt x="36737" y="388577"/>
                </a:lnTo>
                <a:lnTo>
                  <a:pt x="34835" y="368593"/>
                </a:lnTo>
                <a:lnTo>
                  <a:pt x="31439" y="336568"/>
                </a:lnTo>
                <a:lnTo>
                  <a:pt x="29809" y="331108"/>
                </a:lnTo>
                <a:lnTo>
                  <a:pt x="28822" y="322763"/>
                </a:lnTo>
                <a:lnTo>
                  <a:pt x="25873" y="279517"/>
                </a:lnTo>
                <a:lnTo>
                  <a:pt x="25199" y="274466"/>
                </a:lnTo>
                <a:lnTo>
                  <a:pt x="24204" y="266501"/>
                </a:lnTo>
                <a:lnTo>
                  <a:pt x="19499" y="205599"/>
                </a:lnTo>
                <a:lnTo>
                  <a:pt x="17555" y="205557"/>
                </a:lnTo>
                <a:lnTo>
                  <a:pt x="15978" y="188681"/>
                </a:lnTo>
                <a:lnTo>
                  <a:pt x="18117" y="188727"/>
                </a:lnTo>
                <a:lnTo>
                  <a:pt x="10794" y="104724"/>
                </a:lnTo>
                <a:lnTo>
                  <a:pt x="7201" y="73084"/>
                </a:lnTo>
                <a:lnTo>
                  <a:pt x="5089" y="62771"/>
                </a:lnTo>
                <a:lnTo>
                  <a:pt x="4960" y="59675"/>
                </a:lnTo>
                <a:lnTo>
                  <a:pt x="6916" y="59135"/>
                </a:lnTo>
                <a:lnTo>
                  <a:pt x="4857" y="28685"/>
                </a:lnTo>
                <a:lnTo>
                  <a:pt x="3492" y="19749"/>
                </a:lnTo>
                <a:lnTo>
                  <a:pt x="1546" y="10800"/>
                </a:lnTo>
                <a:lnTo>
                  <a:pt x="325" y="4580"/>
                </a:lnTo>
                <a:lnTo>
                  <a:pt x="0" y="2164"/>
                </a:lnTo>
                <a:lnTo>
                  <a:pt x="70" y="628"/>
                </a:lnTo>
                <a:lnTo>
                  <a:pt x="1354" y="26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4BA75A-5A41-48AD-82EF-7551A12B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5675" y="2191680"/>
            <a:ext cx="4293" cy="6359"/>
          </a:xfrm>
          <a:custGeom xmlns:a="http://schemas.openxmlformats.org/drawingml/2006/main">
            <a:pathLst>
              <a:path w="4293" h="6359">
                <a:moveTo>
                  <a:pt x="1413" y="5142"/>
                </a:moveTo>
                <a:lnTo>
                  <a:pt x="0" y="708"/>
                </a:lnTo>
                <a:lnTo>
                  <a:pt x="3178" y="0"/>
                </a:lnTo>
                <a:lnTo>
                  <a:pt x="4019" y="4032"/>
                </a:lnTo>
                <a:lnTo>
                  <a:pt x="4293" y="5787"/>
                </a:lnTo>
                <a:lnTo>
                  <a:pt x="2777" y="6135"/>
                </a:lnTo>
                <a:lnTo>
                  <a:pt x="1800" y="6359"/>
                </a:lnTo>
                <a:lnTo>
                  <a:pt x="1413" y="514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128BC9-24F8-41CB-B936-C21F632E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297" y="3854926"/>
            <a:ext cx="1439752" cy="982873"/>
          </a:xfrm>
          <a:custGeom xmlns:a="http://schemas.openxmlformats.org/drawingml/2006/main">
            <a:pathLst>
              <a:path w="1439752" h="982873">
                <a:moveTo>
                  <a:pt x="1439752" y="0"/>
                </a:moveTo>
                <a:lnTo>
                  <a:pt x="1397865" y="6282"/>
                </a:lnTo>
                <a:lnTo>
                  <a:pt x="1337761" y="14703"/>
                </a:lnTo>
                <a:lnTo>
                  <a:pt x="1284441" y="30496"/>
                </a:lnTo>
                <a:lnTo>
                  <a:pt x="1247810" y="46956"/>
                </a:lnTo>
                <a:lnTo>
                  <a:pt x="1154355" y="95449"/>
                </a:lnTo>
                <a:lnTo>
                  <a:pt x="1086750" y="129758"/>
                </a:lnTo>
                <a:lnTo>
                  <a:pt x="994676" y="186755"/>
                </a:lnTo>
                <a:lnTo>
                  <a:pt x="868502" y="289147"/>
                </a:lnTo>
                <a:lnTo>
                  <a:pt x="731438" y="413585"/>
                </a:lnTo>
                <a:lnTo>
                  <a:pt x="674573" y="461298"/>
                </a:lnTo>
                <a:lnTo>
                  <a:pt x="627086" y="498560"/>
                </a:lnTo>
                <a:lnTo>
                  <a:pt x="548825" y="558364"/>
                </a:lnTo>
                <a:lnTo>
                  <a:pt x="456088" y="631042"/>
                </a:lnTo>
                <a:lnTo>
                  <a:pt x="391778" y="672946"/>
                </a:lnTo>
                <a:lnTo>
                  <a:pt x="329529" y="721495"/>
                </a:lnTo>
                <a:lnTo>
                  <a:pt x="277131" y="766794"/>
                </a:lnTo>
                <a:lnTo>
                  <a:pt x="204956" y="836471"/>
                </a:lnTo>
                <a:lnTo>
                  <a:pt x="123533" y="896202"/>
                </a:lnTo>
                <a:lnTo>
                  <a:pt x="5347" y="978366"/>
                </a:lnTo>
                <a:lnTo>
                  <a:pt x="0" y="98287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350F69-8786-4A80-B8E8-A570090F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664" y="2771064"/>
            <a:ext cx="176882" cy="357345"/>
          </a:xfrm>
          <a:custGeom xmlns:a="http://schemas.openxmlformats.org/drawingml/2006/main">
            <a:pathLst>
              <a:path w="176882" h="357345">
                <a:moveTo>
                  <a:pt x="63712" y="0"/>
                </a:moveTo>
                <a:lnTo>
                  <a:pt x="63867" y="891"/>
                </a:lnTo>
                <a:lnTo>
                  <a:pt x="71862" y="48176"/>
                </a:lnTo>
                <a:lnTo>
                  <a:pt x="72093" y="73160"/>
                </a:lnTo>
                <a:lnTo>
                  <a:pt x="73214" y="101941"/>
                </a:lnTo>
                <a:lnTo>
                  <a:pt x="80641" y="149645"/>
                </a:lnTo>
                <a:lnTo>
                  <a:pt x="87465" y="184745"/>
                </a:lnTo>
                <a:lnTo>
                  <a:pt x="94289" y="211233"/>
                </a:lnTo>
                <a:lnTo>
                  <a:pt x="97425" y="219144"/>
                </a:lnTo>
                <a:lnTo>
                  <a:pt x="104576" y="230243"/>
                </a:lnTo>
                <a:lnTo>
                  <a:pt x="114348" y="241593"/>
                </a:lnTo>
                <a:lnTo>
                  <a:pt x="126294" y="251436"/>
                </a:lnTo>
                <a:lnTo>
                  <a:pt x="138406" y="258283"/>
                </a:lnTo>
                <a:lnTo>
                  <a:pt x="150545" y="268232"/>
                </a:lnTo>
                <a:lnTo>
                  <a:pt x="160624" y="279200"/>
                </a:lnTo>
                <a:lnTo>
                  <a:pt x="172635" y="295044"/>
                </a:lnTo>
                <a:lnTo>
                  <a:pt x="176082" y="301998"/>
                </a:lnTo>
                <a:lnTo>
                  <a:pt x="176882" y="305548"/>
                </a:lnTo>
                <a:lnTo>
                  <a:pt x="176739" y="307775"/>
                </a:lnTo>
                <a:lnTo>
                  <a:pt x="176241" y="310325"/>
                </a:lnTo>
                <a:lnTo>
                  <a:pt x="172535" y="315281"/>
                </a:lnTo>
                <a:lnTo>
                  <a:pt x="163971" y="322023"/>
                </a:lnTo>
                <a:lnTo>
                  <a:pt x="149636" y="327956"/>
                </a:lnTo>
                <a:lnTo>
                  <a:pt x="137858" y="332727"/>
                </a:lnTo>
                <a:lnTo>
                  <a:pt x="120728" y="337391"/>
                </a:lnTo>
                <a:lnTo>
                  <a:pt x="88954" y="344160"/>
                </a:lnTo>
                <a:lnTo>
                  <a:pt x="39695" y="354215"/>
                </a:lnTo>
                <a:lnTo>
                  <a:pt x="18905" y="357345"/>
                </a:lnTo>
                <a:lnTo>
                  <a:pt x="3939" y="356250"/>
                </a:lnTo>
                <a:lnTo>
                  <a:pt x="0" y="35620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760438-FC16-49BE-B558-65A66A40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6008" y="2706560"/>
            <a:ext cx="14587" cy="57375"/>
          </a:xfrm>
          <a:custGeom xmlns:a="http://schemas.openxmlformats.org/drawingml/2006/main">
            <a:pathLst>
              <a:path w="14587" h="57375">
                <a:moveTo>
                  <a:pt x="0" y="0"/>
                </a:moveTo>
                <a:lnTo>
                  <a:pt x="460" y="2190"/>
                </a:lnTo>
                <a:lnTo>
                  <a:pt x="4109" y="22187"/>
                </a:lnTo>
                <a:lnTo>
                  <a:pt x="14385" y="56644"/>
                </a:lnTo>
                <a:lnTo>
                  <a:pt x="14587" y="573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E28D3F-9D3E-4F1C-AA48-62AF8B17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4274" y="2706560"/>
            <a:ext cx="18204" cy="56644"/>
          </a:xfrm>
          <a:custGeom xmlns:a="http://schemas.openxmlformats.org/drawingml/2006/main">
            <a:pathLst>
              <a:path w="18204" h="56644">
                <a:moveTo>
                  <a:pt x="3378" y="467"/>
                </a:moveTo>
                <a:lnTo>
                  <a:pt x="7709" y="17099"/>
                </a:lnTo>
                <a:lnTo>
                  <a:pt x="9892" y="28470"/>
                </a:lnTo>
                <a:lnTo>
                  <a:pt x="14468" y="41837"/>
                </a:lnTo>
                <a:lnTo>
                  <a:pt x="18204" y="54535"/>
                </a:lnTo>
                <a:lnTo>
                  <a:pt x="16119" y="56644"/>
                </a:lnTo>
                <a:lnTo>
                  <a:pt x="13722" y="55764"/>
                </a:lnTo>
                <a:lnTo>
                  <a:pt x="4530" y="29130"/>
                </a:lnTo>
                <a:lnTo>
                  <a:pt x="0" y="1314"/>
                </a:lnTo>
                <a:lnTo>
                  <a:pt x="1734" y="0"/>
                </a:lnTo>
                <a:lnTo>
                  <a:pt x="3378" y="46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D6C943-496B-4F10-95F0-4C6B0C6E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961" y="2549721"/>
            <a:ext cx="6009" cy="74079"/>
          </a:xfrm>
          <a:custGeom xmlns:a="http://schemas.openxmlformats.org/drawingml/2006/main">
            <a:pathLst>
              <a:path w="6009" h="74079">
                <a:moveTo>
                  <a:pt x="0" y="0"/>
                </a:moveTo>
                <a:lnTo>
                  <a:pt x="313" y="1291"/>
                </a:lnTo>
                <a:lnTo>
                  <a:pt x="1479" y="30318"/>
                </a:lnTo>
                <a:lnTo>
                  <a:pt x="4353" y="59231"/>
                </a:lnTo>
                <a:lnTo>
                  <a:pt x="5901" y="70402"/>
                </a:lnTo>
                <a:lnTo>
                  <a:pt x="6009" y="72433"/>
                </a:lnTo>
                <a:lnTo>
                  <a:pt x="5923" y="7407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FF2936-6F2C-4B04-91A9-0E3565B1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7574" y="2551012"/>
            <a:ext cx="10925" cy="71141"/>
          </a:xfrm>
          <a:custGeom xmlns:a="http://schemas.openxmlformats.org/drawingml/2006/main">
            <a:pathLst>
              <a:path w="10925" h="71141">
                <a:moveTo>
                  <a:pt x="7313" y="69854"/>
                </a:moveTo>
                <a:lnTo>
                  <a:pt x="5821" y="62089"/>
                </a:lnTo>
                <a:lnTo>
                  <a:pt x="0" y="2311"/>
                </a:lnTo>
                <a:lnTo>
                  <a:pt x="3700" y="0"/>
                </a:lnTo>
                <a:lnTo>
                  <a:pt x="7962" y="845"/>
                </a:lnTo>
                <a:lnTo>
                  <a:pt x="8015" y="15364"/>
                </a:lnTo>
                <a:lnTo>
                  <a:pt x="7802" y="20489"/>
                </a:lnTo>
                <a:lnTo>
                  <a:pt x="7755" y="26978"/>
                </a:lnTo>
                <a:lnTo>
                  <a:pt x="10925" y="69214"/>
                </a:lnTo>
                <a:lnTo>
                  <a:pt x="9396" y="71141"/>
                </a:lnTo>
                <a:lnTo>
                  <a:pt x="7313" y="6985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803C4AF-31B6-4B44-9630-780F0D7A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439" y="2483783"/>
            <a:ext cx="11042" cy="42594"/>
          </a:xfrm>
          <a:custGeom xmlns:a="http://schemas.openxmlformats.org/drawingml/2006/main">
            <a:pathLst>
              <a:path w="11042" h="42594">
                <a:moveTo>
                  <a:pt x="0" y="0"/>
                </a:moveTo>
                <a:lnTo>
                  <a:pt x="365" y="1216"/>
                </a:lnTo>
                <a:lnTo>
                  <a:pt x="670" y="2533"/>
                </a:lnTo>
                <a:lnTo>
                  <a:pt x="7436" y="24947"/>
                </a:lnTo>
                <a:lnTo>
                  <a:pt x="9655" y="34680"/>
                </a:lnTo>
                <a:lnTo>
                  <a:pt x="10689" y="40795"/>
                </a:lnTo>
                <a:lnTo>
                  <a:pt x="11042" y="4259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91C576D-274F-4BA3-806C-B84F3FCF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888" y="2485000"/>
            <a:ext cx="15588" cy="39579"/>
          </a:xfrm>
          <a:custGeom xmlns:a="http://schemas.openxmlformats.org/drawingml/2006/main">
            <a:pathLst>
              <a:path w="15588" h="39579">
                <a:moveTo>
                  <a:pt x="8383" y="38142"/>
                </a:moveTo>
                <a:lnTo>
                  <a:pt x="2390" y="13903"/>
                </a:lnTo>
                <a:lnTo>
                  <a:pt x="0" y="2713"/>
                </a:lnTo>
                <a:lnTo>
                  <a:pt x="1916" y="0"/>
                </a:lnTo>
                <a:lnTo>
                  <a:pt x="5282" y="1375"/>
                </a:lnTo>
                <a:lnTo>
                  <a:pt x="8758" y="11616"/>
                </a:lnTo>
                <a:lnTo>
                  <a:pt x="11641" y="18178"/>
                </a:lnTo>
                <a:lnTo>
                  <a:pt x="15588" y="28810"/>
                </a:lnTo>
                <a:lnTo>
                  <a:pt x="15499" y="37520"/>
                </a:lnTo>
                <a:lnTo>
                  <a:pt x="12240" y="39579"/>
                </a:lnTo>
                <a:lnTo>
                  <a:pt x="8383" y="3814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4F45E1D-2225-4C54-90D8-FF08D0A2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338" y="2321456"/>
            <a:ext cx="23731" cy="137565"/>
          </a:xfrm>
          <a:custGeom xmlns:a="http://schemas.openxmlformats.org/drawingml/2006/main">
            <a:pathLst>
              <a:path w="23731" h="137565">
                <a:moveTo>
                  <a:pt x="19231" y="134153"/>
                </a:moveTo>
                <a:lnTo>
                  <a:pt x="17575" y="129571"/>
                </a:lnTo>
                <a:lnTo>
                  <a:pt x="15998" y="126384"/>
                </a:lnTo>
                <a:lnTo>
                  <a:pt x="13520" y="114905"/>
                </a:lnTo>
                <a:lnTo>
                  <a:pt x="12257" y="105980"/>
                </a:lnTo>
                <a:lnTo>
                  <a:pt x="12091" y="100255"/>
                </a:lnTo>
                <a:lnTo>
                  <a:pt x="10823" y="86867"/>
                </a:lnTo>
                <a:lnTo>
                  <a:pt x="8814" y="67557"/>
                </a:lnTo>
                <a:lnTo>
                  <a:pt x="7550" y="45355"/>
                </a:lnTo>
                <a:lnTo>
                  <a:pt x="0" y="691"/>
                </a:lnTo>
                <a:lnTo>
                  <a:pt x="2119" y="331"/>
                </a:lnTo>
                <a:lnTo>
                  <a:pt x="4368" y="0"/>
                </a:lnTo>
                <a:lnTo>
                  <a:pt x="5978" y="14637"/>
                </a:lnTo>
                <a:lnTo>
                  <a:pt x="9934" y="29537"/>
                </a:lnTo>
                <a:lnTo>
                  <a:pt x="14547" y="68172"/>
                </a:lnTo>
                <a:lnTo>
                  <a:pt x="15203" y="86963"/>
                </a:lnTo>
                <a:lnTo>
                  <a:pt x="15951" y="97246"/>
                </a:lnTo>
                <a:lnTo>
                  <a:pt x="16939" y="105490"/>
                </a:lnTo>
                <a:lnTo>
                  <a:pt x="19474" y="114359"/>
                </a:lnTo>
                <a:lnTo>
                  <a:pt x="22388" y="127791"/>
                </a:lnTo>
                <a:lnTo>
                  <a:pt x="22746" y="129337"/>
                </a:lnTo>
                <a:lnTo>
                  <a:pt x="23731" y="133043"/>
                </a:lnTo>
                <a:lnTo>
                  <a:pt x="22225" y="137565"/>
                </a:lnTo>
                <a:lnTo>
                  <a:pt x="19231" y="13415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C4BD47-8B99-4138-92DF-AA40C2DF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078" y="2348067"/>
            <a:ext cx="15776" cy="111568"/>
          </a:xfrm>
          <a:custGeom xmlns:a="http://schemas.openxmlformats.org/drawingml/2006/main">
            <a:pathLst>
              <a:path w="15776" h="111568">
                <a:moveTo>
                  <a:pt x="0" y="0"/>
                </a:moveTo>
                <a:lnTo>
                  <a:pt x="3735" y="27334"/>
                </a:lnTo>
                <a:lnTo>
                  <a:pt x="5615" y="52549"/>
                </a:lnTo>
                <a:lnTo>
                  <a:pt x="7932" y="75736"/>
                </a:lnTo>
                <a:lnTo>
                  <a:pt x="10867" y="92837"/>
                </a:lnTo>
                <a:lnTo>
                  <a:pt x="15074" y="109491"/>
                </a:lnTo>
                <a:lnTo>
                  <a:pt x="15485" y="110953"/>
                </a:lnTo>
                <a:lnTo>
                  <a:pt x="15776" y="11156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C41948E-FDCD-42A1-9958-646CFC22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879" y="2655329"/>
            <a:ext cx="7453" cy="45620"/>
          </a:xfrm>
          <a:custGeom xmlns:a="http://schemas.openxmlformats.org/drawingml/2006/main">
            <a:pathLst>
              <a:path w="7453" h="45620">
                <a:moveTo>
                  <a:pt x="2814" y="914"/>
                </a:moveTo>
                <a:lnTo>
                  <a:pt x="4762" y="27701"/>
                </a:lnTo>
                <a:lnTo>
                  <a:pt x="7453" y="44019"/>
                </a:lnTo>
                <a:lnTo>
                  <a:pt x="5300" y="45620"/>
                </a:lnTo>
                <a:lnTo>
                  <a:pt x="3826" y="45013"/>
                </a:lnTo>
                <a:lnTo>
                  <a:pt x="1269" y="29510"/>
                </a:lnTo>
                <a:lnTo>
                  <a:pt x="0" y="1207"/>
                </a:lnTo>
                <a:lnTo>
                  <a:pt x="1223" y="0"/>
                </a:lnTo>
                <a:lnTo>
                  <a:pt x="2814" y="91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A26F1A5-1F77-4984-A188-1FECC2DE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103" y="2654193"/>
            <a:ext cx="4077" cy="46756"/>
          </a:xfrm>
          <a:custGeom xmlns:a="http://schemas.openxmlformats.org/drawingml/2006/main">
            <a:pathLst>
              <a:path w="4077" h="46756">
                <a:moveTo>
                  <a:pt x="221" y="0"/>
                </a:moveTo>
                <a:lnTo>
                  <a:pt x="0" y="1136"/>
                </a:lnTo>
                <a:lnTo>
                  <a:pt x="127" y="2313"/>
                </a:lnTo>
                <a:lnTo>
                  <a:pt x="454" y="20920"/>
                </a:lnTo>
                <a:lnTo>
                  <a:pt x="3726" y="44864"/>
                </a:lnTo>
                <a:lnTo>
                  <a:pt x="4077" y="4675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179DD5D-F8BC-48ED-B67F-D7612333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6415" y="1810650"/>
            <a:ext cx="408427" cy="400910"/>
          </a:xfrm>
          <a:custGeom xmlns:a="http://schemas.openxmlformats.org/drawingml/2006/main">
            <a:pathLst>
              <a:path w="408427" h="400910">
                <a:moveTo>
                  <a:pt x="0" y="0"/>
                </a:moveTo>
                <a:lnTo>
                  <a:pt x="5580" y="9008"/>
                </a:lnTo>
                <a:lnTo>
                  <a:pt x="28170" y="43894"/>
                </a:lnTo>
                <a:lnTo>
                  <a:pt x="41861" y="65412"/>
                </a:lnTo>
                <a:lnTo>
                  <a:pt x="60631" y="82858"/>
                </a:lnTo>
                <a:lnTo>
                  <a:pt x="93502" y="110067"/>
                </a:lnTo>
                <a:lnTo>
                  <a:pt x="129196" y="136561"/>
                </a:lnTo>
                <a:lnTo>
                  <a:pt x="149562" y="151717"/>
                </a:lnTo>
                <a:lnTo>
                  <a:pt x="169875" y="169661"/>
                </a:lnTo>
                <a:lnTo>
                  <a:pt x="203377" y="203856"/>
                </a:lnTo>
                <a:lnTo>
                  <a:pt x="228357" y="229025"/>
                </a:lnTo>
                <a:lnTo>
                  <a:pt x="250683" y="254458"/>
                </a:lnTo>
                <a:lnTo>
                  <a:pt x="269993" y="275481"/>
                </a:lnTo>
                <a:lnTo>
                  <a:pt x="289884" y="298528"/>
                </a:lnTo>
                <a:lnTo>
                  <a:pt x="307124" y="321981"/>
                </a:lnTo>
                <a:lnTo>
                  <a:pt x="326052" y="346249"/>
                </a:lnTo>
                <a:lnTo>
                  <a:pt x="341344" y="365951"/>
                </a:lnTo>
                <a:lnTo>
                  <a:pt x="351378" y="376859"/>
                </a:lnTo>
                <a:lnTo>
                  <a:pt x="362871" y="385467"/>
                </a:lnTo>
                <a:lnTo>
                  <a:pt x="376941" y="389653"/>
                </a:lnTo>
                <a:lnTo>
                  <a:pt x="408427" y="40091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48ED32-561A-4FC1-831C-B7BD642B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658" y="2268833"/>
            <a:ext cx="1551541" cy="173112"/>
          </a:xfrm>
          <a:custGeom xmlns:a="http://schemas.openxmlformats.org/drawingml/2006/main">
            <a:pathLst>
              <a:path w="1551541" h="173112">
                <a:moveTo>
                  <a:pt x="0" y="173112"/>
                </a:moveTo>
                <a:lnTo>
                  <a:pt x="67632" y="169284"/>
                </a:lnTo>
                <a:lnTo>
                  <a:pt x="966808" y="88054"/>
                </a:lnTo>
                <a:lnTo>
                  <a:pt x="1203556" y="67071"/>
                </a:lnTo>
                <a:lnTo>
                  <a:pt x="1237065" y="58778"/>
                </a:lnTo>
                <a:lnTo>
                  <a:pt x="1469156" y="24029"/>
                </a:lnTo>
                <a:lnTo>
                  <a:pt x="1514544" y="8937"/>
                </a:lnTo>
                <a:lnTo>
                  <a:pt x="15515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6941853-ADCA-45F8-89E7-45E7449B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190" y="2193846"/>
            <a:ext cx="41122" cy="31260"/>
          </a:xfrm>
          <a:custGeom xmlns:a="http://schemas.openxmlformats.org/drawingml/2006/main">
            <a:pathLst>
              <a:path w="41122" h="31260">
                <a:moveTo>
                  <a:pt x="6789" y="2149"/>
                </a:moveTo>
                <a:lnTo>
                  <a:pt x="7173" y="2495"/>
                </a:lnTo>
                <a:lnTo>
                  <a:pt x="7681" y="2481"/>
                </a:lnTo>
                <a:lnTo>
                  <a:pt x="8141" y="2685"/>
                </a:lnTo>
                <a:lnTo>
                  <a:pt x="8451" y="3123"/>
                </a:lnTo>
                <a:lnTo>
                  <a:pt x="8827" y="3469"/>
                </a:lnTo>
                <a:lnTo>
                  <a:pt x="9312" y="3556"/>
                </a:lnTo>
                <a:lnTo>
                  <a:pt x="9616" y="3563"/>
                </a:lnTo>
                <a:lnTo>
                  <a:pt x="9848" y="3568"/>
                </a:lnTo>
                <a:lnTo>
                  <a:pt x="10073" y="3581"/>
                </a:lnTo>
                <a:lnTo>
                  <a:pt x="10384" y="3605"/>
                </a:lnTo>
                <a:lnTo>
                  <a:pt x="10867" y="3759"/>
                </a:lnTo>
                <a:lnTo>
                  <a:pt x="11297" y="4014"/>
                </a:lnTo>
                <a:lnTo>
                  <a:pt x="11630" y="4384"/>
                </a:lnTo>
                <a:lnTo>
                  <a:pt x="12013" y="4773"/>
                </a:lnTo>
                <a:lnTo>
                  <a:pt x="12442" y="5053"/>
                </a:lnTo>
                <a:lnTo>
                  <a:pt x="12979" y="5064"/>
                </a:lnTo>
                <a:lnTo>
                  <a:pt x="13466" y="4999"/>
                </a:lnTo>
                <a:lnTo>
                  <a:pt x="13814" y="4669"/>
                </a:lnTo>
                <a:lnTo>
                  <a:pt x="14020" y="4217"/>
                </a:lnTo>
                <a:lnTo>
                  <a:pt x="14124" y="3754"/>
                </a:lnTo>
                <a:lnTo>
                  <a:pt x="14308" y="3327"/>
                </a:lnTo>
                <a:lnTo>
                  <a:pt x="14817" y="3262"/>
                </a:lnTo>
                <a:lnTo>
                  <a:pt x="15299" y="3467"/>
                </a:lnTo>
                <a:lnTo>
                  <a:pt x="15757" y="3748"/>
                </a:lnTo>
                <a:lnTo>
                  <a:pt x="16192" y="3757"/>
                </a:lnTo>
                <a:lnTo>
                  <a:pt x="16680" y="3667"/>
                </a:lnTo>
                <a:lnTo>
                  <a:pt x="17172" y="3415"/>
                </a:lnTo>
                <a:lnTo>
                  <a:pt x="17641" y="3181"/>
                </a:lnTo>
                <a:lnTo>
                  <a:pt x="18177" y="3218"/>
                </a:lnTo>
                <a:lnTo>
                  <a:pt x="18661" y="3304"/>
                </a:lnTo>
                <a:lnTo>
                  <a:pt x="19149" y="3239"/>
                </a:lnTo>
                <a:lnTo>
                  <a:pt x="19590" y="2961"/>
                </a:lnTo>
                <a:lnTo>
                  <a:pt x="20130" y="2821"/>
                </a:lnTo>
                <a:lnTo>
                  <a:pt x="20635" y="2934"/>
                </a:lnTo>
                <a:lnTo>
                  <a:pt x="21122" y="2919"/>
                </a:lnTo>
                <a:lnTo>
                  <a:pt x="21611" y="2761"/>
                </a:lnTo>
                <a:lnTo>
                  <a:pt x="22079" y="2602"/>
                </a:lnTo>
                <a:lnTo>
                  <a:pt x="22586" y="2638"/>
                </a:lnTo>
                <a:lnTo>
                  <a:pt x="22985" y="2326"/>
                </a:lnTo>
                <a:lnTo>
                  <a:pt x="23313" y="1927"/>
                </a:lnTo>
                <a:lnTo>
                  <a:pt x="23800" y="1862"/>
                </a:lnTo>
                <a:lnTo>
                  <a:pt x="24306" y="1949"/>
                </a:lnTo>
                <a:lnTo>
                  <a:pt x="24743" y="2221"/>
                </a:lnTo>
                <a:lnTo>
                  <a:pt x="24826" y="2730"/>
                </a:lnTo>
                <a:lnTo>
                  <a:pt x="24836" y="3245"/>
                </a:lnTo>
                <a:lnTo>
                  <a:pt x="24825" y="3752"/>
                </a:lnTo>
                <a:lnTo>
                  <a:pt x="24814" y="4259"/>
                </a:lnTo>
                <a:lnTo>
                  <a:pt x="24803" y="4766"/>
                </a:lnTo>
                <a:lnTo>
                  <a:pt x="24988" y="5251"/>
                </a:lnTo>
                <a:lnTo>
                  <a:pt x="25152" y="5745"/>
                </a:lnTo>
                <a:lnTo>
                  <a:pt x="25308" y="6230"/>
                </a:lnTo>
                <a:lnTo>
                  <a:pt x="25544" y="6692"/>
                </a:lnTo>
                <a:lnTo>
                  <a:pt x="26024" y="6998"/>
                </a:lnTo>
                <a:lnTo>
                  <a:pt x="26232" y="7087"/>
                </a:lnTo>
                <a:lnTo>
                  <a:pt x="26548" y="7221"/>
                </a:lnTo>
                <a:lnTo>
                  <a:pt x="27064" y="7215"/>
                </a:lnTo>
                <a:lnTo>
                  <a:pt x="27574" y="7099"/>
                </a:lnTo>
                <a:lnTo>
                  <a:pt x="27852" y="6675"/>
                </a:lnTo>
                <a:lnTo>
                  <a:pt x="27790" y="6183"/>
                </a:lnTo>
                <a:lnTo>
                  <a:pt x="27654" y="5749"/>
                </a:lnTo>
                <a:lnTo>
                  <a:pt x="27665" y="5268"/>
                </a:lnTo>
                <a:lnTo>
                  <a:pt x="27841" y="4832"/>
                </a:lnTo>
                <a:lnTo>
                  <a:pt x="28025" y="4380"/>
                </a:lnTo>
                <a:lnTo>
                  <a:pt x="28346" y="3973"/>
                </a:lnTo>
                <a:lnTo>
                  <a:pt x="28580" y="3564"/>
                </a:lnTo>
                <a:lnTo>
                  <a:pt x="28829" y="3138"/>
                </a:lnTo>
                <a:lnTo>
                  <a:pt x="29315" y="3124"/>
                </a:lnTo>
                <a:lnTo>
                  <a:pt x="29827" y="3253"/>
                </a:lnTo>
                <a:lnTo>
                  <a:pt x="30331" y="3433"/>
                </a:lnTo>
                <a:lnTo>
                  <a:pt x="30790" y="3688"/>
                </a:lnTo>
                <a:lnTo>
                  <a:pt x="31297" y="3725"/>
                </a:lnTo>
                <a:lnTo>
                  <a:pt x="31766" y="3515"/>
                </a:lnTo>
                <a:lnTo>
                  <a:pt x="32255" y="3357"/>
                </a:lnTo>
                <a:lnTo>
                  <a:pt x="32765" y="3292"/>
                </a:lnTo>
                <a:lnTo>
                  <a:pt x="33302" y="3278"/>
                </a:lnTo>
                <a:lnTo>
                  <a:pt x="33809" y="3315"/>
                </a:lnTo>
                <a:lnTo>
                  <a:pt x="34292" y="3427"/>
                </a:lnTo>
                <a:lnTo>
                  <a:pt x="34827" y="3532"/>
                </a:lnTo>
                <a:lnTo>
                  <a:pt x="35264" y="3786"/>
                </a:lnTo>
                <a:lnTo>
                  <a:pt x="35672" y="4057"/>
                </a:lnTo>
                <a:lnTo>
                  <a:pt x="35883" y="4357"/>
                </a:lnTo>
                <a:lnTo>
                  <a:pt x="36358" y="6852"/>
                </a:lnTo>
                <a:lnTo>
                  <a:pt x="36230" y="7365"/>
                </a:lnTo>
                <a:lnTo>
                  <a:pt x="36314" y="7848"/>
                </a:lnTo>
                <a:lnTo>
                  <a:pt x="36550" y="8318"/>
                </a:lnTo>
                <a:lnTo>
                  <a:pt x="37034" y="8422"/>
                </a:lnTo>
                <a:lnTo>
                  <a:pt x="37524" y="8264"/>
                </a:lnTo>
                <a:lnTo>
                  <a:pt x="38010" y="8249"/>
                </a:lnTo>
                <a:lnTo>
                  <a:pt x="38439" y="8546"/>
                </a:lnTo>
                <a:lnTo>
                  <a:pt x="38356" y="9034"/>
                </a:lnTo>
                <a:lnTo>
                  <a:pt x="38128" y="9485"/>
                </a:lnTo>
                <a:lnTo>
                  <a:pt x="37851" y="9893"/>
                </a:lnTo>
                <a:lnTo>
                  <a:pt x="37602" y="10344"/>
                </a:lnTo>
                <a:lnTo>
                  <a:pt x="37224" y="10674"/>
                </a:lnTo>
                <a:lnTo>
                  <a:pt x="36736" y="10790"/>
                </a:lnTo>
                <a:lnTo>
                  <a:pt x="36366" y="11120"/>
                </a:lnTo>
                <a:lnTo>
                  <a:pt x="36522" y="11605"/>
                </a:lnTo>
                <a:lnTo>
                  <a:pt x="36884" y="11951"/>
                </a:lnTo>
                <a:lnTo>
                  <a:pt x="37165" y="12371"/>
                </a:lnTo>
                <a:lnTo>
                  <a:pt x="37206" y="12854"/>
                </a:lnTo>
                <a:lnTo>
                  <a:pt x="37144" y="13334"/>
                </a:lnTo>
                <a:lnTo>
                  <a:pt x="36726" y="13545"/>
                </a:lnTo>
                <a:lnTo>
                  <a:pt x="36242" y="13466"/>
                </a:lnTo>
                <a:lnTo>
                  <a:pt x="35759" y="13329"/>
                </a:lnTo>
                <a:lnTo>
                  <a:pt x="35274" y="13251"/>
                </a:lnTo>
                <a:lnTo>
                  <a:pt x="34932" y="13311"/>
                </a:lnTo>
                <a:lnTo>
                  <a:pt x="34311" y="13171"/>
                </a:lnTo>
                <a:lnTo>
                  <a:pt x="32856" y="13392"/>
                </a:lnTo>
                <a:lnTo>
                  <a:pt x="31810" y="13775"/>
                </a:lnTo>
                <a:lnTo>
                  <a:pt x="31412" y="14037"/>
                </a:lnTo>
                <a:lnTo>
                  <a:pt x="31042" y="14367"/>
                </a:lnTo>
                <a:lnTo>
                  <a:pt x="31032" y="14848"/>
                </a:lnTo>
                <a:lnTo>
                  <a:pt x="30652" y="15313"/>
                </a:lnTo>
                <a:lnTo>
                  <a:pt x="30335" y="15509"/>
                </a:lnTo>
                <a:lnTo>
                  <a:pt x="29868" y="15668"/>
                </a:lnTo>
                <a:lnTo>
                  <a:pt x="29567" y="16126"/>
                </a:lnTo>
                <a:lnTo>
                  <a:pt x="30053" y="16137"/>
                </a:lnTo>
                <a:lnTo>
                  <a:pt x="30543" y="15953"/>
                </a:lnTo>
                <a:lnTo>
                  <a:pt x="31051" y="15939"/>
                </a:lnTo>
                <a:lnTo>
                  <a:pt x="31511" y="16143"/>
                </a:lnTo>
                <a:lnTo>
                  <a:pt x="32138" y="18650"/>
                </a:lnTo>
                <a:lnTo>
                  <a:pt x="35683" y="17806"/>
                </a:lnTo>
                <a:lnTo>
                  <a:pt x="35879" y="18757"/>
                </a:lnTo>
                <a:lnTo>
                  <a:pt x="37009" y="18511"/>
                </a:lnTo>
                <a:lnTo>
                  <a:pt x="37207" y="19437"/>
                </a:lnTo>
                <a:lnTo>
                  <a:pt x="38423" y="19201"/>
                </a:lnTo>
                <a:lnTo>
                  <a:pt x="38586" y="19712"/>
                </a:lnTo>
                <a:lnTo>
                  <a:pt x="38525" y="20192"/>
                </a:lnTo>
                <a:lnTo>
                  <a:pt x="38247" y="20626"/>
                </a:lnTo>
                <a:lnTo>
                  <a:pt x="38120" y="21105"/>
                </a:lnTo>
                <a:lnTo>
                  <a:pt x="38225" y="21614"/>
                </a:lnTo>
                <a:lnTo>
                  <a:pt x="38608" y="22011"/>
                </a:lnTo>
                <a:lnTo>
                  <a:pt x="38816" y="22455"/>
                </a:lnTo>
                <a:lnTo>
                  <a:pt x="39053" y="22891"/>
                </a:lnTo>
                <a:lnTo>
                  <a:pt x="39564" y="22759"/>
                </a:lnTo>
                <a:lnTo>
                  <a:pt x="39934" y="22429"/>
                </a:lnTo>
                <a:lnTo>
                  <a:pt x="40193" y="22848"/>
                </a:lnTo>
                <a:lnTo>
                  <a:pt x="40139" y="23329"/>
                </a:lnTo>
                <a:lnTo>
                  <a:pt x="39955" y="23781"/>
                </a:lnTo>
                <a:lnTo>
                  <a:pt x="39894" y="24270"/>
                </a:lnTo>
                <a:lnTo>
                  <a:pt x="40028" y="24755"/>
                </a:lnTo>
                <a:lnTo>
                  <a:pt x="39924" y="25234"/>
                </a:lnTo>
                <a:lnTo>
                  <a:pt x="39696" y="25668"/>
                </a:lnTo>
                <a:lnTo>
                  <a:pt x="39563" y="26147"/>
                </a:lnTo>
                <a:lnTo>
                  <a:pt x="40099" y="26159"/>
                </a:lnTo>
                <a:lnTo>
                  <a:pt x="40583" y="26246"/>
                </a:lnTo>
                <a:lnTo>
                  <a:pt x="40843" y="26657"/>
                </a:lnTo>
                <a:lnTo>
                  <a:pt x="40875" y="27165"/>
                </a:lnTo>
                <a:lnTo>
                  <a:pt x="41038" y="27658"/>
                </a:lnTo>
                <a:lnTo>
                  <a:pt x="41122" y="28142"/>
                </a:lnTo>
                <a:lnTo>
                  <a:pt x="37126" y="28730"/>
                </a:lnTo>
                <a:lnTo>
                  <a:pt x="36329" y="29347"/>
                </a:lnTo>
                <a:lnTo>
                  <a:pt x="35542" y="29862"/>
                </a:lnTo>
                <a:lnTo>
                  <a:pt x="35020" y="29834"/>
                </a:lnTo>
                <a:lnTo>
                  <a:pt x="34576" y="29596"/>
                </a:lnTo>
                <a:lnTo>
                  <a:pt x="33159" y="29683"/>
                </a:lnTo>
                <a:lnTo>
                  <a:pt x="31083" y="30052"/>
                </a:lnTo>
                <a:lnTo>
                  <a:pt x="31240" y="30833"/>
                </a:lnTo>
                <a:lnTo>
                  <a:pt x="28750" y="31260"/>
                </a:lnTo>
                <a:lnTo>
                  <a:pt x="27494" y="24015"/>
                </a:lnTo>
                <a:lnTo>
                  <a:pt x="21834" y="25058"/>
                </a:lnTo>
                <a:lnTo>
                  <a:pt x="20965" y="20002"/>
                </a:lnTo>
                <a:lnTo>
                  <a:pt x="12739" y="21639"/>
                </a:lnTo>
                <a:lnTo>
                  <a:pt x="12647" y="21198"/>
                </a:lnTo>
                <a:lnTo>
                  <a:pt x="12759" y="20718"/>
                </a:lnTo>
                <a:lnTo>
                  <a:pt x="12719" y="20236"/>
                </a:lnTo>
                <a:lnTo>
                  <a:pt x="12628" y="19769"/>
                </a:lnTo>
                <a:lnTo>
                  <a:pt x="12448" y="19334"/>
                </a:lnTo>
                <a:lnTo>
                  <a:pt x="12797" y="18978"/>
                </a:lnTo>
                <a:lnTo>
                  <a:pt x="13286" y="18845"/>
                </a:lnTo>
                <a:lnTo>
                  <a:pt x="13747" y="18686"/>
                </a:lnTo>
                <a:lnTo>
                  <a:pt x="14193" y="18502"/>
                </a:lnTo>
                <a:lnTo>
                  <a:pt x="13985" y="18058"/>
                </a:lnTo>
                <a:lnTo>
                  <a:pt x="13578" y="17762"/>
                </a:lnTo>
                <a:lnTo>
                  <a:pt x="13142" y="17482"/>
                </a:lnTo>
                <a:lnTo>
                  <a:pt x="12764" y="17186"/>
                </a:lnTo>
                <a:lnTo>
                  <a:pt x="12475" y="16816"/>
                </a:lnTo>
                <a:lnTo>
                  <a:pt x="12267" y="16372"/>
                </a:lnTo>
                <a:lnTo>
                  <a:pt x="12423" y="15869"/>
                </a:lnTo>
                <a:lnTo>
                  <a:pt x="12628" y="15442"/>
                </a:lnTo>
                <a:lnTo>
                  <a:pt x="12566" y="14951"/>
                </a:lnTo>
                <a:lnTo>
                  <a:pt x="12576" y="14495"/>
                </a:lnTo>
                <a:lnTo>
                  <a:pt x="12587" y="14013"/>
                </a:lnTo>
                <a:lnTo>
                  <a:pt x="12576" y="13523"/>
                </a:lnTo>
                <a:lnTo>
                  <a:pt x="12658" y="13068"/>
                </a:lnTo>
                <a:lnTo>
                  <a:pt x="12785" y="12590"/>
                </a:lnTo>
                <a:lnTo>
                  <a:pt x="12991" y="12104"/>
                </a:lnTo>
                <a:lnTo>
                  <a:pt x="13125" y="11625"/>
                </a:lnTo>
                <a:lnTo>
                  <a:pt x="13063" y="11142"/>
                </a:lnTo>
                <a:lnTo>
                  <a:pt x="12678" y="10821"/>
                </a:lnTo>
                <a:lnTo>
                  <a:pt x="12194" y="10760"/>
                </a:lnTo>
                <a:lnTo>
                  <a:pt x="11738" y="10674"/>
                </a:lnTo>
                <a:lnTo>
                  <a:pt x="11405" y="10328"/>
                </a:lnTo>
                <a:lnTo>
                  <a:pt x="11343" y="9845"/>
                </a:lnTo>
                <a:lnTo>
                  <a:pt x="11499" y="9367"/>
                </a:lnTo>
                <a:lnTo>
                  <a:pt x="11654" y="8880"/>
                </a:lnTo>
                <a:lnTo>
                  <a:pt x="11831" y="8428"/>
                </a:lnTo>
                <a:lnTo>
                  <a:pt x="12231" y="8073"/>
                </a:lnTo>
                <a:lnTo>
                  <a:pt x="12721" y="7890"/>
                </a:lnTo>
                <a:lnTo>
                  <a:pt x="13231" y="7783"/>
                </a:lnTo>
                <a:lnTo>
                  <a:pt x="13678" y="7573"/>
                </a:lnTo>
                <a:lnTo>
                  <a:pt x="13955" y="7165"/>
                </a:lnTo>
                <a:lnTo>
                  <a:pt x="14305" y="6784"/>
                </a:lnTo>
                <a:lnTo>
                  <a:pt x="14068" y="6347"/>
                </a:lnTo>
                <a:lnTo>
                  <a:pt x="13607" y="6168"/>
                </a:lnTo>
                <a:lnTo>
                  <a:pt x="13122" y="6132"/>
                </a:lnTo>
                <a:lnTo>
                  <a:pt x="12662" y="6266"/>
                </a:lnTo>
                <a:lnTo>
                  <a:pt x="12176" y="6281"/>
                </a:lnTo>
                <a:lnTo>
                  <a:pt x="11639" y="6269"/>
                </a:lnTo>
                <a:lnTo>
                  <a:pt x="11173" y="6335"/>
                </a:lnTo>
                <a:lnTo>
                  <a:pt x="10706" y="6493"/>
                </a:lnTo>
                <a:lnTo>
                  <a:pt x="10248" y="6500"/>
                </a:lnTo>
                <a:lnTo>
                  <a:pt x="9811" y="6280"/>
                </a:lnTo>
                <a:lnTo>
                  <a:pt x="9432" y="6001"/>
                </a:lnTo>
                <a:lnTo>
                  <a:pt x="9270" y="5811"/>
                </a:lnTo>
                <a:lnTo>
                  <a:pt x="9100" y="5605"/>
                </a:lnTo>
                <a:lnTo>
                  <a:pt x="8767" y="5234"/>
                </a:lnTo>
                <a:lnTo>
                  <a:pt x="8456" y="4847"/>
                </a:lnTo>
                <a:lnTo>
                  <a:pt x="8101" y="4493"/>
                </a:lnTo>
                <a:lnTo>
                  <a:pt x="7622" y="4195"/>
                </a:lnTo>
                <a:lnTo>
                  <a:pt x="7192" y="3966"/>
                </a:lnTo>
                <a:lnTo>
                  <a:pt x="6806" y="3670"/>
                </a:lnTo>
                <a:lnTo>
                  <a:pt x="6421" y="3374"/>
                </a:lnTo>
                <a:lnTo>
                  <a:pt x="6066" y="3003"/>
                </a:lnTo>
                <a:lnTo>
                  <a:pt x="5734" y="2633"/>
                </a:lnTo>
                <a:lnTo>
                  <a:pt x="5401" y="2262"/>
                </a:lnTo>
                <a:lnTo>
                  <a:pt x="5015" y="1983"/>
                </a:lnTo>
                <a:lnTo>
                  <a:pt x="4682" y="1638"/>
                </a:lnTo>
                <a:lnTo>
                  <a:pt x="4425" y="1438"/>
                </a:lnTo>
                <a:lnTo>
                  <a:pt x="4092" y="1405"/>
                </a:lnTo>
                <a:lnTo>
                  <a:pt x="3839" y="1374"/>
                </a:lnTo>
                <a:lnTo>
                  <a:pt x="3351" y="1440"/>
                </a:lnTo>
                <a:lnTo>
                  <a:pt x="2864" y="1505"/>
                </a:lnTo>
                <a:lnTo>
                  <a:pt x="2376" y="1587"/>
                </a:lnTo>
                <a:lnTo>
                  <a:pt x="1891" y="1526"/>
                </a:lnTo>
                <a:lnTo>
                  <a:pt x="1407" y="1422"/>
                </a:lnTo>
                <a:lnTo>
                  <a:pt x="946" y="1269"/>
                </a:lnTo>
                <a:lnTo>
                  <a:pt x="586" y="1159"/>
                </a:lnTo>
                <a:lnTo>
                  <a:pt x="332" y="1171"/>
                </a:lnTo>
                <a:lnTo>
                  <a:pt x="130" y="1090"/>
                </a:lnTo>
                <a:lnTo>
                  <a:pt x="0" y="749"/>
                </a:lnTo>
                <a:lnTo>
                  <a:pt x="16" y="361"/>
                </a:lnTo>
                <a:lnTo>
                  <a:pt x="246" y="104"/>
                </a:lnTo>
                <a:lnTo>
                  <a:pt x="510" y="0"/>
                </a:lnTo>
                <a:lnTo>
                  <a:pt x="1023" y="104"/>
                </a:lnTo>
                <a:lnTo>
                  <a:pt x="1528" y="217"/>
                </a:lnTo>
                <a:lnTo>
                  <a:pt x="2011" y="371"/>
                </a:lnTo>
                <a:lnTo>
                  <a:pt x="2470" y="575"/>
                </a:lnTo>
                <a:lnTo>
                  <a:pt x="2975" y="705"/>
                </a:lnTo>
                <a:lnTo>
                  <a:pt x="3462" y="690"/>
                </a:lnTo>
                <a:lnTo>
                  <a:pt x="3957" y="608"/>
                </a:lnTo>
                <a:lnTo>
                  <a:pt x="4559" y="629"/>
                </a:lnTo>
                <a:lnTo>
                  <a:pt x="4949" y="680"/>
                </a:lnTo>
                <a:lnTo>
                  <a:pt x="5101" y="709"/>
                </a:lnTo>
                <a:lnTo>
                  <a:pt x="5455" y="784"/>
                </a:lnTo>
                <a:lnTo>
                  <a:pt x="5890" y="1107"/>
                </a:lnTo>
                <a:lnTo>
                  <a:pt x="6098" y="1550"/>
                </a:lnTo>
                <a:lnTo>
                  <a:pt x="6602" y="1731"/>
                </a:lnTo>
                <a:lnTo>
                  <a:pt x="6789" y="214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B2CAA0D-91E3-4D8D-9A9F-EF6E0E68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1852" y="2596034"/>
            <a:ext cx="19040" cy="21239"/>
          </a:xfrm>
          <a:custGeom xmlns:a="http://schemas.openxmlformats.org/drawingml/2006/main">
            <a:pathLst>
              <a:path w="19040" h="21239">
                <a:moveTo>
                  <a:pt x="16736" y="19129"/>
                </a:moveTo>
                <a:lnTo>
                  <a:pt x="16989" y="19177"/>
                </a:lnTo>
                <a:lnTo>
                  <a:pt x="17210" y="19046"/>
                </a:lnTo>
                <a:lnTo>
                  <a:pt x="17748" y="18982"/>
                </a:lnTo>
                <a:lnTo>
                  <a:pt x="18256" y="18993"/>
                </a:lnTo>
                <a:lnTo>
                  <a:pt x="18741" y="19029"/>
                </a:lnTo>
                <a:lnTo>
                  <a:pt x="18978" y="19499"/>
                </a:lnTo>
                <a:lnTo>
                  <a:pt x="19040" y="19982"/>
                </a:lnTo>
                <a:lnTo>
                  <a:pt x="18927" y="20486"/>
                </a:lnTo>
                <a:lnTo>
                  <a:pt x="18607" y="20843"/>
                </a:lnTo>
                <a:lnTo>
                  <a:pt x="18119" y="20950"/>
                </a:lnTo>
                <a:lnTo>
                  <a:pt x="17632" y="20990"/>
                </a:lnTo>
                <a:lnTo>
                  <a:pt x="17149" y="20862"/>
                </a:lnTo>
                <a:lnTo>
                  <a:pt x="16665" y="20750"/>
                </a:lnTo>
                <a:lnTo>
                  <a:pt x="16150" y="20739"/>
                </a:lnTo>
                <a:lnTo>
                  <a:pt x="15666" y="20635"/>
                </a:lnTo>
                <a:lnTo>
                  <a:pt x="15205" y="20498"/>
                </a:lnTo>
                <a:lnTo>
                  <a:pt x="14752" y="20319"/>
                </a:lnTo>
                <a:lnTo>
                  <a:pt x="14314" y="20116"/>
                </a:lnTo>
                <a:lnTo>
                  <a:pt x="13856" y="20131"/>
                </a:lnTo>
                <a:lnTo>
                  <a:pt x="6897" y="21239"/>
                </a:lnTo>
                <a:lnTo>
                  <a:pt x="6411" y="21203"/>
                </a:lnTo>
                <a:lnTo>
                  <a:pt x="5981" y="20957"/>
                </a:lnTo>
                <a:lnTo>
                  <a:pt x="5596" y="20653"/>
                </a:lnTo>
                <a:lnTo>
                  <a:pt x="5240" y="20333"/>
                </a:lnTo>
                <a:lnTo>
                  <a:pt x="4884" y="20012"/>
                </a:lnTo>
                <a:lnTo>
                  <a:pt x="4373" y="19858"/>
                </a:lnTo>
                <a:lnTo>
                  <a:pt x="3884" y="19991"/>
                </a:lnTo>
                <a:lnTo>
                  <a:pt x="3444" y="20201"/>
                </a:lnTo>
                <a:lnTo>
                  <a:pt x="2955" y="20309"/>
                </a:lnTo>
                <a:lnTo>
                  <a:pt x="2467" y="20399"/>
                </a:lnTo>
                <a:lnTo>
                  <a:pt x="2030" y="20170"/>
                </a:lnTo>
                <a:lnTo>
                  <a:pt x="1874" y="19660"/>
                </a:lnTo>
                <a:lnTo>
                  <a:pt x="1739" y="19217"/>
                </a:lnTo>
                <a:lnTo>
                  <a:pt x="1553" y="18757"/>
                </a:lnTo>
                <a:lnTo>
                  <a:pt x="1420" y="18171"/>
                </a:lnTo>
                <a:lnTo>
                  <a:pt x="1401" y="17706"/>
                </a:lnTo>
                <a:lnTo>
                  <a:pt x="1463" y="17200"/>
                </a:lnTo>
                <a:lnTo>
                  <a:pt x="1691" y="16749"/>
                </a:lnTo>
                <a:lnTo>
                  <a:pt x="2068" y="16394"/>
                </a:lnTo>
                <a:lnTo>
                  <a:pt x="2418" y="15987"/>
                </a:lnTo>
                <a:lnTo>
                  <a:pt x="2761" y="15581"/>
                </a:lnTo>
                <a:lnTo>
                  <a:pt x="2851" y="15101"/>
                </a:lnTo>
                <a:lnTo>
                  <a:pt x="2861" y="14619"/>
                </a:lnTo>
                <a:lnTo>
                  <a:pt x="2770" y="14153"/>
                </a:lnTo>
                <a:lnTo>
                  <a:pt x="2562" y="13692"/>
                </a:lnTo>
                <a:lnTo>
                  <a:pt x="2230" y="13296"/>
                </a:lnTo>
                <a:lnTo>
                  <a:pt x="1821" y="13067"/>
                </a:lnTo>
                <a:lnTo>
                  <a:pt x="1413" y="12822"/>
                </a:lnTo>
                <a:lnTo>
                  <a:pt x="1028" y="12518"/>
                </a:lnTo>
                <a:lnTo>
                  <a:pt x="650" y="12222"/>
                </a:lnTo>
                <a:lnTo>
                  <a:pt x="442" y="11787"/>
                </a:lnTo>
                <a:lnTo>
                  <a:pt x="351" y="11295"/>
                </a:lnTo>
                <a:lnTo>
                  <a:pt x="310" y="10837"/>
                </a:lnTo>
                <a:lnTo>
                  <a:pt x="248" y="10354"/>
                </a:lnTo>
                <a:lnTo>
                  <a:pt x="215" y="9864"/>
                </a:lnTo>
                <a:lnTo>
                  <a:pt x="0" y="9403"/>
                </a:lnTo>
                <a:lnTo>
                  <a:pt x="134" y="8924"/>
                </a:lnTo>
                <a:lnTo>
                  <a:pt x="216" y="8461"/>
                </a:lnTo>
                <a:lnTo>
                  <a:pt x="523" y="8053"/>
                </a:lnTo>
                <a:lnTo>
                  <a:pt x="943" y="7750"/>
                </a:lnTo>
                <a:lnTo>
                  <a:pt x="1334" y="7420"/>
                </a:lnTo>
                <a:lnTo>
                  <a:pt x="1705" y="7065"/>
                </a:lnTo>
                <a:lnTo>
                  <a:pt x="1911" y="6613"/>
                </a:lnTo>
                <a:lnTo>
                  <a:pt x="2095" y="6127"/>
                </a:lnTo>
                <a:lnTo>
                  <a:pt x="2344" y="5702"/>
                </a:lnTo>
                <a:lnTo>
                  <a:pt x="2528" y="5224"/>
                </a:lnTo>
                <a:lnTo>
                  <a:pt x="2619" y="4702"/>
                </a:lnTo>
                <a:lnTo>
                  <a:pt x="2925" y="4320"/>
                </a:lnTo>
                <a:lnTo>
                  <a:pt x="3331" y="4016"/>
                </a:lnTo>
                <a:lnTo>
                  <a:pt x="3466" y="3816"/>
                </a:lnTo>
                <a:lnTo>
                  <a:pt x="3487" y="3521"/>
                </a:lnTo>
                <a:lnTo>
                  <a:pt x="3153" y="3176"/>
                </a:lnTo>
                <a:lnTo>
                  <a:pt x="2799" y="2805"/>
                </a:lnTo>
                <a:lnTo>
                  <a:pt x="2561" y="2368"/>
                </a:lnTo>
                <a:lnTo>
                  <a:pt x="2796" y="1909"/>
                </a:lnTo>
                <a:lnTo>
                  <a:pt x="3045" y="1483"/>
                </a:lnTo>
                <a:lnTo>
                  <a:pt x="3394" y="1102"/>
                </a:lnTo>
                <a:lnTo>
                  <a:pt x="3744" y="696"/>
                </a:lnTo>
                <a:lnTo>
                  <a:pt x="4114" y="366"/>
                </a:lnTo>
                <a:lnTo>
                  <a:pt x="4582" y="207"/>
                </a:lnTo>
                <a:lnTo>
                  <a:pt x="5181" y="0"/>
                </a:lnTo>
                <a:lnTo>
                  <a:pt x="5243" y="491"/>
                </a:lnTo>
                <a:lnTo>
                  <a:pt x="5267" y="1041"/>
                </a:lnTo>
                <a:lnTo>
                  <a:pt x="5029" y="1332"/>
                </a:lnTo>
                <a:lnTo>
                  <a:pt x="4764" y="1478"/>
                </a:lnTo>
                <a:lnTo>
                  <a:pt x="4614" y="1382"/>
                </a:lnTo>
                <a:lnTo>
                  <a:pt x="4531" y="1194"/>
                </a:lnTo>
                <a:lnTo>
                  <a:pt x="4257" y="1138"/>
                </a:lnTo>
                <a:lnTo>
                  <a:pt x="3877" y="1231"/>
                </a:lnTo>
                <a:lnTo>
                  <a:pt x="3457" y="1534"/>
                </a:lnTo>
                <a:lnTo>
                  <a:pt x="3208" y="1968"/>
                </a:lnTo>
                <a:lnTo>
                  <a:pt x="3096" y="2473"/>
                </a:lnTo>
                <a:lnTo>
                  <a:pt x="3355" y="2918"/>
                </a:lnTo>
                <a:lnTo>
                  <a:pt x="3568" y="3109"/>
                </a:lnTo>
                <a:lnTo>
                  <a:pt x="3935" y="3252"/>
                </a:lnTo>
                <a:lnTo>
                  <a:pt x="4265" y="3411"/>
                </a:lnTo>
                <a:lnTo>
                  <a:pt x="4370" y="3608"/>
                </a:lnTo>
                <a:lnTo>
                  <a:pt x="4143" y="4017"/>
                </a:lnTo>
                <a:lnTo>
                  <a:pt x="4281" y="4349"/>
                </a:lnTo>
                <a:lnTo>
                  <a:pt x="3823" y="4415"/>
                </a:lnTo>
                <a:lnTo>
                  <a:pt x="3190" y="4486"/>
                </a:lnTo>
                <a:lnTo>
                  <a:pt x="2974" y="4760"/>
                </a:lnTo>
                <a:lnTo>
                  <a:pt x="3116" y="5913"/>
                </a:lnTo>
                <a:lnTo>
                  <a:pt x="3158" y="6285"/>
                </a:lnTo>
                <a:lnTo>
                  <a:pt x="3512" y="6344"/>
                </a:lnTo>
                <a:lnTo>
                  <a:pt x="4060" y="6187"/>
                </a:lnTo>
                <a:lnTo>
                  <a:pt x="4621" y="6072"/>
                </a:lnTo>
                <a:lnTo>
                  <a:pt x="5014" y="6021"/>
                </a:lnTo>
                <a:lnTo>
                  <a:pt x="5524" y="5940"/>
                </a:lnTo>
                <a:lnTo>
                  <a:pt x="6037" y="6018"/>
                </a:lnTo>
                <a:lnTo>
                  <a:pt x="6545" y="6029"/>
                </a:lnTo>
                <a:lnTo>
                  <a:pt x="7058" y="6117"/>
                </a:lnTo>
                <a:lnTo>
                  <a:pt x="7464" y="6438"/>
                </a:lnTo>
                <a:lnTo>
                  <a:pt x="7724" y="6858"/>
                </a:lnTo>
                <a:lnTo>
                  <a:pt x="8005" y="7278"/>
                </a:lnTo>
                <a:lnTo>
                  <a:pt x="8067" y="7761"/>
                </a:lnTo>
                <a:lnTo>
                  <a:pt x="8151" y="8244"/>
                </a:lnTo>
                <a:lnTo>
                  <a:pt x="8387" y="8714"/>
                </a:lnTo>
                <a:lnTo>
                  <a:pt x="8543" y="9225"/>
                </a:lnTo>
                <a:lnTo>
                  <a:pt x="8510" y="9731"/>
                </a:lnTo>
                <a:lnTo>
                  <a:pt x="8255" y="10139"/>
                </a:lnTo>
                <a:lnTo>
                  <a:pt x="8006" y="10565"/>
                </a:lnTo>
                <a:lnTo>
                  <a:pt x="8046" y="11056"/>
                </a:lnTo>
                <a:lnTo>
                  <a:pt x="8203" y="11516"/>
                </a:lnTo>
                <a:lnTo>
                  <a:pt x="8459" y="12104"/>
                </a:lnTo>
                <a:lnTo>
                  <a:pt x="8850" y="12459"/>
                </a:lnTo>
                <a:lnTo>
                  <a:pt x="9327" y="12529"/>
                </a:lnTo>
                <a:lnTo>
                  <a:pt x="9836" y="12498"/>
                </a:lnTo>
                <a:lnTo>
                  <a:pt x="10341" y="12602"/>
                </a:lnTo>
                <a:lnTo>
                  <a:pt x="10802" y="12781"/>
                </a:lnTo>
                <a:lnTo>
                  <a:pt x="11286" y="12892"/>
                </a:lnTo>
                <a:lnTo>
                  <a:pt x="11803" y="12777"/>
                </a:lnTo>
                <a:lnTo>
                  <a:pt x="12290" y="12762"/>
                </a:lnTo>
                <a:lnTo>
                  <a:pt x="12696" y="13067"/>
                </a:lnTo>
                <a:lnTo>
                  <a:pt x="12978" y="13487"/>
                </a:lnTo>
                <a:lnTo>
                  <a:pt x="13483" y="13616"/>
                </a:lnTo>
                <a:lnTo>
                  <a:pt x="13941" y="13888"/>
                </a:lnTo>
                <a:lnTo>
                  <a:pt x="14222" y="14334"/>
                </a:lnTo>
                <a:lnTo>
                  <a:pt x="14429" y="14820"/>
                </a:lnTo>
                <a:lnTo>
                  <a:pt x="14541" y="14983"/>
                </a:lnTo>
                <a:lnTo>
                  <a:pt x="14717" y="15240"/>
                </a:lnTo>
                <a:lnTo>
                  <a:pt x="15168" y="15495"/>
                </a:lnTo>
                <a:lnTo>
                  <a:pt x="15574" y="15842"/>
                </a:lnTo>
                <a:lnTo>
                  <a:pt x="15907" y="16255"/>
                </a:lnTo>
                <a:lnTo>
                  <a:pt x="16393" y="16240"/>
                </a:lnTo>
                <a:lnTo>
                  <a:pt x="16875" y="16428"/>
                </a:lnTo>
                <a:lnTo>
                  <a:pt x="17090" y="16889"/>
                </a:lnTo>
                <a:lnTo>
                  <a:pt x="16784" y="17296"/>
                </a:lnTo>
                <a:lnTo>
                  <a:pt x="16628" y="17774"/>
                </a:lnTo>
                <a:lnTo>
                  <a:pt x="16762" y="18284"/>
                </a:lnTo>
                <a:lnTo>
                  <a:pt x="16656" y="18831"/>
                </a:lnTo>
                <a:lnTo>
                  <a:pt x="16736" y="1912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F8F9962-BB45-45D2-B283-82967E1E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2449" y="4412681"/>
            <a:ext cx="240793" cy="159458"/>
          </a:xfrm>
          <a:custGeom xmlns:a="http://schemas.openxmlformats.org/drawingml/2006/main">
            <a:pathLst>
              <a:path w="240793" h="159458">
                <a:moveTo>
                  <a:pt x="150584" y="75248"/>
                </a:moveTo>
                <a:lnTo>
                  <a:pt x="150387" y="71636"/>
                </a:lnTo>
                <a:lnTo>
                  <a:pt x="150252" y="69165"/>
                </a:lnTo>
                <a:lnTo>
                  <a:pt x="151578" y="61192"/>
                </a:lnTo>
                <a:lnTo>
                  <a:pt x="151626" y="60322"/>
                </a:lnTo>
                <a:lnTo>
                  <a:pt x="151245" y="59173"/>
                </a:lnTo>
                <a:lnTo>
                  <a:pt x="149766" y="58398"/>
                </a:lnTo>
                <a:lnTo>
                  <a:pt x="147612" y="57016"/>
                </a:lnTo>
                <a:lnTo>
                  <a:pt x="145267" y="56061"/>
                </a:lnTo>
                <a:lnTo>
                  <a:pt x="144770" y="55585"/>
                </a:lnTo>
                <a:lnTo>
                  <a:pt x="144226" y="54898"/>
                </a:lnTo>
                <a:lnTo>
                  <a:pt x="143372" y="53789"/>
                </a:lnTo>
                <a:lnTo>
                  <a:pt x="131525" y="42589"/>
                </a:lnTo>
                <a:lnTo>
                  <a:pt x="129694" y="41679"/>
                </a:lnTo>
                <a:lnTo>
                  <a:pt x="128264" y="41361"/>
                </a:lnTo>
                <a:lnTo>
                  <a:pt x="126949" y="41426"/>
                </a:lnTo>
                <a:lnTo>
                  <a:pt x="125918" y="41792"/>
                </a:lnTo>
                <a:lnTo>
                  <a:pt x="124959" y="42498"/>
                </a:lnTo>
                <a:lnTo>
                  <a:pt x="123907" y="44174"/>
                </a:lnTo>
                <a:lnTo>
                  <a:pt x="123327" y="45851"/>
                </a:lnTo>
                <a:lnTo>
                  <a:pt x="123148" y="47394"/>
                </a:lnTo>
                <a:lnTo>
                  <a:pt x="123174" y="48560"/>
                </a:lnTo>
                <a:lnTo>
                  <a:pt x="123047" y="49715"/>
                </a:lnTo>
                <a:lnTo>
                  <a:pt x="122935" y="50541"/>
                </a:lnTo>
                <a:lnTo>
                  <a:pt x="122524" y="51402"/>
                </a:lnTo>
                <a:lnTo>
                  <a:pt x="121231" y="52828"/>
                </a:lnTo>
                <a:lnTo>
                  <a:pt x="119439" y="54479"/>
                </a:lnTo>
                <a:lnTo>
                  <a:pt x="116524" y="56376"/>
                </a:lnTo>
                <a:lnTo>
                  <a:pt x="115154" y="57006"/>
                </a:lnTo>
                <a:lnTo>
                  <a:pt x="113490" y="57401"/>
                </a:lnTo>
                <a:lnTo>
                  <a:pt x="111594" y="57512"/>
                </a:lnTo>
                <a:lnTo>
                  <a:pt x="109648" y="57216"/>
                </a:lnTo>
                <a:lnTo>
                  <a:pt x="107761" y="56584"/>
                </a:lnTo>
                <a:lnTo>
                  <a:pt x="106275" y="55842"/>
                </a:lnTo>
                <a:lnTo>
                  <a:pt x="104858" y="54915"/>
                </a:lnTo>
                <a:lnTo>
                  <a:pt x="103265" y="53402"/>
                </a:lnTo>
                <a:lnTo>
                  <a:pt x="101691" y="51729"/>
                </a:lnTo>
                <a:lnTo>
                  <a:pt x="100718" y="50077"/>
                </a:lnTo>
                <a:lnTo>
                  <a:pt x="100348" y="49714"/>
                </a:lnTo>
                <a:lnTo>
                  <a:pt x="99746" y="49363"/>
                </a:lnTo>
                <a:lnTo>
                  <a:pt x="98060" y="48811"/>
                </a:lnTo>
                <a:lnTo>
                  <a:pt x="96631" y="48484"/>
                </a:lnTo>
                <a:lnTo>
                  <a:pt x="95737" y="48186"/>
                </a:lnTo>
                <a:lnTo>
                  <a:pt x="94891" y="47728"/>
                </a:lnTo>
                <a:lnTo>
                  <a:pt x="93667" y="46949"/>
                </a:lnTo>
                <a:lnTo>
                  <a:pt x="88332" y="41654"/>
                </a:lnTo>
                <a:lnTo>
                  <a:pt x="86067" y="38698"/>
                </a:lnTo>
                <a:lnTo>
                  <a:pt x="83751" y="35403"/>
                </a:lnTo>
                <a:lnTo>
                  <a:pt x="82387" y="32018"/>
                </a:lnTo>
                <a:lnTo>
                  <a:pt x="81486" y="29743"/>
                </a:lnTo>
                <a:lnTo>
                  <a:pt x="81092" y="27841"/>
                </a:lnTo>
                <a:lnTo>
                  <a:pt x="80469" y="22749"/>
                </a:lnTo>
                <a:lnTo>
                  <a:pt x="79966" y="16823"/>
                </a:lnTo>
                <a:lnTo>
                  <a:pt x="79849" y="14497"/>
                </a:lnTo>
                <a:lnTo>
                  <a:pt x="79608" y="13258"/>
                </a:lnTo>
                <a:lnTo>
                  <a:pt x="79332" y="12601"/>
                </a:lnTo>
                <a:lnTo>
                  <a:pt x="78930" y="12060"/>
                </a:lnTo>
                <a:lnTo>
                  <a:pt x="78354" y="11490"/>
                </a:lnTo>
                <a:lnTo>
                  <a:pt x="74638" y="9204"/>
                </a:lnTo>
                <a:lnTo>
                  <a:pt x="72202" y="7072"/>
                </a:lnTo>
                <a:lnTo>
                  <a:pt x="71345" y="6133"/>
                </a:lnTo>
                <a:lnTo>
                  <a:pt x="70877" y="5252"/>
                </a:lnTo>
                <a:lnTo>
                  <a:pt x="70392" y="2867"/>
                </a:lnTo>
                <a:lnTo>
                  <a:pt x="42496" y="7975"/>
                </a:lnTo>
                <a:lnTo>
                  <a:pt x="435" y="15784"/>
                </a:lnTo>
                <a:lnTo>
                  <a:pt x="0" y="13400"/>
                </a:lnTo>
                <a:lnTo>
                  <a:pt x="37221" y="6627"/>
                </a:lnTo>
                <a:lnTo>
                  <a:pt x="73400" y="0"/>
                </a:lnTo>
                <a:lnTo>
                  <a:pt x="73810" y="186"/>
                </a:lnTo>
                <a:lnTo>
                  <a:pt x="74023" y="402"/>
                </a:lnTo>
                <a:lnTo>
                  <a:pt x="74250" y="965"/>
                </a:lnTo>
                <a:lnTo>
                  <a:pt x="74841" y="4197"/>
                </a:lnTo>
                <a:lnTo>
                  <a:pt x="75558" y="5911"/>
                </a:lnTo>
                <a:lnTo>
                  <a:pt x="76051" y="6623"/>
                </a:lnTo>
                <a:lnTo>
                  <a:pt x="76670" y="7169"/>
                </a:lnTo>
                <a:lnTo>
                  <a:pt x="77414" y="7692"/>
                </a:lnTo>
                <a:lnTo>
                  <a:pt x="78696" y="8134"/>
                </a:lnTo>
                <a:lnTo>
                  <a:pt x="79789" y="8251"/>
                </a:lnTo>
                <a:lnTo>
                  <a:pt x="80884" y="8274"/>
                </a:lnTo>
                <a:lnTo>
                  <a:pt x="83174" y="8087"/>
                </a:lnTo>
                <a:lnTo>
                  <a:pt x="83341" y="11767"/>
                </a:lnTo>
                <a:lnTo>
                  <a:pt x="83824" y="18605"/>
                </a:lnTo>
                <a:lnTo>
                  <a:pt x="84031" y="22438"/>
                </a:lnTo>
                <a:lnTo>
                  <a:pt x="84428" y="26562"/>
                </a:lnTo>
                <a:lnTo>
                  <a:pt x="84809" y="29088"/>
                </a:lnTo>
                <a:lnTo>
                  <a:pt x="85447" y="31130"/>
                </a:lnTo>
                <a:lnTo>
                  <a:pt x="86803" y="33830"/>
                </a:lnTo>
                <a:lnTo>
                  <a:pt x="88598" y="36387"/>
                </a:lnTo>
                <a:lnTo>
                  <a:pt x="94289" y="43042"/>
                </a:lnTo>
                <a:lnTo>
                  <a:pt x="95987" y="44363"/>
                </a:lnTo>
                <a:lnTo>
                  <a:pt x="96396" y="44566"/>
                </a:lnTo>
                <a:lnTo>
                  <a:pt x="96902" y="44653"/>
                </a:lnTo>
                <a:lnTo>
                  <a:pt x="98244" y="44674"/>
                </a:lnTo>
                <a:lnTo>
                  <a:pt x="98767" y="44685"/>
                </a:lnTo>
                <a:lnTo>
                  <a:pt x="99196" y="44602"/>
                </a:lnTo>
                <a:lnTo>
                  <a:pt x="99762" y="44276"/>
                </a:lnTo>
                <a:lnTo>
                  <a:pt x="100025" y="43859"/>
                </a:lnTo>
                <a:lnTo>
                  <a:pt x="100171" y="43507"/>
                </a:lnTo>
                <a:lnTo>
                  <a:pt x="100589" y="41970"/>
                </a:lnTo>
                <a:lnTo>
                  <a:pt x="101205" y="40674"/>
                </a:lnTo>
                <a:lnTo>
                  <a:pt x="102563" y="38945"/>
                </a:lnTo>
                <a:lnTo>
                  <a:pt x="104292" y="37158"/>
                </a:lnTo>
                <a:lnTo>
                  <a:pt x="105970" y="36078"/>
                </a:lnTo>
                <a:lnTo>
                  <a:pt x="106858" y="35641"/>
                </a:lnTo>
                <a:lnTo>
                  <a:pt x="108128" y="35306"/>
                </a:lnTo>
                <a:lnTo>
                  <a:pt x="109475" y="35090"/>
                </a:lnTo>
                <a:lnTo>
                  <a:pt x="110665" y="35073"/>
                </a:lnTo>
                <a:lnTo>
                  <a:pt x="112874" y="35256"/>
                </a:lnTo>
                <a:lnTo>
                  <a:pt x="114451" y="35519"/>
                </a:lnTo>
                <a:lnTo>
                  <a:pt x="116143" y="36104"/>
                </a:lnTo>
                <a:lnTo>
                  <a:pt x="118062" y="37312"/>
                </a:lnTo>
                <a:lnTo>
                  <a:pt x="119859" y="38416"/>
                </a:lnTo>
                <a:lnTo>
                  <a:pt x="132409" y="38282"/>
                </a:lnTo>
                <a:lnTo>
                  <a:pt x="137674" y="43779"/>
                </a:lnTo>
                <a:lnTo>
                  <a:pt x="138644" y="44248"/>
                </a:lnTo>
                <a:lnTo>
                  <a:pt x="139998" y="44370"/>
                </a:lnTo>
                <a:lnTo>
                  <a:pt x="154895" y="42724"/>
                </a:lnTo>
                <a:lnTo>
                  <a:pt x="165716" y="46355"/>
                </a:lnTo>
                <a:lnTo>
                  <a:pt x="166971" y="53058"/>
                </a:lnTo>
                <a:lnTo>
                  <a:pt x="177476" y="51207"/>
                </a:lnTo>
                <a:lnTo>
                  <a:pt x="177887" y="52661"/>
                </a:lnTo>
                <a:lnTo>
                  <a:pt x="185290" y="52238"/>
                </a:lnTo>
                <a:lnTo>
                  <a:pt x="188245" y="46505"/>
                </a:lnTo>
                <a:lnTo>
                  <a:pt x="187285" y="39208"/>
                </a:lnTo>
                <a:lnTo>
                  <a:pt x="185036" y="32484"/>
                </a:lnTo>
                <a:lnTo>
                  <a:pt x="191494" y="31170"/>
                </a:lnTo>
                <a:lnTo>
                  <a:pt x="194193" y="35192"/>
                </a:lnTo>
                <a:lnTo>
                  <a:pt x="194049" y="42541"/>
                </a:lnTo>
                <a:lnTo>
                  <a:pt x="198868" y="42501"/>
                </a:lnTo>
                <a:lnTo>
                  <a:pt x="198891" y="41412"/>
                </a:lnTo>
                <a:lnTo>
                  <a:pt x="202830" y="41472"/>
                </a:lnTo>
                <a:lnTo>
                  <a:pt x="202816" y="42147"/>
                </a:lnTo>
                <a:lnTo>
                  <a:pt x="205447" y="42306"/>
                </a:lnTo>
                <a:lnTo>
                  <a:pt x="208463" y="42075"/>
                </a:lnTo>
                <a:lnTo>
                  <a:pt x="210498" y="40928"/>
                </a:lnTo>
                <a:lnTo>
                  <a:pt x="212922" y="41563"/>
                </a:lnTo>
                <a:lnTo>
                  <a:pt x="214878" y="42408"/>
                </a:lnTo>
                <a:lnTo>
                  <a:pt x="215997" y="44664"/>
                </a:lnTo>
                <a:lnTo>
                  <a:pt x="216937" y="46526"/>
                </a:lnTo>
                <a:lnTo>
                  <a:pt x="217972" y="47993"/>
                </a:lnTo>
                <a:lnTo>
                  <a:pt x="218315" y="50232"/>
                </a:lnTo>
                <a:lnTo>
                  <a:pt x="214448" y="50207"/>
                </a:lnTo>
                <a:lnTo>
                  <a:pt x="214436" y="51736"/>
                </a:lnTo>
                <a:lnTo>
                  <a:pt x="211683" y="51880"/>
                </a:lnTo>
                <a:lnTo>
                  <a:pt x="211808" y="57527"/>
                </a:lnTo>
                <a:lnTo>
                  <a:pt x="210609" y="57569"/>
                </a:lnTo>
                <a:lnTo>
                  <a:pt x="211660" y="76081"/>
                </a:lnTo>
                <a:lnTo>
                  <a:pt x="213751" y="76025"/>
                </a:lnTo>
                <a:lnTo>
                  <a:pt x="213904" y="83059"/>
                </a:lnTo>
                <a:lnTo>
                  <a:pt x="215427" y="84739"/>
                </a:lnTo>
                <a:lnTo>
                  <a:pt x="215393" y="86336"/>
                </a:lnTo>
                <a:lnTo>
                  <a:pt x="213976" y="86406"/>
                </a:lnTo>
                <a:lnTo>
                  <a:pt x="213976" y="88781"/>
                </a:lnTo>
                <a:lnTo>
                  <a:pt x="214335" y="90284"/>
                </a:lnTo>
                <a:lnTo>
                  <a:pt x="215274" y="92164"/>
                </a:lnTo>
                <a:lnTo>
                  <a:pt x="216144" y="94202"/>
                </a:lnTo>
                <a:lnTo>
                  <a:pt x="216756" y="95086"/>
                </a:lnTo>
                <a:lnTo>
                  <a:pt x="217478" y="95583"/>
                </a:lnTo>
                <a:lnTo>
                  <a:pt x="218492" y="96044"/>
                </a:lnTo>
                <a:lnTo>
                  <a:pt x="219602" y="96356"/>
                </a:lnTo>
                <a:lnTo>
                  <a:pt x="221252" y="96586"/>
                </a:lnTo>
                <a:lnTo>
                  <a:pt x="230438" y="96979"/>
                </a:lnTo>
                <a:lnTo>
                  <a:pt x="231456" y="97196"/>
                </a:lnTo>
                <a:lnTo>
                  <a:pt x="232899" y="97903"/>
                </a:lnTo>
                <a:lnTo>
                  <a:pt x="234581" y="99004"/>
                </a:lnTo>
                <a:lnTo>
                  <a:pt x="235821" y="100045"/>
                </a:lnTo>
                <a:lnTo>
                  <a:pt x="237060" y="101483"/>
                </a:lnTo>
                <a:lnTo>
                  <a:pt x="238005" y="102762"/>
                </a:lnTo>
                <a:lnTo>
                  <a:pt x="238559" y="103983"/>
                </a:lnTo>
                <a:lnTo>
                  <a:pt x="238958" y="105639"/>
                </a:lnTo>
                <a:lnTo>
                  <a:pt x="239287" y="108553"/>
                </a:lnTo>
                <a:lnTo>
                  <a:pt x="239508" y="111752"/>
                </a:lnTo>
                <a:lnTo>
                  <a:pt x="239512" y="113932"/>
                </a:lnTo>
                <a:lnTo>
                  <a:pt x="238982" y="115949"/>
                </a:lnTo>
                <a:lnTo>
                  <a:pt x="238113" y="117865"/>
                </a:lnTo>
                <a:lnTo>
                  <a:pt x="237744" y="119167"/>
                </a:lnTo>
                <a:lnTo>
                  <a:pt x="237625" y="120280"/>
                </a:lnTo>
                <a:lnTo>
                  <a:pt x="237886" y="121638"/>
                </a:lnTo>
                <a:lnTo>
                  <a:pt x="238673" y="123497"/>
                </a:lnTo>
                <a:lnTo>
                  <a:pt x="239377" y="124526"/>
                </a:lnTo>
                <a:lnTo>
                  <a:pt x="239701" y="125311"/>
                </a:lnTo>
                <a:lnTo>
                  <a:pt x="239837" y="126040"/>
                </a:lnTo>
                <a:lnTo>
                  <a:pt x="239910" y="127056"/>
                </a:lnTo>
                <a:lnTo>
                  <a:pt x="239340" y="128548"/>
                </a:lnTo>
                <a:lnTo>
                  <a:pt x="238594" y="129503"/>
                </a:lnTo>
                <a:lnTo>
                  <a:pt x="238413" y="129812"/>
                </a:lnTo>
                <a:lnTo>
                  <a:pt x="238407" y="130099"/>
                </a:lnTo>
                <a:lnTo>
                  <a:pt x="238451" y="130421"/>
                </a:lnTo>
                <a:lnTo>
                  <a:pt x="239571" y="132668"/>
                </a:lnTo>
                <a:lnTo>
                  <a:pt x="239932" y="133740"/>
                </a:lnTo>
                <a:lnTo>
                  <a:pt x="240529" y="135646"/>
                </a:lnTo>
                <a:lnTo>
                  <a:pt x="240756" y="137223"/>
                </a:lnTo>
                <a:lnTo>
                  <a:pt x="240793" y="138872"/>
                </a:lnTo>
                <a:lnTo>
                  <a:pt x="240008" y="139269"/>
                </a:lnTo>
                <a:lnTo>
                  <a:pt x="238981" y="139432"/>
                </a:lnTo>
                <a:lnTo>
                  <a:pt x="238931" y="138392"/>
                </a:lnTo>
                <a:lnTo>
                  <a:pt x="238650" y="136983"/>
                </a:lnTo>
                <a:lnTo>
                  <a:pt x="238167" y="135494"/>
                </a:lnTo>
                <a:lnTo>
                  <a:pt x="237568" y="133985"/>
                </a:lnTo>
                <a:lnTo>
                  <a:pt x="237200" y="133225"/>
                </a:lnTo>
                <a:lnTo>
                  <a:pt x="236628" y="132511"/>
                </a:lnTo>
                <a:lnTo>
                  <a:pt x="233060" y="128699"/>
                </a:lnTo>
                <a:lnTo>
                  <a:pt x="231389" y="127116"/>
                </a:lnTo>
                <a:lnTo>
                  <a:pt x="230688" y="125986"/>
                </a:lnTo>
                <a:lnTo>
                  <a:pt x="230462" y="125018"/>
                </a:lnTo>
                <a:lnTo>
                  <a:pt x="230589" y="123854"/>
                </a:lnTo>
                <a:lnTo>
                  <a:pt x="230802" y="123039"/>
                </a:lnTo>
                <a:lnTo>
                  <a:pt x="231556" y="121746"/>
                </a:lnTo>
                <a:lnTo>
                  <a:pt x="232265" y="120502"/>
                </a:lnTo>
                <a:lnTo>
                  <a:pt x="232935" y="118725"/>
                </a:lnTo>
                <a:lnTo>
                  <a:pt x="233361" y="117137"/>
                </a:lnTo>
                <a:lnTo>
                  <a:pt x="234557" y="106803"/>
                </a:lnTo>
                <a:lnTo>
                  <a:pt x="234472" y="105719"/>
                </a:lnTo>
                <a:lnTo>
                  <a:pt x="234290" y="105048"/>
                </a:lnTo>
                <a:lnTo>
                  <a:pt x="233976" y="104467"/>
                </a:lnTo>
                <a:lnTo>
                  <a:pt x="233168" y="103579"/>
                </a:lnTo>
                <a:lnTo>
                  <a:pt x="231926" y="102293"/>
                </a:lnTo>
                <a:lnTo>
                  <a:pt x="231116" y="101523"/>
                </a:lnTo>
                <a:lnTo>
                  <a:pt x="230449" y="101145"/>
                </a:lnTo>
                <a:lnTo>
                  <a:pt x="229435" y="100709"/>
                </a:lnTo>
                <a:lnTo>
                  <a:pt x="228414" y="100611"/>
                </a:lnTo>
                <a:lnTo>
                  <a:pt x="221364" y="100459"/>
                </a:lnTo>
                <a:lnTo>
                  <a:pt x="219320" y="100372"/>
                </a:lnTo>
                <a:lnTo>
                  <a:pt x="217818" y="100002"/>
                </a:lnTo>
                <a:lnTo>
                  <a:pt x="216466" y="99440"/>
                </a:lnTo>
                <a:lnTo>
                  <a:pt x="214459" y="97943"/>
                </a:lnTo>
                <a:lnTo>
                  <a:pt x="212456" y="95956"/>
                </a:lnTo>
                <a:lnTo>
                  <a:pt x="211091" y="93991"/>
                </a:lnTo>
                <a:lnTo>
                  <a:pt x="210094" y="91080"/>
                </a:lnTo>
                <a:lnTo>
                  <a:pt x="209582" y="87275"/>
                </a:lnTo>
                <a:lnTo>
                  <a:pt x="202610" y="87850"/>
                </a:lnTo>
                <a:lnTo>
                  <a:pt x="192447" y="85999"/>
                </a:lnTo>
                <a:lnTo>
                  <a:pt x="191731" y="88925"/>
                </a:lnTo>
                <a:lnTo>
                  <a:pt x="189831" y="92196"/>
                </a:lnTo>
                <a:lnTo>
                  <a:pt x="182421" y="94292"/>
                </a:lnTo>
                <a:lnTo>
                  <a:pt x="181886" y="92151"/>
                </a:lnTo>
                <a:lnTo>
                  <a:pt x="175722" y="93665"/>
                </a:lnTo>
                <a:lnTo>
                  <a:pt x="176354" y="95952"/>
                </a:lnTo>
                <a:lnTo>
                  <a:pt x="167953" y="97223"/>
                </a:lnTo>
                <a:lnTo>
                  <a:pt x="168151" y="99459"/>
                </a:lnTo>
                <a:lnTo>
                  <a:pt x="167939" y="100181"/>
                </a:lnTo>
                <a:lnTo>
                  <a:pt x="167546" y="100916"/>
                </a:lnTo>
                <a:lnTo>
                  <a:pt x="167179" y="101440"/>
                </a:lnTo>
                <a:lnTo>
                  <a:pt x="166830" y="101796"/>
                </a:lnTo>
                <a:lnTo>
                  <a:pt x="166529" y="101975"/>
                </a:lnTo>
                <a:lnTo>
                  <a:pt x="166245" y="102028"/>
                </a:lnTo>
                <a:lnTo>
                  <a:pt x="165716" y="102009"/>
                </a:lnTo>
                <a:lnTo>
                  <a:pt x="165253" y="101931"/>
                </a:lnTo>
                <a:lnTo>
                  <a:pt x="164727" y="101734"/>
                </a:lnTo>
                <a:lnTo>
                  <a:pt x="164354" y="101548"/>
                </a:lnTo>
                <a:lnTo>
                  <a:pt x="163950" y="101108"/>
                </a:lnTo>
                <a:lnTo>
                  <a:pt x="162918" y="98517"/>
                </a:lnTo>
                <a:lnTo>
                  <a:pt x="162630" y="98063"/>
                </a:lnTo>
                <a:lnTo>
                  <a:pt x="162219" y="97606"/>
                </a:lnTo>
                <a:lnTo>
                  <a:pt x="161580" y="97305"/>
                </a:lnTo>
                <a:lnTo>
                  <a:pt x="160899" y="97240"/>
                </a:lnTo>
                <a:lnTo>
                  <a:pt x="160164" y="97342"/>
                </a:lnTo>
                <a:lnTo>
                  <a:pt x="153797" y="99486"/>
                </a:lnTo>
                <a:lnTo>
                  <a:pt x="152567" y="99992"/>
                </a:lnTo>
                <a:lnTo>
                  <a:pt x="151818" y="100702"/>
                </a:lnTo>
                <a:lnTo>
                  <a:pt x="151245" y="101366"/>
                </a:lnTo>
                <a:lnTo>
                  <a:pt x="150911" y="102068"/>
                </a:lnTo>
                <a:lnTo>
                  <a:pt x="149591" y="104718"/>
                </a:lnTo>
                <a:lnTo>
                  <a:pt x="140017" y="119907"/>
                </a:lnTo>
                <a:lnTo>
                  <a:pt x="136895" y="124978"/>
                </a:lnTo>
                <a:lnTo>
                  <a:pt x="135995" y="126023"/>
                </a:lnTo>
                <a:lnTo>
                  <a:pt x="134557" y="127056"/>
                </a:lnTo>
                <a:lnTo>
                  <a:pt x="132837" y="128084"/>
                </a:lnTo>
                <a:lnTo>
                  <a:pt x="129887" y="129279"/>
                </a:lnTo>
                <a:lnTo>
                  <a:pt x="126856" y="130168"/>
                </a:lnTo>
                <a:lnTo>
                  <a:pt x="121552" y="131152"/>
                </a:lnTo>
                <a:lnTo>
                  <a:pt x="119577" y="131523"/>
                </a:lnTo>
                <a:lnTo>
                  <a:pt x="118690" y="131944"/>
                </a:lnTo>
                <a:lnTo>
                  <a:pt x="116867" y="133011"/>
                </a:lnTo>
                <a:lnTo>
                  <a:pt x="115382" y="134238"/>
                </a:lnTo>
                <a:lnTo>
                  <a:pt x="113598" y="135509"/>
                </a:lnTo>
                <a:lnTo>
                  <a:pt x="111872" y="136832"/>
                </a:lnTo>
                <a:lnTo>
                  <a:pt x="110425" y="138297"/>
                </a:lnTo>
                <a:lnTo>
                  <a:pt x="109574" y="139394"/>
                </a:lnTo>
                <a:lnTo>
                  <a:pt x="109059" y="140692"/>
                </a:lnTo>
                <a:lnTo>
                  <a:pt x="108888" y="141897"/>
                </a:lnTo>
                <a:lnTo>
                  <a:pt x="108913" y="144103"/>
                </a:lnTo>
                <a:lnTo>
                  <a:pt x="108541" y="153221"/>
                </a:lnTo>
                <a:lnTo>
                  <a:pt x="108565" y="154481"/>
                </a:lnTo>
                <a:lnTo>
                  <a:pt x="108739" y="155473"/>
                </a:lnTo>
                <a:lnTo>
                  <a:pt x="109107" y="156571"/>
                </a:lnTo>
                <a:lnTo>
                  <a:pt x="109689" y="157530"/>
                </a:lnTo>
                <a:lnTo>
                  <a:pt x="110548" y="158394"/>
                </a:lnTo>
                <a:lnTo>
                  <a:pt x="111672" y="159458"/>
                </a:lnTo>
                <a:lnTo>
                  <a:pt x="102162" y="153607"/>
                </a:lnTo>
                <a:lnTo>
                  <a:pt x="102951" y="153658"/>
                </a:lnTo>
                <a:lnTo>
                  <a:pt x="103308" y="153623"/>
                </a:lnTo>
                <a:lnTo>
                  <a:pt x="103761" y="153481"/>
                </a:lnTo>
                <a:lnTo>
                  <a:pt x="104224" y="153221"/>
                </a:lnTo>
                <a:lnTo>
                  <a:pt x="104635" y="152976"/>
                </a:lnTo>
                <a:lnTo>
                  <a:pt x="105043" y="152562"/>
                </a:lnTo>
                <a:lnTo>
                  <a:pt x="105357" y="152147"/>
                </a:lnTo>
                <a:lnTo>
                  <a:pt x="105564" y="151627"/>
                </a:lnTo>
                <a:lnTo>
                  <a:pt x="105615" y="151316"/>
                </a:lnTo>
                <a:lnTo>
                  <a:pt x="105979" y="145898"/>
                </a:lnTo>
                <a:lnTo>
                  <a:pt x="106177" y="143435"/>
                </a:lnTo>
                <a:lnTo>
                  <a:pt x="106514" y="141288"/>
                </a:lnTo>
                <a:lnTo>
                  <a:pt x="106920" y="139606"/>
                </a:lnTo>
                <a:lnTo>
                  <a:pt x="107855" y="138004"/>
                </a:lnTo>
                <a:lnTo>
                  <a:pt x="109303" y="136143"/>
                </a:lnTo>
                <a:lnTo>
                  <a:pt x="111395" y="134059"/>
                </a:lnTo>
                <a:lnTo>
                  <a:pt x="113815" y="132218"/>
                </a:lnTo>
                <a:lnTo>
                  <a:pt x="116232" y="130826"/>
                </a:lnTo>
                <a:lnTo>
                  <a:pt x="118829" y="129859"/>
                </a:lnTo>
                <a:lnTo>
                  <a:pt x="120983" y="129281"/>
                </a:lnTo>
                <a:lnTo>
                  <a:pt x="123597" y="128526"/>
                </a:lnTo>
                <a:lnTo>
                  <a:pt x="130216" y="125458"/>
                </a:lnTo>
                <a:lnTo>
                  <a:pt x="131837" y="124674"/>
                </a:lnTo>
                <a:lnTo>
                  <a:pt x="132604" y="124107"/>
                </a:lnTo>
                <a:lnTo>
                  <a:pt x="133298" y="123565"/>
                </a:lnTo>
                <a:lnTo>
                  <a:pt x="134221" y="122494"/>
                </a:lnTo>
                <a:lnTo>
                  <a:pt x="137948" y="116575"/>
                </a:lnTo>
                <a:lnTo>
                  <a:pt x="145745" y="102700"/>
                </a:lnTo>
                <a:lnTo>
                  <a:pt x="146305" y="101647"/>
                </a:lnTo>
                <a:lnTo>
                  <a:pt x="146729" y="99814"/>
                </a:lnTo>
                <a:lnTo>
                  <a:pt x="146812" y="98312"/>
                </a:lnTo>
                <a:lnTo>
                  <a:pt x="146698" y="96907"/>
                </a:lnTo>
                <a:lnTo>
                  <a:pt x="146264" y="95123"/>
                </a:lnTo>
                <a:lnTo>
                  <a:pt x="145931" y="94085"/>
                </a:lnTo>
                <a:lnTo>
                  <a:pt x="145750" y="93405"/>
                </a:lnTo>
                <a:lnTo>
                  <a:pt x="145677" y="92431"/>
                </a:lnTo>
                <a:lnTo>
                  <a:pt x="145631" y="88197"/>
                </a:lnTo>
                <a:lnTo>
                  <a:pt x="148935" y="88099"/>
                </a:lnTo>
                <a:lnTo>
                  <a:pt x="149676" y="88065"/>
                </a:lnTo>
                <a:lnTo>
                  <a:pt x="149689" y="86772"/>
                </a:lnTo>
                <a:lnTo>
                  <a:pt x="151060" y="86793"/>
                </a:lnTo>
                <a:lnTo>
                  <a:pt x="150693" y="77287"/>
                </a:lnTo>
                <a:lnTo>
                  <a:pt x="150584" y="7524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19CE160-6F3D-4AC1-B7B1-7E1C2FFB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257" y="3845262"/>
            <a:ext cx="1443849" cy="992537"/>
          </a:xfrm>
          <a:custGeom xmlns:a="http://schemas.openxmlformats.org/drawingml/2006/main">
            <a:pathLst>
              <a:path w="1443849" h="992537">
                <a:moveTo>
                  <a:pt x="1443849" y="42135"/>
                </a:moveTo>
                <a:lnTo>
                  <a:pt x="1435977" y="32381"/>
                </a:lnTo>
                <a:lnTo>
                  <a:pt x="1428595" y="31832"/>
                </a:lnTo>
                <a:lnTo>
                  <a:pt x="1389063" y="37556"/>
                </a:lnTo>
                <a:lnTo>
                  <a:pt x="1380176" y="38817"/>
                </a:lnTo>
                <a:lnTo>
                  <a:pt x="1371223" y="41073"/>
                </a:lnTo>
                <a:lnTo>
                  <a:pt x="1338041" y="49428"/>
                </a:lnTo>
                <a:lnTo>
                  <a:pt x="1321550" y="55652"/>
                </a:lnTo>
                <a:lnTo>
                  <a:pt x="1265843" y="84466"/>
                </a:lnTo>
                <a:lnTo>
                  <a:pt x="1219520" y="108142"/>
                </a:lnTo>
                <a:lnTo>
                  <a:pt x="1215585" y="110246"/>
                </a:lnTo>
                <a:lnTo>
                  <a:pt x="1166589" y="137692"/>
                </a:lnTo>
                <a:lnTo>
                  <a:pt x="1163677" y="139141"/>
                </a:lnTo>
                <a:lnTo>
                  <a:pt x="1134496" y="153649"/>
                </a:lnTo>
                <a:lnTo>
                  <a:pt x="1105560" y="169878"/>
                </a:lnTo>
                <a:lnTo>
                  <a:pt x="1073197" y="188923"/>
                </a:lnTo>
                <a:lnTo>
                  <a:pt x="1044952" y="208065"/>
                </a:lnTo>
                <a:lnTo>
                  <a:pt x="1006385" y="236084"/>
                </a:lnTo>
                <a:lnTo>
                  <a:pt x="974816" y="262277"/>
                </a:lnTo>
                <a:lnTo>
                  <a:pt x="912330" y="318962"/>
                </a:lnTo>
                <a:lnTo>
                  <a:pt x="892567" y="337123"/>
                </a:lnTo>
                <a:lnTo>
                  <a:pt x="870657" y="357907"/>
                </a:lnTo>
                <a:lnTo>
                  <a:pt x="864743" y="363583"/>
                </a:lnTo>
                <a:lnTo>
                  <a:pt x="843328" y="387293"/>
                </a:lnTo>
                <a:lnTo>
                  <a:pt x="840312" y="390506"/>
                </a:lnTo>
                <a:lnTo>
                  <a:pt x="839281" y="393197"/>
                </a:lnTo>
                <a:lnTo>
                  <a:pt x="838947" y="395175"/>
                </a:lnTo>
                <a:lnTo>
                  <a:pt x="823985" y="405159"/>
                </a:lnTo>
                <a:lnTo>
                  <a:pt x="822959" y="405288"/>
                </a:lnTo>
                <a:lnTo>
                  <a:pt x="821834" y="405627"/>
                </a:lnTo>
                <a:lnTo>
                  <a:pt x="767974" y="444035"/>
                </a:lnTo>
                <a:lnTo>
                  <a:pt x="694189" y="504960"/>
                </a:lnTo>
                <a:lnTo>
                  <a:pt x="669931" y="530179"/>
                </a:lnTo>
                <a:lnTo>
                  <a:pt x="668082" y="534482"/>
                </a:lnTo>
                <a:lnTo>
                  <a:pt x="667325" y="540229"/>
                </a:lnTo>
                <a:lnTo>
                  <a:pt x="666816" y="545930"/>
                </a:lnTo>
                <a:lnTo>
                  <a:pt x="666937" y="549034"/>
                </a:lnTo>
                <a:lnTo>
                  <a:pt x="653634" y="553451"/>
                </a:lnTo>
                <a:lnTo>
                  <a:pt x="652198" y="552397"/>
                </a:lnTo>
                <a:lnTo>
                  <a:pt x="650664" y="552212"/>
                </a:lnTo>
                <a:lnTo>
                  <a:pt x="649151" y="552711"/>
                </a:lnTo>
                <a:lnTo>
                  <a:pt x="528372" y="638797"/>
                </a:lnTo>
                <a:lnTo>
                  <a:pt x="503590" y="658394"/>
                </a:lnTo>
                <a:lnTo>
                  <a:pt x="493048" y="668617"/>
                </a:lnTo>
                <a:lnTo>
                  <a:pt x="489235" y="673764"/>
                </a:lnTo>
                <a:lnTo>
                  <a:pt x="486582" y="679613"/>
                </a:lnTo>
                <a:lnTo>
                  <a:pt x="486082" y="684546"/>
                </a:lnTo>
                <a:lnTo>
                  <a:pt x="486297" y="693660"/>
                </a:lnTo>
                <a:lnTo>
                  <a:pt x="492123" y="772519"/>
                </a:lnTo>
                <a:lnTo>
                  <a:pt x="491541" y="775599"/>
                </a:lnTo>
                <a:lnTo>
                  <a:pt x="490665" y="777811"/>
                </a:lnTo>
                <a:lnTo>
                  <a:pt x="489268" y="779327"/>
                </a:lnTo>
                <a:lnTo>
                  <a:pt x="485697" y="782351"/>
                </a:lnTo>
                <a:lnTo>
                  <a:pt x="483637" y="783277"/>
                </a:lnTo>
                <a:lnTo>
                  <a:pt x="482218" y="783483"/>
                </a:lnTo>
                <a:lnTo>
                  <a:pt x="480483" y="782820"/>
                </a:lnTo>
                <a:lnTo>
                  <a:pt x="479290" y="781628"/>
                </a:lnTo>
                <a:lnTo>
                  <a:pt x="478590" y="778131"/>
                </a:lnTo>
                <a:lnTo>
                  <a:pt x="478046" y="768824"/>
                </a:lnTo>
                <a:lnTo>
                  <a:pt x="480664" y="746605"/>
                </a:lnTo>
                <a:lnTo>
                  <a:pt x="461763" y="721214"/>
                </a:lnTo>
                <a:lnTo>
                  <a:pt x="459113" y="718578"/>
                </a:lnTo>
                <a:lnTo>
                  <a:pt x="457423" y="717916"/>
                </a:lnTo>
                <a:lnTo>
                  <a:pt x="455287" y="717675"/>
                </a:lnTo>
                <a:lnTo>
                  <a:pt x="452451" y="718289"/>
                </a:lnTo>
                <a:lnTo>
                  <a:pt x="449009" y="720056"/>
                </a:lnTo>
                <a:lnTo>
                  <a:pt x="420891" y="738532"/>
                </a:lnTo>
                <a:lnTo>
                  <a:pt x="402927" y="750334"/>
                </a:lnTo>
                <a:lnTo>
                  <a:pt x="400039" y="747355"/>
                </a:lnTo>
                <a:lnTo>
                  <a:pt x="377920" y="761981"/>
                </a:lnTo>
                <a:lnTo>
                  <a:pt x="376036" y="768143"/>
                </a:lnTo>
                <a:lnTo>
                  <a:pt x="329916" y="803160"/>
                </a:lnTo>
                <a:lnTo>
                  <a:pt x="331904" y="805814"/>
                </a:lnTo>
                <a:lnTo>
                  <a:pt x="288994" y="843005"/>
                </a:lnTo>
                <a:lnTo>
                  <a:pt x="280151" y="844882"/>
                </a:lnTo>
                <a:lnTo>
                  <a:pt x="227377" y="891761"/>
                </a:lnTo>
                <a:lnTo>
                  <a:pt x="230281" y="895695"/>
                </a:lnTo>
                <a:lnTo>
                  <a:pt x="223642" y="901262"/>
                </a:lnTo>
                <a:lnTo>
                  <a:pt x="219838" y="897022"/>
                </a:lnTo>
                <a:lnTo>
                  <a:pt x="199235" y="913616"/>
                </a:lnTo>
                <a:lnTo>
                  <a:pt x="194846" y="918556"/>
                </a:lnTo>
                <a:lnTo>
                  <a:pt x="191049" y="923898"/>
                </a:lnTo>
                <a:lnTo>
                  <a:pt x="190072" y="927460"/>
                </a:lnTo>
                <a:lnTo>
                  <a:pt x="189915" y="931623"/>
                </a:lnTo>
                <a:lnTo>
                  <a:pt x="193611" y="948165"/>
                </a:lnTo>
                <a:lnTo>
                  <a:pt x="168695" y="957211"/>
                </a:lnTo>
                <a:lnTo>
                  <a:pt x="165702" y="951721"/>
                </a:lnTo>
                <a:lnTo>
                  <a:pt x="163722" y="948669"/>
                </a:lnTo>
                <a:lnTo>
                  <a:pt x="161367" y="947173"/>
                </a:lnTo>
                <a:lnTo>
                  <a:pt x="158601" y="946918"/>
                </a:lnTo>
                <a:lnTo>
                  <a:pt x="156248" y="947635"/>
                </a:lnTo>
                <a:lnTo>
                  <a:pt x="136955" y="957777"/>
                </a:lnTo>
                <a:lnTo>
                  <a:pt x="110782" y="970564"/>
                </a:lnTo>
                <a:lnTo>
                  <a:pt x="101719" y="977152"/>
                </a:lnTo>
                <a:lnTo>
                  <a:pt x="82645" y="992537"/>
                </a:lnTo>
                <a:lnTo>
                  <a:pt x="0" y="992537"/>
                </a:lnTo>
                <a:lnTo>
                  <a:pt x="33409" y="966159"/>
                </a:lnTo>
                <a:lnTo>
                  <a:pt x="59538" y="947751"/>
                </a:lnTo>
                <a:lnTo>
                  <a:pt x="102968" y="920037"/>
                </a:lnTo>
                <a:lnTo>
                  <a:pt x="161559" y="882962"/>
                </a:lnTo>
                <a:lnTo>
                  <a:pt x="201940" y="853626"/>
                </a:lnTo>
                <a:lnTo>
                  <a:pt x="237847" y="821100"/>
                </a:lnTo>
                <a:lnTo>
                  <a:pt x="269394" y="786154"/>
                </a:lnTo>
                <a:lnTo>
                  <a:pt x="297799" y="758879"/>
                </a:lnTo>
                <a:lnTo>
                  <a:pt x="333303" y="729834"/>
                </a:lnTo>
                <a:lnTo>
                  <a:pt x="362945" y="708003"/>
                </a:lnTo>
                <a:lnTo>
                  <a:pt x="371415" y="701613"/>
                </a:lnTo>
                <a:lnTo>
                  <a:pt x="386895" y="689935"/>
                </a:lnTo>
                <a:lnTo>
                  <a:pt x="388050" y="663620"/>
                </a:lnTo>
                <a:lnTo>
                  <a:pt x="388123" y="642310"/>
                </a:lnTo>
                <a:lnTo>
                  <a:pt x="398021" y="643692"/>
                </a:lnTo>
                <a:lnTo>
                  <a:pt x="399140" y="663863"/>
                </a:lnTo>
                <a:lnTo>
                  <a:pt x="399450" y="665323"/>
                </a:lnTo>
                <a:lnTo>
                  <a:pt x="400380" y="667228"/>
                </a:lnTo>
                <a:lnTo>
                  <a:pt x="401901" y="669052"/>
                </a:lnTo>
                <a:lnTo>
                  <a:pt x="403329" y="670435"/>
                </a:lnTo>
                <a:lnTo>
                  <a:pt x="404284" y="671259"/>
                </a:lnTo>
                <a:lnTo>
                  <a:pt x="405913" y="672385"/>
                </a:lnTo>
                <a:lnTo>
                  <a:pt x="407191" y="672725"/>
                </a:lnTo>
                <a:lnTo>
                  <a:pt x="408386" y="672827"/>
                </a:lnTo>
                <a:lnTo>
                  <a:pt x="409686" y="672425"/>
                </a:lnTo>
                <a:lnTo>
                  <a:pt x="475662" y="628343"/>
                </a:lnTo>
                <a:lnTo>
                  <a:pt x="478719" y="630928"/>
                </a:lnTo>
                <a:lnTo>
                  <a:pt x="486033" y="624310"/>
                </a:lnTo>
                <a:lnTo>
                  <a:pt x="492863" y="614581"/>
                </a:lnTo>
                <a:lnTo>
                  <a:pt x="524827" y="594744"/>
                </a:lnTo>
                <a:lnTo>
                  <a:pt x="561646" y="567855"/>
                </a:lnTo>
                <a:lnTo>
                  <a:pt x="577899" y="553295"/>
                </a:lnTo>
                <a:lnTo>
                  <a:pt x="603199" y="526535"/>
                </a:lnTo>
                <a:lnTo>
                  <a:pt x="609736" y="521253"/>
                </a:lnTo>
                <a:lnTo>
                  <a:pt x="619201" y="515840"/>
                </a:lnTo>
                <a:lnTo>
                  <a:pt x="633517" y="510921"/>
                </a:lnTo>
                <a:lnTo>
                  <a:pt x="639361" y="507474"/>
                </a:lnTo>
                <a:lnTo>
                  <a:pt x="698864" y="468581"/>
                </a:lnTo>
                <a:lnTo>
                  <a:pt x="701852" y="465351"/>
                </a:lnTo>
                <a:lnTo>
                  <a:pt x="710387" y="457594"/>
                </a:lnTo>
                <a:lnTo>
                  <a:pt x="744946" y="426193"/>
                </a:lnTo>
                <a:lnTo>
                  <a:pt x="767906" y="409852"/>
                </a:lnTo>
                <a:lnTo>
                  <a:pt x="769063" y="404351"/>
                </a:lnTo>
                <a:lnTo>
                  <a:pt x="784236" y="391414"/>
                </a:lnTo>
                <a:lnTo>
                  <a:pt x="784239" y="387933"/>
                </a:lnTo>
                <a:lnTo>
                  <a:pt x="800383" y="375026"/>
                </a:lnTo>
                <a:lnTo>
                  <a:pt x="842243" y="341841"/>
                </a:lnTo>
                <a:lnTo>
                  <a:pt x="851146" y="334531"/>
                </a:lnTo>
                <a:lnTo>
                  <a:pt x="855391" y="330550"/>
                </a:lnTo>
                <a:lnTo>
                  <a:pt x="872970" y="312004"/>
                </a:lnTo>
                <a:lnTo>
                  <a:pt x="874963" y="310121"/>
                </a:lnTo>
                <a:lnTo>
                  <a:pt x="878001" y="307238"/>
                </a:lnTo>
                <a:lnTo>
                  <a:pt x="942157" y="246499"/>
                </a:lnTo>
                <a:lnTo>
                  <a:pt x="950245" y="240287"/>
                </a:lnTo>
                <a:lnTo>
                  <a:pt x="972805" y="222956"/>
                </a:lnTo>
                <a:lnTo>
                  <a:pt x="993596" y="208215"/>
                </a:lnTo>
                <a:lnTo>
                  <a:pt x="1010172" y="196458"/>
                </a:lnTo>
                <a:lnTo>
                  <a:pt x="1087419" y="144885"/>
                </a:lnTo>
                <a:lnTo>
                  <a:pt x="1124954" y="122269"/>
                </a:lnTo>
                <a:lnTo>
                  <a:pt x="1146975" y="108999"/>
                </a:lnTo>
                <a:lnTo>
                  <a:pt x="1160923" y="101933"/>
                </a:lnTo>
                <a:lnTo>
                  <a:pt x="1163212" y="101121"/>
                </a:lnTo>
                <a:lnTo>
                  <a:pt x="1171109" y="97693"/>
                </a:lnTo>
                <a:lnTo>
                  <a:pt x="1188696" y="92076"/>
                </a:lnTo>
                <a:lnTo>
                  <a:pt x="1211783" y="89865"/>
                </a:lnTo>
                <a:lnTo>
                  <a:pt x="1252964" y="64040"/>
                </a:lnTo>
                <a:lnTo>
                  <a:pt x="1268138" y="53621"/>
                </a:lnTo>
                <a:lnTo>
                  <a:pt x="1289171" y="39738"/>
                </a:lnTo>
                <a:lnTo>
                  <a:pt x="1293210" y="37511"/>
                </a:lnTo>
                <a:lnTo>
                  <a:pt x="1298055" y="35292"/>
                </a:lnTo>
                <a:lnTo>
                  <a:pt x="1328347" y="25370"/>
                </a:lnTo>
                <a:lnTo>
                  <a:pt x="1338221" y="22425"/>
                </a:lnTo>
                <a:lnTo>
                  <a:pt x="1368834" y="13110"/>
                </a:lnTo>
                <a:lnTo>
                  <a:pt x="1377880" y="10205"/>
                </a:lnTo>
                <a:lnTo>
                  <a:pt x="1382925" y="10796"/>
                </a:lnTo>
                <a:lnTo>
                  <a:pt x="1395669" y="6315"/>
                </a:lnTo>
                <a:lnTo>
                  <a:pt x="1403500" y="4271"/>
                </a:lnTo>
                <a:lnTo>
                  <a:pt x="1414933" y="2382"/>
                </a:lnTo>
                <a:lnTo>
                  <a:pt x="1426050" y="984"/>
                </a:lnTo>
                <a:lnTo>
                  <a:pt x="1437644" y="78"/>
                </a:lnTo>
                <a:lnTo>
                  <a:pt x="1443007" y="0"/>
                </a:lnTo>
                <a:lnTo>
                  <a:pt x="1443849" y="4213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ADCACFD-661B-4EBC-AE51-6BE51B7D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544" y="1810650"/>
            <a:ext cx="3018427" cy="3028140"/>
          </a:xfrm>
          <a:custGeom xmlns:a="http://schemas.openxmlformats.org/drawingml/2006/main">
            <a:pathLst>
              <a:path w="3018427" h="3028140">
                <a:moveTo>
                  <a:pt x="1667045" y="1443955"/>
                </a:moveTo>
                <a:lnTo>
                  <a:pt x="1667265" y="1443970"/>
                </a:lnTo>
                <a:lnTo>
                  <a:pt x="1693364" y="1436238"/>
                </a:lnTo>
                <a:moveTo>
                  <a:pt x="1658482" y="1527096"/>
                </a:moveTo>
                <a:lnTo>
                  <a:pt x="1649729" y="1528422"/>
                </a:lnTo>
                <a:moveTo>
                  <a:pt x="1704166" y="1520187"/>
                </a:moveTo>
                <a:lnTo>
                  <a:pt x="1669345" y="1525451"/>
                </a:lnTo>
                <a:moveTo>
                  <a:pt x="1660219" y="1446522"/>
                </a:moveTo>
                <a:lnTo>
                  <a:pt x="1659899" y="1447672"/>
                </a:lnTo>
                <a:lnTo>
                  <a:pt x="1657926" y="1461491"/>
                </a:lnTo>
                <a:lnTo>
                  <a:pt x="1662283" y="1521924"/>
                </a:lnTo>
                <a:moveTo>
                  <a:pt x="1449889" y="1409705"/>
                </a:moveTo>
                <a:lnTo>
                  <a:pt x="1417749" y="1412554"/>
                </a:lnTo>
                <a:lnTo>
                  <a:pt x="1407587" y="1413453"/>
                </a:lnTo>
                <a:moveTo>
                  <a:pt x="1456197" y="1404951"/>
                </a:moveTo>
                <a:lnTo>
                  <a:pt x="1455214" y="1391970"/>
                </a:lnTo>
                <a:moveTo>
                  <a:pt x="1459076" y="1414032"/>
                </a:moveTo>
                <a:lnTo>
                  <a:pt x="1458817" y="1413620"/>
                </a:lnTo>
                <a:moveTo>
                  <a:pt x="2282973" y="411632"/>
                </a:moveTo>
                <a:lnTo>
                  <a:pt x="2278959" y="373284"/>
                </a:lnTo>
                <a:lnTo>
                  <a:pt x="2277382" y="363541"/>
                </a:lnTo>
                <a:moveTo>
                  <a:pt x="2287506" y="455953"/>
                </a:moveTo>
                <a:lnTo>
                  <a:pt x="2284101" y="422541"/>
                </a:lnTo>
                <a:moveTo>
                  <a:pt x="2297112" y="532543"/>
                </a:moveTo>
                <a:lnTo>
                  <a:pt x="2288763" y="466923"/>
                </a:lnTo>
                <a:moveTo>
                  <a:pt x="2305400" y="597318"/>
                </a:moveTo>
                <a:lnTo>
                  <a:pt x="2300495" y="558993"/>
                </a:lnTo>
                <a:moveTo>
                  <a:pt x="2317894" y="673817"/>
                </a:moveTo>
                <a:lnTo>
                  <a:pt x="2313072" y="647764"/>
                </a:lnTo>
                <a:lnTo>
                  <a:pt x="2309278" y="625832"/>
                </a:lnTo>
                <a:lnTo>
                  <a:pt x="2307442" y="612242"/>
                </a:lnTo>
                <a:moveTo>
                  <a:pt x="2331606" y="744435"/>
                </a:moveTo>
                <a:lnTo>
                  <a:pt x="2319973" y="684756"/>
                </a:lnTo>
                <a:moveTo>
                  <a:pt x="2353850" y="866984"/>
                </a:moveTo>
                <a:lnTo>
                  <a:pt x="2333670" y="755420"/>
                </a:lnTo>
                <a:moveTo>
                  <a:pt x="198278" y="2377900"/>
                </a:moveTo>
                <a:lnTo>
                  <a:pt x="184170" y="2383674"/>
                </a:lnTo>
                <a:moveTo>
                  <a:pt x="297128" y="2374083"/>
                </a:moveTo>
                <a:lnTo>
                  <a:pt x="208555" y="2375912"/>
                </a:lnTo>
                <a:moveTo>
                  <a:pt x="287240" y="2337190"/>
                </a:moveTo>
                <a:lnTo>
                  <a:pt x="275760" y="2331263"/>
                </a:lnTo>
                <a:lnTo>
                  <a:pt x="261118" y="2327576"/>
                </a:lnTo>
                <a:lnTo>
                  <a:pt x="251017" y="2328018"/>
                </a:lnTo>
                <a:lnTo>
                  <a:pt x="246012" y="2328239"/>
                </a:lnTo>
                <a:lnTo>
                  <a:pt x="230654" y="2332231"/>
                </a:lnTo>
                <a:lnTo>
                  <a:pt x="217171" y="2339856"/>
                </a:lnTo>
                <a:lnTo>
                  <a:pt x="206323" y="2350384"/>
                </a:lnTo>
                <a:lnTo>
                  <a:pt x="201584" y="2363738"/>
                </a:lnTo>
                <a:lnTo>
                  <a:pt x="201767" y="2371798"/>
                </a:lnTo>
                <a:moveTo>
                  <a:pt x="301539" y="2355366"/>
                </a:moveTo>
                <a:lnTo>
                  <a:pt x="295254" y="2345234"/>
                </a:lnTo>
                <a:lnTo>
                  <a:pt x="291140" y="2341067"/>
                </a:lnTo>
                <a:moveTo>
                  <a:pt x="315754" y="2314763"/>
                </a:moveTo>
                <a:lnTo>
                  <a:pt x="304380" y="2323005"/>
                </a:lnTo>
                <a:moveTo>
                  <a:pt x="299170" y="2321619"/>
                </a:moveTo>
                <a:lnTo>
                  <a:pt x="250964" y="2322122"/>
                </a:lnTo>
                <a:moveTo>
                  <a:pt x="1760173" y="960699"/>
                </a:moveTo>
                <a:lnTo>
                  <a:pt x="1755496" y="961743"/>
                </a:lnTo>
                <a:lnTo>
                  <a:pt x="1744968" y="964089"/>
                </a:lnTo>
                <a:moveTo>
                  <a:pt x="1935804" y="1356639"/>
                </a:moveTo>
                <a:lnTo>
                  <a:pt x="1956296" y="1404654"/>
                </a:lnTo>
                <a:lnTo>
                  <a:pt x="1958444" y="1409644"/>
                </a:lnTo>
                <a:lnTo>
                  <a:pt x="1980261" y="1456425"/>
                </a:lnTo>
                <a:lnTo>
                  <a:pt x="1991711" y="1481953"/>
                </a:lnTo>
                <a:moveTo>
                  <a:pt x="1914336" y="1330791"/>
                </a:moveTo>
                <a:lnTo>
                  <a:pt x="1920964" y="1350796"/>
                </a:lnTo>
                <a:lnTo>
                  <a:pt x="1929785" y="1351253"/>
                </a:lnTo>
                <a:moveTo>
                  <a:pt x="1807800" y="1186562"/>
                </a:moveTo>
                <a:lnTo>
                  <a:pt x="1871166" y="1213011"/>
                </a:lnTo>
                <a:lnTo>
                  <a:pt x="1878502" y="1221772"/>
                </a:lnTo>
                <a:lnTo>
                  <a:pt x="1887468" y="1236847"/>
                </a:lnTo>
                <a:lnTo>
                  <a:pt x="1890020" y="1246705"/>
                </a:lnTo>
                <a:lnTo>
                  <a:pt x="1892542" y="1256242"/>
                </a:lnTo>
                <a:lnTo>
                  <a:pt x="1902323" y="1296374"/>
                </a:lnTo>
                <a:lnTo>
                  <a:pt x="1910771" y="1320324"/>
                </a:lnTo>
                <a:moveTo>
                  <a:pt x="844770" y="996191"/>
                </a:moveTo>
                <a:lnTo>
                  <a:pt x="761270" y="1013666"/>
                </a:lnTo>
                <a:lnTo>
                  <a:pt x="747627" y="1019448"/>
                </a:lnTo>
                <a:lnTo>
                  <a:pt x="730441" y="1034836"/>
                </a:lnTo>
                <a:lnTo>
                  <a:pt x="709202" y="1053614"/>
                </a:lnTo>
                <a:lnTo>
                  <a:pt x="703039" y="1056692"/>
                </a:lnTo>
                <a:moveTo>
                  <a:pt x="1596297" y="70793"/>
                </a:moveTo>
                <a:lnTo>
                  <a:pt x="1605622" y="69498"/>
                </a:lnTo>
                <a:lnTo>
                  <a:pt x="1609789" y="92908"/>
                </a:lnTo>
                <a:lnTo>
                  <a:pt x="1619555" y="158269"/>
                </a:lnTo>
                <a:lnTo>
                  <a:pt x="1625085" y="190546"/>
                </a:lnTo>
                <a:lnTo>
                  <a:pt x="1629283" y="190340"/>
                </a:lnTo>
                <a:lnTo>
                  <a:pt x="1634600" y="251969"/>
                </a:lnTo>
                <a:lnTo>
                  <a:pt x="1618602" y="254536"/>
                </a:lnTo>
                <a:lnTo>
                  <a:pt x="1623767" y="286897"/>
                </a:lnTo>
                <a:lnTo>
                  <a:pt x="1628254" y="303489"/>
                </a:lnTo>
                <a:lnTo>
                  <a:pt x="1629991" y="334402"/>
                </a:lnTo>
                <a:lnTo>
                  <a:pt x="1628094" y="343170"/>
                </a:lnTo>
                <a:lnTo>
                  <a:pt x="1626312" y="349463"/>
                </a:lnTo>
                <a:lnTo>
                  <a:pt x="1619791" y="368881"/>
                </a:lnTo>
                <a:lnTo>
                  <a:pt x="1609842" y="390508"/>
                </a:lnTo>
                <a:lnTo>
                  <a:pt x="1601135" y="404312"/>
                </a:lnTo>
                <a:lnTo>
                  <a:pt x="1599588" y="409027"/>
                </a:lnTo>
                <a:lnTo>
                  <a:pt x="1599283" y="413339"/>
                </a:lnTo>
                <a:lnTo>
                  <a:pt x="1600723" y="426457"/>
                </a:lnTo>
                <a:lnTo>
                  <a:pt x="1601843" y="437145"/>
                </a:lnTo>
                <a:lnTo>
                  <a:pt x="1604380" y="456045"/>
                </a:lnTo>
                <a:moveTo>
                  <a:pt x="351642" y="2293776"/>
                </a:moveTo>
                <a:lnTo>
                  <a:pt x="334136" y="2301614"/>
                </a:lnTo>
                <a:lnTo>
                  <a:pt x="315944" y="2314626"/>
                </a:lnTo>
                <a:moveTo>
                  <a:pt x="403504" y="2278144"/>
                </a:moveTo>
                <a:lnTo>
                  <a:pt x="388489" y="2281137"/>
                </a:lnTo>
                <a:lnTo>
                  <a:pt x="362131" y="2289433"/>
                </a:lnTo>
                <a:moveTo>
                  <a:pt x="447840" y="2269406"/>
                </a:moveTo>
                <a:lnTo>
                  <a:pt x="444473" y="2269977"/>
                </a:lnTo>
                <a:lnTo>
                  <a:pt x="414306" y="2275988"/>
                </a:lnTo>
                <a:moveTo>
                  <a:pt x="497448" y="2263342"/>
                </a:moveTo>
                <a:lnTo>
                  <a:pt x="458642" y="2267875"/>
                </a:lnTo>
                <a:moveTo>
                  <a:pt x="544321" y="2260158"/>
                </a:moveTo>
                <a:lnTo>
                  <a:pt x="536055" y="2260044"/>
                </a:lnTo>
                <a:lnTo>
                  <a:pt x="508494" y="2262253"/>
                </a:lnTo>
                <a:moveTo>
                  <a:pt x="349295" y="2245417"/>
                </a:moveTo>
                <a:lnTo>
                  <a:pt x="322351" y="2247497"/>
                </a:lnTo>
                <a:moveTo>
                  <a:pt x="400998" y="2241425"/>
                </a:moveTo>
                <a:lnTo>
                  <a:pt x="360235" y="2244572"/>
                </a:lnTo>
                <a:moveTo>
                  <a:pt x="444923" y="2237883"/>
                </a:moveTo>
                <a:lnTo>
                  <a:pt x="411914" y="2240565"/>
                </a:lnTo>
                <a:moveTo>
                  <a:pt x="495124" y="2234120"/>
                </a:moveTo>
                <a:lnTo>
                  <a:pt x="455885" y="2237030"/>
                </a:lnTo>
                <a:moveTo>
                  <a:pt x="535271" y="2231042"/>
                </a:moveTo>
                <a:lnTo>
                  <a:pt x="506048" y="2233297"/>
                </a:lnTo>
                <a:moveTo>
                  <a:pt x="503816" y="2258352"/>
                </a:moveTo>
                <a:lnTo>
                  <a:pt x="502331" y="2240313"/>
                </a:lnTo>
                <a:moveTo>
                  <a:pt x="453988" y="2264089"/>
                </a:moveTo>
                <a:lnTo>
                  <a:pt x="452182" y="2244046"/>
                </a:lnTo>
                <a:moveTo>
                  <a:pt x="409682" y="2272423"/>
                </a:moveTo>
                <a:lnTo>
                  <a:pt x="408151" y="2247657"/>
                </a:lnTo>
                <a:moveTo>
                  <a:pt x="356723" y="2263517"/>
                </a:moveTo>
                <a:lnTo>
                  <a:pt x="356365" y="2251763"/>
                </a:lnTo>
                <a:moveTo>
                  <a:pt x="357424" y="2286257"/>
                </a:moveTo>
                <a:lnTo>
                  <a:pt x="357172" y="2278174"/>
                </a:lnTo>
                <a:moveTo>
                  <a:pt x="350141" y="2271790"/>
                </a:moveTo>
                <a:lnTo>
                  <a:pt x="316782" y="2274030"/>
                </a:lnTo>
                <a:moveTo>
                  <a:pt x="382898" y="2265330"/>
                </a:moveTo>
                <a:lnTo>
                  <a:pt x="361187" y="2267448"/>
                </a:lnTo>
                <a:moveTo>
                  <a:pt x="506262" y="2282257"/>
                </a:moveTo>
                <a:lnTo>
                  <a:pt x="504860" y="2269307"/>
                </a:lnTo>
                <a:moveTo>
                  <a:pt x="500160" y="2287377"/>
                </a:moveTo>
                <a:lnTo>
                  <a:pt x="467784" y="2292206"/>
                </a:lnTo>
                <a:moveTo>
                  <a:pt x="534288" y="2283766"/>
                </a:moveTo>
                <a:lnTo>
                  <a:pt x="510924" y="2286043"/>
                </a:lnTo>
                <a:moveTo>
                  <a:pt x="2649919" y="418679"/>
                </a:moveTo>
                <a:lnTo>
                  <a:pt x="2641235" y="338158"/>
                </a:lnTo>
                <a:lnTo>
                  <a:pt x="2636649" y="315182"/>
                </a:lnTo>
                <a:moveTo>
                  <a:pt x="350385" y="619867"/>
                </a:moveTo>
                <a:lnTo>
                  <a:pt x="309956" y="623752"/>
                </a:lnTo>
                <a:lnTo>
                  <a:pt x="0" y="653485"/>
                </a:lnTo>
                <a:moveTo>
                  <a:pt x="479927" y="607922"/>
                </a:moveTo>
                <a:lnTo>
                  <a:pt x="387705" y="616409"/>
                </a:lnTo>
                <a:lnTo>
                  <a:pt x="377276" y="617376"/>
                </a:lnTo>
                <a:lnTo>
                  <a:pt x="361316" y="618846"/>
                </a:lnTo>
                <a:moveTo>
                  <a:pt x="1684497" y="830174"/>
                </a:moveTo>
                <a:lnTo>
                  <a:pt x="1670572" y="660478"/>
                </a:lnTo>
                <a:lnTo>
                  <a:pt x="1664668" y="627417"/>
                </a:lnTo>
                <a:lnTo>
                  <a:pt x="1657911" y="571098"/>
                </a:lnTo>
                <a:lnTo>
                  <a:pt x="1647657" y="518191"/>
                </a:lnTo>
                <a:lnTo>
                  <a:pt x="1642972" y="485511"/>
                </a:lnTo>
                <a:lnTo>
                  <a:pt x="1638858" y="455428"/>
                </a:lnTo>
                <a:lnTo>
                  <a:pt x="1637167" y="449653"/>
                </a:lnTo>
                <a:moveTo>
                  <a:pt x="1590393" y="827843"/>
                </a:moveTo>
                <a:lnTo>
                  <a:pt x="1535324" y="824964"/>
                </a:lnTo>
                <a:lnTo>
                  <a:pt x="1529054" y="824834"/>
                </a:lnTo>
                <a:lnTo>
                  <a:pt x="1520537" y="825032"/>
                </a:lnTo>
                <a:lnTo>
                  <a:pt x="1512043" y="825436"/>
                </a:lnTo>
                <a:lnTo>
                  <a:pt x="1502392" y="826038"/>
                </a:lnTo>
                <a:moveTo>
                  <a:pt x="1504898" y="542645"/>
                </a:moveTo>
                <a:lnTo>
                  <a:pt x="1558604" y="523730"/>
                </a:lnTo>
                <a:lnTo>
                  <a:pt x="1590797" y="624758"/>
                </a:lnTo>
                <a:lnTo>
                  <a:pt x="1595916" y="698309"/>
                </a:lnTo>
                <a:lnTo>
                  <a:pt x="1604227" y="760318"/>
                </a:lnTo>
                <a:lnTo>
                  <a:pt x="1602133" y="796701"/>
                </a:lnTo>
                <a:lnTo>
                  <a:pt x="1595627" y="823257"/>
                </a:lnTo>
                <a:moveTo>
                  <a:pt x="672385" y="966123"/>
                </a:moveTo>
                <a:lnTo>
                  <a:pt x="662238" y="968218"/>
                </a:lnTo>
                <a:lnTo>
                  <a:pt x="642668" y="972552"/>
                </a:lnTo>
                <a:lnTo>
                  <a:pt x="622594" y="977314"/>
                </a:lnTo>
                <a:lnTo>
                  <a:pt x="603809" y="982052"/>
                </a:lnTo>
                <a:lnTo>
                  <a:pt x="567311" y="991224"/>
                </a:lnTo>
                <a:lnTo>
                  <a:pt x="549867" y="995498"/>
                </a:lnTo>
                <a:lnTo>
                  <a:pt x="547398" y="996267"/>
                </a:lnTo>
                <a:moveTo>
                  <a:pt x="833153" y="931728"/>
                </a:moveTo>
                <a:lnTo>
                  <a:pt x="828384" y="932429"/>
                </a:lnTo>
                <a:lnTo>
                  <a:pt x="816515" y="934791"/>
                </a:lnTo>
                <a:lnTo>
                  <a:pt x="791590" y="939864"/>
                </a:lnTo>
                <a:lnTo>
                  <a:pt x="683042" y="963845"/>
                </a:lnTo>
                <a:moveTo>
                  <a:pt x="903115" y="923166"/>
                </a:moveTo>
                <a:lnTo>
                  <a:pt x="887202" y="924705"/>
                </a:lnTo>
                <a:lnTo>
                  <a:pt x="862116" y="927637"/>
                </a:lnTo>
                <a:lnTo>
                  <a:pt x="844046" y="930167"/>
                </a:lnTo>
                <a:moveTo>
                  <a:pt x="959617" y="918191"/>
                </a:moveTo>
                <a:lnTo>
                  <a:pt x="914032" y="922168"/>
                </a:lnTo>
                <a:moveTo>
                  <a:pt x="981283" y="916584"/>
                </a:moveTo>
                <a:lnTo>
                  <a:pt x="970633" y="917369"/>
                </a:lnTo>
                <a:moveTo>
                  <a:pt x="1065201" y="903382"/>
                </a:moveTo>
                <a:lnTo>
                  <a:pt x="1032787" y="909987"/>
                </a:lnTo>
                <a:lnTo>
                  <a:pt x="1019920" y="912310"/>
                </a:lnTo>
                <a:lnTo>
                  <a:pt x="1011069" y="913765"/>
                </a:lnTo>
                <a:lnTo>
                  <a:pt x="1005157" y="914497"/>
                </a:lnTo>
                <a:lnTo>
                  <a:pt x="998903" y="915152"/>
                </a:lnTo>
                <a:lnTo>
                  <a:pt x="992344" y="915708"/>
                </a:lnTo>
                <a:moveTo>
                  <a:pt x="1249684" y="860196"/>
                </a:moveTo>
                <a:lnTo>
                  <a:pt x="1173055" y="877695"/>
                </a:lnTo>
                <a:lnTo>
                  <a:pt x="1075782" y="901036"/>
                </a:lnTo>
                <a:moveTo>
                  <a:pt x="2605019" y="1973870"/>
                </a:moveTo>
                <a:lnTo>
                  <a:pt x="2555884" y="1977679"/>
                </a:lnTo>
                <a:lnTo>
                  <a:pt x="2508409" y="1982798"/>
                </a:lnTo>
                <a:moveTo>
                  <a:pt x="2655031" y="1969840"/>
                </a:moveTo>
                <a:lnTo>
                  <a:pt x="2615959" y="1973002"/>
                </a:lnTo>
                <a:moveTo>
                  <a:pt x="2700441" y="1965734"/>
                </a:moveTo>
                <a:lnTo>
                  <a:pt x="2665924" y="1968903"/>
                </a:lnTo>
                <a:moveTo>
                  <a:pt x="2909255" y="1935857"/>
                </a:moveTo>
                <a:lnTo>
                  <a:pt x="2842134" y="1950300"/>
                </a:lnTo>
                <a:lnTo>
                  <a:pt x="2798079" y="1956905"/>
                </a:lnTo>
                <a:lnTo>
                  <a:pt x="2711403" y="1964736"/>
                </a:lnTo>
                <a:moveTo>
                  <a:pt x="2922236" y="1931088"/>
                </a:moveTo>
                <a:lnTo>
                  <a:pt x="2910999" y="1935468"/>
                </a:lnTo>
                <a:lnTo>
                  <a:pt x="2909468" y="1935811"/>
                </a:lnTo>
                <a:moveTo>
                  <a:pt x="2678951" y="1084406"/>
                </a:moveTo>
                <a:lnTo>
                  <a:pt x="2689974" y="1152114"/>
                </a:lnTo>
                <a:lnTo>
                  <a:pt x="2701949" y="1219037"/>
                </a:lnTo>
                <a:lnTo>
                  <a:pt x="2702582" y="1223219"/>
                </a:lnTo>
                <a:moveTo>
                  <a:pt x="2406863" y="401843"/>
                </a:moveTo>
                <a:lnTo>
                  <a:pt x="2287666" y="415403"/>
                </a:lnTo>
                <a:moveTo>
                  <a:pt x="2495078" y="392458"/>
                </a:moveTo>
                <a:lnTo>
                  <a:pt x="2417917" y="400632"/>
                </a:lnTo>
                <a:moveTo>
                  <a:pt x="2512599" y="391087"/>
                </a:moveTo>
                <a:lnTo>
                  <a:pt x="2503740" y="391696"/>
                </a:lnTo>
                <a:moveTo>
                  <a:pt x="2502940" y="582776"/>
                </a:moveTo>
                <a:lnTo>
                  <a:pt x="2376110" y="592770"/>
                </a:lnTo>
                <a:lnTo>
                  <a:pt x="2310268" y="601005"/>
                </a:lnTo>
                <a:moveTo>
                  <a:pt x="2509026" y="723608"/>
                </a:moveTo>
                <a:lnTo>
                  <a:pt x="2498491" y="724895"/>
                </a:lnTo>
                <a:lnTo>
                  <a:pt x="2455557" y="731012"/>
                </a:lnTo>
                <a:lnTo>
                  <a:pt x="2395634" y="739537"/>
                </a:lnTo>
                <a:lnTo>
                  <a:pt x="2336809" y="748145"/>
                </a:lnTo>
                <a:moveTo>
                  <a:pt x="1743551" y="777207"/>
                </a:moveTo>
                <a:lnTo>
                  <a:pt x="1748236" y="784139"/>
                </a:lnTo>
                <a:lnTo>
                  <a:pt x="1748990" y="787735"/>
                </a:lnTo>
                <a:moveTo>
                  <a:pt x="1727713" y="708913"/>
                </a:moveTo>
                <a:lnTo>
                  <a:pt x="1731339" y="741921"/>
                </a:lnTo>
                <a:lnTo>
                  <a:pt x="1734859" y="762261"/>
                </a:lnTo>
                <a:lnTo>
                  <a:pt x="1737457" y="767205"/>
                </a:lnTo>
                <a:moveTo>
                  <a:pt x="1704631" y="579409"/>
                </a:moveTo>
                <a:lnTo>
                  <a:pt x="1706856" y="594157"/>
                </a:lnTo>
                <a:lnTo>
                  <a:pt x="1710032" y="599969"/>
                </a:lnTo>
                <a:lnTo>
                  <a:pt x="1716523" y="607046"/>
                </a:lnTo>
                <a:lnTo>
                  <a:pt x="1726517" y="698012"/>
                </a:lnTo>
                <a:moveTo>
                  <a:pt x="1685152" y="444717"/>
                </a:moveTo>
                <a:lnTo>
                  <a:pt x="1703024" y="568507"/>
                </a:lnTo>
                <a:moveTo>
                  <a:pt x="690584" y="1018389"/>
                </a:moveTo>
                <a:lnTo>
                  <a:pt x="680323" y="971296"/>
                </a:lnTo>
                <a:moveTo>
                  <a:pt x="697966" y="1054224"/>
                </a:moveTo>
                <a:lnTo>
                  <a:pt x="692854" y="1029176"/>
                </a:lnTo>
                <a:moveTo>
                  <a:pt x="720439" y="1164432"/>
                </a:moveTo>
                <a:lnTo>
                  <a:pt x="700190" y="1065140"/>
                </a:lnTo>
                <a:moveTo>
                  <a:pt x="588192" y="1368789"/>
                </a:moveTo>
                <a:lnTo>
                  <a:pt x="602293" y="1366991"/>
                </a:lnTo>
                <a:lnTo>
                  <a:pt x="608547" y="1366542"/>
                </a:lnTo>
                <a:lnTo>
                  <a:pt x="609202" y="1366443"/>
                </a:lnTo>
                <a:moveTo>
                  <a:pt x="371463" y="1453538"/>
                </a:moveTo>
                <a:lnTo>
                  <a:pt x="363137" y="1410787"/>
                </a:lnTo>
                <a:lnTo>
                  <a:pt x="422191" y="1396937"/>
                </a:lnTo>
                <a:lnTo>
                  <a:pt x="509667" y="1382357"/>
                </a:lnTo>
                <a:lnTo>
                  <a:pt x="571494" y="1371326"/>
                </a:lnTo>
                <a:moveTo>
                  <a:pt x="1734090" y="843605"/>
                </a:moveTo>
                <a:lnTo>
                  <a:pt x="1739460" y="860173"/>
                </a:lnTo>
                <a:lnTo>
                  <a:pt x="1749142" y="889419"/>
                </a:lnTo>
                <a:lnTo>
                  <a:pt x="1758711" y="933138"/>
                </a:lnTo>
                <a:lnTo>
                  <a:pt x="1762900" y="953058"/>
                </a:lnTo>
                <a:lnTo>
                  <a:pt x="1763434" y="955587"/>
                </a:lnTo>
                <a:moveTo>
                  <a:pt x="1744511" y="792930"/>
                </a:moveTo>
                <a:lnTo>
                  <a:pt x="1735956" y="793083"/>
                </a:lnTo>
                <a:lnTo>
                  <a:pt x="1731865" y="795162"/>
                </a:lnTo>
                <a:lnTo>
                  <a:pt x="1732467" y="833138"/>
                </a:lnTo>
                <a:moveTo>
                  <a:pt x="1815258" y="955991"/>
                </a:moveTo>
                <a:lnTo>
                  <a:pt x="1822655" y="997448"/>
                </a:lnTo>
                <a:lnTo>
                  <a:pt x="1830829" y="1025230"/>
                </a:lnTo>
                <a:lnTo>
                  <a:pt x="1832589" y="1029603"/>
                </a:lnTo>
                <a:lnTo>
                  <a:pt x="1834509" y="1033351"/>
                </a:lnTo>
                <a:lnTo>
                  <a:pt x="1836223" y="1035354"/>
                </a:lnTo>
                <a:lnTo>
                  <a:pt x="1837921" y="1036535"/>
                </a:lnTo>
                <a:lnTo>
                  <a:pt x="1839772" y="1037160"/>
                </a:lnTo>
                <a:lnTo>
                  <a:pt x="1842919" y="1037434"/>
                </a:lnTo>
                <a:lnTo>
                  <a:pt x="1847390" y="1037236"/>
                </a:lnTo>
                <a:lnTo>
                  <a:pt x="1883050" y="1034806"/>
                </a:lnTo>
                <a:lnTo>
                  <a:pt x="1934295" y="1031408"/>
                </a:lnTo>
                <a:lnTo>
                  <a:pt x="2037639" y="1023318"/>
                </a:lnTo>
                <a:moveTo>
                  <a:pt x="1899062" y="864874"/>
                </a:moveTo>
                <a:lnTo>
                  <a:pt x="1976300" y="852929"/>
                </a:lnTo>
                <a:lnTo>
                  <a:pt x="2021139" y="845989"/>
                </a:lnTo>
                <a:moveTo>
                  <a:pt x="1807572" y="875143"/>
                </a:moveTo>
                <a:lnTo>
                  <a:pt x="1888237" y="866298"/>
                </a:lnTo>
                <a:moveTo>
                  <a:pt x="1807137" y="814306"/>
                </a:moveTo>
                <a:lnTo>
                  <a:pt x="1846682" y="807732"/>
                </a:lnTo>
                <a:lnTo>
                  <a:pt x="1924643" y="800129"/>
                </a:lnTo>
                <a:lnTo>
                  <a:pt x="2015791" y="791849"/>
                </a:lnTo>
                <a:moveTo>
                  <a:pt x="1908387" y="748815"/>
                </a:moveTo>
                <a:lnTo>
                  <a:pt x="1935545" y="745562"/>
                </a:lnTo>
                <a:lnTo>
                  <a:pt x="2010444" y="734379"/>
                </a:lnTo>
                <a:moveTo>
                  <a:pt x="1791422" y="762817"/>
                </a:moveTo>
                <a:lnTo>
                  <a:pt x="1897493" y="750118"/>
                </a:lnTo>
                <a:moveTo>
                  <a:pt x="1747642" y="770861"/>
                </a:moveTo>
                <a:lnTo>
                  <a:pt x="1780505" y="764523"/>
                </a:lnTo>
                <a:moveTo>
                  <a:pt x="2025855" y="849638"/>
                </a:moveTo>
                <a:lnTo>
                  <a:pt x="2032375" y="915350"/>
                </a:lnTo>
                <a:moveTo>
                  <a:pt x="2020476" y="795696"/>
                </a:moveTo>
                <a:lnTo>
                  <a:pt x="2024765" y="838714"/>
                </a:lnTo>
                <a:moveTo>
                  <a:pt x="2015129" y="738059"/>
                </a:moveTo>
                <a:lnTo>
                  <a:pt x="2019433" y="784779"/>
                </a:lnTo>
                <a:moveTo>
                  <a:pt x="2008219" y="673482"/>
                </a:moveTo>
                <a:lnTo>
                  <a:pt x="2014039" y="727119"/>
                </a:lnTo>
                <a:moveTo>
                  <a:pt x="1994743" y="530753"/>
                </a:moveTo>
                <a:lnTo>
                  <a:pt x="2000159" y="588588"/>
                </a:lnTo>
                <a:lnTo>
                  <a:pt x="2005621" y="647078"/>
                </a:lnTo>
                <a:lnTo>
                  <a:pt x="2007107" y="662566"/>
                </a:lnTo>
                <a:moveTo>
                  <a:pt x="1986668" y="464859"/>
                </a:moveTo>
                <a:lnTo>
                  <a:pt x="1993547" y="519776"/>
                </a:lnTo>
                <a:moveTo>
                  <a:pt x="1978433" y="403253"/>
                </a:moveTo>
                <a:lnTo>
                  <a:pt x="1985251" y="453973"/>
                </a:lnTo>
                <a:moveTo>
                  <a:pt x="2682257" y="1801074"/>
                </a:moveTo>
                <a:lnTo>
                  <a:pt x="2681313" y="1823371"/>
                </a:lnTo>
                <a:lnTo>
                  <a:pt x="2680985" y="1829656"/>
                </a:lnTo>
                <a:lnTo>
                  <a:pt x="2680749" y="1836276"/>
                </a:lnTo>
                <a:lnTo>
                  <a:pt x="2680825" y="1841593"/>
                </a:lnTo>
                <a:lnTo>
                  <a:pt x="2681640" y="1849432"/>
                </a:lnTo>
                <a:lnTo>
                  <a:pt x="2684512" y="1869878"/>
                </a:lnTo>
                <a:lnTo>
                  <a:pt x="2689601" y="1896884"/>
                </a:lnTo>
                <a:lnTo>
                  <a:pt x="2703892" y="1961003"/>
                </a:lnTo>
                <a:moveTo>
                  <a:pt x="2683994" y="1731797"/>
                </a:moveTo>
                <a:lnTo>
                  <a:pt x="2684047" y="1754361"/>
                </a:lnTo>
                <a:lnTo>
                  <a:pt x="2683598" y="1771623"/>
                </a:lnTo>
                <a:lnTo>
                  <a:pt x="2682745" y="1790104"/>
                </a:lnTo>
                <a:moveTo>
                  <a:pt x="2683049" y="1706505"/>
                </a:moveTo>
                <a:lnTo>
                  <a:pt x="2683720" y="1720979"/>
                </a:lnTo>
                <a:moveTo>
                  <a:pt x="2221482" y="2269177"/>
                </a:moveTo>
                <a:lnTo>
                  <a:pt x="2216995" y="2234417"/>
                </a:lnTo>
                <a:moveTo>
                  <a:pt x="2225999" y="2305751"/>
                </a:moveTo>
                <a:lnTo>
                  <a:pt x="2222861" y="2280094"/>
                </a:lnTo>
                <a:moveTo>
                  <a:pt x="2240557" y="2424597"/>
                </a:moveTo>
                <a:lnTo>
                  <a:pt x="2233320" y="2365521"/>
                </a:lnTo>
                <a:lnTo>
                  <a:pt x="2227332" y="2316644"/>
                </a:lnTo>
                <a:moveTo>
                  <a:pt x="2250422" y="2496655"/>
                </a:moveTo>
                <a:lnTo>
                  <a:pt x="2241982" y="2435499"/>
                </a:lnTo>
                <a:moveTo>
                  <a:pt x="2253081" y="2516081"/>
                </a:moveTo>
                <a:lnTo>
                  <a:pt x="2251915" y="2507533"/>
                </a:lnTo>
                <a:moveTo>
                  <a:pt x="2158010" y="1754026"/>
                </a:moveTo>
                <a:lnTo>
                  <a:pt x="2157690" y="1749630"/>
                </a:lnTo>
                <a:lnTo>
                  <a:pt x="2156555" y="1734036"/>
                </a:lnTo>
                <a:lnTo>
                  <a:pt x="2156577" y="1728254"/>
                </a:lnTo>
                <a:lnTo>
                  <a:pt x="2156585" y="1724034"/>
                </a:lnTo>
                <a:moveTo>
                  <a:pt x="2171470" y="1859678"/>
                </a:moveTo>
                <a:lnTo>
                  <a:pt x="2159122" y="1765011"/>
                </a:lnTo>
                <a:moveTo>
                  <a:pt x="1483492" y="2583705"/>
                </a:moveTo>
                <a:lnTo>
                  <a:pt x="1454041" y="2527462"/>
                </a:lnTo>
                <a:moveTo>
                  <a:pt x="1529077" y="2666229"/>
                </a:moveTo>
                <a:lnTo>
                  <a:pt x="1488657" y="2593478"/>
                </a:lnTo>
                <a:moveTo>
                  <a:pt x="2733312" y="557964"/>
                </a:moveTo>
                <a:lnTo>
                  <a:pt x="2669170" y="564371"/>
                </a:lnTo>
                <a:lnTo>
                  <a:pt x="2638508" y="566413"/>
                </a:lnTo>
                <a:lnTo>
                  <a:pt x="2595291" y="568675"/>
                </a:lnTo>
                <a:lnTo>
                  <a:pt x="2523904" y="569620"/>
                </a:lnTo>
                <a:moveTo>
                  <a:pt x="2521466" y="688862"/>
                </a:moveTo>
                <a:lnTo>
                  <a:pt x="2512942" y="689937"/>
                </a:lnTo>
                <a:moveTo>
                  <a:pt x="2743375" y="652220"/>
                </a:moveTo>
                <a:lnTo>
                  <a:pt x="2742157" y="652426"/>
                </a:lnTo>
                <a:lnTo>
                  <a:pt x="2529983" y="687613"/>
                </a:lnTo>
                <a:moveTo>
                  <a:pt x="2773466" y="830045"/>
                </a:moveTo>
                <a:lnTo>
                  <a:pt x="2771965" y="830205"/>
                </a:lnTo>
                <a:lnTo>
                  <a:pt x="2769330" y="830487"/>
                </a:lnTo>
                <a:lnTo>
                  <a:pt x="2734927" y="834189"/>
                </a:lnTo>
                <a:lnTo>
                  <a:pt x="2686097" y="839430"/>
                </a:lnTo>
                <a:lnTo>
                  <a:pt x="2630882" y="845372"/>
                </a:lnTo>
                <a:lnTo>
                  <a:pt x="2619425" y="846606"/>
                </a:lnTo>
                <a:lnTo>
                  <a:pt x="2594758" y="849265"/>
                </a:lnTo>
                <a:lnTo>
                  <a:pt x="2578433" y="851017"/>
                </a:lnTo>
                <a:lnTo>
                  <a:pt x="2546316" y="854475"/>
                </a:lnTo>
                <a:moveTo>
                  <a:pt x="2347984" y="872324"/>
                </a:moveTo>
                <a:lnTo>
                  <a:pt x="2240252" y="889784"/>
                </a:lnTo>
                <a:lnTo>
                  <a:pt x="2215860" y="893106"/>
                </a:lnTo>
                <a:lnTo>
                  <a:pt x="2190302" y="896876"/>
                </a:lnTo>
                <a:lnTo>
                  <a:pt x="2160600" y="901257"/>
                </a:lnTo>
                <a:lnTo>
                  <a:pt x="2148800" y="902971"/>
                </a:lnTo>
                <a:lnTo>
                  <a:pt x="2089075" y="911906"/>
                </a:lnTo>
                <a:lnTo>
                  <a:pt x="2066755" y="914672"/>
                </a:lnTo>
                <a:moveTo>
                  <a:pt x="2521466" y="856852"/>
                </a:moveTo>
                <a:lnTo>
                  <a:pt x="2359198" y="870938"/>
                </a:lnTo>
                <a:moveTo>
                  <a:pt x="2537814" y="855336"/>
                </a:moveTo>
                <a:lnTo>
                  <a:pt x="2532253" y="855869"/>
                </a:lnTo>
                <a:lnTo>
                  <a:pt x="2529976" y="856083"/>
                </a:lnTo>
                <a:moveTo>
                  <a:pt x="2670046" y="1011457"/>
                </a:moveTo>
                <a:lnTo>
                  <a:pt x="2564934" y="1026472"/>
                </a:lnTo>
                <a:moveTo>
                  <a:pt x="2809331" y="992740"/>
                </a:moveTo>
                <a:lnTo>
                  <a:pt x="2680962" y="1009949"/>
                </a:lnTo>
                <a:moveTo>
                  <a:pt x="2740580" y="407656"/>
                </a:moveTo>
                <a:lnTo>
                  <a:pt x="2841204" y="388626"/>
                </a:lnTo>
                <a:lnTo>
                  <a:pt x="2965269" y="365163"/>
                </a:lnTo>
                <a:lnTo>
                  <a:pt x="3018427" y="355115"/>
                </a:lnTo>
                <a:moveTo>
                  <a:pt x="1738748" y="964340"/>
                </a:moveTo>
                <a:lnTo>
                  <a:pt x="1590748" y="1003150"/>
                </a:lnTo>
                <a:lnTo>
                  <a:pt x="1544290" y="1015795"/>
                </a:lnTo>
                <a:moveTo>
                  <a:pt x="2659114" y="2665193"/>
                </a:moveTo>
                <a:lnTo>
                  <a:pt x="2613719" y="2671135"/>
                </a:lnTo>
                <a:moveTo>
                  <a:pt x="2996563" y="2626121"/>
                </a:moveTo>
                <a:lnTo>
                  <a:pt x="2927919" y="2633213"/>
                </a:lnTo>
                <a:lnTo>
                  <a:pt x="2850750" y="2643421"/>
                </a:lnTo>
                <a:lnTo>
                  <a:pt x="2801271" y="2649020"/>
                </a:lnTo>
                <a:lnTo>
                  <a:pt x="2669977" y="2663868"/>
                </a:lnTo>
                <a:moveTo>
                  <a:pt x="2433701" y="1363898"/>
                </a:moveTo>
                <a:lnTo>
                  <a:pt x="2581785" y="1351481"/>
                </a:lnTo>
                <a:moveTo>
                  <a:pt x="2330547" y="2002087"/>
                </a:moveTo>
                <a:lnTo>
                  <a:pt x="2197341" y="2015471"/>
                </a:lnTo>
                <a:moveTo>
                  <a:pt x="2442126" y="1987476"/>
                </a:moveTo>
                <a:lnTo>
                  <a:pt x="2427416" y="1988580"/>
                </a:lnTo>
                <a:lnTo>
                  <a:pt x="2404951" y="1990782"/>
                </a:lnTo>
                <a:lnTo>
                  <a:pt x="2379454" y="1994294"/>
                </a:lnTo>
                <a:lnTo>
                  <a:pt x="2367760" y="1995931"/>
                </a:lnTo>
                <a:lnTo>
                  <a:pt x="2349927" y="1999192"/>
                </a:lnTo>
                <a:lnTo>
                  <a:pt x="2341098" y="2000677"/>
                </a:lnTo>
                <a:moveTo>
                  <a:pt x="2497196" y="1983773"/>
                </a:moveTo>
                <a:lnTo>
                  <a:pt x="2453073" y="1986706"/>
                </a:lnTo>
                <a:moveTo>
                  <a:pt x="2370701" y="966908"/>
                </a:moveTo>
                <a:lnTo>
                  <a:pt x="2364972" y="932772"/>
                </a:lnTo>
                <a:lnTo>
                  <a:pt x="2355777" y="878053"/>
                </a:lnTo>
                <a:moveTo>
                  <a:pt x="2380246" y="1022808"/>
                </a:moveTo>
                <a:lnTo>
                  <a:pt x="2372590" y="978053"/>
                </a:lnTo>
                <a:moveTo>
                  <a:pt x="2394522" y="1107130"/>
                </a:moveTo>
                <a:lnTo>
                  <a:pt x="2382090" y="1033656"/>
                </a:lnTo>
                <a:moveTo>
                  <a:pt x="2402498" y="1157469"/>
                </a:moveTo>
                <a:lnTo>
                  <a:pt x="2395977" y="1116020"/>
                </a:lnTo>
                <a:moveTo>
                  <a:pt x="2418031" y="1267250"/>
                </a:moveTo>
                <a:lnTo>
                  <a:pt x="2408783" y="1199672"/>
                </a:lnTo>
                <a:lnTo>
                  <a:pt x="2404151" y="1168309"/>
                </a:lnTo>
                <a:moveTo>
                  <a:pt x="2097783" y="448335"/>
                </a:moveTo>
                <a:lnTo>
                  <a:pt x="2121703" y="445037"/>
                </a:lnTo>
                <a:lnTo>
                  <a:pt x="2114451" y="384269"/>
                </a:lnTo>
                <a:moveTo>
                  <a:pt x="2100624" y="489190"/>
                </a:moveTo>
                <a:lnTo>
                  <a:pt x="2096731" y="449661"/>
                </a:lnTo>
                <a:moveTo>
                  <a:pt x="2412089" y="408128"/>
                </a:moveTo>
                <a:lnTo>
                  <a:pt x="2416667" y="439834"/>
                </a:lnTo>
                <a:moveTo>
                  <a:pt x="2403641" y="345418"/>
                </a:moveTo>
                <a:lnTo>
                  <a:pt x="2410558" y="397105"/>
                </a:lnTo>
                <a:moveTo>
                  <a:pt x="1697867" y="1001958"/>
                </a:moveTo>
                <a:lnTo>
                  <a:pt x="1692024" y="965148"/>
                </a:lnTo>
                <a:lnTo>
                  <a:pt x="1690980" y="958566"/>
                </a:lnTo>
                <a:lnTo>
                  <a:pt x="1686767" y="951878"/>
                </a:lnTo>
                <a:lnTo>
                  <a:pt x="1684352" y="948015"/>
                </a:lnTo>
                <a:lnTo>
                  <a:pt x="1679081" y="944938"/>
                </a:lnTo>
                <a:lnTo>
                  <a:pt x="1674106" y="887240"/>
                </a:lnTo>
                <a:lnTo>
                  <a:pt x="1677009" y="851763"/>
                </a:lnTo>
                <a:lnTo>
                  <a:pt x="1681732" y="842698"/>
                </a:lnTo>
                <a:moveTo>
                  <a:pt x="2094461" y="494660"/>
                </a:moveTo>
                <a:lnTo>
                  <a:pt x="2072552" y="497585"/>
                </a:lnTo>
                <a:lnTo>
                  <a:pt x="2025329" y="503900"/>
                </a:lnTo>
                <a:moveTo>
                  <a:pt x="2281275" y="460928"/>
                </a:moveTo>
                <a:lnTo>
                  <a:pt x="2220225" y="468096"/>
                </a:lnTo>
                <a:lnTo>
                  <a:pt x="2155084" y="480254"/>
                </a:lnTo>
                <a:lnTo>
                  <a:pt x="2105385" y="492557"/>
                </a:lnTo>
                <a:moveTo>
                  <a:pt x="1213620" y="588885"/>
                </a:moveTo>
                <a:lnTo>
                  <a:pt x="1169002" y="595033"/>
                </a:lnTo>
                <a:lnTo>
                  <a:pt x="1166786" y="595254"/>
                </a:lnTo>
                <a:lnTo>
                  <a:pt x="1165056" y="595277"/>
                </a:lnTo>
                <a:lnTo>
                  <a:pt x="1163144" y="595193"/>
                </a:lnTo>
                <a:lnTo>
                  <a:pt x="1161171" y="594964"/>
                </a:lnTo>
                <a:lnTo>
                  <a:pt x="1159389" y="594606"/>
                </a:lnTo>
                <a:lnTo>
                  <a:pt x="1157431" y="594050"/>
                </a:lnTo>
                <a:lnTo>
                  <a:pt x="1155488" y="593319"/>
                </a:lnTo>
                <a:lnTo>
                  <a:pt x="1153866" y="592580"/>
                </a:lnTo>
                <a:lnTo>
                  <a:pt x="1152197" y="591620"/>
                </a:lnTo>
                <a:lnTo>
                  <a:pt x="1150895" y="590775"/>
                </a:lnTo>
                <a:lnTo>
                  <a:pt x="1149028" y="589320"/>
                </a:lnTo>
                <a:lnTo>
                  <a:pt x="1148168" y="588504"/>
                </a:lnTo>
                <a:lnTo>
                  <a:pt x="1146972" y="587126"/>
                </a:lnTo>
                <a:lnTo>
                  <a:pt x="1146347" y="586265"/>
                </a:lnTo>
                <a:lnTo>
                  <a:pt x="1145387" y="584604"/>
                </a:lnTo>
                <a:lnTo>
                  <a:pt x="1144755" y="583187"/>
                </a:lnTo>
                <a:lnTo>
                  <a:pt x="1144381" y="582067"/>
                </a:lnTo>
                <a:lnTo>
                  <a:pt x="1143818" y="579279"/>
                </a:lnTo>
                <a:lnTo>
                  <a:pt x="1141746" y="561354"/>
                </a:lnTo>
                <a:moveTo>
                  <a:pt x="1901569" y="931896"/>
                </a:moveTo>
                <a:lnTo>
                  <a:pt x="1895337" y="869841"/>
                </a:lnTo>
                <a:moveTo>
                  <a:pt x="1903405" y="742637"/>
                </a:moveTo>
                <a:lnTo>
                  <a:pt x="1901462" y="723471"/>
                </a:lnTo>
                <a:lnTo>
                  <a:pt x="1904745" y="692260"/>
                </a:lnTo>
                <a:moveTo>
                  <a:pt x="1912333" y="474244"/>
                </a:moveTo>
                <a:lnTo>
                  <a:pt x="1913354" y="485899"/>
                </a:lnTo>
                <a:lnTo>
                  <a:pt x="1913971" y="492900"/>
                </a:lnTo>
                <a:lnTo>
                  <a:pt x="1918549" y="534098"/>
                </a:lnTo>
                <a:moveTo>
                  <a:pt x="1904570" y="417582"/>
                </a:moveTo>
                <a:lnTo>
                  <a:pt x="1909468" y="449288"/>
                </a:lnTo>
                <a:lnTo>
                  <a:pt x="1911205" y="463464"/>
                </a:lnTo>
                <a:moveTo>
                  <a:pt x="1765422" y="561606"/>
                </a:moveTo>
                <a:lnTo>
                  <a:pt x="1730601" y="566184"/>
                </a:lnTo>
                <a:lnTo>
                  <a:pt x="1710337" y="571418"/>
                </a:lnTo>
                <a:moveTo>
                  <a:pt x="1914824" y="539034"/>
                </a:moveTo>
                <a:lnTo>
                  <a:pt x="1851557" y="546926"/>
                </a:lnTo>
                <a:lnTo>
                  <a:pt x="1847002" y="547490"/>
                </a:lnTo>
                <a:lnTo>
                  <a:pt x="1835712" y="548914"/>
                </a:lnTo>
                <a:lnTo>
                  <a:pt x="1776095" y="559930"/>
                </a:lnTo>
                <a:moveTo>
                  <a:pt x="1989472" y="524933"/>
                </a:moveTo>
                <a:lnTo>
                  <a:pt x="1962740" y="530959"/>
                </a:lnTo>
                <a:lnTo>
                  <a:pt x="1925733" y="537396"/>
                </a:lnTo>
                <a:moveTo>
                  <a:pt x="1774495" y="697867"/>
                </a:moveTo>
                <a:lnTo>
                  <a:pt x="1733724" y="701569"/>
                </a:lnTo>
                <a:moveTo>
                  <a:pt x="1898095" y="685457"/>
                </a:moveTo>
                <a:lnTo>
                  <a:pt x="1857263" y="688794"/>
                </a:lnTo>
                <a:lnTo>
                  <a:pt x="1785434" y="696770"/>
                </a:lnTo>
                <a:moveTo>
                  <a:pt x="2003031" y="667532"/>
                </a:moveTo>
                <a:lnTo>
                  <a:pt x="1965673" y="674312"/>
                </a:lnTo>
                <a:lnTo>
                  <a:pt x="1916850" y="682745"/>
                </a:lnTo>
                <a:lnTo>
                  <a:pt x="1908768" y="684147"/>
                </a:lnTo>
                <a:moveTo>
                  <a:pt x="1785388" y="767974"/>
                </a:moveTo>
                <a:lnTo>
                  <a:pt x="1788413" y="787895"/>
                </a:lnTo>
                <a:moveTo>
                  <a:pt x="1779462" y="704144"/>
                </a:moveTo>
                <a:lnTo>
                  <a:pt x="1781389" y="723516"/>
                </a:lnTo>
                <a:lnTo>
                  <a:pt x="1782113" y="743582"/>
                </a:lnTo>
                <a:lnTo>
                  <a:pt x="1783850" y="757004"/>
                </a:lnTo>
                <a:moveTo>
                  <a:pt x="1770267" y="567822"/>
                </a:moveTo>
                <a:lnTo>
                  <a:pt x="1771059" y="585732"/>
                </a:lnTo>
                <a:lnTo>
                  <a:pt x="1770229" y="623905"/>
                </a:lnTo>
                <a:lnTo>
                  <a:pt x="1778281" y="693212"/>
                </a:lnTo>
                <a:moveTo>
                  <a:pt x="1601249" y="830936"/>
                </a:moveTo>
                <a:lnTo>
                  <a:pt x="1602635" y="831027"/>
                </a:lnTo>
                <a:lnTo>
                  <a:pt x="1676955" y="836855"/>
                </a:lnTo>
                <a:moveTo>
                  <a:pt x="1981587" y="458749"/>
                </a:moveTo>
                <a:lnTo>
                  <a:pt x="1918381" y="466862"/>
                </a:lnTo>
                <a:moveTo>
                  <a:pt x="2328871" y="1740138"/>
                </a:moveTo>
                <a:lnTo>
                  <a:pt x="2343071" y="1737099"/>
                </a:lnTo>
                <a:lnTo>
                  <a:pt x="2358406" y="1735453"/>
                </a:lnTo>
                <a:lnTo>
                  <a:pt x="2386500" y="1732429"/>
                </a:lnTo>
                <a:lnTo>
                  <a:pt x="2439117" y="1727188"/>
                </a:lnTo>
                <a:lnTo>
                  <a:pt x="2459228" y="1726731"/>
                </a:lnTo>
                <a:moveTo>
                  <a:pt x="2289532" y="1745585"/>
                </a:moveTo>
                <a:lnTo>
                  <a:pt x="2314740" y="1742408"/>
                </a:lnTo>
                <a:lnTo>
                  <a:pt x="2317757" y="1742027"/>
                </a:lnTo>
                <a:moveTo>
                  <a:pt x="2162847" y="1760310"/>
                </a:moveTo>
                <a:lnTo>
                  <a:pt x="2210276" y="1755534"/>
                </a:lnTo>
                <a:lnTo>
                  <a:pt x="2257126" y="1750346"/>
                </a:lnTo>
                <a:lnTo>
                  <a:pt x="2271265" y="1748205"/>
                </a:lnTo>
                <a:lnTo>
                  <a:pt x="2278639" y="1747093"/>
                </a:lnTo>
                <a:moveTo>
                  <a:pt x="1746659" y="1244915"/>
                </a:moveTo>
                <a:lnTo>
                  <a:pt x="1748480" y="1246012"/>
                </a:lnTo>
                <a:lnTo>
                  <a:pt x="1754658" y="1248929"/>
                </a:lnTo>
                <a:lnTo>
                  <a:pt x="1763479" y="1252418"/>
                </a:lnTo>
                <a:lnTo>
                  <a:pt x="1775797" y="1255321"/>
                </a:lnTo>
                <a:lnTo>
                  <a:pt x="1783164" y="1257149"/>
                </a:lnTo>
                <a:lnTo>
                  <a:pt x="1788375" y="1259008"/>
                </a:lnTo>
                <a:lnTo>
                  <a:pt x="1793258" y="1262817"/>
                </a:lnTo>
                <a:lnTo>
                  <a:pt x="1797547" y="1268043"/>
                </a:lnTo>
                <a:lnTo>
                  <a:pt x="1802612" y="1278593"/>
                </a:lnTo>
                <a:lnTo>
                  <a:pt x="1818846" y="1317574"/>
                </a:lnTo>
                <a:lnTo>
                  <a:pt x="1828551" y="1352921"/>
                </a:lnTo>
                <a:lnTo>
                  <a:pt x="1835583" y="1388382"/>
                </a:lnTo>
                <a:lnTo>
                  <a:pt x="1859251" y="1448312"/>
                </a:lnTo>
                <a:lnTo>
                  <a:pt x="1886493" y="1500746"/>
                </a:lnTo>
                <a:lnTo>
                  <a:pt x="1901927" y="1556943"/>
                </a:lnTo>
                <a:lnTo>
                  <a:pt x="1904791" y="1566694"/>
                </a:lnTo>
                <a:lnTo>
                  <a:pt x="1916873" y="1605446"/>
                </a:lnTo>
                <a:lnTo>
                  <a:pt x="1928772" y="1666496"/>
                </a:lnTo>
                <a:lnTo>
                  <a:pt x="1953812" y="1758840"/>
                </a:lnTo>
                <a:lnTo>
                  <a:pt x="1970945" y="1843696"/>
                </a:lnTo>
                <a:lnTo>
                  <a:pt x="1867966" y="1857339"/>
                </a:lnTo>
                <a:lnTo>
                  <a:pt x="1864355" y="1858162"/>
                </a:lnTo>
                <a:moveTo>
                  <a:pt x="1686036" y="1197676"/>
                </a:moveTo>
                <a:lnTo>
                  <a:pt x="1694956" y="1205637"/>
                </a:lnTo>
                <a:lnTo>
                  <a:pt x="1706056" y="1214237"/>
                </a:lnTo>
                <a:lnTo>
                  <a:pt x="1721764" y="1226830"/>
                </a:lnTo>
                <a:lnTo>
                  <a:pt x="1733373" y="1235171"/>
                </a:lnTo>
                <a:lnTo>
                  <a:pt x="1737670" y="1238577"/>
                </a:lnTo>
                <a:moveTo>
                  <a:pt x="2323440" y="1734387"/>
                </a:moveTo>
                <a:lnTo>
                  <a:pt x="2322769" y="1730250"/>
                </a:lnTo>
                <a:lnTo>
                  <a:pt x="2321588" y="1722975"/>
                </a:lnTo>
                <a:lnTo>
                  <a:pt x="2320789" y="1715822"/>
                </a:lnTo>
                <a:moveTo>
                  <a:pt x="2534234" y="1693143"/>
                </a:moveTo>
                <a:lnTo>
                  <a:pt x="2534706" y="1696891"/>
                </a:lnTo>
                <a:lnTo>
                  <a:pt x="2534897" y="1705180"/>
                </a:lnTo>
                <a:lnTo>
                  <a:pt x="2535026" y="1711152"/>
                </a:lnTo>
                <a:moveTo>
                  <a:pt x="2446598" y="1493441"/>
                </a:moveTo>
                <a:lnTo>
                  <a:pt x="2488359" y="1490256"/>
                </a:lnTo>
                <a:lnTo>
                  <a:pt x="2493356" y="1529123"/>
                </a:lnTo>
                <a:lnTo>
                  <a:pt x="2528696" y="1525558"/>
                </a:lnTo>
                <a:lnTo>
                  <a:pt x="2540168" y="1536360"/>
                </a:lnTo>
                <a:lnTo>
                  <a:pt x="2546202" y="1596122"/>
                </a:lnTo>
                <a:lnTo>
                  <a:pt x="2545425" y="1601645"/>
                </a:lnTo>
                <a:lnTo>
                  <a:pt x="2527637" y="1604395"/>
                </a:lnTo>
                <a:lnTo>
                  <a:pt x="2532802" y="1678951"/>
                </a:lnTo>
                <a:moveTo>
                  <a:pt x="2490416" y="1854970"/>
                </a:moveTo>
                <a:lnTo>
                  <a:pt x="2531134" y="1848899"/>
                </a:lnTo>
                <a:lnTo>
                  <a:pt x="2580520" y="1841532"/>
                </a:lnTo>
                <a:moveTo>
                  <a:pt x="2150453" y="1862862"/>
                </a:moveTo>
                <a:lnTo>
                  <a:pt x="2132292" y="1728887"/>
                </a:lnTo>
                <a:lnTo>
                  <a:pt x="2131888" y="1725938"/>
                </a:lnTo>
                <a:moveTo>
                  <a:pt x="2144236" y="1868195"/>
                </a:moveTo>
                <a:lnTo>
                  <a:pt x="2066968" y="1882890"/>
                </a:lnTo>
                <a:lnTo>
                  <a:pt x="2059008" y="1884406"/>
                </a:lnTo>
                <a:lnTo>
                  <a:pt x="2057804" y="1884604"/>
                </a:lnTo>
                <a:lnTo>
                  <a:pt x="1992542" y="1896747"/>
                </a:lnTo>
                <a:lnTo>
                  <a:pt x="1986798" y="1897691"/>
                </a:lnTo>
                <a:lnTo>
                  <a:pt x="1908311" y="1910573"/>
                </a:lnTo>
                <a:lnTo>
                  <a:pt x="1900655" y="1911822"/>
                </a:lnTo>
                <a:lnTo>
                  <a:pt x="1887559" y="1913978"/>
                </a:lnTo>
                <a:moveTo>
                  <a:pt x="2681724" y="1676026"/>
                </a:moveTo>
                <a:lnTo>
                  <a:pt x="2682509" y="1683560"/>
                </a:lnTo>
                <a:lnTo>
                  <a:pt x="2682691" y="1689045"/>
                </a:lnTo>
                <a:lnTo>
                  <a:pt x="2682745" y="1695589"/>
                </a:lnTo>
                <a:moveTo>
                  <a:pt x="2677945" y="1794477"/>
                </a:moveTo>
                <a:lnTo>
                  <a:pt x="2653477" y="1795680"/>
                </a:lnTo>
                <a:lnTo>
                  <a:pt x="2621718" y="1799481"/>
                </a:lnTo>
                <a:lnTo>
                  <a:pt x="2625253" y="1817452"/>
                </a:lnTo>
                <a:lnTo>
                  <a:pt x="2589578" y="1823539"/>
                </a:lnTo>
                <a:moveTo>
                  <a:pt x="2531004" y="1716264"/>
                </a:moveTo>
                <a:lnTo>
                  <a:pt x="2470526" y="1723501"/>
                </a:lnTo>
                <a:moveTo>
                  <a:pt x="2568476" y="1711876"/>
                </a:moveTo>
                <a:lnTo>
                  <a:pt x="2541921" y="1714976"/>
                </a:lnTo>
                <a:moveTo>
                  <a:pt x="2678463" y="1700015"/>
                </a:moveTo>
                <a:lnTo>
                  <a:pt x="2646407" y="1701569"/>
                </a:lnTo>
                <a:lnTo>
                  <a:pt x="2639620" y="1703793"/>
                </a:lnTo>
                <a:lnTo>
                  <a:pt x="2579393" y="1710619"/>
                </a:lnTo>
                <a:moveTo>
                  <a:pt x="2305339" y="1901980"/>
                </a:moveTo>
                <a:lnTo>
                  <a:pt x="2360462" y="1898087"/>
                </a:lnTo>
                <a:lnTo>
                  <a:pt x="2369436" y="1897455"/>
                </a:lnTo>
                <a:lnTo>
                  <a:pt x="2390111" y="1896937"/>
                </a:lnTo>
                <a:lnTo>
                  <a:pt x="2435819" y="1890873"/>
                </a:lnTo>
                <a:moveTo>
                  <a:pt x="2896701" y="1705370"/>
                </a:moveTo>
                <a:lnTo>
                  <a:pt x="2891406" y="1705515"/>
                </a:lnTo>
                <a:lnTo>
                  <a:pt x="2855259" y="1708882"/>
                </a:lnTo>
                <a:lnTo>
                  <a:pt x="2818983" y="1712356"/>
                </a:lnTo>
                <a:lnTo>
                  <a:pt x="2769429" y="1717147"/>
                </a:lnTo>
                <a:lnTo>
                  <a:pt x="2690667" y="1724773"/>
                </a:lnTo>
                <a:moveTo>
                  <a:pt x="2297181" y="1904791"/>
                </a:moveTo>
                <a:lnTo>
                  <a:pt x="2293090" y="1914824"/>
                </a:lnTo>
                <a:lnTo>
                  <a:pt x="2223424" y="1917901"/>
                </a:lnTo>
                <a:lnTo>
                  <a:pt x="2207739" y="1918595"/>
                </a:lnTo>
                <a:lnTo>
                  <a:pt x="2202620" y="1918816"/>
                </a:lnTo>
                <a:lnTo>
                  <a:pt x="2182752" y="1922548"/>
                </a:lnTo>
                <a:moveTo>
                  <a:pt x="2586493" y="1844534"/>
                </a:moveTo>
                <a:lnTo>
                  <a:pt x="2602437" y="1881473"/>
                </a:lnTo>
                <a:lnTo>
                  <a:pt x="2608950" y="1969269"/>
                </a:lnTo>
                <a:moveTo>
                  <a:pt x="2573329" y="1718122"/>
                </a:moveTo>
                <a:lnTo>
                  <a:pt x="2574175" y="1732208"/>
                </a:lnTo>
                <a:lnTo>
                  <a:pt x="2575416" y="1753066"/>
                </a:lnTo>
                <a:lnTo>
                  <a:pt x="2577481" y="1772865"/>
                </a:lnTo>
                <a:lnTo>
                  <a:pt x="2582417" y="1820202"/>
                </a:lnTo>
                <a:moveTo>
                  <a:pt x="2448746" y="1982638"/>
                </a:moveTo>
                <a:lnTo>
                  <a:pt x="2448868" y="1962093"/>
                </a:lnTo>
                <a:lnTo>
                  <a:pt x="2446430" y="1930372"/>
                </a:lnTo>
                <a:lnTo>
                  <a:pt x="2442842" y="1907678"/>
                </a:lnTo>
                <a:lnTo>
                  <a:pt x="2442690" y="1894682"/>
                </a:lnTo>
                <a:moveTo>
                  <a:pt x="2283469" y="1750704"/>
                </a:moveTo>
                <a:lnTo>
                  <a:pt x="2287407" y="1778540"/>
                </a:lnTo>
                <a:lnTo>
                  <a:pt x="2285990" y="1817003"/>
                </a:lnTo>
                <a:lnTo>
                  <a:pt x="2290454" y="1828521"/>
                </a:lnTo>
                <a:lnTo>
                  <a:pt x="2299100" y="1834783"/>
                </a:lnTo>
                <a:lnTo>
                  <a:pt x="2300685" y="1856814"/>
                </a:lnTo>
                <a:lnTo>
                  <a:pt x="2295322" y="1869703"/>
                </a:lnTo>
                <a:lnTo>
                  <a:pt x="2298209" y="1896023"/>
                </a:lnTo>
                <a:moveTo>
                  <a:pt x="2187460" y="625345"/>
                </a:moveTo>
                <a:lnTo>
                  <a:pt x="2186843" y="621650"/>
                </a:lnTo>
                <a:lnTo>
                  <a:pt x="2185411" y="604273"/>
                </a:lnTo>
                <a:lnTo>
                  <a:pt x="2183537" y="595498"/>
                </a:lnTo>
                <a:lnTo>
                  <a:pt x="2181617" y="588520"/>
                </a:lnTo>
                <a:lnTo>
                  <a:pt x="2178273" y="578517"/>
                </a:lnTo>
                <a:lnTo>
                  <a:pt x="2176536" y="573543"/>
                </a:lnTo>
                <a:moveTo>
                  <a:pt x="2185739" y="695673"/>
                </a:moveTo>
                <a:lnTo>
                  <a:pt x="2181991" y="674488"/>
                </a:lnTo>
                <a:lnTo>
                  <a:pt x="2196335" y="669361"/>
                </a:lnTo>
                <a:lnTo>
                  <a:pt x="2189479" y="636192"/>
                </a:lnTo>
                <a:moveTo>
                  <a:pt x="2209415" y="764790"/>
                </a:moveTo>
                <a:lnTo>
                  <a:pt x="2200677" y="718427"/>
                </a:lnTo>
                <a:lnTo>
                  <a:pt x="2190454" y="718008"/>
                </a:lnTo>
                <a:lnTo>
                  <a:pt x="2188192" y="710726"/>
                </a:lnTo>
                <a:lnTo>
                  <a:pt x="2187552" y="706574"/>
                </a:lnTo>
                <a:moveTo>
                  <a:pt x="2244686" y="1479530"/>
                </a:moveTo>
                <a:lnTo>
                  <a:pt x="2233655" y="1480871"/>
                </a:lnTo>
                <a:lnTo>
                  <a:pt x="2206734" y="1482204"/>
                </a:lnTo>
                <a:lnTo>
                  <a:pt x="2175919" y="1481808"/>
                </a:lnTo>
                <a:lnTo>
                  <a:pt x="2126532" y="1484551"/>
                </a:lnTo>
                <a:moveTo>
                  <a:pt x="2282821" y="1472270"/>
                </a:moveTo>
                <a:lnTo>
                  <a:pt x="2256456" y="1478098"/>
                </a:lnTo>
                <a:lnTo>
                  <a:pt x="2255579" y="1478205"/>
                </a:lnTo>
                <a:moveTo>
                  <a:pt x="2430638" y="1445425"/>
                </a:moveTo>
                <a:lnTo>
                  <a:pt x="2332033" y="1457004"/>
                </a:lnTo>
                <a:lnTo>
                  <a:pt x="2304486" y="1463845"/>
                </a:lnTo>
                <a:lnTo>
                  <a:pt x="2293250" y="1468370"/>
                </a:lnTo>
                <a:moveTo>
                  <a:pt x="2290576" y="1117269"/>
                </a:moveTo>
                <a:lnTo>
                  <a:pt x="2316980" y="1115586"/>
                </a:lnTo>
                <a:lnTo>
                  <a:pt x="2344663" y="1114481"/>
                </a:lnTo>
                <a:lnTo>
                  <a:pt x="2388458" y="1112691"/>
                </a:lnTo>
                <a:moveTo>
                  <a:pt x="2090180" y="1136687"/>
                </a:moveTo>
                <a:lnTo>
                  <a:pt x="2110763" y="1134935"/>
                </a:lnTo>
                <a:lnTo>
                  <a:pt x="2139658" y="1131759"/>
                </a:lnTo>
                <a:lnTo>
                  <a:pt x="2205934" y="1124826"/>
                </a:lnTo>
                <a:lnTo>
                  <a:pt x="2229884" y="1122640"/>
                </a:lnTo>
                <a:lnTo>
                  <a:pt x="2238736" y="1121833"/>
                </a:lnTo>
                <a:lnTo>
                  <a:pt x="2245775" y="1121193"/>
                </a:lnTo>
                <a:lnTo>
                  <a:pt x="2271638" y="1118839"/>
                </a:lnTo>
                <a:lnTo>
                  <a:pt x="2279622" y="1118115"/>
                </a:lnTo>
                <a:moveTo>
                  <a:pt x="2113376" y="572065"/>
                </a:moveTo>
                <a:lnTo>
                  <a:pt x="2108250" y="537327"/>
                </a:lnTo>
                <a:lnTo>
                  <a:pt x="2102079" y="500282"/>
                </a:lnTo>
                <a:moveTo>
                  <a:pt x="2061971" y="1138112"/>
                </a:moveTo>
                <a:lnTo>
                  <a:pt x="2062222" y="1138104"/>
                </a:lnTo>
                <a:lnTo>
                  <a:pt x="2076110" y="1137487"/>
                </a:lnTo>
                <a:lnTo>
                  <a:pt x="2081541" y="1137244"/>
                </a:lnTo>
                <a:moveTo>
                  <a:pt x="2238470" y="1384162"/>
                </a:moveTo>
                <a:lnTo>
                  <a:pt x="2240732" y="1433473"/>
                </a:lnTo>
                <a:lnTo>
                  <a:pt x="2246476" y="1446971"/>
                </a:lnTo>
                <a:lnTo>
                  <a:pt x="2248533" y="1474594"/>
                </a:lnTo>
                <a:moveTo>
                  <a:pt x="2300662" y="1561979"/>
                </a:moveTo>
                <a:lnTo>
                  <a:pt x="2291071" y="1477413"/>
                </a:lnTo>
                <a:moveTo>
                  <a:pt x="2284276" y="1121497"/>
                </a:moveTo>
                <a:lnTo>
                  <a:pt x="2292092" y="1192450"/>
                </a:lnTo>
                <a:lnTo>
                  <a:pt x="2301988" y="1282372"/>
                </a:lnTo>
                <a:moveTo>
                  <a:pt x="2233762" y="1377793"/>
                </a:moveTo>
                <a:lnTo>
                  <a:pt x="2171448" y="1383202"/>
                </a:lnTo>
                <a:lnTo>
                  <a:pt x="2165368" y="1383933"/>
                </a:lnTo>
                <a:lnTo>
                  <a:pt x="2134371" y="1387628"/>
                </a:lnTo>
                <a:lnTo>
                  <a:pt x="2114131" y="1389792"/>
                </a:lnTo>
                <a:moveTo>
                  <a:pt x="2422472" y="1362489"/>
                </a:moveTo>
                <a:lnTo>
                  <a:pt x="2369299" y="1367867"/>
                </a:lnTo>
                <a:lnTo>
                  <a:pt x="2349660" y="1370023"/>
                </a:lnTo>
                <a:lnTo>
                  <a:pt x="2321063" y="1371882"/>
                </a:lnTo>
                <a:lnTo>
                  <a:pt x="2279713" y="1376453"/>
                </a:lnTo>
                <a:lnTo>
                  <a:pt x="2244945" y="1377192"/>
                </a:lnTo>
                <a:moveTo>
                  <a:pt x="1991254" y="1404867"/>
                </a:moveTo>
                <a:lnTo>
                  <a:pt x="1990302" y="1398925"/>
                </a:lnTo>
                <a:lnTo>
                  <a:pt x="1991010" y="1394949"/>
                </a:lnTo>
                <a:lnTo>
                  <a:pt x="2059762" y="1382928"/>
                </a:lnTo>
                <a:lnTo>
                  <a:pt x="2070823" y="1512737"/>
                </a:lnTo>
                <a:moveTo>
                  <a:pt x="2285068" y="1704403"/>
                </a:moveTo>
                <a:lnTo>
                  <a:pt x="2284558" y="1699550"/>
                </a:lnTo>
                <a:lnTo>
                  <a:pt x="2279721" y="1669429"/>
                </a:lnTo>
                <a:lnTo>
                  <a:pt x="2276232" y="1661895"/>
                </a:lnTo>
                <a:lnTo>
                  <a:pt x="2286630" y="1656258"/>
                </a:lnTo>
                <a:lnTo>
                  <a:pt x="2281297" y="1624529"/>
                </a:lnTo>
                <a:lnTo>
                  <a:pt x="2230806" y="1629587"/>
                </a:lnTo>
                <a:lnTo>
                  <a:pt x="2177588" y="1635979"/>
                </a:lnTo>
                <a:lnTo>
                  <a:pt x="2145303" y="1636703"/>
                </a:lnTo>
                <a:moveTo>
                  <a:pt x="2066945" y="1517353"/>
                </a:moveTo>
                <a:lnTo>
                  <a:pt x="2032749" y="1520362"/>
                </a:lnTo>
                <a:lnTo>
                  <a:pt x="2020613" y="1488580"/>
                </a:lnTo>
                <a:lnTo>
                  <a:pt x="2019684" y="1478121"/>
                </a:lnTo>
                <a:lnTo>
                  <a:pt x="2014694" y="1463137"/>
                </a:lnTo>
                <a:lnTo>
                  <a:pt x="1991330" y="1405134"/>
                </a:lnTo>
                <a:moveTo>
                  <a:pt x="2391879" y="1694560"/>
                </a:moveTo>
                <a:lnTo>
                  <a:pt x="2390622" y="1672705"/>
                </a:lnTo>
                <a:lnTo>
                  <a:pt x="2386272" y="1665331"/>
                </a:lnTo>
                <a:lnTo>
                  <a:pt x="2381945" y="1653690"/>
                </a:lnTo>
                <a:lnTo>
                  <a:pt x="2376689" y="1610063"/>
                </a:lnTo>
                <a:lnTo>
                  <a:pt x="2370945" y="1610748"/>
                </a:lnTo>
                <a:lnTo>
                  <a:pt x="2366961" y="1555130"/>
                </a:lnTo>
                <a:lnTo>
                  <a:pt x="2377961" y="1553797"/>
                </a:lnTo>
                <a:lnTo>
                  <a:pt x="2439940" y="1547482"/>
                </a:lnTo>
                <a:moveTo>
                  <a:pt x="2214854" y="770580"/>
                </a:moveTo>
                <a:lnTo>
                  <a:pt x="2255861" y="762733"/>
                </a:lnTo>
                <a:lnTo>
                  <a:pt x="2326129" y="752190"/>
                </a:lnTo>
                <a:moveTo>
                  <a:pt x="2054917" y="803435"/>
                </a:moveTo>
                <a:lnTo>
                  <a:pt x="2080208" y="800434"/>
                </a:lnTo>
                <a:lnTo>
                  <a:pt x="2115578" y="792016"/>
                </a:lnTo>
                <a:lnTo>
                  <a:pt x="2179507" y="777337"/>
                </a:lnTo>
                <a:lnTo>
                  <a:pt x="2204083" y="772636"/>
                </a:lnTo>
                <a:moveTo>
                  <a:pt x="2181541" y="630647"/>
                </a:moveTo>
                <a:lnTo>
                  <a:pt x="2136207" y="638021"/>
                </a:lnTo>
                <a:lnTo>
                  <a:pt x="2058467" y="650666"/>
                </a:lnTo>
                <a:lnTo>
                  <a:pt x="2036740" y="655275"/>
                </a:lnTo>
                <a:moveTo>
                  <a:pt x="2299847" y="606536"/>
                </a:moveTo>
                <a:lnTo>
                  <a:pt x="2280955" y="609317"/>
                </a:lnTo>
                <a:lnTo>
                  <a:pt x="2270983" y="611343"/>
                </a:lnTo>
                <a:lnTo>
                  <a:pt x="2239102" y="619761"/>
                </a:lnTo>
                <a:lnTo>
                  <a:pt x="2223059" y="623653"/>
                </a:lnTo>
                <a:lnTo>
                  <a:pt x="2203382" y="627089"/>
                </a:lnTo>
                <a:lnTo>
                  <a:pt x="2192481" y="628864"/>
                </a:lnTo>
                <a:moveTo>
                  <a:pt x="2179568" y="568713"/>
                </a:moveTo>
                <a:lnTo>
                  <a:pt x="2213285" y="564919"/>
                </a:lnTo>
                <a:lnTo>
                  <a:pt x="2293250" y="555588"/>
                </a:lnTo>
                <a:moveTo>
                  <a:pt x="2118640" y="578007"/>
                </a:moveTo>
                <a:lnTo>
                  <a:pt x="2123386" y="577207"/>
                </a:lnTo>
                <a:lnTo>
                  <a:pt x="2168538" y="570176"/>
                </a:lnTo>
                <a:moveTo>
                  <a:pt x="2031614" y="587529"/>
                </a:moveTo>
                <a:lnTo>
                  <a:pt x="2055480" y="586790"/>
                </a:lnTo>
                <a:lnTo>
                  <a:pt x="2067052" y="586661"/>
                </a:lnTo>
                <a:lnTo>
                  <a:pt x="2107823" y="579820"/>
                </a:lnTo>
                <a:moveTo>
                  <a:pt x="2072141" y="1001599"/>
                </a:moveTo>
                <a:lnTo>
                  <a:pt x="2070541" y="989365"/>
                </a:lnTo>
                <a:lnTo>
                  <a:pt x="2064264" y="926990"/>
                </a:lnTo>
                <a:moveTo>
                  <a:pt x="2086066" y="1132086"/>
                </a:moveTo>
                <a:lnTo>
                  <a:pt x="2080056" y="1063061"/>
                </a:lnTo>
                <a:lnTo>
                  <a:pt x="2079736" y="1059945"/>
                </a:lnTo>
                <a:lnTo>
                  <a:pt x="2073558" y="1012478"/>
                </a:lnTo>
                <a:moveTo>
                  <a:pt x="2358131" y="2501271"/>
                </a:moveTo>
                <a:lnTo>
                  <a:pt x="2355557" y="2469200"/>
                </a:lnTo>
                <a:lnTo>
                  <a:pt x="2379522" y="2464485"/>
                </a:lnTo>
                <a:lnTo>
                  <a:pt x="2371326" y="2406467"/>
                </a:lnTo>
                <a:lnTo>
                  <a:pt x="2363959" y="2403846"/>
                </a:lnTo>
                <a:lnTo>
                  <a:pt x="2307114" y="2412828"/>
                </a:lnTo>
                <a:lnTo>
                  <a:pt x="2301599" y="2420385"/>
                </a:lnTo>
                <a:lnTo>
                  <a:pt x="2298659" y="2421558"/>
                </a:lnTo>
                <a:lnTo>
                  <a:pt x="2294233" y="2423310"/>
                </a:lnTo>
                <a:lnTo>
                  <a:pt x="2274502" y="2425359"/>
                </a:lnTo>
                <a:lnTo>
                  <a:pt x="2245958" y="2428307"/>
                </a:lnTo>
                <a:lnTo>
                  <a:pt x="2245425" y="2428361"/>
                </a:lnTo>
                <a:moveTo>
                  <a:pt x="2244267" y="2501911"/>
                </a:moveTo>
                <a:lnTo>
                  <a:pt x="2236169" y="2503283"/>
                </a:lnTo>
                <a:lnTo>
                  <a:pt x="2221497" y="2506254"/>
                </a:lnTo>
                <a:moveTo>
                  <a:pt x="2173024" y="2030159"/>
                </a:moveTo>
                <a:lnTo>
                  <a:pt x="2172659" y="2024064"/>
                </a:lnTo>
                <a:moveTo>
                  <a:pt x="2203625" y="2278723"/>
                </a:moveTo>
                <a:lnTo>
                  <a:pt x="2204349" y="2278578"/>
                </a:lnTo>
                <a:lnTo>
                  <a:pt x="2215616" y="2276711"/>
                </a:lnTo>
                <a:moveTo>
                  <a:pt x="2429519" y="2315380"/>
                </a:moveTo>
                <a:lnTo>
                  <a:pt x="2439864" y="2385800"/>
                </a:lnTo>
                <a:lnTo>
                  <a:pt x="2532002" y="2369848"/>
                </a:lnTo>
                <a:lnTo>
                  <a:pt x="2566176" y="2365864"/>
                </a:lnTo>
                <a:moveTo>
                  <a:pt x="2425633" y="2288915"/>
                </a:moveTo>
                <a:lnTo>
                  <a:pt x="2427919" y="2304532"/>
                </a:lnTo>
                <a:moveTo>
                  <a:pt x="2202620" y="2123379"/>
                </a:moveTo>
                <a:lnTo>
                  <a:pt x="2239650" y="2121284"/>
                </a:lnTo>
                <a:lnTo>
                  <a:pt x="2244320" y="2122762"/>
                </a:lnTo>
                <a:moveTo>
                  <a:pt x="2403953" y="2201645"/>
                </a:moveTo>
                <a:lnTo>
                  <a:pt x="2424422" y="2198628"/>
                </a:lnTo>
                <a:lnTo>
                  <a:pt x="2461994" y="2190904"/>
                </a:lnTo>
                <a:lnTo>
                  <a:pt x="2531636" y="2174883"/>
                </a:lnTo>
                <a:moveTo>
                  <a:pt x="2265010" y="2223996"/>
                </a:moveTo>
                <a:lnTo>
                  <a:pt x="2348815" y="2209796"/>
                </a:lnTo>
                <a:lnTo>
                  <a:pt x="2393098" y="2203252"/>
                </a:lnTo>
                <a:moveTo>
                  <a:pt x="2220674" y="2229503"/>
                </a:moveTo>
                <a:lnTo>
                  <a:pt x="2253972" y="2225573"/>
                </a:lnTo>
                <a:moveTo>
                  <a:pt x="2538736" y="2207229"/>
                </a:moveTo>
                <a:lnTo>
                  <a:pt x="2509019" y="2213917"/>
                </a:lnTo>
                <a:lnTo>
                  <a:pt x="2483575" y="2220476"/>
                </a:lnTo>
                <a:lnTo>
                  <a:pt x="2484505" y="2224354"/>
                </a:lnTo>
                <a:lnTo>
                  <a:pt x="2473649" y="2229107"/>
                </a:lnTo>
                <a:lnTo>
                  <a:pt x="2458794" y="2235720"/>
                </a:lnTo>
                <a:lnTo>
                  <a:pt x="2446369" y="2239300"/>
                </a:lnTo>
                <a:lnTo>
                  <a:pt x="2424186" y="2244495"/>
                </a:lnTo>
                <a:moveTo>
                  <a:pt x="2251694" y="2116827"/>
                </a:moveTo>
                <a:lnTo>
                  <a:pt x="2243162" y="2023942"/>
                </a:lnTo>
                <a:moveTo>
                  <a:pt x="2259731" y="2218031"/>
                </a:moveTo>
                <a:lnTo>
                  <a:pt x="2257400" y="2202529"/>
                </a:lnTo>
                <a:lnTo>
                  <a:pt x="2254856" y="2185624"/>
                </a:lnTo>
                <a:lnTo>
                  <a:pt x="2254345" y="2182166"/>
                </a:lnTo>
                <a:lnTo>
                  <a:pt x="2253911" y="2169673"/>
                </a:lnTo>
                <a:lnTo>
                  <a:pt x="2253256" y="2150689"/>
                </a:lnTo>
                <a:lnTo>
                  <a:pt x="2252479" y="2128346"/>
                </a:lnTo>
                <a:moveTo>
                  <a:pt x="2604684" y="1349325"/>
                </a:moveTo>
                <a:lnTo>
                  <a:pt x="2611799" y="1427851"/>
                </a:lnTo>
                <a:moveTo>
                  <a:pt x="2665208" y="2660097"/>
                </a:moveTo>
                <a:lnTo>
                  <a:pt x="2658009" y="2604806"/>
                </a:lnTo>
                <a:lnTo>
                  <a:pt x="2642339" y="2475813"/>
                </a:lnTo>
                <a:moveTo>
                  <a:pt x="2423912" y="445844"/>
                </a:moveTo>
                <a:lnTo>
                  <a:pt x="2451153" y="444161"/>
                </a:lnTo>
                <a:lnTo>
                  <a:pt x="2498445" y="439354"/>
                </a:lnTo>
                <a:moveTo>
                  <a:pt x="2292541" y="462322"/>
                </a:moveTo>
                <a:lnTo>
                  <a:pt x="2347474" y="458444"/>
                </a:lnTo>
                <a:lnTo>
                  <a:pt x="2413582" y="447056"/>
                </a:lnTo>
                <a:moveTo>
                  <a:pt x="2179842" y="701043"/>
                </a:moveTo>
                <a:lnTo>
                  <a:pt x="2130920" y="709545"/>
                </a:lnTo>
                <a:lnTo>
                  <a:pt x="2103618" y="713415"/>
                </a:lnTo>
                <a:lnTo>
                  <a:pt x="2078608" y="716462"/>
                </a:lnTo>
                <a:lnTo>
                  <a:pt x="2042972" y="719829"/>
                </a:lnTo>
                <a:moveTo>
                  <a:pt x="2312036" y="679165"/>
                </a:moveTo>
                <a:lnTo>
                  <a:pt x="2272110" y="685610"/>
                </a:lnTo>
                <a:lnTo>
                  <a:pt x="2190683" y="699192"/>
                </a:lnTo>
                <a:moveTo>
                  <a:pt x="2643932" y="424400"/>
                </a:moveTo>
                <a:lnTo>
                  <a:pt x="2616096" y="430212"/>
                </a:lnTo>
                <a:lnTo>
                  <a:pt x="2571067" y="436779"/>
                </a:lnTo>
                <a:lnTo>
                  <a:pt x="2521314" y="441693"/>
                </a:lnTo>
                <a:moveTo>
                  <a:pt x="2718130" y="408898"/>
                </a:moveTo>
                <a:lnTo>
                  <a:pt x="2654696" y="422145"/>
                </a:lnTo>
                <a:moveTo>
                  <a:pt x="2503374" y="655481"/>
                </a:moveTo>
                <a:lnTo>
                  <a:pt x="2441981" y="662360"/>
                </a:lnTo>
                <a:lnTo>
                  <a:pt x="2384406" y="668645"/>
                </a:lnTo>
                <a:lnTo>
                  <a:pt x="2323082" y="677481"/>
                </a:lnTo>
                <a:moveTo>
                  <a:pt x="2628978" y="1497714"/>
                </a:moveTo>
                <a:lnTo>
                  <a:pt x="2618419" y="1426959"/>
                </a:lnTo>
                <a:moveTo>
                  <a:pt x="2649226" y="1665285"/>
                </a:moveTo>
                <a:lnTo>
                  <a:pt x="2640481" y="1577702"/>
                </a:lnTo>
                <a:lnTo>
                  <a:pt x="2630867" y="1513133"/>
                </a:lnTo>
                <a:lnTo>
                  <a:pt x="2630364" y="1508501"/>
                </a:lnTo>
                <a:moveTo>
                  <a:pt x="2875591" y="1477763"/>
                </a:moveTo>
                <a:lnTo>
                  <a:pt x="2764096" y="1489357"/>
                </a:lnTo>
                <a:lnTo>
                  <a:pt x="2752365" y="1490226"/>
                </a:lnTo>
                <a:lnTo>
                  <a:pt x="2695627" y="1494240"/>
                </a:lnTo>
                <a:lnTo>
                  <a:pt x="2633838" y="1501386"/>
                </a:lnTo>
                <a:moveTo>
                  <a:pt x="2724277" y="474282"/>
                </a:moveTo>
                <a:lnTo>
                  <a:pt x="2663959" y="485054"/>
                </a:lnTo>
                <a:lnTo>
                  <a:pt x="2633068" y="489655"/>
                </a:lnTo>
                <a:lnTo>
                  <a:pt x="2575142" y="498598"/>
                </a:lnTo>
                <a:lnTo>
                  <a:pt x="2539254" y="503626"/>
                </a:lnTo>
                <a:lnTo>
                  <a:pt x="2524437" y="505264"/>
                </a:lnTo>
                <a:moveTo>
                  <a:pt x="2599100" y="1343970"/>
                </a:moveTo>
                <a:lnTo>
                  <a:pt x="2590180" y="1347124"/>
                </a:lnTo>
                <a:moveTo>
                  <a:pt x="2751039" y="1320667"/>
                </a:moveTo>
                <a:lnTo>
                  <a:pt x="2714146" y="1324834"/>
                </a:lnTo>
                <a:lnTo>
                  <a:pt x="2651847" y="1333374"/>
                </a:lnTo>
                <a:lnTo>
                  <a:pt x="2610314" y="1340915"/>
                </a:lnTo>
                <a:moveTo>
                  <a:pt x="2673375" y="2070343"/>
                </a:moveTo>
                <a:lnTo>
                  <a:pt x="2676650" y="2089723"/>
                </a:lnTo>
                <a:lnTo>
                  <a:pt x="2678037" y="2100312"/>
                </a:lnTo>
                <a:lnTo>
                  <a:pt x="2665978" y="2124369"/>
                </a:lnTo>
                <a:lnTo>
                  <a:pt x="2656722" y="2130974"/>
                </a:lnTo>
                <a:lnTo>
                  <a:pt x="2657811" y="2146507"/>
                </a:lnTo>
                <a:lnTo>
                  <a:pt x="2659327" y="2166542"/>
                </a:lnTo>
                <a:lnTo>
                  <a:pt x="2663182" y="2191627"/>
                </a:lnTo>
                <a:lnTo>
                  <a:pt x="2666808" y="2215167"/>
                </a:lnTo>
                <a:lnTo>
                  <a:pt x="2667631" y="2232901"/>
                </a:lnTo>
                <a:lnTo>
                  <a:pt x="2668812" y="2257872"/>
                </a:lnTo>
                <a:lnTo>
                  <a:pt x="2624117" y="2254482"/>
                </a:lnTo>
                <a:lnTo>
                  <a:pt x="2588946" y="2251824"/>
                </a:lnTo>
                <a:lnTo>
                  <a:pt x="2560508" y="2257492"/>
                </a:lnTo>
                <a:moveTo>
                  <a:pt x="2659982" y="1976308"/>
                </a:moveTo>
                <a:lnTo>
                  <a:pt x="2662321" y="1994591"/>
                </a:lnTo>
                <a:lnTo>
                  <a:pt x="2667768" y="2037060"/>
                </a:lnTo>
                <a:lnTo>
                  <a:pt x="2671554" y="2059518"/>
                </a:lnTo>
                <a:moveTo>
                  <a:pt x="2527088" y="721345"/>
                </a:moveTo>
                <a:lnTo>
                  <a:pt x="2517658" y="722534"/>
                </a:lnTo>
                <a:moveTo>
                  <a:pt x="580346" y="310764"/>
                </a:moveTo>
                <a:lnTo>
                  <a:pt x="583568" y="325802"/>
                </a:lnTo>
                <a:lnTo>
                  <a:pt x="585244" y="341068"/>
                </a:lnTo>
                <a:lnTo>
                  <a:pt x="587225" y="355032"/>
                </a:lnTo>
                <a:moveTo>
                  <a:pt x="801089" y="455839"/>
                </a:moveTo>
                <a:lnTo>
                  <a:pt x="802194" y="463129"/>
                </a:lnTo>
                <a:lnTo>
                  <a:pt x="808471" y="504030"/>
                </a:lnTo>
                <a:moveTo>
                  <a:pt x="804776" y="508646"/>
                </a:moveTo>
                <a:lnTo>
                  <a:pt x="732825" y="513575"/>
                </a:lnTo>
                <a:moveTo>
                  <a:pt x="856951" y="476301"/>
                </a:moveTo>
                <a:lnTo>
                  <a:pt x="858383" y="507184"/>
                </a:lnTo>
                <a:lnTo>
                  <a:pt x="815700" y="508143"/>
                </a:lnTo>
                <a:moveTo>
                  <a:pt x="710071" y="472027"/>
                </a:moveTo>
                <a:lnTo>
                  <a:pt x="711739" y="480658"/>
                </a:lnTo>
                <a:lnTo>
                  <a:pt x="712745" y="495642"/>
                </a:lnTo>
                <a:lnTo>
                  <a:pt x="710322" y="504365"/>
                </a:lnTo>
                <a:lnTo>
                  <a:pt x="715693" y="549539"/>
                </a:lnTo>
                <a:moveTo>
                  <a:pt x="2571082" y="2369558"/>
                </a:moveTo>
                <a:lnTo>
                  <a:pt x="2571577" y="2373055"/>
                </a:lnTo>
                <a:lnTo>
                  <a:pt x="2585083" y="2462832"/>
                </a:lnTo>
                <a:moveTo>
                  <a:pt x="2555107" y="2265399"/>
                </a:moveTo>
                <a:lnTo>
                  <a:pt x="2563121" y="2312797"/>
                </a:lnTo>
                <a:lnTo>
                  <a:pt x="2569558" y="2358695"/>
                </a:lnTo>
                <a:moveTo>
                  <a:pt x="2544328" y="2212858"/>
                </a:moveTo>
                <a:lnTo>
                  <a:pt x="2553058" y="2254574"/>
                </a:lnTo>
                <a:moveTo>
                  <a:pt x="2536725" y="2178098"/>
                </a:moveTo>
                <a:lnTo>
                  <a:pt x="2542020" y="2202125"/>
                </a:lnTo>
                <a:moveTo>
                  <a:pt x="2519920" y="2091795"/>
                </a:moveTo>
                <a:lnTo>
                  <a:pt x="2534516" y="2167387"/>
                </a:lnTo>
                <a:moveTo>
                  <a:pt x="2502673" y="1990370"/>
                </a:moveTo>
                <a:lnTo>
                  <a:pt x="2518046" y="2080985"/>
                </a:lnTo>
                <a:moveTo>
                  <a:pt x="2689228" y="1078791"/>
                </a:moveTo>
                <a:lnTo>
                  <a:pt x="2821261" y="1064218"/>
                </a:lnTo>
                <a:moveTo>
                  <a:pt x="2675157" y="1017528"/>
                </a:moveTo>
                <a:lnTo>
                  <a:pt x="2681808" y="1072903"/>
                </a:lnTo>
                <a:moveTo>
                  <a:pt x="2665924" y="952190"/>
                </a:moveTo>
                <a:lnTo>
                  <a:pt x="2673718" y="1006627"/>
                </a:lnTo>
                <a:moveTo>
                  <a:pt x="1095551" y="1566169"/>
                </a:moveTo>
                <a:lnTo>
                  <a:pt x="1097288" y="1588352"/>
                </a:lnTo>
                <a:lnTo>
                  <a:pt x="1100472" y="1661004"/>
                </a:lnTo>
                <a:lnTo>
                  <a:pt x="1100632" y="1669193"/>
                </a:lnTo>
                <a:lnTo>
                  <a:pt x="1102156" y="1704243"/>
                </a:lnTo>
                <a:lnTo>
                  <a:pt x="1107054" y="1813201"/>
                </a:lnTo>
                <a:moveTo>
                  <a:pt x="1082532" y="1494408"/>
                </a:moveTo>
                <a:lnTo>
                  <a:pt x="1088619" y="1523249"/>
                </a:lnTo>
                <a:lnTo>
                  <a:pt x="1092816" y="1544214"/>
                </a:lnTo>
                <a:lnTo>
                  <a:pt x="1094195" y="1555290"/>
                </a:lnTo>
                <a:moveTo>
                  <a:pt x="1065971" y="1415852"/>
                </a:moveTo>
                <a:lnTo>
                  <a:pt x="1080163" y="1483156"/>
                </a:lnTo>
                <a:moveTo>
                  <a:pt x="1402750" y="1409591"/>
                </a:moveTo>
                <a:lnTo>
                  <a:pt x="1400853" y="1386630"/>
                </a:lnTo>
                <a:moveTo>
                  <a:pt x="1434600" y="1582875"/>
                </a:moveTo>
                <a:lnTo>
                  <a:pt x="1404243" y="1420583"/>
                </a:lnTo>
                <a:moveTo>
                  <a:pt x="861209" y="1348457"/>
                </a:moveTo>
                <a:lnTo>
                  <a:pt x="866481" y="1411061"/>
                </a:lnTo>
                <a:moveTo>
                  <a:pt x="355245" y="626152"/>
                </a:moveTo>
                <a:lnTo>
                  <a:pt x="365483" y="744709"/>
                </a:lnTo>
                <a:lnTo>
                  <a:pt x="495338" y="737015"/>
                </a:lnTo>
                <a:moveTo>
                  <a:pt x="950986" y="720987"/>
                </a:moveTo>
                <a:lnTo>
                  <a:pt x="950925" y="720614"/>
                </a:lnTo>
                <a:lnTo>
                  <a:pt x="946332" y="654742"/>
                </a:lnTo>
                <a:lnTo>
                  <a:pt x="944542" y="612516"/>
                </a:lnTo>
                <a:lnTo>
                  <a:pt x="943605" y="584452"/>
                </a:lnTo>
                <a:lnTo>
                  <a:pt x="945402" y="579302"/>
                </a:lnTo>
                <a:moveTo>
                  <a:pt x="965689" y="806125"/>
                </a:moveTo>
                <a:lnTo>
                  <a:pt x="952853" y="731820"/>
                </a:lnTo>
                <a:moveTo>
                  <a:pt x="986844" y="911168"/>
                </a:moveTo>
                <a:lnTo>
                  <a:pt x="983553" y="900297"/>
                </a:lnTo>
                <a:lnTo>
                  <a:pt x="967654" y="817529"/>
                </a:lnTo>
                <a:lnTo>
                  <a:pt x="967555" y="816934"/>
                </a:lnTo>
                <a:moveTo>
                  <a:pt x="745517" y="1510291"/>
                </a:moveTo>
                <a:lnTo>
                  <a:pt x="741441" y="1443086"/>
                </a:lnTo>
                <a:moveTo>
                  <a:pt x="746895" y="1531484"/>
                </a:moveTo>
                <a:lnTo>
                  <a:pt x="746210" y="1521246"/>
                </a:lnTo>
                <a:moveTo>
                  <a:pt x="783560" y="1584619"/>
                </a:moveTo>
                <a:lnTo>
                  <a:pt x="779294" y="1533092"/>
                </a:lnTo>
                <a:lnTo>
                  <a:pt x="751451" y="1535407"/>
                </a:lnTo>
                <a:moveTo>
                  <a:pt x="754986" y="1613849"/>
                </a:moveTo>
                <a:lnTo>
                  <a:pt x="785815" y="1611800"/>
                </a:lnTo>
                <a:lnTo>
                  <a:pt x="784467" y="1595551"/>
                </a:lnTo>
                <a:moveTo>
                  <a:pt x="756448" y="1682235"/>
                </a:moveTo>
                <a:lnTo>
                  <a:pt x="751062" y="1618412"/>
                </a:lnTo>
                <a:moveTo>
                  <a:pt x="770778" y="1852319"/>
                </a:moveTo>
                <a:lnTo>
                  <a:pt x="757370" y="1693159"/>
                </a:lnTo>
                <a:moveTo>
                  <a:pt x="1082319" y="1836154"/>
                </a:moveTo>
                <a:lnTo>
                  <a:pt x="1096983" y="1951169"/>
                </a:lnTo>
                <a:lnTo>
                  <a:pt x="1158284" y="1942934"/>
                </a:lnTo>
                <a:lnTo>
                  <a:pt x="1185503" y="1957781"/>
                </a:lnTo>
                <a:lnTo>
                  <a:pt x="1196488" y="2021291"/>
                </a:lnTo>
                <a:moveTo>
                  <a:pt x="1204243" y="2026837"/>
                </a:moveTo>
                <a:lnTo>
                  <a:pt x="1246255" y="2019638"/>
                </a:lnTo>
                <a:lnTo>
                  <a:pt x="1268073" y="2016972"/>
                </a:lnTo>
                <a:lnTo>
                  <a:pt x="1386668" y="2005035"/>
                </a:lnTo>
                <a:moveTo>
                  <a:pt x="1127805" y="2039437"/>
                </a:moveTo>
                <a:lnTo>
                  <a:pt x="1191475" y="2028803"/>
                </a:lnTo>
                <a:lnTo>
                  <a:pt x="1193296" y="2028544"/>
                </a:lnTo>
                <a:moveTo>
                  <a:pt x="1019738" y="2056684"/>
                </a:moveTo>
                <a:lnTo>
                  <a:pt x="1116988" y="2041197"/>
                </a:lnTo>
                <a:moveTo>
                  <a:pt x="1431743" y="2335796"/>
                </a:moveTo>
                <a:lnTo>
                  <a:pt x="1427340" y="2330715"/>
                </a:lnTo>
                <a:lnTo>
                  <a:pt x="1424986" y="2325184"/>
                </a:lnTo>
                <a:lnTo>
                  <a:pt x="1422678" y="2307503"/>
                </a:lnTo>
                <a:lnTo>
                  <a:pt x="1420850" y="2284223"/>
                </a:lnTo>
                <a:lnTo>
                  <a:pt x="1418168" y="2263982"/>
                </a:lnTo>
                <a:lnTo>
                  <a:pt x="1405233" y="2176635"/>
                </a:lnTo>
                <a:lnTo>
                  <a:pt x="1400876" y="2170373"/>
                </a:lnTo>
                <a:moveTo>
                  <a:pt x="1894073" y="2369817"/>
                </a:moveTo>
                <a:lnTo>
                  <a:pt x="1955107" y="2361925"/>
                </a:lnTo>
                <a:lnTo>
                  <a:pt x="1971448" y="2357644"/>
                </a:lnTo>
                <a:moveTo>
                  <a:pt x="1799710" y="2384878"/>
                </a:moveTo>
                <a:lnTo>
                  <a:pt x="1813125" y="2382524"/>
                </a:lnTo>
                <a:lnTo>
                  <a:pt x="1883187" y="2371227"/>
                </a:lnTo>
                <a:moveTo>
                  <a:pt x="1451047" y="2495002"/>
                </a:moveTo>
                <a:lnTo>
                  <a:pt x="1462230" y="2493524"/>
                </a:lnTo>
                <a:lnTo>
                  <a:pt x="1534326" y="2477344"/>
                </a:lnTo>
                <a:lnTo>
                  <a:pt x="1537312" y="2473177"/>
                </a:lnTo>
                <a:lnTo>
                  <a:pt x="1593319" y="2463601"/>
                </a:lnTo>
                <a:lnTo>
                  <a:pt x="1586805" y="2426700"/>
                </a:lnTo>
                <a:lnTo>
                  <a:pt x="1647855" y="2413003"/>
                </a:lnTo>
                <a:lnTo>
                  <a:pt x="1674822" y="2407206"/>
                </a:lnTo>
                <a:lnTo>
                  <a:pt x="1782265" y="2387948"/>
                </a:lnTo>
                <a:lnTo>
                  <a:pt x="1788900" y="2386782"/>
                </a:lnTo>
                <a:moveTo>
                  <a:pt x="447665" y="2844610"/>
                </a:moveTo>
                <a:lnTo>
                  <a:pt x="432703" y="2819227"/>
                </a:lnTo>
                <a:lnTo>
                  <a:pt x="417041" y="2788709"/>
                </a:lnTo>
                <a:lnTo>
                  <a:pt x="397669" y="2749561"/>
                </a:lnTo>
                <a:lnTo>
                  <a:pt x="380955" y="2713590"/>
                </a:lnTo>
                <a:lnTo>
                  <a:pt x="367304" y="2680833"/>
                </a:lnTo>
                <a:lnTo>
                  <a:pt x="357843" y="2649980"/>
                </a:lnTo>
                <a:lnTo>
                  <a:pt x="345166" y="2625184"/>
                </a:lnTo>
                <a:moveTo>
                  <a:pt x="516020" y="2947413"/>
                </a:moveTo>
                <a:lnTo>
                  <a:pt x="501622" y="2928071"/>
                </a:lnTo>
                <a:lnTo>
                  <a:pt x="453919" y="2854703"/>
                </a:lnTo>
                <a:moveTo>
                  <a:pt x="315380" y="2633853"/>
                </a:moveTo>
                <a:lnTo>
                  <a:pt x="322130" y="2541044"/>
                </a:lnTo>
                <a:moveTo>
                  <a:pt x="2385769" y="1029070"/>
                </a:moveTo>
                <a:lnTo>
                  <a:pt x="2480193" y="1024133"/>
                </a:lnTo>
                <a:lnTo>
                  <a:pt x="2546644" y="1023349"/>
                </a:lnTo>
                <a:moveTo>
                  <a:pt x="711708" y="1541608"/>
                </a:moveTo>
                <a:lnTo>
                  <a:pt x="740763" y="1538813"/>
                </a:lnTo>
                <a:moveTo>
                  <a:pt x="743864" y="1612165"/>
                </a:moveTo>
                <a:lnTo>
                  <a:pt x="718039" y="1613971"/>
                </a:lnTo>
                <a:lnTo>
                  <a:pt x="712562" y="1551367"/>
                </a:lnTo>
                <a:moveTo>
                  <a:pt x="1484745" y="825847"/>
                </a:moveTo>
                <a:lnTo>
                  <a:pt x="1391506" y="830784"/>
                </a:lnTo>
                <a:lnTo>
                  <a:pt x="1383591" y="831054"/>
                </a:lnTo>
                <a:lnTo>
                  <a:pt x="1377595" y="831519"/>
                </a:lnTo>
                <a:lnTo>
                  <a:pt x="1372709" y="832056"/>
                </a:lnTo>
                <a:lnTo>
                  <a:pt x="1369280" y="832799"/>
                </a:lnTo>
                <a:lnTo>
                  <a:pt x="1366591" y="833511"/>
                </a:lnTo>
                <a:moveTo>
                  <a:pt x="630334" y="474922"/>
                </a:moveTo>
                <a:lnTo>
                  <a:pt x="629953" y="472393"/>
                </a:lnTo>
                <a:lnTo>
                  <a:pt x="614139" y="369368"/>
                </a:lnTo>
                <a:lnTo>
                  <a:pt x="618831" y="368614"/>
                </a:lnTo>
                <a:lnTo>
                  <a:pt x="618344" y="361850"/>
                </a:lnTo>
                <a:moveTo>
                  <a:pt x="1124636" y="2449196"/>
                </a:moveTo>
                <a:lnTo>
                  <a:pt x="1105302" y="2415989"/>
                </a:lnTo>
                <a:lnTo>
                  <a:pt x="1102856" y="2345341"/>
                </a:lnTo>
                <a:moveTo>
                  <a:pt x="1160531" y="2510824"/>
                </a:moveTo>
                <a:lnTo>
                  <a:pt x="1130159" y="2458680"/>
                </a:lnTo>
                <a:moveTo>
                  <a:pt x="2465186" y="1719303"/>
                </a:moveTo>
                <a:lnTo>
                  <a:pt x="2464127" y="1713971"/>
                </a:lnTo>
                <a:lnTo>
                  <a:pt x="2462733" y="1706010"/>
                </a:lnTo>
                <a:lnTo>
                  <a:pt x="2462032" y="1701919"/>
                </a:lnTo>
                <a:moveTo>
                  <a:pt x="2482562" y="1831644"/>
                </a:moveTo>
                <a:lnTo>
                  <a:pt x="2467189" y="1730692"/>
                </a:lnTo>
                <a:moveTo>
                  <a:pt x="2503351" y="1978829"/>
                </a:moveTo>
                <a:lnTo>
                  <a:pt x="2486630" y="1859838"/>
                </a:lnTo>
                <a:moveTo>
                  <a:pt x="1467799" y="1679873"/>
                </a:moveTo>
                <a:lnTo>
                  <a:pt x="1467745" y="1677671"/>
                </a:lnTo>
                <a:lnTo>
                  <a:pt x="1469528" y="1657751"/>
                </a:lnTo>
                <a:lnTo>
                  <a:pt x="1475584" y="1635438"/>
                </a:lnTo>
                <a:lnTo>
                  <a:pt x="1480178" y="1619677"/>
                </a:lnTo>
                <a:lnTo>
                  <a:pt x="1479652" y="1616942"/>
                </a:lnTo>
                <a:lnTo>
                  <a:pt x="1477496" y="1614953"/>
                </a:lnTo>
                <a:lnTo>
                  <a:pt x="1455641" y="1605439"/>
                </a:lnTo>
                <a:lnTo>
                  <a:pt x="1445555" y="1598034"/>
                </a:lnTo>
                <a:lnTo>
                  <a:pt x="1441479" y="1592770"/>
                </a:lnTo>
                <a:moveTo>
                  <a:pt x="1468256" y="1698392"/>
                </a:moveTo>
                <a:lnTo>
                  <a:pt x="1468065" y="1690858"/>
                </a:lnTo>
                <a:moveTo>
                  <a:pt x="1475028" y="1765666"/>
                </a:moveTo>
                <a:lnTo>
                  <a:pt x="1469063" y="1709354"/>
                </a:lnTo>
                <a:moveTo>
                  <a:pt x="620225" y="2693113"/>
                </a:moveTo>
                <a:lnTo>
                  <a:pt x="518572" y="2490233"/>
                </a:lnTo>
                <a:moveTo>
                  <a:pt x="717102" y="2839810"/>
                </a:moveTo>
                <a:lnTo>
                  <a:pt x="625916" y="2702955"/>
                </a:lnTo>
                <a:moveTo>
                  <a:pt x="777443" y="321680"/>
                </a:moveTo>
                <a:lnTo>
                  <a:pt x="798674" y="317612"/>
                </a:lnTo>
                <a:lnTo>
                  <a:pt x="835301" y="307564"/>
                </a:lnTo>
                <a:lnTo>
                  <a:pt x="924865" y="288223"/>
                </a:lnTo>
                <a:lnTo>
                  <a:pt x="983598" y="269384"/>
                </a:lnTo>
                <a:lnTo>
                  <a:pt x="1034196" y="263533"/>
                </a:lnTo>
                <a:moveTo>
                  <a:pt x="621977" y="356281"/>
                </a:moveTo>
                <a:lnTo>
                  <a:pt x="669368" y="344953"/>
                </a:lnTo>
                <a:lnTo>
                  <a:pt x="683446" y="339674"/>
                </a:lnTo>
                <a:lnTo>
                  <a:pt x="766626" y="323752"/>
                </a:lnTo>
                <a:moveTo>
                  <a:pt x="594820" y="360714"/>
                </a:moveTo>
                <a:lnTo>
                  <a:pt x="611282" y="358315"/>
                </a:lnTo>
                <a:moveTo>
                  <a:pt x="458970" y="385351"/>
                </a:moveTo>
                <a:lnTo>
                  <a:pt x="540405" y="369528"/>
                </a:lnTo>
                <a:lnTo>
                  <a:pt x="584040" y="362383"/>
                </a:lnTo>
                <a:moveTo>
                  <a:pt x="2364797" y="972461"/>
                </a:moveTo>
                <a:lnTo>
                  <a:pt x="2284154" y="983096"/>
                </a:lnTo>
                <a:lnTo>
                  <a:pt x="2255991" y="984086"/>
                </a:lnTo>
                <a:lnTo>
                  <a:pt x="2244922" y="984474"/>
                </a:lnTo>
                <a:lnTo>
                  <a:pt x="2153523" y="993349"/>
                </a:lnTo>
                <a:lnTo>
                  <a:pt x="2141555" y="996678"/>
                </a:lnTo>
                <a:lnTo>
                  <a:pt x="2076323" y="1005347"/>
                </a:lnTo>
                <a:moveTo>
                  <a:pt x="314702" y="2535163"/>
                </a:moveTo>
                <a:lnTo>
                  <a:pt x="231309" y="2561323"/>
                </a:lnTo>
                <a:lnTo>
                  <a:pt x="210421" y="2503184"/>
                </a:lnTo>
                <a:lnTo>
                  <a:pt x="62314" y="2561323"/>
                </a:lnTo>
                <a:moveTo>
                  <a:pt x="1755496" y="795528"/>
                </a:moveTo>
                <a:lnTo>
                  <a:pt x="1762878" y="795825"/>
                </a:lnTo>
                <a:lnTo>
                  <a:pt x="1784779" y="794881"/>
                </a:lnTo>
                <a:moveTo>
                  <a:pt x="2549714" y="2259556"/>
                </a:moveTo>
                <a:lnTo>
                  <a:pt x="2431301" y="2281191"/>
                </a:lnTo>
                <a:moveTo>
                  <a:pt x="2525832" y="2086561"/>
                </a:moveTo>
                <a:lnTo>
                  <a:pt x="2668339" y="2066770"/>
                </a:lnTo>
                <a:moveTo>
                  <a:pt x="867982" y="1343483"/>
                </a:moveTo>
                <a:lnTo>
                  <a:pt x="1030403" y="1324423"/>
                </a:lnTo>
                <a:moveTo>
                  <a:pt x="1743620" y="1513597"/>
                </a:moveTo>
                <a:lnTo>
                  <a:pt x="1714938" y="1518465"/>
                </a:lnTo>
                <a:moveTo>
                  <a:pt x="322678" y="1812737"/>
                </a:moveTo>
                <a:lnTo>
                  <a:pt x="314687" y="1720355"/>
                </a:lnTo>
                <a:lnTo>
                  <a:pt x="435713" y="1699832"/>
                </a:lnTo>
                <a:lnTo>
                  <a:pt x="377542" y="1474800"/>
                </a:lnTo>
                <a:moveTo>
                  <a:pt x="331081" y="1905705"/>
                </a:moveTo>
                <a:lnTo>
                  <a:pt x="323653" y="1823813"/>
                </a:lnTo>
                <a:moveTo>
                  <a:pt x="479546" y="1887346"/>
                </a:moveTo>
                <a:lnTo>
                  <a:pt x="468797" y="1775180"/>
                </a:lnTo>
                <a:moveTo>
                  <a:pt x="472096" y="1768720"/>
                </a:moveTo>
                <a:lnTo>
                  <a:pt x="530311" y="1748724"/>
                </a:lnTo>
                <a:moveTo>
                  <a:pt x="328224" y="1818130"/>
                </a:moveTo>
                <a:lnTo>
                  <a:pt x="461590" y="1772331"/>
                </a:lnTo>
                <a:moveTo>
                  <a:pt x="535217" y="1741167"/>
                </a:moveTo>
                <a:lnTo>
                  <a:pt x="516706" y="1584916"/>
                </a:lnTo>
                <a:lnTo>
                  <a:pt x="595315" y="1575439"/>
                </a:lnTo>
                <a:moveTo>
                  <a:pt x="614184" y="1784535"/>
                </a:moveTo>
                <a:lnTo>
                  <a:pt x="588489" y="1787003"/>
                </a:lnTo>
                <a:lnTo>
                  <a:pt x="580529" y="1786729"/>
                </a:lnTo>
                <a:lnTo>
                  <a:pt x="571197" y="1785754"/>
                </a:lnTo>
                <a:lnTo>
                  <a:pt x="563556" y="1784543"/>
                </a:lnTo>
                <a:lnTo>
                  <a:pt x="558109" y="1782844"/>
                </a:lnTo>
                <a:lnTo>
                  <a:pt x="550956" y="1777938"/>
                </a:lnTo>
                <a:lnTo>
                  <a:pt x="537762" y="1749904"/>
                </a:lnTo>
                <a:moveTo>
                  <a:pt x="1088344" y="1489068"/>
                </a:moveTo>
                <a:lnTo>
                  <a:pt x="1140001" y="1482280"/>
                </a:lnTo>
                <a:lnTo>
                  <a:pt x="1144290" y="1479515"/>
                </a:lnTo>
                <a:moveTo>
                  <a:pt x="1153256" y="1475980"/>
                </a:moveTo>
                <a:lnTo>
                  <a:pt x="1227592" y="1459929"/>
                </a:lnTo>
                <a:moveTo>
                  <a:pt x="1134082" y="1410078"/>
                </a:moveTo>
                <a:lnTo>
                  <a:pt x="1145349" y="1470716"/>
                </a:lnTo>
                <a:moveTo>
                  <a:pt x="1232619" y="1463228"/>
                </a:moveTo>
                <a:lnTo>
                  <a:pt x="1246019" y="1529595"/>
                </a:lnTo>
                <a:lnTo>
                  <a:pt x="1258505" y="1590911"/>
                </a:lnTo>
                <a:lnTo>
                  <a:pt x="1262824" y="1594355"/>
                </a:lnTo>
                <a:lnTo>
                  <a:pt x="1430006" y="1591498"/>
                </a:lnTo>
                <a:moveTo>
                  <a:pt x="1301394" y="1395497"/>
                </a:moveTo>
                <a:lnTo>
                  <a:pt x="1308585" y="1439536"/>
                </a:lnTo>
                <a:lnTo>
                  <a:pt x="1237777" y="1455206"/>
                </a:lnTo>
                <a:moveTo>
                  <a:pt x="985716" y="2248221"/>
                </a:moveTo>
                <a:lnTo>
                  <a:pt x="1017582" y="2242522"/>
                </a:lnTo>
                <a:lnTo>
                  <a:pt x="1036284" y="2242926"/>
                </a:lnTo>
                <a:lnTo>
                  <a:pt x="1145166" y="2220438"/>
                </a:lnTo>
                <a:moveTo>
                  <a:pt x="1140801" y="2136839"/>
                </a:moveTo>
                <a:lnTo>
                  <a:pt x="1140298" y="2133975"/>
                </a:lnTo>
                <a:lnTo>
                  <a:pt x="1137563" y="2118762"/>
                </a:lnTo>
                <a:lnTo>
                  <a:pt x="1124331" y="2044351"/>
                </a:lnTo>
                <a:moveTo>
                  <a:pt x="1150925" y="2212691"/>
                </a:moveTo>
                <a:lnTo>
                  <a:pt x="1142454" y="2147634"/>
                </a:lnTo>
                <a:moveTo>
                  <a:pt x="1164013" y="2295482"/>
                </a:moveTo>
                <a:lnTo>
                  <a:pt x="1152487" y="2223447"/>
                </a:lnTo>
                <a:moveTo>
                  <a:pt x="1392686" y="1997661"/>
                </a:moveTo>
                <a:lnTo>
                  <a:pt x="1385480" y="1921642"/>
                </a:lnTo>
                <a:lnTo>
                  <a:pt x="1410764" y="1917140"/>
                </a:lnTo>
                <a:lnTo>
                  <a:pt x="1408364" y="1902407"/>
                </a:lnTo>
                <a:lnTo>
                  <a:pt x="1452670" y="1896015"/>
                </a:lnTo>
                <a:lnTo>
                  <a:pt x="1449661" y="1875973"/>
                </a:lnTo>
                <a:moveTo>
                  <a:pt x="1474007" y="1783598"/>
                </a:moveTo>
                <a:lnTo>
                  <a:pt x="1483682" y="1861362"/>
                </a:lnTo>
                <a:moveTo>
                  <a:pt x="1384703" y="1777321"/>
                </a:moveTo>
                <a:lnTo>
                  <a:pt x="1371951" y="1697905"/>
                </a:lnTo>
                <a:lnTo>
                  <a:pt x="1461164" y="1687064"/>
                </a:lnTo>
                <a:moveTo>
                  <a:pt x="1441974" y="1869642"/>
                </a:moveTo>
                <a:lnTo>
                  <a:pt x="1399763" y="1875424"/>
                </a:lnTo>
                <a:lnTo>
                  <a:pt x="1387796" y="1795223"/>
                </a:lnTo>
                <a:moveTo>
                  <a:pt x="1480033" y="1866321"/>
                </a:moveTo>
                <a:lnTo>
                  <a:pt x="1457789" y="1869688"/>
                </a:lnTo>
                <a:lnTo>
                  <a:pt x="1453736" y="1869368"/>
                </a:lnTo>
                <a:moveTo>
                  <a:pt x="1568180" y="1879584"/>
                </a:moveTo>
                <a:lnTo>
                  <a:pt x="1562672" y="1853789"/>
                </a:lnTo>
                <a:lnTo>
                  <a:pt x="1490881" y="1864683"/>
                </a:lnTo>
                <a:moveTo>
                  <a:pt x="998827" y="2364995"/>
                </a:moveTo>
                <a:lnTo>
                  <a:pt x="981808" y="2253218"/>
                </a:lnTo>
                <a:moveTo>
                  <a:pt x="1427287" y="2392275"/>
                </a:moveTo>
                <a:lnTo>
                  <a:pt x="1406498" y="2371440"/>
                </a:lnTo>
                <a:lnTo>
                  <a:pt x="1405256" y="2370290"/>
                </a:lnTo>
                <a:lnTo>
                  <a:pt x="1431370" y="2345265"/>
                </a:lnTo>
                <a:moveTo>
                  <a:pt x="1446050" y="2488862"/>
                </a:moveTo>
                <a:lnTo>
                  <a:pt x="1439354" y="2416980"/>
                </a:lnTo>
                <a:lnTo>
                  <a:pt x="1433846" y="2400738"/>
                </a:lnTo>
                <a:moveTo>
                  <a:pt x="2109438" y="1308105"/>
                </a:moveTo>
                <a:lnTo>
                  <a:pt x="2091947" y="1181153"/>
                </a:lnTo>
                <a:lnTo>
                  <a:pt x="2086965" y="1140649"/>
                </a:lnTo>
                <a:moveTo>
                  <a:pt x="2399679" y="1111922"/>
                </a:moveTo>
                <a:lnTo>
                  <a:pt x="2436436" y="1108372"/>
                </a:lnTo>
                <a:lnTo>
                  <a:pt x="2474906" y="1104517"/>
                </a:lnTo>
                <a:lnTo>
                  <a:pt x="2491582" y="1102986"/>
                </a:lnTo>
                <a:lnTo>
                  <a:pt x="2511159" y="1100495"/>
                </a:lnTo>
                <a:lnTo>
                  <a:pt x="2555595" y="1094987"/>
                </a:lnTo>
                <a:lnTo>
                  <a:pt x="2574548" y="1092633"/>
                </a:lnTo>
                <a:lnTo>
                  <a:pt x="2673984" y="1079294"/>
                </a:lnTo>
                <a:moveTo>
                  <a:pt x="1600830" y="2196594"/>
                </a:moveTo>
                <a:lnTo>
                  <a:pt x="1600601" y="2196320"/>
                </a:lnTo>
                <a:lnTo>
                  <a:pt x="1582707" y="2169825"/>
                </a:lnTo>
                <a:lnTo>
                  <a:pt x="1571691" y="2154391"/>
                </a:lnTo>
                <a:lnTo>
                  <a:pt x="1568218" y="2150765"/>
                </a:lnTo>
                <a:lnTo>
                  <a:pt x="1567136" y="2149561"/>
                </a:lnTo>
                <a:lnTo>
                  <a:pt x="1564477" y="2146575"/>
                </a:lnTo>
                <a:lnTo>
                  <a:pt x="1559206" y="2142233"/>
                </a:lnTo>
                <a:lnTo>
                  <a:pt x="1553119" y="2139658"/>
                </a:lnTo>
                <a:lnTo>
                  <a:pt x="1545974" y="2138493"/>
                </a:lnTo>
                <a:lnTo>
                  <a:pt x="1538135" y="2138713"/>
                </a:lnTo>
                <a:lnTo>
                  <a:pt x="1531614" y="2139171"/>
                </a:lnTo>
                <a:lnTo>
                  <a:pt x="1487270" y="2147299"/>
                </a:lnTo>
                <a:lnTo>
                  <a:pt x="1448830" y="2148822"/>
                </a:lnTo>
                <a:lnTo>
                  <a:pt x="1447185" y="2152273"/>
                </a:lnTo>
                <a:moveTo>
                  <a:pt x="1434829" y="2157065"/>
                </a:moveTo>
                <a:lnTo>
                  <a:pt x="1430883" y="2154490"/>
                </a:lnTo>
                <a:lnTo>
                  <a:pt x="1423158" y="2144335"/>
                </a:lnTo>
                <a:moveTo>
                  <a:pt x="1873047" y="1972171"/>
                </a:moveTo>
                <a:lnTo>
                  <a:pt x="1890157" y="2045752"/>
                </a:lnTo>
                <a:moveTo>
                  <a:pt x="1608554" y="2200114"/>
                </a:moveTo>
                <a:lnTo>
                  <a:pt x="1645562" y="2177389"/>
                </a:lnTo>
                <a:lnTo>
                  <a:pt x="1690378" y="2150986"/>
                </a:lnTo>
                <a:lnTo>
                  <a:pt x="1718153" y="2136611"/>
                </a:lnTo>
                <a:lnTo>
                  <a:pt x="1731979" y="2130928"/>
                </a:lnTo>
                <a:lnTo>
                  <a:pt x="1733130" y="2130387"/>
                </a:lnTo>
                <a:moveTo>
                  <a:pt x="1439300" y="2338127"/>
                </a:moveTo>
                <a:lnTo>
                  <a:pt x="1458688" y="2321733"/>
                </a:lnTo>
                <a:lnTo>
                  <a:pt x="1501409" y="2281313"/>
                </a:lnTo>
                <a:lnTo>
                  <a:pt x="1514039" y="2270503"/>
                </a:lnTo>
                <a:lnTo>
                  <a:pt x="1552091" y="2242736"/>
                </a:lnTo>
                <a:lnTo>
                  <a:pt x="1555001" y="2236093"/>
                </a:lnTo>
                <a:lnTo>
                  <a:pt x="1571592" y="2225039"/>
                </a:lnTo>
                <a:lnTo>
                  <a:pt x="1599482" y="2206010"/>
                </a:lnTo>
                <a:moveTo>
                  <a:pt x="1898293" y="2050643"/>
                </a:moveTo>
                <a:lnTo>
                  <a:pt x="1926830" y="2043002"/>
                </a:lnTo>
                <a:lnTo>
                  <a:pt x="1924194" y="2030959"/>
                </a:lnTo>
                <a:lnTo>
                  <a:pt x="1907716" y="1960173"/>
                </a:lnTo>
                <a:lnTo>
                  <a:pt x="1899855" y="1961986"/>
                </a:lnTo>
                <a:moveTo>
                  <a:pt x="1743071" y="2125740"/>
                </a:moveTo>
                <a:lnTo>
                  <a:pt x="1759884" y="2117886"/>
                </a:lnTo>
                <a:lnTo>
                  <a:pt x="1782859" y="2109278"/>
                </a:lnTo>
                <a:lnTo>
                  <a:pt x="1798468" y="2101538"/>
                </a:lnTo>
                <a:lnTo>
                  <a:pt x="1821208" y="2089395"/>
                </a:lnTo>
                <a:lnTo>
                  <a:pt x="1837426" y="2077351"/>
                </a:lnTo>
                <a:lnTo>
                  <a:pt x="1853599" y="2069078"/>
                </a:lnTo>
                <a:lnTo>
                  <a:pt x="1868690" y="2063601"/>
                </a:lnTo>
                <a:lnTo>
                  <a:pt x="1884070" y="2056174"/>
                </a:lnTo>
                <a:lnTo>
                  <a:pt x="1888542" y="2054117"/>
                </a:lnTo>
                <a:moveTo>
                  <a:pt x="2587475" y="2483438"/>
                </a:moveTo>
                <a:lnTo>
                  <a:pt x="2593783" y="2543924"/>
                </a:lnTo>
                <a:lnTo>
                  <a:pt x="2601782" y="2622358"/>
                </a:lnTo>
                <a:lnTo>
                  <a:pt x="2605027" y="2654155"/>
                </a:lnTo>
                <a:lnTo>
                  <a:pt x="2606558" y="2667707"/>
                </a:lnTo>
                <a:moveTo>
                  <a:pt x="1876811" y="2944579"/>
                </a:moveTo>
                <a:lnTo>
                  <a:pt x="1872895" y="2927698"/>
                </a:lnTo>
                <a:lnTo>
                  <a:pt x="1871493" y="2917764"/>
                </a:lnTo>
                <a:lnTo>
                  <a:pt x="1872133" y="2905857"/>
                </a:lnTo>
                <a:lnTo>
                  <a:pt x="1875996" y="2894217"/>
                </a:lnTo>
                <a:lnTo>
                  <a:pt x="1879523" y="2888283"/>
                </a:lnTo>
                <a:lnTo>
                  <a:pt x="1886539" y="2879378"/>
                </a:lnTo>
                <a:lnTo>
                  <a:pt x="1897204" y="2872940"/>
                </a:lnTo>
                <a:lnTo>
                  <a:pt x="1910824" y="2864401"/>
                </a:lnTo>
                <a:lnTo>
                  <a:pt x="1916485" y="2856813"/>
                </a:lnTo>
                <a:lnTo>
                  <a:pt x="1920134" y="2846103"/>
                </a:lnTo>
                <a:lnTo>
                  <a:pt x="1921528" y="2827233"/>
                </a:lnTo>
                <a:lnTo>
                  <a:pt x="1923264" y="2814519"/>
                </a:lnTo>
                <a:lnTo>
                  <a:pt x="1924681" y="2804181"/>
                </a:lnTo>
                <a:moveTo>
                  <a:pt x="1702483" y="2824696"/>
                </a:moveTo>
                <a:lnTo>
                  <a:pt x="1635956" y="2832589"/>
                </a:lnTo>
                <a:moveTo>
                  <a:pt x="1918008" y="2797318"/>
                </a:moveTo>
                <a:lnTo>
                  <a:pt x="1713399" y="2823356"/>
                </a:lnTo>
                <a:moveTo>
                  <a:pt x="1631568" y="2824194"/>
                </a:moveTo>
                <a:lnTo>
                  <a:pt x="1630669" y="2817010"/>
                </a:lnTo>
                <a:lnTo>
                  <a:pt x="1558558" y="2825412"/>
                </a:lnTo>
                <a:lnTo>
                  <a:pt x="1548708" y="2749660"/>
                </a:lnTo>
                <a:lnTo>
                  <a:pt x="1539095" y="2699215"/>
                </a:lnTo>
                <a:lnTo>
                  <a:pt x="1535187" y="2682760"/>
                </a:lnTo>
                <a:moveTo>
                  <a:pt x="1634912" y="2833228"/>
                </a:moveTo>
                <a:lnTo>
                  <a:pt x="1632520" y="2828521"/>
                </a:lnTo>
                <a:lnTo>
                  <a:pt x="1630471" y="2833899"/>
                </a:lnTo>
                <a:moveTo>
                  <a:pt x="2615205" y="2752959"/>
                </a:moveTo>
                <a:lnTo>
                  <a:pt x="2615943" y="2754383"/>
                </a:lnTo>
                <a:lnTo>
                  <a:pt x="2617543" y="2765658"/>
                </a:lnTo>
                <a:lnTo>
                  <a:pt x="2618907" y="2790317"/>
                </a:lnTo>
                <a:lnTo>
                  <a:pt x="2619890" y="2812241"/>
                </a:lnTo>
                <a:moveTo>
                  <a:pt x="2226662" y="2275180"/>
                </a:moveTo>
                <a:lnTo>
                  <a:pt x="2241349" y="2272880"/>
                </a:lnTo>
                <a:lnTo>
                  <a:pt x="2261659" y="2269703"/>
                </a:lnTo>
                <a:lnTo>
                  <a:pt x="2308242" y="2264706"/>
                </a:lnTo>
                <a:lnTo>
                  <a:pt x="2342987" y="2261262"/>
                </a:lnTo>
                <a:lnTo>
                  <a:pt x="2346766" y="2260912"/>
                </a:lnTo>
                <a:lnTo>
                  <a:pt x="2374236" y="2258360"/>
                </a:lnTo>
                <a:lnTo>
                  <a:pt x="2415334" y="2250011"/>
                </a:lnTo>
                <a:moveTo>
                  <a:pt x="2420225" y="2253431"/>
                </a:moveTo>
                <a:lnTo>
                  <a:pt x="2424003" y="2278083"/>
                </a:lnTo>
                <a:moveTo>
                  <a:pt x="772172" y="327500"/>
                </a:moveTo>
                <a:lnTo>
                  <a:pt x="778472" y="346439"/>
                </a:lnTo>
                <a:lnTo>
                  <a:pt x="867494" y="330502"/>
                </a:lnTo>
                <a:lnTo>
                  <a:pt x="875531" y="340314"/>
                </a:lnTo>
                <a:lnTo>
                  <a:pt x="888603" y="449029"/>
                </a:lnTo>
                <a:moveTo>
                  <a:pt x="940329" y="534600"/>
                </a:moveTo>
                <a:lnTo>
                  <a:pt x="628536" y="560212"/>
                </a:lnTo>
                <a:lnTo>
                  <a:pt x="608440" y="490097"/>
                </a:lnTo>
                <a:moveTo>
                  <a:pt x="997966" y="504403"/>
                </a:moveTo>
                <a:lnTo>
                  <a:pt x="990081" y="530357"/>
                </a:lnTo>
                <a:lnTo>
                  <a:pt x="951260" y="533679"/>
                </a:lnTo>
                <a:moveTo>
                  <a:pt x="2093669" y="1515525"/>
                </a:moveTo>
                <a:lnTo>
                  <a:pt x="2077831" y="1516523"/>
                </a:lnTo>
                <a:moveTo>
                  <a:pt x="1274739" y="197836"/>
                </a:moveTo>
                <a:lnTo>
                  <a:pt x="1275859" y="202026"/>
                </a:lnTo>
                <a:lnTo>
                  <a:pt x="1280422" y="236223"/>
                </a:lnTo>
                <a:lnTo>
                  <a:pt x="1286425" y="236223"/>
                </a:lnTo>
                <a:lnTo>
                  <a:pt x="1307168" y="236033"/>
                </a:lnTo>
                <a:lnTo>
                  <a:pt x="1321139" y="279439"/>
                </a:lnTo>
                <a:lnTo>
                  <a:pt x="1327363" y="295224"/>
                </a:lnTo>
                <a:lnTo>
                  <a:pt x="1328894" y="303466"/>
                </a:lnTo>
                <a:lnTo>
                  <a:pt x="1339316" y="366039"/>
                </a:lnTo>
                <a:lnTo>
                  <a:pt x="1355618" y="365140"/>
                </a:lnTo>
                <a:lnTo>
                  <a:pt x="1366831" y="465209"/>
                </a:lnTo>
                <a:moveTo>
                  <a:pt x="1374198" y="471258"/>
                </a:moveTo>
                <a:lnTo>
                  <a:pt x="1485724" y="460539"/>
                </a:lnTo>
                <a:moveTo>
                  <a:pt x="1216690" y="511891"/>
                </a:moveTo>
                <a:lnTo>
                  <a:pt x="1277199" y="504921"/>
                </a:lnTo>
                <a:lnTo>
                  <a:pt x="1275782" y="480711"/>
                </a:lnTo>
                <a:lnTo>
                  <a:pt x="1363274" y="472309"/>
                </a:lnTo>
                <a:moveTo>
                  <a:pt x="1280848" y="541913"/>
                </a:moveTo>
                <a:lnTo>
                  <a:pt x="1281465" y="546080"/>
                </a:lnTo>
                <a:lnTo>
                  <a:pt x="1281861" y="549577"/>
                </a:lnTo>
                <a:lnTo>
                  <a:pt x="1282014" y="552000"/>
                </a:lnTo>
                <a:lnTo>
                  <a:pt x="1282029" y="552769"/>
                </a:lnTo>
                <a:lnTo>
                  <a:pt x="1281900" y="554704"/>
                </a:lnTo>
                <a:lnTo>
                  <a:pt x="1281724" y="555923"/>
                </a:lnTo>
                <a:lnTo>
                  <a:pt x="1281313" y="557637"/>
                </a:lnTo>
                <a:lnTo>
                  <a:pt x="1280688" y="559465"/>
                </a:lnTo>
                <a:lnTo>
                  <a:pt x="1279591" y="561720"/>
                </a:lnTo>
                <a:lnTo>
                  <a:pt x="1278525" y="563381"/>
                </a:lnTo>
                <a:lnTo>
                  <a:pt x="1277588" y="564577"/>
                </a:lnTo>
                <a:lnTo>
                  <a:pt x="1275660" y="566519"/>
                </a:lnTo>
                <a:lnTo>
                  <a:pt x="1273794" y="568005"/>
                </a:lnTo>
                <a:lnTo>
                  <a:pt x="1272133" y="568934"/>
                </a:lnTo>
                <a:lnTo>
                  <a:pt x="1270526" y="569780"/>
                </a:lnTo>
                <a:lnTo>
                  <a:pt x="1268035" y="570960"/>
                </a:lnTo>
                <a:lnTo>
                  <a:pt x="1265750" y="571951"/>
                </a:lnTo>
                <a:lnTo>
                  <a:pt x="1262680" y="573101"/>
                </a:lnTo>
                <a:lnTo>
                  <a:pt x="1259861" y="574015"/>
                </a:lnTo>
                <a:lnTo>
                  <a:pt x="1257012" y="574785"/>
                </a:lnTo>
                <a:lnTo>
                  <a:pt x="1228338" y="581915"/>
                </a:lnTo>
                <a:moveTo>
                  <a:pt x="850247" y="1001927"/>
                </a:moveTo>
                <a:lnTo>
                  <a:pt x="868294" y="1100228"/>
                </a:lnTo>
                <a:lnTo>
                  <a:pt x="878571" y="1106711"/>
                </a:lnTo>
                <a:lnTo>
                  <a:pt x="896892" y="1104212"/>
                </a:lnTo>
                <a:lnTo>
                  <a:pt x="899421" y="1146156"/>
                </a:lnTo>
                <a:moveTo>
                  <a:pt x="838485" y="937868"/>
                </a:moveTo>
                <a:lnTo>
                  <a:pt x="848267" y="991132"/>
                </a:lnTo>
                <a:moveTo>
                  <a:pt x="882166" y="1155344"/>
                </a:moveTo>
                <a:lnTo>
                  <a:pt x="874777" y="1156715"/>
                </a:lnTo>
                <a:lnTo>
                  <a:pt x="810391" y="1164188"/>
                </a:lnTo>
                <a:lnTo>
                  <a:pt x="793227" y="1161895"/>
                </a:lnTo>
                <a:lnTo>
                  <a:pt x="773619" y="1160874"/>
                </a:lnTo>
                <a:lnTo>
                  <a:pt x="725634" y="1167906"/>
                </a:lnTo>
                <a:moveTo>
                  <a:pt x="985701" y="1080627"/>
                </a:moveTo>
                <a:lnTo>
                  <a:pt x="960737" y="1087712"/>
                </a:lnTo>
                <a:lnTo>
                  <a:pt x="953508" y="1091970"/>
                </a:lnTo>
                <a:lnTo>
                  <a:pt x="945783" y="1096899"/>
                </a:lnTo>
                <a:lnTo>
                  <a:pt x="940344" y="1103093"/>
                </a:lnTo>
                <a:lnTo>
                  <a:pt x="921924" y="1135408"/>
                </a:lnTo>
                <a:lnTo>
                  <a:pt x="913186" y="1145219"/>
                </a:lnTo>
                <a:lnTo>
                  <a:pt x="906498" y="1148762"/>
                </a:lnTo>
                <a:moveTo>
                  <a:pt x="684886" y="1024019"/>
                </a:moveTo>
                <a:lnTo>
                  <a:pt x="625939" y="1037221"/>
                </a:lnTo>
                <a:lnTo>
                  <a:pt x="575508" y="1043460"/>
                </a:lnTo>
                <a:lnTo>
                  <a:pt x="572202" y="1043574"/>
                </a:lnTo>
                <a:lnTo>
                  <a:pt x="560791" y="1044938"/>
                </a:lnTo>
                <a:lnTo>
                  <a:pt x="554544" y="1045677"/>
                </a:lnTo>
                <a:moveTo>
                  <a:pt x="596008" y="1233191"/>
                </a:moveTo>
                <a:lnTo>
                  <a:pt x="593266" y="1195772"/>
                </a:lnTo>
                <a:lnTo>
                  <a:pt x="592359" y="1188055"/>
                </a:lnTo>
                <a:lnTo>
                  <a:pt x="592275" y="1187339"/>
                </a:lnTo>
                <a:lnTo>
                  <a:pt x="583553" y="1113049"/>
                </a:lnTo>
                <a:lnTo>
                  <a:pt x="580734" y="1088192"/>
                </a:lnTo>
                <a:moveTo>
                  <a:pt x="614535" y="1358574"/>
                </a:moveTo>
                <a:lnTo>
                  <a:pt x="603138" y="1308615"/>
                </a:lnTo>
                <a:lnTo>
                  <a:pt x="596968" y="1244541"/>
                </a:lnTo>
                <a:moveTo>
                  <a:pt x="589426" y="1237960"/>
                </a:moveTo>
                <a:lnTo>
                  <a:pt x="583690" y="1238386"/>
                </a:lnTo>
                <a:lnTo>
                  <a:pt x="575280" y="1239544"/>
                </a:lnTo>
                <a:moveTo>
                  <a:pt x="721200" y="1230052"/>
                </a:moveTo>
                <a:lnTo>
                  <a:pt x="600708" y="1237556"/>
                </a:lnTo>
                <a:moveTo>
                  <a:pt x="991940" y="1074868"/>
                </a:moveTo>
                <a:lnTo>
                  <a:pt x="967151" y="924438"/>
                </a:lnTo>
                <a:moveTo>
                  <a:pt x="1036154" y="1316866"/>
                </a:moveTo>
                <a:lnTo>
                  <a:pt x="1033092" y="1297166"/>
                </a:lnTo>
                <a:lnTo>
                  <a:pt x="1016127" y="1298354"/>
                </a:lnTo>
                <a:lnTo>
                  <a:pt x="1011891" y="1270145"/>
                </a:lnTo>
                <a:lnTo>
                  <a:pt x="993951" y="1112447"/>
                </a:lnTo>
                <a:lnTo>
                  <a:pt x="995292" y="1095216"/>
                </a:lnTo>
                <a:lnTo>
                  <a:pt x="993730" y="1085724"/>
                </a:lnTo>
                <a:moveTo>
                  <a:pt x="1056151" y="1394896"/>
                </a:moveTo>
                <a:lnTo>
                  <a:pt x="1052898" y="1364020"/>
                </a:lnTo>
                <a:lnTo>
                  <a:pt x="1044625" y="1364615"/>
                </a:lnTo>
                <a:lnTo>
                  <a:pt x="1037952" y="1327599"/>
                </a:lnTo>
                <a:moveTo>
                  <a:pt x="1421505" y="2120111"/>
                </a:moveTo>
                <a:lnTo>
                  <a:pt x="1403641" y="2109202"/>
                </a:lnTo>
                <a:lnTo>
                  <a:pt x="1243970" y="2129801"/>
                </a:lnTo>
                <a:lnTo>
                  <a:pt x="1145897" y="2140488"/>
                </a:lnTo>
                <a:moveTo>
                  <a:pt x="1282067" y="1217803"/>
                </a:moveTo>
                <a:lnTo>
                  <a:pt x="1176262" y="1233084"/>
                </a:lnTo>
                <a:lnTo>
                  <a:pt x="1137053" y="1238744"/>
                </a:lnTo>
                <a:lnTo>
                  <a:pt x="1115525" y="1127675"/>
                </a:lnTo>
                <a:lnTo>
                  <a:pt x="1114078" y="1120218"/>
                </a:lnTo>
                <a:lnTo>
                  <a:pt x="1073086" y="908646"/>
                </a:lnTo>
                <a:moveTo>
                  <a:pt x="1499527" y="1278121"/>
                </a:moveTo>
                <a:lnTo>
                  <a:pt x="1569696" y="1257119"/>
                </a:lnTo>
                <a:lnTo>
                  <a:pt x="1597775" y="1247093"/>
                </a:lnTo>
                <a:moveTo>
                  <a:pt x="1420385" y="1363761"/>
                </a:moveTo>
                <a:lnTo>
                  <a:pt x="1420309" y="1361476"/>
                </a:lnTo>
                <a:lnTo>
                  <a:pt x="1456600" y="1333191"/>
                </a:lnTo>
                <a:lnTo>
                  <a:pt x="1487727" y="1296853"/>
                </a:lnTo>
                <a:lnTo>
                  <a:pt x="1494766" y="1282517"/>
                </a:lnTo>
                <a:moveTo>
                  <a:pt x="698133" y="2078197"/>
                </a:moveTo>
                <a:lnTo>
                  <a:pt x="687796" y="1973253"/>
                </a:lnTo>
                <a:lnTo>
                  <a:pt x="756486" y="1962946"/>
                </a:lnTo>
                <a:lnTo>
                  <a:pt x="754864" y="1928132"/>
                </a:lnTo>
                <a:lnTo>
                  <a:pt x="761659" y="1922228"/>
                </a:lnTo>
                <a:lnTo>
                  <a:pt x="756707" y="1879774"/>
                </a:lnTo>
                <a:moveTo>
                  <a:pt x="873010" y="2395253"/>
                </a:moveTo>
                <a:lnTo>
                  <a:pt x="853881" y="2314351"/>
                </a:lnTo>
                <a:lnTo>
                  <a:pt x="821429" y="2320240"/>
                </a:lnTo>
                <a:lnTo>
                  <a:pt x="812097" y="2283583"/>
                </a:lnTo>
                <a:lnTo>
                  <a:pt x="698987" y="2308090"/>
                </a:lnTo>
                <a:moveTo>
                  <a:pt x="1013651" y="2061948"/>
                </a:moveTo>
                <a:lnTo>
                  <a:pt x="1019182" y="2110078"/>
                </a:lnTo>
                <a:lnTo>
                  <a:pt x="974556" y="2116142"/>
                </a:lnTo>
                <a:lnTo>
                  <a:pt x="972659" y="2117886"/>
                </a:lnTo>
                <a:lnTo>
                  <a:pt x="972210" y="2119920"/>
                </a:lnTo>
                <a:lnTo>
                  <a:pt x="972987" y="2135773"/>
                </a:lnTo>
                <a:lnTo>
                  <a:pt x="973451" y="2154901"/>
                </a:lnTo>
                <a:lnTo>
                  <a:pt x="978251" y="2242309"/>
                </a:lnTo>
                <a:moveTo>
                  <a:pt x="1852852" y="1893608"/>
                </a:moveTo>
                <a:lnTo>
                  <a:pt x="1773009" y="1905416"/>
                </a:lnTo>
                <a:lnTo>
                  <a:pt x="1764873" y="1838843"/>
                </a:lnTo>
                <a:moveTo>
                  <a:pt x="1878418" y="1966031"/>
                </a:moveTo>
                <a:lnTo>
                  <a:pt x="1878639" y="1965963"/>
                </a:lnTo>
                <a:moveTo>
                  <a:pt x="1736489" y="2121352"/>
                </a:moveTo>
                <a:lnTo>
                  <a:pt x="1733000" y="2112759"/>
                </a:lnTo>
                <a:lnTo>
                  <a:pt x="1728178" y="2096830"/>
                </a:lnTo>
                <a:lnTo>
                  <a:pt x="1729481" y="2072446"/>
                </a:lnTo>
                <a:lnTo>
                  <a:pt x="1729420" y="2031362"/>
                </a:lnTo>
                <a:lnTo>
                  <a:pt x="1767471" y="2014496"/>
                </a:lnTo>
                <a:lnTo>
                  <a:pt x="1820042" y="1983530"/>
                </a:lnTo>
                <a:lnTo>
                  <a:pt x="1867898" y="1969185"/>
                </a:lnTo>
                <a:moveTo>
                  <a:pt x="1444404" y="2523226"/>
                </a:moveTo>
                <a:lnTo>
                  <a:pt x="1380978" y="2528803"/>
                </a:lnTo>
                <a:lnTo>
                  <a:pt x="1405987" y="2698255"/>
                </a:lnTo>
                <a:moveTo>
                  <a:pt x="1113400" y="2819760"/>
                </a:moveTo>
                <a:lnTo>
                  <a:pt x="1108638" y="2816271"/>
                </a:lnTo>
                <a:lnTo>
                  <a:pt x="1092443" y="2712835"/>
                </a:lnTo>
                <a:lnTo>
                  <a:pt x="1156570" y="2675188"/>
                </a:lnTo>
                <a:lnTo>
                  <a:pt x="1213087" y="2762032"/>
                </a:lnTo>
                <a:moveTo>
                  <a:pt x="2009278" y="2491269"/>
                </a:moveTo>
                <a:lnTo>
                  <a:pt x="1970450" y="2496167"/>
                </a:lnTo>
                <a:lnTo>
                  <a:pt x="1965262" y="2413064"/>
                </a:lnTo>
                <a:lnTo>
                  <a:pt x="1898476" y="2416660"/>
                </a:lnTo>
                <a:lnTo>
                  <a:pt x="1890576" y="2374639"/>
                </a:lnTo>
                <a:moveTo>
                  <a:pt x="1900236" y="2580337"/>
                </a:moveTo>
                <a:lnTo>
                  <a:pt x="1904273" y="2574304"/>
                </a:lnTo>
                <a:lnTo>
                  <a:pt x="1902643" y="2540526"/>
                </a:lnTo>
                <a:lnTo>
                  <a:pt x="1898864" y="2501066"/>
                </a:lnTo>
                <a:lnTo>
                  <a:pt x="1782920" y="2528361"/>
                </a:lnTo>
                <a:lnTo>
                  <a:pt x="1793715" y="2565909"/>
                </a:lnTo>
                <a:lnTo>
                  <a:pt x="1775737" y="2574182"/>
                </a:lnTo>
                <a:lnTo>
                  <a:pt x="1779980" y="2600913"/>
                </a:lnTo>
                <a:moveTo>
                  <a:pt x="1657492" y="2505629"/>
                </a:moveTo>
                <a:lnTo>
                  <a:pt x="1666504" y="2595733"/>
                </a:lnTo>
                <a:lnTo>
                  <a:pt x="1595459" y="2621847"/>
                </a:lnTo>
                <a:moveTo>
                  <a:pt x="1589418" y="2619638"/>
                </a:moveTo>
                <a:lnTo>
                  <a:pt x="1562718" y="2561956"/>
                </a:lnTo>
                <a:lnTo>
                  <a:pt x="1490051" y="2585792"/>
                </a:lnTo>
                <a:moveTo>
                  <a:pt x="1599923" y="2642339"/>
                </a:moveTo>
                <a:lnTo>
                  <a:pt x="1594035" y="2629610"/>
                </a:lnTo>
                <a:moveTo>
                  <a:pt x="1700632" y="2764043"/>
                </a:moveTo>
                <a:lnTo>
                  <a:pt x="1784809" y="2749813"/>
                </a:lnTo>
                <a:lnTo>
                  <a:pt x="1785762" y="2717680"/>
                </a:lnTo>
                <a:lnTo>
                  <a:pt x="1790211" y="2697539"/>
                </a:lnTo>
                <a:lnTo>
                  <a:pt x="1791239" y="2666214"/>
                </a:lnTo>
                <a:lnTo>
                  <a:pt x="1784947" y="2617178"/>
                </a:lnTo>
                <a:moveTo>
                  <a:pt x="1695246" y="2758147"/>
                </a:moveTo>
                <a:lnTo>
                  <a:pt x="1676201" y="2637868"/>
                </a:lnTo>
                <a:moveTo>
                  <a:pt x="1708288" y="2819371"/>
                </a:moveTo>
                <a:lnTo>
                  <a:pt x="1697288" y="2768994"/>
                </a:lnTo>
                <a:moveTo>
                  <a:pt x="1794530" y="2378905"/>
                </a:moveTo>
                <a:lnTo>
                  <a:pt x="1785297" y="2294484"/>
                </a:lnTo>
                <a:lnTo>
                  <a:pt x="1803618" y="2288329"/>
                </a:lnTo>
                <a:lnTo>
                  <a:pt x="1803869" y="2249455"/>
                </a:lnTo>
                <a:lnTo>
                  <a:pt x="1800571" y="2208379"/>
                </a:lnTo>
                <a:lnTo>
                  <a:pt x="1794728" y="2180269"/>
                </a:lnTo>
                <a:lnTo>
                  <a:pt x="1786409" y="2148381"/>
                </a:lnTo>
                <a:moveTo>
                  <a:pt x="1777618" y="2144663"/>
                </a:moveTo>
                <a:lnTo>
                  <a:pt x="1773817" y="2146773"/>
                </a:lnTo>
                <a:lnTo>
                  <a:pt x="1750262" y="2159571"/>
                </a:lnTo>
                <a:lnTo>
                  <a:pt x="1650712" y="2216111"/>
                </a:lnTo>
                <a:lnTo>
                  <a:pt x="1600114" y="2249135"/>
                </a:lnTo>
                <a:lnTo>
                  <a:pt x="1560897" y="2277382"/>
                </a:lnTo>
                <a:lnTo>
                  <a:pt x="1515045" y="2316134"/>
                </a:lnTo>
                <a:lnTo>
                  <a:pt x="1433396" y="2392420"/>
                </a:lnTo>
                <a:moveTo>
                  <a:pt x="1925169" y="2161514"/>
                </a:moveTo>
                <a:lnTo>
                  <a:pt x="1917772" y="2152837"/>
                </a:lnTo>
                <a:lnTo>
                  <a:pt x="1902856" y="2083789"/>
                </a:lnTo>
                <a:lnTo>
                  <a:pt x="1892641" y="2088047"/>
                </a:lnTo>
                <a:lnTo>
                  <a:pt x="1859373" y="2103610"/>
                </a:lnTo>
                <a:lnTo>
                  <a:pt x="1808615" y="2127988"/>
                </a:lnTo>
                <a:lnTo>
                  <a:pt x="1787476" y="2139254"/>
                </a:lnTo>
                <a:moveTo>
                  <a:pt x="971037" y="812013"/>
                </a:moveTo>
                <a:lnTo>
                  <a:pt x="1048777" y="798743"/>
                </a:lnTo>
                <a:lnTo>
                  <a:pt x="1076186" y="793890"/>
                </a:lnTo>
                <a:lnTo>
                  <a:pt x="1084337" y="786882"/>
                </a:lnTo>
                <a:lnTo>
                  <a:pt x="1089594" y="777123"/>
                </a:lnTo>
                <a:lnTo>
                  <a:pt x="1097722" y="736741"/>
                </a:lnTo>
                <a:lnTo>
                  <a:pt x="1100289" y="721734"/>
                </a:lnTo>
                <a:lnTo>
                  <a:pt x="1102369" y="563556"/>
                </a:lnTo>
                <a:moveTo>
                  <a:pt x="909530" y="918229"/>
                </a:moveTo>
                <a:lnTo>
                  <a:pt x="907130" y="868568"/>
                </a:lnTo>
                <a:lnTo>
                  <a:pt x="794081" y="876552"/>
                </a:lnTo>
                <a:lnTo>
                  <a:pt x="786379" y="739392"/>
                </a:lnTo>
                <a:lnTo>
                  <a:pt x="945113" y="728460"/>
                </a:lnTo>
                <a:moveTo>
                  <a:pt x="1545570" y="1020503"/>
                </a:moveTo>
                <a:lnTo>
                  <a:pt x="1592005" y="1007865"/>
                </a:lnTo>
                <a:lnTo>
                  <a:pt x="1739982" y="969056"/>
                </a:lnTo>
                <a:moveTo>
                  <a:pt x="1678639" y="1195497"/>
                </a:moveTo>
                <a:lnTo>
                  <a:pt x="1630943" y="1229039"/>
                </a:lnTo>
                <a:lnTo>
                  <a:pt x="1612958" y="1237807"/>
                </a:lnTo>
                <a:moveTo>
                  <a:pt x="1632749" y="1006985"/>
                </a:moveTo>
                <a:lnTo>
                  <a:pt x="1630265" y="1057164"/>
                </a:lnTo>
                <a:lnTo>
                  <a:pt x="1650156" y="1136017"/>
                </a:lnTo>
                <a:lnTo>
                  <a:pt x="1679919" y="1189944"/>
                </a:lnTo>
                <a:moveTo>
                  <a:pt x="1376978" y="1043285"/>
                </a:moveTo>
                <a:lnTo>
                  <a:pt x="1345875" y="847154"/>
                </a:lnTo>
                <a:moveTo>
                  <a:pt x="1809788" y="950255"/>
                </a:moveTo>
                <a:lnTo>
                  <a:pt x="1770869" y="958383"/>
                </a:lnTo>
                <a:moveTo>
                  <a:pt x="1895368" y="936962"/>
                </a:moveTo>
                <a:lnTo>
                  <a:pt x="1876826" y="939163"/>
                </a:lnTo>
                <a:lnTo>
                  <a:pt x="1875973" y="939262"/>
                </a:lnTo>
                <a:lnTo>
                  <a:pt x="1873748" y="939529"/>
                </a:lnTo>
                <a:lnTo>
                  <a:pt x="1853424" y="942378"/>
                </a:lnTo>
                <a:lnTo>
                  <a:pt x="1820674" y="948152"/>
                </a:lnTo>
                <a:moveTo>
                  <a:pt x="2028467" y="920332"/>
                </a:moveTo>
                <a:lnTo>
                  <a:pt x="1906261" y="935636"/>
                </a:lnTo>
                <a:moveTo>
                  <a:pt x="2055648" y="1142226"/>
                </a:moveTo>
                <a:lnTo>
                  <a:pt x="2068637" y="1255976"/>
                </a:lnTo>
                <a:lnTo>
                  <a:pt x="2070549" y="1266595"/>
                </a:lnTo>
                <a:lnTo>
                  <a:pt x="2077146" y="1312356"/>
                </a:lnTo>
                <a:moveTo>
                  <a:pt x="2042378" y="1027196"/>
                </a:moveTo>
                <a:lnTo>
                  <a:pt x="2050270" y="1103298"/>
                </a:lnTo>
                <a:lnTo>
                  <a:pt x="2051397" y="1114291"/>
                </a:lnTo>
                <a:lnTo>
                  <a:pt x="2054528" y="1133915"/>
                </a:lnTo>
                <a:moveTo>
                  <a:pt x="2033427" y="926510"/>
                </a:moveTo>
                <a:lnTo>
                  <a:pt x="2041334" y="1016294"/>
                </a:lnTo>
                <a:moveTo>
                  <a:pt x="2606688" y="2677945"/>
                </a:moveTo>
                <a:lnTo>
                  <a:pt x="2606581" y="2678852"/>
                </a:lnTo>
                <a:lnTo>
                  <a:pt x="2605736" y="2682577"/>
                </a:lnTo>
                <a:lnTo>
                  <a:pt x="2605278" y="2687773"/>
                </a:lnTo>
                <a:lnTo>
                  <a:pt x="2605469" y="2695276"/>
                </a:lnTo>
                <a:lnTo>
                  <a:pt x="2607510" y="2727515"/>
                </a:lnTo>
                <a:lnTo>
                  <a:pt x="2607800" y="2730547"/>
                </a:lnTo>
                <a:lnTo>
                  <a:pt x="2608318" y="2733884"/>
                </a:lnTo>
                <a:lnTo>
                  <a:pt x="2609293" y="2738698"/>
                </a:lnTo>
                <a:lnTo>
                  <a:pt x="2610238" y="2741890"/>
                </a:lnTo>
                <a:lnTo>
                  <a:pt x="2610794" y="2742995"/>
                </a:lnTo>
                <a:moveTo>
                  <a:pt x="2231096" y="2311990"/>
                </a:moveTo>
                <a:lnTo>
                  <a:pt x="2289944" y="2306749"/>
                </a:lnTo>
                <a:lnTo>
                  <a:pt x="2290401" y="2321398"/>
                </a:lnTo>
                <a:lnTo>
                  <a:pt x="2374258" y="2319478"/>
                </a:lnTo>
                <a:lnTo>
                  <a:pt x="2424674" y="2311799"/>
                </a:lnTo>
                <a:moveTo>
                  <a:pt x="2398857" y="2195581"/>
                </a:moveTo>
                <a:lnTo>
                  <a:pt x="2392526" y="2139102"/>
                </a:lnTo>
                <a:lnTo>
                  <a:pt x="2368804" y="2137815"/>
                </a:lnTo>
                <a:lnTo>
                  <a:pt x="2358436" y="2050201"/>
                </a:lnTo>
                <a:lnTo>
                  <a:pt x="2361308" y="2042919"/>
                </a:lnTo>
                <a:lnTo>
                  <a:pt x="2359914" y="2028102"/>
                </a:lnTo>
                <a:lnTo>
                  <a:pt x="2340214" y="2028643"/>
                </a:lnTo>
                <a:lnTo>
                  <a:pt x="2337875" y="2007998"/>
                </a:lnTo>
                <a:moveTo>
                  <a:pt x="2407800" y="1163548"/>
                </a:moveTo>
                <a:lnTo>
                  <a:pt x="2561262" y="1145661"/>
                </a:lnTo>
                <a:moveTo>
                  <a:pt x="2376468" y="972194"/>
                </a:moveTo>
                <a:lnTo>
                  <a:pt x="2385327" y="969185"/>
                </a:lnTo>
                <a:lnTo>
                  <a:pt x="2390180" y="968256"/>
                </a:lnTo>
                <a:lnTo>
                  <a:pt x="2398194" y="967365"/>
                </a:lnTo>
                <a:lnTo>
                  <a:pt x="2478022" y="962619"/>
                </a:lnTo>
                <a:lnTo>
                  <a:pt x="2539742" y="961956"/>
                </a:lnTo>
                <a:moveTo>
                  <a:pt x="2925138" y="623836"/>
                </a:moveTo>
                <a:lnTo>
                  <a:pt x="2912736" y="542485"/>
                </a:lnTo>
                <a:lnTo>
                  <a:pt x="2869787" y="546789"/>
                </a:lnTo>
                <a:lnTo>
                  <a:pt x="2865224" y="524057"/>
                </a:lnTo>
                <a:lnTo>
                  <a:pt x="2751336" y="533176"/>
                </a:lnTo>
                <a:moveTo>
                  <a:pt x="1157248" y="2517650"/>
                </a:moveTo>
                <a:lnTo>
                  <a:pt x="982661" y="2644267"/>
                </a:lnTo>
                <a:moveTo>
                  <a:pt x="1250240" y="2464005"/>
                </a:moveTo>
                <a:lnTo>
                  <a:pt x="1166991" y="2512264"/>
                </a:lnTo>
                <a:lnTo>
                  <a:pt x="1166016" y="2512675"/>
                </a:lnTo>
                <a:moveTo>
                  <a:pt x="714360" y="2847512"/>
                </a:moveTo>
                <a:lnTo>
                  <a:pt x="624377" y="2922685"/>
                </a:lnTo>
                <a:lnTo>
                  <a:pt x="576704" y="2965825"/>
                </a:lnTo>
                <a:lnTo>
                  <a:pt x="516203" y="3020057"/>
                </a:lnTo>
                <a:lnTo>
                  <a:pt x="507702" y="3026159"/>
                </a:lnTo>
                <a:moveTo>
                  <a:pt x="916843" y="2711693"/>
                </a:moveTo>
                <a:lnTo>
                  <a:pt x="784894" y="2797874"/>
                </a:lnTo>
                <a:lnTo>
                  <a:pt x="723006" y="2840930"/>
                </a:lnTo>
                <a:moveTo>
                  <a:pt x="2177991" y="1919014"/>
                </a:moveTo>
                <a:lnTo>
                  <a:pt x="2172781" y="1870663"/>
                </a:lnTo>
                <a:moveTo>
                  <a:pt x="2191551" y="2011068"/>
                </a:moveTo>
                <a:lnTo>
                  <a:pt x="2186607" y="1994629"/>
                </a:lnTo>
                <a:lnTo>
                  <a:pt x="2182653" y="1953850"/>
                </a:lnTo>
                <a:lnTo>
                  <a:pt x="2179332" y="1929945"/>
                </a:lnTo>
                <a:moveTo>
                  <a:pt x="2198011" y="2116911"/>
                </a:moveTo>
                <a:lnTo>
                  <a:pt x="2193608" y="2022731"/>
                </a:lnTo>
                <a:moveTo>
                  <a:pt x="2214519" y="2223699"/>
                </a:moveTo>
                <a:lnTo>
                  <a:pt x="2200655" y="2173421"/>
                </a:lnTo>
                <a:lnTo>
                  <a:pt x="2198522" y="2127873"/>
                </a:lnTo>
                <a:moveTo>
                  <a:pt x="2171630" y="2013407"/>
                </a:moveTo>
                <a:lnTo>
                  <a:pt x="2167166" y="1980505"/>
                </a:lnTo>
                <a:lnTo>
                  <a:pt x="2163662" y="1955861"/>
                </a:lnTo>
                <a:lnTo>
                  <a:pt x="2151969" y="1873748"/>
                </a:lnTo>
                <a:moveTo>
                  <a:pt x="2420613" y="1288497"/>
                </a:moveTo>
                <a:lnTo>
                  <a:pt x="2419204" y="1278502"/>
                </a:lnTo>
                <a:moveTo>
                  <a:pt x="1005675" y="500739"/>
                </a:moveTo>
                <a:lnTo>
                  <a:pt x="1019814" y="501341"/>
                </a:lnTo>
                <a:lnTo>
                  <a:pt x="1030738" y="501112"/>
                </a:lnTo>
                <a:lnTo>
                  <a:pt x="1041037" y="500434"/>
                </a:lnTo>
                <a:lnTo>
                  <a:pt x="1111038" y="487331"/>
                </a:lnTo>
                <a:lnTo>
                  <a:pt x="1195962" y="474282"/>
                </a:lnTo>
                <a:moveTo>
                  <a:pt x="893951" y="458688"/>
                </a:moveTo>
                <a:lnTo>
                  <a:pt x="917178" y="470442"/>
                </a:lnTo>
                <a:lnTo>
                  <a:pt x="931926" y="479211"/>
                </a:lnTo>
                <a:lnTo>
                  <a:pt x="945715" y="486029"/>
                </a:lnTo>
                <a:lnTo>
                  <a:pt x="958962" y="490584"/>
                </a:lnTo>
                <a:lnTo>
                  <a:pt x="972408" y="494256"/>
                </a:lnTo>
                <a:lnTo>
                  <a:pt x="987080" y="497608"/>
                </a:lnTo>
                <a:lnTo>
                  <a:pt x="994964" y="499299"/>
                </a:lnTo>
                <a:moveTo>
                  <a:pt x="807023" y="450438"/>
                </a:moveTo>
                <a:lnTo>
                  <a:pt x="812318" y="449509"/>
                </a:lnTo>
                <a:lnTo>
                  <a:pt x="831980" y="448023"/>
                </a:lnTo>
                <a:lnTo>
                  <a:pt x="842005" y="447932"/>
                </a:lnTo>
                <a:lnTo>
                  <a:pt x="851992" y="448069"/>
                </a:lnTo>
                <a:lnTo>
                  <a:pt x="861903" y="449440"/>
                </a:lnTo>
                <a:lnTo>
                  <a:pt x="870762" y="451436"/>
                </a:lnTo>
                <a:lnTo>
                  <a:pt x="880841" y="453904"/>
                </a:lnTo>
                <a:lnTo>
                  <a:pt x="883766" y="454803"/>
                </a:lnTo>
                <a:moveTo>
                  <a:pt x="715860" y="466595"/>
                </a:moveTo>
                <a:lnTo>
                  <a:pt x="743612" y="461545"/>
                </a:lnTo>
                <a:lnTo>
                  <a:pt x="765674" y="457690"/>
                </a:lnTo>
                <a:lnTo>
                  <a:pt x="796221" y="452335"/>
                </a:lnTo>
                <a:moveTo>
                  <a:pt x="635621" y="480833"/>
                </a:moveTo>
                <a:lnTo>
                  <a:pt x="644298" y="479325"/>
                </a:lnTo>
                <a:lnTo>
                  <a:pt x="678868" y="473048"/>
                </a:lnTo>
                <a:lnTo>
                  <a:pt x="705073" y="468508"/>
                </a:lnTo>
                <a:moveTo>
                  <a:pt x="611556" y="485092"/>
                </a:moveTo>
                <a:lnTo>
                  <a:pt x="624827" y="482738"/>
                </a:lnTo>
                <a:moveTo>
                  <a:pt x="480833" y="508395"/>
                </a:moveTo>
                <a:lnTo>
                  <a:pt x="533450" y="498850"/>
                </a:lnTo>
                <a:lnTo>
                  <a:pt x="592961" y="488444"/>
                </a:lnTo>
                <a:lnTo>
                  <a:pt x="600731" y="487034"/>
                </a:lnTo>
                <a:moveTo>
                  <a:pt x="1398697" y="1050613"/>
                </a:moveTo>
                <a:lnTo>
                  <a:pt x="1411445" y="1048758"/>
                </a:lnTo>
                <a:lnTo>
                  <a:pt x="1436390" y="1044991"/>
                </a:lnTo>
                <a:lnTo>
                  <a:pt x="1450651" y="1042473"/>
                </a:lnTo>
                <a:lnTo>
                  <a:pt x="1464816" y="1039723"/>
                </a:lnTo>
                <a:lnTo>
                  <a:pt x="1492633" y="1033556"/>
                </a:lnTo>
                <a:lnTo>
                  <a:pt x="1527725" y="1025112"/>
                </a:lnTo>
                <a:moveTo>
                  <a:pt x="1106642" y="559351"/>
                </a:moveTo>
                <a:lnTo>
                  <a:pt x="1117346" y="559374"/>
                </a:lnTo>
                <a:lnTo>
                  <a:pt x="1134692" y="557842"/>
                </a:lnTo>
                <a:moveTo>
                  <a:pt x="952373" y="573033"/>
                </a:moveTo>
                <a:lnTo>
                  <a:pt x="961697" y="572156"/>
                </a:lnTo>
                <a:lnTo>
                  <a:pt x="971631" y="570610"/>
                </a:lnTo>
                <a:lnTo>
                  <a:pt x="984261" y="567791"/>
                </a:lnTo>
                <a:lnTo>
                  <a:pt x="1019562" y="561415"/>
                </a:lnTo>
                <a:lnTo>
                  <a:pt x="1034128" y="559602"/>
                </a:lnTo>
                <a:lnTo>
                  <a:pt x="1051984" y="558444"/>
                </a:lnTo>
                <a:lnTo>
                  <a:pt x="1076049" y="558399"/>
                </a:lnTo>
                <a:lnTo>
                  <a:pt x="1095779" y="559137"/>
                </a:lnTo>
                <a:moveTo>
                  <a:pt x="2098621" y="1521878"/>
                </a:moveTo>
                <a:lnTo>
                  <a:pt x="2103222" y="1568477"/>
                </a:lnTo>
                <a:lnTo>
                  <a:pt x="2116568" y="1654475"/>
                </a:lnTo>
                <a:lnTo>
                  <a:pt x="2124803" y="1702201"/>
                </a:lnTo>
                <a:lnTo>
                  <a:pt x="2126243" y="1710527"/>
                </a:lnTo>
                <a:moveTo>
                  <a:pt x="2081008" y="1343505"/>
                </a:moveTo>
                <a:lnTo>
                  <a:pt x="2093623" y="1471227"/>
                </a:lnTo>
                <a:lnTo>
                  <a:pt x="2097546" y="1510962"/>
                </a:lnTo>
                <a:moveTo>
                  <a:pt x="2078608" y="1323257"/>
                </a:moveTo>
                <a:lnTo>
                  <a:pt x="2079766" y="1332490"/>
                </a:lnTo>
                <a:moveTo>
                  <a:pt x="2302308" y="538523"/>
                </a:moveTo>
                <a:lnTo>
                  <a:pt x="2403854" y="521726"/>
                </a:lnTo>
                <a:lnTo>
                  <a:pt x="2445204" y="515464"/>
                </a:lnTo>
                <a:lnTo>
                  <a:pt x="2460356" y="513963"/>
                </a:lnTo>
                <a:lnTo>
                  <a:pt x="2470130" y="513491"/>
                </a:lnTo>
                <a:lnTo>
                  <a:pt x="2476239" y="513445"/>
                </a:lnTo>
                <a:lnTo>
                  <a:pt x="2503404" y="513445"/>
                </a:lnTo>
                <a:moveTo>
                  <a:pt x="1688824" y="837708"/>
                </a:moveTo>
                <a:lnTo>
                  <a:pt x="1705043" y="838767"/>
                </a:lnTo>
                <a:lnTo>
                  <a:pt x="1714626" y="839658"/>
                </a:lnTo>
                <a:lnTo>
                  <a:pt x="1728201" y="839818"/>
                </a:lnTo>
                <a:moveTo>
                  <a:pt x="2442560" y="1883682"/>
                </a:moveTo>
                <a:lnTo>
                  <a:pt x="2442202" y="1852647"/>
                </a:lnTo>
                <a:lnTo>
                  <a:pt x="2442111" y="1844328"/>
                </a:lnTo>
                <a:lnTo>
                  <a:pt x="2476909" y="1839262"/>
                </a:lnTo>
                <a:moveTo>
                  <a:pt x="1801614" y="880338"/>
                </a:moveTo>
                <a:lnTo>
                  <a:pt x="1813308" y="945136"/>
                </a:lnTo>
                <a:moveTo>
                  <a:pt x="1801104" y="819562"/>
                </a:moveTo>
                <a:lnTo>
                  <a:pt x="1802940" y="840146"/>
                </a:lnTo>
                <a:lnTo>
                  <a:pt x="1801013" y="851512"/>
                </a:lnTo>
                <a:lnTo>
                  <a:pt x="1800495" y="855146"/>
                </a:lnTo>
                <a:lnTo>
                  <a:pt x="1799870" y="866854"/>
                </a:lnTo>
                <a:lnTo>
                  <a:pt x="1800083" y="869163"/>
                </a:lnTo>
                <a:moveTo>
                  <a:pt x="1791582" y="798019"/>
                </a:moveTo>
                <a:lnTo>
                  <a:pt x="1798255" y="810383"/>
                </a:lnTo>
                <a:moveTo>
                  <a:pt x="2420606" y="1288299"/>
                </a:moveTo>
                <a:lnTo>
                  <a:pt x="2420598" y="1288146"/>
                </a:lnTo>
                <a:moveTo>
                  <a:pt x="2428650" y="1357507"/>
                </a:moveTo>
                <a:lnTo>
                  <a:pt x="2421619" y="1298781"/>
                </a:lnTo>
                <a:moveTo>
                  <a:pt x="2436946" y="1440458"/>
                </a:moveTo>
                <a:lnTo>
                  <a:pt x="2429846" y="1368523"/>
                </a:lnTo>
                <a:moveTo>
                  <a:pt x="2441692" y="1487125"/>
                </a:moveTo>
                <a:lnTo>
                  <a:pt x="2438043" y="1451359"/>
                </a:lnTo>
                <a:moveTo>
                  <a:pt x="2446072" y="1540199"/>
                </a:moveTo>
                <a:lnTo>
                  <a:pt x="2442682" y="1498019"/>
                </a:lnTo>
                <a:moveTo>
                  <a:pt x="2459868" y="1687773"/>
                </a:moveTo>
                <a:lnTo>
                  <a:pt x="2447025" y="1551077"/>
                </a:lnTo>
                <a:moveTo>
                  <a:pt x="670374" y="2088626"/>
                </a:moveTo>
                <a:lnTo>
                  <a:pt x="679363" y="2087544"/>
                </a:lnTo>
                <a:lnTo>
                  <a:pt x="692298" y="2085777"/>
                </a:lnTo>
                <a:moveTo>
                  <a:pt x="551558" y="2256219"/>
                </a:moveTo>
                <a:lnTo>
                  <a:pt x="551763" y="2253568"/>
                </a:lnTo>
                <a:lnTo>
                  <a:pt x="553249" y="2212234"/>
                </a:lnTo>
                <a:lnTo>
                  <a:pt x="552967" y="2209491"/>
                </a:lnTo>
                <a:lnTo>
                  <a:pt x="550910" y="2189883"/>
                </a:lnTo>
                <a:lnTo>
                  <a:pt x="550651" y="2187567"/>
                </a:lnTo>
                <a:lnTo>
                  <a:pt x="544397" y="2167860"/>
                </a:lnTo>
                <a:lnTo>
                  <a:pt x="533579" y="2146316"/>
                </a:lnTo>
                <a:lnTo>
                  <a:pt x="527432" y="2126136"/>
                </a:lnTo>
                <a:lnTo>
                  <a:pt x="516576" y="2090782"/>
                </a:lnTo>
                <a:lnTo>
                  <a:pt x="515677" y="2078837"/>
                </a:lnTo>
                <a:lnTo>
                  <a:pt x="513621" y="2066458"/>
                </a:lnTo>
                <a:lnTo>
                  <a:pt x="513857" y="2055816"/>
                </a:lnTo>
                <a:lnTo>
                  <a:pt x="516546" y="2040641"/>
                </a:lnTo>
                <a:lnTo>
                  <a:pt x="489959" y="1910383"/>
                </a:lnTo>
                <a:moveTo>
                  <a:pt x="516858" y="2475074"/>
                </a:moveTo>
                <a:lnTo>
                  <a:pt x="522412" y="2460577"/>
                </a:lnTo>
                <a:lnTo>
                  <a:pt x="528255" y="2443216"/>
                </a:lnTo>
                <a:lnTo>
                  <a:pt x="534235" y="2421710"/>
                </a:lnTo>
                <a:lnTo>
                  <a:pt x="538996" y="2398948"/>
                </a:lnTo>
                <a:lnTo>
                  <a:pt x="541281" y="2383651"/>
                </a:lnTo>
                <a:lnTo>
                  <a:pt x="544450" y="2356486"/>
                </a:lnTo>
                <a:lnTo>
                  <a:pt x="550400" y="2271569"/>
                </a:lnTo>
                <a:lnTo>
                  <a:pt x="550727" y="2267166"/>
                </a:lnTo>
                <a:moveTo>
                  <a:pt x="2058032" y="915914"/>
                </a:moveTo>
                <a:lnTo>
                  <a:pt x="2054719" y="916454"/>
                </a:lnTo>
                <a:lnTo>
                  <a:pt x="2045646" y="917711"/>
                </a:lnTo>
                <a:lnTo>
                  <a:pt x="2039521" y="918725"/>
                </a:lnTo>
                <a:moveTo>
                  <a:pt x="433092" y="2518777"/>
                </a:moveTo>
                <a:lnTo>
                  <a:pt x="422922" y="2507183"/>
                </a:lnTo>
                <a:lnTo>
                  <a:pt x="331492" y="2529808"/>
                </a:lnTo>
                <a:lnTo>
                  <a:pt x="325505" y="2531743"/>
                </a:lnTo>
                <a:moveTo>
                  <a:pt x="830677" y="2552982"/>
                </a:moveTo>
                <a:lnTo>
                  <a:pt x="839658" y="2549066"/>
                </a:lnTo>
                <a:lnTo>
                  <a:pt x="895734" y="2541402"/>
                </a:lnTo>
                <a:lnTo>
                  <a:pt x="997730" y="2523973"/>
                </a:lnTo>
                <a:lnTo>
                  <a:pt x="1019037" y="2520545"/>
                </a:lnTo>
                <a:lnTo>
                  <a:pt x="1036246" y="2514237"/>
                </a:lnTo>
                <a:lnTo>
                  <a:pt x="1051459" y="2504418"/>
                </a:lnTo>
                <a:lnTo>
                  <a:pt x="1122244" y="2458520"/>
                </a:lnTo>
                <a:moveTo>
                  <a:pt x="627302" y="2696434"/>
                </a:moveTo>
                <a:lnTo>
                  <a:pt x="640047" y="2687056"/>
                </a:lnTo>
                <a:lnTo>
                  <a:pt x="748792" y="2609247"/>
                </a:lnTo>
                <a:lnTo>
                  <a:pt x="816150" y="2561628"/>
                </a:lnTo>
                <a:moveTo>
                  <a:pt x="454978" y="2847283"/>
                </a:moveTo>
                <a:lnTo>
                  <a:pt x="481047" y="2823714"/>
                </a:lnTo>
                <a:lnTo>
                  <a:pt x="542584" y="2768903"/>
                </a:lnTo>
                <a:lnTo>
                  <a:pt x="612006" y="2707709"/>
                </a:lnTo>
                <a:lnTo>
                  <a:pt x="618009" y="2703275"/>
                </a:lnTo>
                <a:moveTo>
                  <a:pt x="442919" y="2858139"/>
                </a:moveTo>
                <a:lnTo>
                  <a:pt x="446111" y="2855275"/>
                </a:lnTo>
                <a:moveTo>
                  <a:pt x="497265" y="609088"/>
                </a:moveTo>
                <a:lnTo>
                  <a:pt x="502133" y="608776"/>
                </a:lnTo>
                <a:lnTo>
                  <a:pt x="521597" y="607351"/>
                </a:lnTo>
                <a:lnTo>
                  <a:pt x="621277" y="597448"/>
                </a:lnTo>
                <a:lnTo>
                  <a:pt x="659747" y="593624"/>
                </a:lnTo>
                <a:lnTo>
                  <a:pt x="727119" y="588916"/>
                </a:lnTo>
                <a:lnTo>
                  <a:pt x="832985" y="581740"/>
                </a:lnTo>
                <a:lnTo>
                  <a:pt x="933770" y="575028"/>
                </a:lnTo>
                <a:lnTo>
                  <a:pt x="939788" y="574350"/>
                </a:lnTo>
                <a:moveTo>
                  <a:pt x="1449615" y="2517574"/>
                </a:moveTo>
                <a:lnTo>
                  <a:pt x="1449501" y="2517292"/>
                </a:lnTo>
                <a:lnTo>
                  <a:pt x="1448289" y="2510992"/>
                </a:lnTo>
                <a:lnTo>
                  <a:pt x="1447093" y="2499786"/>
                </a:lnTo>
                <a:moveTo>
                  <a:pt x="739399" y="1343955"/>
                </a:moveTo>
                <a:lnTo>
                  <a:pt x="791323" y="1341273"/>
                </a:lnTo>
                <a:lnTo>
                  <a:pt x="804365" y="1340611"/>
                </a:lnTo>
                <a:lnTo>
                  <a:pt x="824339" y="1344176"/>
                </a:lnTo>
                <a:lnTo>
                  <a:pt x="832856" y="1345692"/>
                </a:lnTo>
                <a:lnTo>
                  <a:pt x="856631" y="1344458"/>
                </a:lnTo>
                <a:moveTo>
                  <a:pt x="619951" y="1364835"/>
                </a:moveTo>
                <a:lnTo>
                  <a:pt x="728354" y="1345250"/>
                </a:lnTo>
                <a:moveTo>
                  <a:pt x="727462" y="1225207"/>
                </a:moveTo>
                <a:lnTo>
                  <a:pt x="722952" y="1185251"/>
                </a:lnTo>
                <a:lnTo>
                  <a:pt x="722183" y="1175318"/>
                </a:lnTo>
                <a:moveTo>
                  <a:pt x="734730" y="1337495"/>
                </a:moveTo>
                <a:lnTo>
                  <a:pt x="728430" y="1236322"/>
                </a:lnTo>
                <a:moveTo>
                  <a:pt x="739841" y="1421810"/>
                </a:moveTo>
                <a:lnTo>
                  <a:pt x="737891" y="1394164"/>
                </a:lnTo>
                <a:lnTo>
                  <a:pt x="735392" y="1348746"/>
                </a:lnTo>
                <a:moveTo>
                  <a:pt x="1380292" y="1053325"/>
                </a:moveTo>
                <a:lnTo>
                  <a:pt x="1380444" y="1053298"/>
                </a:lnTo>
                <a:moveTo>
                  <a:pt x="1284680" y="1064348"/>
                </a:moveTo>
                <a:lnTo>
                  <a:pt x="1371638" y="1054475"/>
                </a:lnTo>
                <a:moveTo>
                  <a:pt x="1383583" y="1051596"/>
                </a:moveTo>
                <a:lnTo>
                  <a:pt x="1392496" y="1050285"/>
                </a:lnTo>
                <a:moveTo>
                  <a:pt x="1492938" y="1274305"/>
                </a:moveTo>
                <a:lnTo>
                  <a:pt x="1486097" y="1268759"/>
                </a:lnTo>
                <a:lnTo>
                  <a:pt x="1448625" y="1238805"/>
                </a:lnTo>
                <a:lnTo>
                  <a:pt x="1432894" y="1225527"/>
                </a:lnTo>
                <a:lnTo>
                  <a:pt x="1423615" y="1216767"/>
                </a:lnTo>
                <a:lnTo>
                  <a:pt x="1417787" y="1210124"/>
                </a:lnTo>
                <a:lnTo>
                  <a:pt x="1414344" y="1205759"/>
                </a:lnTo>
                <a:lnTo>
                  <a:pt x="1409141" y="1197524"/>
                </a:lnTo>
                <a:lnTo>
                  <a:pt x="1404982" y="1189586"/>
                </a:lnTo>
                <a:lnTo>
                  <a:pt x="1400860" y="1179409"/>
                </a:lnTo>
                <a:lnTo>
                  <a:pt x="1398148" y="1171196"/>
                </a:lnTo>
                <a:lnTo>
                  <a:pt x="1394918" y="1159366"/>
                </a:lnTo>
                <a:lnTo>
                  <a:pt x="1391742" y="1145318"/>
                </a:lnTo>
                <a:lnTo>
                  <a:pt x="1388893" y="1129039"/>
                </a:lnTo>
                <a:lnTo>
                  <a:pt x="1379309" y="1059046"/>
                </a:lnTo>
                <a:moveTo>
                  <a:pt x="947802" y="566626"/>
                </a:moveTo>
                <a:lnTo>
                  <a:pt x="947893" y="556951"/>
                </a:lnTo>
                <a:lnTo>
                  <a:pt x="947383" y="541053"/>
                </a:lnTo>
                <a:moveTo>
                  <a:pt x="887529" y="1163243"/>
                </a:moveTo>
                <a:lnTo>
                  <a:pt x="888047" y="1168477"/>
                </a:lnTo>
                <a:lnTo>
                  <a:pt x="888702" y="1174800"/>
                </a:lnTo>
                <a:lnTo>
                  <a:pt x="859572" y="1220065"/>
                </a:lnTo>
                <a:lnTo>
                  <a:pt x="846256" y="1223623"/>
                </a:lnTo>
                <a:lnTo>
                  <a:pt x="861522" y="1325040"/>
                </a:lnTo>
                <a:lnTo>
                  <a:pt x="861011" y="1337007"/>
                </a:lnTo>
                <a:moveTo>
                  <a:pt x="1720926" y="433839"/>
                </a:moveTo>
                <a:lnTo>
                  <a:pt x="1718397" y="416081"/>
                </a:lnTo>
                <a:moveTo>
                  <a:pt x="1397615" y="2003885"/>
                </a:moveTo>
                <a:lnTo>
                  <a:pt x="1476971" y="1995154"/>
                </a:lnTo>
                <a:lnTo>
                  <a:pt x="1487963" y="1996152"/>
                </a:lnTo>
                <a:lnTo>
                  <a:pt x="1491970" y="1997554"/>
                </a:lnTo>
                <a:moveTo>
                  <a:pt x="1934973" y="406711"/>
                </a:moveTo>
                <a:lnTo>
                  <a:pt x="1933861" y="391993"/>
                </a:lnTo>
                <a:moveTo>
                  <a:pt x="2010009" y="388817"/>
                </a:moveTo>
                <a:lnTo>
                  <a:pt x="2007663" y="376994"/>
                </a:lnTo>
                <a:moveTo>
                  <a:pt x="1459731" y="2702825"/>
                </a:moveTo>
                <a:lnTo>
                  <a:pt x="1484535" y="2849089"/>
                </a:lnTo>
                <a:moveTo>
                  <a:pt x="2084276" y="2778486"/>
                </a:moveTo>
                <a:lnTo>
                  <a:pt x="1944473" y="2793966"/>
                </a:lnTo>
                <a:lnTo>
                  <a:pt x="1933968" y="2795246"/>
                </a:lnTo>
                <a:lnTo>
                  <a:pt x="1929046" y="2795893"/>
                </a:lnTo>
                <a:moveTo>
                  <a:pt x="2276750" y="2745516"/>
                </a:moveTo>
                <a:lnTo>
                  <a:pt x="2271341" y="2707518"/>
                </a:lnTo>
                <a:lnTo>
                  <a:pt x="2266008" y="2670038"/>
                </a:lnTo>
                <a:lnTo>
                  <a:pt x="2260760" y="2633175"/>
                </a:lnTo>
                <a:lnTo>
                  <a:pt x="2258124" y="2616964"/>
                </a:lnTo>
                <a:lnTo>
                  <a:pt x="2256478" y="2608470"/>
                </a:lnTo>
                <a:lnTo>
                  <a:pt x="2254711" y="2597341"/>
                </a:lnTo>
                <a:lnTo>
                  <a:pt x="2250818" y="2578159"/>
                </a:lnTo>
                <a:lnTo>
                  <a:pt x="2249089" y="2569680"/>
                </a:lnTo>
                <a:lnTo>
                  <a:pt x="2250864" y="2560120"/>
                </a:lnTo>
                <a:lnTo>
                  <a:pt x="2254094" y="2539902"/>
                </a:lnTo>
                <a:moveTo>
                  <a:pt x="2185990" y="2016500"/>
                </a:moveTo>
                <a:lnTo>
                  <a:pt x="2185503" y="2016538"/>
                </a:lnTo>
                <a:lnTo>
                  <a:pt x="2176338" y="2017185"/>
                </a:lnTo>
                <a:moveTo>
                  <a:pt x="1473200" y="1704357"/>
                </a:moveTo>
                <a:lnTo>
                  <a:pt x="1484284" y="1702323"/>
                </a:lnTo>
                <a:lnTo>
                  <a:pt x="1480284" y="1667022"/>
                </a:lnTo>
                <a:lnTo>
                  <a:pt x="1563952" y="1653736"/>
                </a:lnTo>
                <a:lnTo>
                  <a:pt x="1561049" y="1623737"/>
                </a:lnTo>
                <a:lnTo>
                  <a:pt x="1559777" y="1616264"/>
                </a:lnTo>
                <a:lnTo>
                  <a:pt x="1542644" y="1596153"/>
                </a:lnTo>
                <a:lnTo>
                  <a:pt x="1538127" y="1588687"/>
                </a:lnTo>
                <a:lnTo>
                  <a:pt x="1534722" y="1567943"/>
                </a:lnTo>
                <a:lnTo>
                  <a:pt x="1529839" y="1533861"/>
                </a:lnTo>
                <a:lnTo>
                  <a:pt x="1530014" y="1525809"/>
                </a:lnTo>
                <a:lnTo>
                  <a:pt x="1529831" y="1507496"/>
                </a:lnTo>
                <a:lnTo>
                  <a:pt x="1529839" y="1498194"/>
                </a:lnTo>
                <a:lnTo>
                  <a:pt x="1528414" y="1489982"/>
                </a:lnTo>
                <a:lnTo>
                  <a:pt x="1524430" y="1480498"/>
                </a:lnTo>
                <a:lnTo>
                  <a:pt x="1518602" y="1450628"/>
                </a:lnTo>
                <a:lnTo>
                  <a:pt x="1517993" y="1443833"/>
                </a:lnTo>
                <a:lnTo>
                  <a:pt x="1518442" y="1439757"/>
                </a:lnTo>
                <a:lnTo>
                  <a:pt x="1520156" y="1436680"/>
                </a:lnTo>
                <a:lnTo>
                  <a:pt x="1522137" y="1434714"/>
                </a:lnTo>
                <a:lnTo>
                  <a:pt x="1525489" y="1433480"/>
                </a:lnTo>
                <a:lnTo>
                  <a:pt x="1583636" y="1425573"/>
                </a:lnTo>
                <a:lnTo>
                  <a:pt x="1591475" y="1425558"/>
                </a:lnTo>
                <a:lnTo>
                  <a:pt x="1597006" y="1426159"/>
                </a:lnTo>
                <a:lnTo>
                  <a:pt x="1629625" y="1431317"/>
                </a:lnTo>
                <a:lnTo>
                  <a:pt x="1641563" y="1433625"/>
                </a:lnTo>
                <a:lnTo>
                  <a:pt x="1648693" y="1435590"/>
                </a:lnTo>
                <a:lnTo>
                  <a:pt x="1657065" y="1441106"/>
                </a:lnTo>
                <a:lnTo>
                  <a:pt x="1657956" y="1441540"/>
                </a:lnTo>
                <a:moveTo>
                  <a:pt x="1727706" y="1590911"/>
                </a:moveTo>
                <a:lnTo>
                  <a:pt x="1727127" y="1588405"/>
                </a:lnTo>
                <a:lnTo>
                  <a:pt x="1726533" y="1585815"/>
                </a:lnTo>
                <a:lnTo>
                  <a:pt x="1712028" y="1589715"/>
                </a:lnTo>
                <a:lnTo>
                  <a:pt x="1709659" y="1570480"/>
                </a:lnTo>
                <a:lnTo>
                  <a:pt x="1715875" y="1569513"/>
                </a:lnTo>
                <a:lnTo>
                  <a:pt x="1711655" y="1526030"/>
                </a:lnTo>
                <a:moveTo>
                  <a:pt x="1737038" y="1735156"/>
                </a:moveTo>
                <a:lnTo>
                  <a:pt x="1732459" y="1621924"/>
                </a:lnTo>
                <a:lnTo>
                  <a:pt x="1731096" y="1608151"/>
                </a:lnTo>
                <a:lnTo>
                  <a:pt x="1729884" y="1601645"/>
                </a:lnTo>
                <a:moveTo>
                  <a:pt x="1721939" y="1596442"/>
                </a:moveTo>
                <a:lnTo>
                  <a:pt x="1703770" y="1600670"/>
                </a:lnTo>
                <a:lnTo>
                  <a:pt x="1680856" y="1606376"/>
                </a:lnTo>
                <a:lnTo>
                  <a:pt x="1658238" y="1611990"/>
                </a:lnTo>
                <a:lnTo>
                  <a:pt x="1646621" y="1613735"/>
                </a:lnTo>
                <a:lnTo>
                  <a:pt x="1621421" y="1616858"/>
                </a:lnTo>
                <a:lnTo>
                  <a:pt x="1600091" y="1619684"/>
                </a:lnTo>
                <a:lnTo>
                  <a:pt x="1601165" y="1627630"/>
                </a:lnTo>
                <a:lnTo>
                  <a:pt x="1601333" y="1633412"/>
                </a:lnTo>
                <a:lnTo>
                  <a:pt x="1601645" y="1636855"/>
                </a:lnTo>
                <a:lnTo>
                  <a:pt x="1601196" y="1644160"/>
                </a:lnTo>
                <a:lnTo>
                  <a:pt x="1601226" y="1647474"/>
                </a:lnTo>
                <a:lnTo>
                  <a:pt x="1603580" y="1652411"/>
                </a:lnTo>
                <a:lnTo>
                  <a:pt x="1605332" y="1656006"/>
                </a:lnTo>
                <a:lnTo>
                  <a:pt x="1605431" y="1658893"/>
                </a:lnTo>
                <a:lnTo>
                  <a:pt x="1604646" y="1662824"/>
                </a:lnTo>
                <a:lnTo>
                  <a:pt x="1602277" y="1666001"/>
                </a:lnTo>
                <a:lnTo>
                  <a:pt x="1600342" y="1666991"/>
                </a:lnTo>
                <a:lnTo>
                  <a:pt x="1581077" y="1669924"/>
                </a:lnTo>
                <a:lnTo>
                  <a:pt x="1576940" y="1670754"/>
                </a:lnTo>
                <a:lnTo>
                  <a:pt x="1575455" y="1673916"/>
                </a:lnTo>
                <a:lnTo>
                  <a:pt x="1575158" y="1677786"/>
                </a:lnTo>
                <a:lnTo>
                  <a:pt x="1577390" y="1688230"/>
                </a:lnTo>
                <a:lnTo>
                  <a:pt x="1584939" y="1742431"/>
                </a:lnTo>
                <a:lnTo>
                  <a:pt x="1590112" y="1747032"/>
                </a:lnTo>
                <a:lnTo>
                  <a:pt x="1590790" y="1750582"/>
                </a:lnTo>
                <a:moveTo>
                  <a:pt x="1090439" y="1559960"/>
                </a:moveTo>
                <a:lnTo>
                  <a:pt x="852038" y="1581579"/>
                </a:lnTo>
                <a:lnTo>
                  <a:pt x="840771" y="1582501"/>
                </a:lnTo>
                <a:lnTo>
                  <a:pt x="788192" y="1588420"/>
                </a:lnTo>
                <a:moveTo>
                  <a:pt x="761278" y="1688573"/>
                </a:moveTo>
                <a:lnTo>
                  <a:pt x="848503" y="1681899"/>
                </a:lnTo>
                <a:lnTo>
                  <a:pt x="847109" y="1665422"/>
                </a:lnTo>
                <a:lnTo>
                  <a:pt x="850948" y="1665178"/>
                </a:lnTo>
                <a:lnTo>
                  <a:pt x="861758" y="1664241"/>
                </a:lnTo>
                <a:lnTo>
                  <a:pt x="964089" y="1653104"/>
                </a:lnTo>
                <a:lnTo>
                  <a:pt x="967936" y="1666633"/>
                </a:lnTo>
                <a:lnTo>
                  <a:pt x="973832" y="1717947"/>
                </a:lnTo>
                <a:lnTo>
                  <a:pt x="922259" y="1724194"/>
                </a:lnTo>
                <a:lnTo>
                  <a:pt x="940260" y="1832680"/>
                </a:lnTo>
                <a:moveTo>
                  <a:pt x="703108" y="2084375"/>
                </a:moveTo>
                <a:lnTo>
                  <a:pt x="885869" y="2062329"/>
                </a:lnTo>
                <a:lnTo>
                  <a:pt x="892009" y="2062131"/>
                </a:lnTo>
                <a:lnTo>
                  <a:pt x="902849" y="2062420"/>
                </a:lnTo>
                <a:lnTo>
                  <a:pt x="907907" y="2062717"/>
                </a:lnTo>
                <a:lnTo>
                  <a:pt x="934280" y="2067768"/>
                </a:lnTo>
                <a:lnTo>
                  <a:pt x="1008913" y="2058231"/>
                </a:lnTo>
                <a:moveTo>
                  <a:pt x="750255" y="1516652"/>
                </a:moveTo>
                <a:lnTo>
                  <a:pt x="830784" y="1510048"/>
                </a:lnTo>
                <a:lnTo>
                  <a:pt x="842759" y="1509491"/>
                </a:lnTo>
                <a:lnTo>
                  <a:pt x="1076864" y="1490287"/>
                </a:lnTo>
                <a:moveTo>
                  <a:pt x="1654719" y="439895"/>
                </a:moveTo>
                <a:lnTo>
                  <a:pt x="1654498" y="437891"/>
                </a:lnTo>
                <a:lnTo>
                  <a:pt x="1653645" y="430197"/>
                </a:lnTo>
                <a:lnTo>
                  <a:pt x="1652586" y="420317"/>
                </a:lnTo>
                <a:moveTo>
                  <a:pt x="613682" y="1568081"/>
                </a:moveTo>
                <a:lnTo>
                  <a:pt x="621398" y="1566938"/>
                </a:lnTo>
                <a:lnTo>
                  <a:pt x="633884" y="1565178"/>
                </a:lnTo>
                <a:lnTo>
                  <a:pt x="638211" y="1564630"/>
                </a:lnTo>
                <a:lnTo>
                  <a:pt x="637594" y="1553150"/>
                </a:lnTo>
                <a:lnTo>
                  <a:pt x="705485" y="1547680"/>
                </a:lnTo>
                <a:moveTo>
                  <a:pt x="518039" y="778007"/>
                </a:moveTo>
                <a:lnTo>
                  <a:pt x="525642" y="776674"/>
                </a:lnTo>
                <a:lnTo>
                  <a:pt x="538196" y="775219"/>
                </a:lnTo>
                <a:lnTo>
                  <a:pt x="542211" y="774647"/>
                </a:lnTo>
                <a:lnTo>
                  <a:pt x="543102" y="762611"/>
                </a:lnTo>
                <a:lnTo>
                  <a:pt x="545692" y="754894"/>
                </a:lnTo>
                <a:lnTo>
                  <a:pt x="550545" y="748861"/>
                </a:lnTo>
                <a:lnTo>
                  <a:pt x="556936" y="746469"/>
                </a:lnTo>
                <a:lnTo>
                  <a:pt x="656822" y="740458"/>
                </a:lnTo>
                <a:lnTo>
                  <a:pt x="658002" y="775295"/>
                </a:lnTo>
                <a:lnTo>
                  <a:pt x="695635" y="773985"/>
                </a:lnTo>
                <a:lnTo>
                  <a:pt x="698438" y="813453"/>
                </a:lnTo>
                <a:lnTo>
                  <a:pt x="544199" y="818625"/>
                </a:lnTo>
                <a:lnTo>
                  <a:pt x="533077" y="819151"/>
                </a:lnTo>
                <a:lnTo>
                  <a:pt x="523356" y="819669"/>
                </a:lnTo>
                <a:moveTo>
                  <a:pt x="2165094" y="1864965"/>
                </a:moveTo>
                <a:lnTo>
                  <a:pt x="2155465" y="1866641"/>
                </a:lnTo>
                <a:moveTo>
                  <a:pt x="1360973" y="836147"/>
                </a:moveTo>
                <a:lnTo>
                  <a:pt x="1351413" y="838447"/>
                </a:lnTo>
                <a:lnTo>
                  <a:pt x="1348647" y="839285"/>
                </a:lnTo>
                <a:moveTo>
                  <a:pt x="1338059" y="841753"/>
                </a:moveTo>
                <a:lnTo>
                  <a:pt x="1265529" y="856768"/>
                </a:lnTo>
                <a:moveTo>
                  <a:pt x="2454368" y="2766298"/>
                </a:moveTo>
                <a:lnTo>
                  <a:pt x="2488915" y="2767082"/>
                </a:lnTo>
                <a:lnTo>
                  <a:pt x="2494278" y="2766610"/>
                </a:lnTo>
                <a:lnTo>
                  <a:pt x="2608348" y="2750224"/>
                </a:lnTo>
                <a:moveTo>
                  <a:pt x="1145402" y="556639"/>
                </a:moveTo>
                <a:lnTo>
                  <a:pt x="1160189" y="554605"/>
                </a:lnTo>
                <a:lnTo>
                  <a:pt x="1276034" y="538318"/>
                </a:lnTo>
                <a:moveTo>
                  <a:pt x="2031972" y="1340108"/>
                </a:moveTo>
                <a:lnTo>
                  <a:pt x="2027393" y="1340824"/>
                </a:lnTo>
                <a:lnTo>
                  <a:pt x="1940687" y="1348495"/>
                </a:lnTo>
                <a:moveTo>
                  <a:pt x="1919798" y="1325306"/>
                </a:moveTo>
                <a:lnTo>
                  <a:pt x="2023059" y="1317566"/>
                </a:lnTo>
                <a:lnTo>
                  <a:pt x="2024072" y="1320690"/>
                </a:lnTo>
                <a:moveTo>
                  <a:pt x="1737662" y="1244260"/>
                </a:moveTo>
                <a:lnTo>
                  <a:pt x="1737198" y="1244625"/>
                </a:lnTo>
                <a:lnTo>
                  <a:pt x="1716637" y="1258871"/>
                </a:lnTo>
                <a:lnTo>
                  <a:pt x="1697150" y="1271577"/>
                </a:lnTo>
                <a:lnTo>
                  <a:pt x="1661918" y="1292031"/>
                </a:lnTo>
                <a:lnTo>
                  <a:pt x="1647291" y="1300495"/>
                </a:lnTo>
                <a:moveTo>
                  <a:pt x="1692671" y="1433899"/>
                </a:moveTo>
                <a:lnTo>
                  <a:pt x="1667197" y="1441441"/>
                </a:lnTo>
                <a:moveTo>
                  <a:pt x="1659015" y="1439346"/>
                </a:moveTo>
                <a:lnTo>
                  <a:pt x="1658269" y="1438988"/>
                </a:lnTo>
                <a:lnTo>
                  <a:pt x="1649714" y="1433335"/>
                </a:lnTo>
                <a:lnTo>
                  <a:pt x="1642111" y="1431248"/>
                </a:lnTo>
                <a:lnTo>
                  <a:pt x="1630052" y="1428909"/>
                </a:lnTo>
                <a:lnTo>
                  <a:pt x="1597326" y="1423737"/>
                </a:lnTo>
                <a:lnTo>
                  <a:pt x="1591597" y="1423120"/>
                </a:lnTo>
                <a:lnTo>
                  <a:pt x="1583469" y="1423135"/>
                </a:lnTo>
                <a:lnTo>
                  <a:pt x="1524895" y="1431103"/>
                </a:lnTo>
                <a:lnTo>
                  <a:pt x="1520796" y="1432612"/>
                </a:lnTo>
                <a:lnTo>
                  <a:pt x="1518191" y="1435187"/>
                </a:lnTo>
                <a:lnTo>
                  <a:pt x="1516066" y="1438996"/>
                </a:lnTo>
                <a:lnTo>
                  <a:pt x="1515540" y="1443802"/>
                </a:lnTo>
                <a:lnTo>
                  <a:pt x="1516180" y="1450978"/>
                </a:lnTo>
                <a:lnTo>
                  <a:pt x="1522084" y="1481214"/>
                </a:lnTo>
                <a:lnTo>
                  <a:pt x="1526053" y="1490668"/>
                </a:lnTo>
                <a:lnTo>
                  <a:pt x="1527401" y="1498407"/>
                </a:lnTo>
                <a:lnTo>
                  <a:pt x="1527393" y="1507511"/>
                </a:lnTo>
                <a:lnTo>
                  <a:pt x="1527576" y="1525794"/>
                </a:lnTo>
                <a:lnTo>
                  <a:pt x="1527401" y="1534013"/>
                </a:lnTo>
                <a:lnTo>
                  <a:pt x="1532315" y="1568309"/>
                </a:lnTo>
                <a:lnTo>
                  <a:pt x="1535796" y="1589540"/>
                </a:lnTo>
                <a:lnTo>
                  <a:pt x="1540664" y="1597585"/>
                </a:lnTo>
                <a:lnTo>
                  <a:pt x="1557492" y="1617330"/>
                </a:lnTo>
                <a:lnTo>
                  <a:pt x="1558627" y="1624057"/>
                </a:lnTo>
                <a:lnTo>
                  <a:pt x="1561301" y="1651695"/>
                </a:lnTo>
                <a:lnTo>
                  <a:pt x="1477603" y="1664980"/>
                </a:lnTo>
                <a:lnTo>
                  <a:pt x="1481602" y="1700342"/>
                </a:lnTo>
                <a:lnTo>
                  <a:pt x="1472766" y="1701965"/>
                </a:lnTo>
                <a:moveTo>
                  <a:pt x="1650095" y="1530829"/>
                </a:moveTo>
                <a:lnTo>
                  <a:pt x="1658848" y="1529504"/>
                </a:lnTo>
                <a:moveTo>
                  <a:pt x="1669711" y="1527866"/>
                </a:moveTo>
                <a:lnTo>
                  <a:pt x="1704532" y="1522594"/>
                </a:lnTo>
                <a:moveTo>
                  <a:pt x="1709232" y="1526266"/>
                </a:moveTo>
                <a:lnTo>
                  <a:pt x="1713224" y="1567456"/>
                </a:lnTo>
                <a:lnTo>
                  <a:pt x="1706947" y="1568439"/>
                </a:lnTo>
                <a:lnTo>
                  <a:pt x="1709956" y="1592793"/>
                </a:lnTo>
                <a:lnTo>
                  <a:pt x="1724720" y="1588832"/>
                </a:lnTo>
                <a:lnTo>
                  <a:pt x="1724750" y="1588954"/>
                </a:lnTo>
                <a:lnTo>
                  <a:pt x="1725299" y="1591346"/>
                </a:lnTo>
                <a:moveTo>
                  <a:pt x="1664713" y="1521749"/>
                </a:moveTo>
                <a:lnTo>
                  <a:pt x="1660379" y="1461583"/>
                </a:lnTo>
                <a:lnTo>
                  <a:pt x="1662291" y="1448175"/>
                </a:lnTo>
                <a:lnTo>
                  <a:pt x="1662565" y="1447170"/>
                </a:lnTo>
                <a:moveTo>
                  <a:pt x="1407808" y="1415883"/>
                </a:moveTo>
                <a:lnTo>
                  <a:pt x="1417963" y="1414976"/>
                </a:lnTo>
                <a:lnTo>
                  <a:pt x="1450110" y="1412135"/>
                </a:lnTo>
                <a:moveTo>
                  <a:pt x="1452776" y="1392153"/>
                </a:moveTo>
                <a:lnTo>
                  <a:pt x="1453767" y="1405134"/>
                </a:lnTo>
                <a:moveTo>
                  <a:pt x="1456745" y="1414915"/>
                </a:moveTo>
                <a:lnTo>
                  <a:pt x="1457004" y="1415327"/>
                </a:lnTo>
                <a:moveTo>
                  <a:pt x="2274975" y="363929"/>
                </a:moveTo>
                <a:lnTo>
                  <a:pt x="2276536" y="373604"/>
                </a:lnTo>
                <a:lnTo>
                  <a:pt x="2280551" y="411891"/>
                </a:lnTo>
                <a:moveTo>
                  <a:pt x="2281671" y="422793"/>
                </a:moveTo>
                <a:lnTo>
                  <a:pt x="2285076" y="456205"/>
                </a:lnTo>
                <a:moveTo>
                  <a:pt x="2286348" y="467235"/>
                </a:moveTo>
                <a:lnTo>
                  <a:pt x="2294697" y="532856"/>
                </a:lnTo>
                <a:moveTo>
                  <a:pt x="2298072" y="559305"/>
                </a:moveTo>
                <a:lnTo>
                  <a:pt x="2302986" y="597631"/>
                </a:lnTo>
                <a:moveTo>
                  <a:pt x="2305027" y="612569"/>
                </a:moveTo>
                <a:lnTo>
                  <a:pt x="2306871" y="626198"/>
                </a:lnTo>
                <a:lnTo>
                  <a:pt x="2310680" y="648191"/>
                </a:lnTo>
                <a:lnTo>
                  <a:pt x="2315494" y="674259"/>
                </a:lnTo>
                <a:moveTo>
                  <a:pt x="2317581" y="685221"/>
                </a:moveTo>
                <a:lnTo>
                  <a:pt x="2329206" y="744900"/>
                </a:lnTo>
                <a:moveTo>
                  <a:pt x="2331271" y="755854"/>
                </a:moveTo>
                <a:lnTo>
                  <a:pt x="2351451" y="867418"/>
                </a:lnTo>
                <a:moveTo>
                  <a:pt x="1070686" y="909111"/>
                </a:moveTo>
                <a:lnTo>
                  <a:pt x="1111686" y="1120675"/>
                </a:lnTo>
                <a:lnTo>
                  <a:pt x="1113133" y="1128133"/>
                </a:lnTo>
                <a:lnTo>
                  <a:pt x="1135103" y="1241487"/>
                </a:lnTo>
                <a:lnTo>
                  <a:pt x="1176613" y="1235491"/>
                </a:lnTo>
                <a:lnTo>
                  <a:pt x="1282418" y="1220218"/>
                </a:lnTo>
                <a:moveTo>
                  <a:pt x="185099" y="2385929"/>
                </a:moveTo>
                <a:lnTo>
                  <a:pt x="199200" y="2380162"/>
                </a:lnTo>
                <a:moveTo>
                  <a:pt x="208608" y="2378349"/>
                </a:moveTo>
                <a:lnTo>
                  <a:pt x="297174" y="2376521"/>
                </a:lnTo>
                <a:moveTo>
                  <a:pt x="204205" y="2371745"/>
                </a:moveTo>
                <a:lnTo>
                  <a:pt x="204037" y="2364134"/>
                </a:lnTo>
                <a:lnTo>
                  <a:pt x="208425" y="2351740"/>
                </a:lnTo>
                <a:lnTo>
                  <a:pt x="218649" y="2341822"/>
                </a:lnTo>
                <a:lnTo>
                  <a:pt x="231584" y="2334516"/>
                </a:lnTo>
                <a:lnTo>
                  <a:pt x="246378" y="2330661"/>
                </a:lnTo>
                <a:lnTo>
                  <a:pt x="251124" y="2330456"/>
                </a:lnTo>
                <a:lnTo>
                  <a:pt x="260874" y="2330029"/>
                </a:lnTo>
                <a:lnTo>
                  <a:pt x="274891" y="2333564"/>
                </a:lnTo>
                <a:lnTo>
                  <a:pt x="286128" y="2339353"/>
                </a:lnTo>
                <a:moveTo>
                  <a:pt x="289403" y="2342774"/>
                </a:moveTo>
                <a:lnTo>
                  <a:pt x="293319" y="2346758"/>
                </a:lnTo>
                <a:lnTo>
                  <a:pt x="299467" y="2356646"/>
                </a:lnTo>
                <a:moveTo>
                  <a:pt x="305812" y="2324978"/>
                </a:moveTo>
                <a:lnTo>
                  <a:pt x="317186" y="2316736"/>
                </a:lnTo>
                <a:moveTo>
                  <a:pt x="250994" y="2324559"/>
                </a:moveTo>
                <a:lnTo>
                  <a:pt x="295452" y="2324095"/>
                </a:lnTo>
                <a:moveTo>
                  <a:pt x="1745501" y="966466"/>
                </a:moveTo>
                <a:lnTo>
                  <a:pt x="1756029" y="964119"/>
                </a:lnTo>
                <a:lnTo>
                  <a:pt x="1760706" y="963076"/>
                </a:lnTo>
                <a:moveTo>
                  <a:pt x="1993936" y="1480962"/>
                </a:moveTo>
                <a:lnTo>
                  <a:pt x="1982486" y="1455404"/>
                </a:lnTo>
                <a:lnTo>
                  <a:pt x="1960668" y="1408654"/>
                </a:lnTo>
                <a:lnTo>
                  <a:pt x="1958535" y="1403694"/>
                </a:lnTo>
                <a:lnTo>
                  <a:pt x="1938043" y="1355686"/>
                </a:lnTo>
                <a:moveTo>
                  <a:pt x="1929907" y="1348815"/>
                </a:moveTo>
                <a:lnTo>
                  <a:pt x="1922746" y="1348449"/>
                </a:lnTo>
                <a:lnTo>
                  <a:pt x="1916652" y="1330022"/>
                </a:lnTo>
                <a:moveTo>
                  <a:pt x="1913064" y="1319517"/>
                </a:moveTo>
                <a:lnTo>
                  <a:pt x="1904669" y="1295673"/>
                </a:lnTo>
                <a:lnTo>
                  <a:pt x="1894903" y="1255648"/>
                </a:lnTo>
                <a:lnTo>
                  <a:pt x="1892382" y="1246095"/>
                </a:lnTo>
                <a:lnTo>
                  <a:pt x="1889738" y="1235903"/>
                </a:lnTo>
                <a:lnTo>
                  <a:pt x="1880498" y="1220355"/>
                </a:lnTo>
                <a:lnTo>
                  <a:pt x="1872659" y="1210985"/>
                </a:lnTo>
                <a:lnTo>
                  <a:pt x="1808745" y="1184307"/>
                </a:lnTo>
                <a:moveTo>
                  <a:pt x="2439696" y="1545059"/>
                </a:moveTo>
                <a:lnTo>
                  <a:pt x="2377687" y="1551375"/>
                </a:lnTo>
                <a:lnTo>
                  <a:pt x="2364370" y="1552997"/>
                </a:lnTo>
                <a:lnTo>
                  <a:pt x="2368690" y="1613476"/>
                </a:lnTo>
                <a:lnTo>
                  <a:pt x="2374556" y="1612775"/>
                </a:lnTo>
                <a:lnTo>
                  <a:pt x="2379553" y="1654269"/>
                </a:lnTo>
                <a:lnTo>
                  <a:pt x="2384063" y="1666382"/>
                </a:lnTo>
                <a:lnTo>
                  <a:pt x="2388214" y="1673436"/>
                </a:lnTo>
                <a:lnTo>
                  <a:pt x="2389441" y="1694705"/>
                </a:lnTo>
                <a:moveTo>
                  <a:pt x="2086089" y="2688900"/>
                </a:moveTo>
                <a:lnTo>
                  <a:pt x="2074830" y="2660691"/>
                </a:lnTo>
                <a:lnTo>
                  <a:pt x="2054025" y="2587468"/>
                </a:lnTo>
                <a:lnTo>
                  <a:pt x="2039887" y="2537091"/>
                </a:lnTo>
                <a:lnTo>
                  <a:pt x="2020819" y="2469162"/>
                </a:lnTo>
                <a:lnTo>
                  <a:pt x="2012881" y="2439132"/>
                </a:lnTo>
                <a:moveTo>
                  <a:pt x="2001889" y="2440062"/>
                </a:moveTo>
                <a:lnTo>
                  <a:pt x="2014222" y="2472910"/>
                </a:lnTo>
                <a:lnTo>
                  <a:pt x="2032932" y="2538348"/>
                </a:lnTo>
                <a:lnTo>
                  <a:pt x="2047124" y="2587971"/>
                </a:lnTo>
                <a:lnTo>
                  <a:pt x="2047992" y="2591033"/>
                </a:lnTo>
                <a:lnTo>
                  <a:pt x="2069535" y="2664629"/>
                </a:lnTo>
                <a:lnTo>
                  <a:pt x="2074838" y="2691642"/>
                </a:lnTo>
                <a:moveTo>
                  <a:pt x="704121" y="1058871"/>
                </a:moveTo>
                <a:lnTo>
                  <a:pt x="710573" y="1055656"/>
                </a:lnTo>
                <a:lnTo>
                  <a:pt x="732056" y="1036665"/>
                </a:lnTo>
                <a:lnTo>
                  <a:pt x="748952" y="1021535"/>
                </a:lnTo>
                <a:lnTo>
                  <a:pt x="762002" y="1015997"/>
                </a:lnTo>
                <a:lnTo>
                  <a:pt x="845265" y="998583"/>
                </a:lnTo>
                <a:moveTo>
                  <a:pt x="317361" y="2316606"/>
                </a:moveTo>
                <a:lnTo>
                  <a:pt x="335355" y="2303732"/>
                </a:lnTo>
                <a:lnTo>
                  <a:pt x="352639" y="2296000"/>
                </a:lnTo>
                <a:moveTo>
                  <a:pt x="363129" y="2291673"/>
                </a:moveTo>
                <a:lnTo>
                  <a:pt x="389099" y="2283499"/>
                </a:lnTo>
                <a:lnTo>
                  <a:pt x="403984" y="2280536"/>
                </a:lnTo>
                <a:moveTo>
                  <a:pt x="414786" y="2278380"/>
                </a:moveTo>
                <a:lnTo>
                  <a:pt x="444915" y="2272369"/>
                </a:lnTo>
                <a:lnTo>
                  <a:pt x="448244" y="2271813"/>
                </a:lnTo>
                <a:moveTo>
                  <a:pt x="458924" y="2270290"/>
                </a:moveTo>
                <a:lnTo>
                  <a:pt x="497730" y="2265765"/>
                </a:lnTo>
                <a:moveTo>
                  <a:pt x="508684" y="2264683"/>
                </a:moveTo>
                <a:lnTo>
                  <a:pt x="536131" y="2262481"/>
                </a:lnTo>
                <a:lnTo>
                  <a:pt x="544283" y="2262596"/>
                </a:lnTo>
                <a:moveTo>
                  <a:pt x="322534" y="2249935"/>
                </a:moveTo>
                <a:lnTo>
                  <a:pt x="349478" y="2247847"/>
                </a:lnTo>
                <a:moveTo>
                  <a:pt x="360425" y="2247002"/>
                </a:moveTo>
                <a:lnTo>
                  <a:pt x="401181" y="2243856"/>
                </a:lnTo>
                <a:moveTo>
                  <a:pt x="412112" y="2242995"/>
                </a:moveTo>
                <a:lnTo>
                  <a:pt x="445121" y="2240313"/>
                </a:lnTo>
                <a:moveTo>
                  <a:pt x="456068" y="2239460"/>
                </a:moveTo>
                <a:lnTo>
                  <a:pt x="495300" y="2236558"/>
                </a:lnTo>
                <a:moveTo>
                  <a:pt x="506239" y="2235727"/>
                </a:moveTo>
                <a:lnTo>
                  <a:pt x="535453" y="2233480"/>
                </a:lnTo>
                <a:moveTo>
                  <a:pt x="499901" y="2240511"/>
                </a:moveTo>
                <a:lnTo>
                  <a:pt x="501386" y="2258550"/>
                </a:lnTo>
                <a:moveTo>
                  <a:pt x="449752" y="2244267"/>
                </a:moveTo>
                <a:lnTo>
                  <a:pt x="451558" y="2264310"/>
                </a:lnTo>
                <a:moveTo>
                  <a:pt x="405721" y="2247802"/>
                </a:moveTo>
                <a:lnTo>
                  <a:pt x="407244" y="2272575"/>
                </a:lnTo>
                <a:moveTo>
                  <a:pt x="353927" y="2251839"/>
                </a:moveTo>
                <a:lnTo>
                  <a:pt x="354285" y="2263593"/>
                </a:lnTo>
                <a:moveTo>
                  <a:pt x="354742" y="2278243"/>
                </a:moveTo>
                <a:lnTo>
                  <a:pt x="354986" y="2286333"/>
                </a:lnTo>
                <a:moveTo>
                  <a:pt x="316950" y="2276468"/>
                </a:moveTo>
                <a:lnTo>
                  <a:pt x="350308" y="2274228"/>
                </a:lnTo>
                <a:moveTo>
                  <a:pt x="361423" y="2269871"/>
                </a:moveTo>
                <a:lnTo>
                  <a:pt x="383142" y="2267753"/>
                </a:lnTo>
                <a:moveTo>
                  <a:pt x="502438" y="2269566"/>
                </a:moveTo>
                <a:lnTo>
                  <a:pt x="503839" y="2282524"/>
                </a:lnTo>
                <a:moveTo>
                  <a:pt x="468149" y="2294613"/>
                </a:moveTo>
                <a:lnTo>
                  <a:pt x="500518" y="2289784"/>
                </a:lnTo>
                <a:moveTo>
                  <a:pt x="511160" y="2288473"/>
                </a:moveTo>
                <a:lnTo>
                  <a:pt x="534532" y="2286188"/>
                </a:lnTo>
                <a:moveTo>
                  <a:pt x="2634257" y="315655"/>
                </a:moveTo>
                <a:lnTo>
                  <a:pt x="2638828" y="338524"/>
                </a:lnTo>
                <a:lnTo>
                  <a:pt x="2647497" y="418938"/>
                </a:lnTo>
                <a:moveTo>
                  <a:pt x="740820" y="2439509"/>
                </a:moveTo>
                <a:lnTo>
                  <a:pt x="744039" y="2445440"/>
                </a:lnTo>
                <a:lnTo>
                  <a:pt x="744983" y="2447139"/>
                </a:lnTo>
                <a:lnTo>
                  <a:pt x="816915" y="2552928"/>
                </a:lnTo>
                <a:moveTo>
                  <a:pt x="823303" y="2562390"/>
                </a:moveTo>
                <a:lnTo>
                  <a:pt x="919060" y="2705118"/>
                </a:lnTo>
                <a:moveTo>
                  <a:pt x="925226" y="2714134"/>
                </a:moveTo>
                <a:lnTo>
                  <a:pt x="935423" y="2728757"/>
                </a:lnTo>
                <a:lnTo>
                  <a:pt x="972156" y="2784573"/>
                </a:lnTo>
                <a:lnTo>
                  <a:pt x="986973" y="2806177"/>
                </a:lnTo>
                <a:lnTo>
                  <a:pt x="993715" y="2817955"/>
                </a:lnTo>
                <a:lnTo>
                  <a:pt x="1013346" y="2846339"/>
                </a:lnTo>
                <a:lnTo>
                  <a:pt x="1024385" y="2862999"/>
                </a:lnTo>
                <a:lnTo>
                  <a:pt x="1031195" y="2871695"/>
                </a:lnTo>
                <a:moveTo>
                  <a:pt x="1268759" y="2738409"/>
                </a:moveTo>
                <a:lnTo>
                  <a:pt x="1264173" y="2740100"/>
                </a:lnTo>
                <a:lnTo>
                  <a:pt x="1256997" y="2743132"/>
                </a:lnTo>
                <a:lnTo>
                  <a:pt x="1249684" y="2746362"/>
                </a:lnTo>
                <a:lnTo>
                  <a:pt x="1246187" y="2747984"/>
                </a:lnTo>
                <a:lnTo>
                  <a:pt x="1243185" y="2749493"/>
                </a:lnTo>
                <a:lnTo>
                  <a:pt x="1238432" y="2752090"/>
                </a:lnTo>
                <a:lnTo>
                  <a:pt x="1233579" y="2754871"/>
                </a:lnTo>
                <a:lnTo>
                  <a:pt x="1227424" y="2758543"/>
                </a:lnTo>
                <a:lnTo>
                  <a:pt x="1221170" y="2762253"/>
                </a:lnTo>
                <a:moveTo>
                  <a:pt x="1890310" y="2587624"/>
                </a:moveTo>
                <a:lnTo>
                  <a:pt x="1787483" y="2605237"/>
                </a:lnTo>
                <a:moveTo>
                  <a:pt x="1776525" y="2607141"/>
                </a:moveTo>
                <a:lnTo>
                  <a:pt x="1741167" y="2613346"/>
                </a:lnTo>
                <a:lnTo>
                  <a:pt x="1713765" y="2618221"/>
                </a:lnTo>
                <a:lnTo>
                  <a:pt x="1701066" y="2620613"/>
                </a:lnTo>
                <a:lnTo>
                  <a:pt x="1689380" y="2623066"/>
                </a:lnTo>
                <a:lnTo>
                  <a:pt x="1678007" y="2625694"/>
                </a:lnTo>
                <a:moveTo>
                  <a:pt x="1667220" y="2628258"/>
                </a:moveTo>
                <a:lnTo>
                  <a:pt x="1660866" y="2629808"/>
                </a:lnTo>
                <a:lnTo>
                  <a:pt x="1650681" y="2632589"/>
                </a:lnTo>
                <a:lnTo>
                  <a:pt x="1636969" y="2636550"/>
                </a:lnTo>
                <a:lnTo>
                  <a:pt x="1618153" y="2642339"/>
                </a:lnTo>
                <a:lnTo>
                  <a:pt x="1606193" y="2646388"/>
                </a:lnTo>
                <a:moveTo>
                  <a:pt x="1595794" y="2649934"/>
                </a:moveTo>
                <a:lnTo>
                  <a:pt x="1535838" y="2670499"/>
                </a:lnTo>
                <a:moveTo>
                  <a:pt x="1525112" y="2673858"/>
                </a:moveTo>
                <a:lnTo>
                  <a:pt x="1516203" y="2676437"/>
                </a:lnTo>
                <a:lnTo>
                  <a:pt x="1502003" y="2680482"/>
                </a:lnTo>
                <a:lnTo>
                  <a:pt x="1488687" y="2684002"/>
                </a:lnTo>
                <a:lnTo>
                  <a:pt x="1475973" y="2687232"/>
                </a:lnTo>
                <a:lnTo>
                  <a:pt x="1458596" y="2691498"/>
                </a:lnTo>
                <a:lnTo>
                  <a:pt x="1441700" y="2695703"/>
                </a:lnTo>
                <a:lnTo>
                  <a:pt x="1413582" y="2702403"/>
                </a:lnTo>
                <a:moveTo>
                  <a:pt x="1402894" y="2704947"/>
                </a:moveTo>
                <a:lnTo>
                  <a:pt x="1361278" y="2714862"/>
                </a:lnTo>
                <a:lnTo>
                  <a:pt x="1332848" y="2721535"/>
                </a:lnTo>
                <a:lnTo>
                  <a:pt x="1307762" y="2727485"/>
                </a:lnTo>
                <a:lnTo>
                  <a:pt x="1294294" y="2730669"/>
                </a:lnTo>
                <a:lnTo>
                  <a:pt x="1287110" y="2732497"/>
                </a:lnTo>
                <a:lnTo>
                  <a:pt x="1281107" y="2734272"/>
                </a:lnTo>
                <a:lnTo>
                  <a:pt x="1276133" y="2735895"/>
                </a:lnTo>
                <a:lnTo>
                  <a:pt x="1274453" y="2736436"/>
                </a:lnTo>
                <a:moveTo>
                  <a:pt x="1421490" y="2128018"/>
                </a:moveTo>
                <a:lnTo>
                  <a:pt x="1410375" y="2144267"/>
                </a:lnTo>
                <a:lnTo>
                  <a:pt x="1405370" y="2150735"/>
                </a:lnTo>
                <a:lnTo>
                  <a:pt x="1400739" y="2155778"/>
                </a:lnTo>
                <a:lnTo>
                  <a:pt x="1397021" y="2159602"/>
                </a:lnTo>
                <a:moveTo>
                  <a:pt x="1389289" y="2167448"/>
                </a:moveTo>
                <a:lnTo>
                  <a:pt x="1387567" y="2169177"/>
                </a:lnTo>
                <a:lnTo>
                  <a:pt x="1381054" y="2175310"/>
                </a:lnTo>
                <a:lnTo>
                  <a:pt x="1375843" y="2179789"/>
                </a:lnTo>
                <a:lnTo>
                  <a:pt x="1369665" y="2184756"/>
                </a:lnTo>
                <a:lnTo>
                  <a:pt x="1364333" y="2188733"/>
                </a:lnTo>
                <a:lnTo>
                  <a:pt x="1358673" y="2192808"/>
                </a:lnTo>
                <a:lnTo>
                  <a:pt x="1351748" y="2197044"/>
                </a:lnTo>
                <a:lnTo>
                  <a:pt x="1340336" y="2203702"/>
                </a:lnTo>
                <a:lnTo>
                  <a:pt x="1168957" y="2297897"/>
                </a:lnTo>
                <a:moveTo>
                  <a:pt x="1159038" y="2303267"/>
                </a:moveTo>
                <a:lnTo>
                  <a:pt x="1103481" y="2332840"/>
                </a:lnTo>
                <a:moveTo>
                  <a:pt x="1093654" y="2337533"/>
                </a:moveTo>
                <a:lnTo>
                  <a:pt x="1086760" y="2340526"/>
                </a:lnTo>
                <a:lnTo>
                  <a:pt x="1073208" y="2346141"/>
                </a:lnTo>
                <a:lnTo>
                  <a:pt x="1049097" y="2355206"/>
                </a:lnTo>
                <a:lnTo>
                  <a:pt x="1040984" y="2357872"/>
                </a:lnTo>
                <a:lnTo>
                  <a:pt x="1031576" y="2360821"/>
                </a:lnTo>
                <a:lnTo>
                  <a:pt x="1003748" y="2368217"/>
                </a:lnTo>
                <a:moveTo>
                  <a:pt x="993022" y="2370838"/>
                </a:moveTo>
                <a:lnTo>
                  <a:pt x="977253" y="2374358"/>
                </a:lnTo>
                <a:lnTo>
                  <a:pt x="936055" y="2383529"/>
                </a:lnTo>
                <a:lnTo>
                  <a:pt x="924682" y="2386036"/>
                </a:lnTo>
                <a:lnTo>
                  <a:pt x="878144" y="2398339"/>
                </a:lnTo>
                <a:moveTo>
                  <a:pt x="229" y="655907"/>
                </a:moveTo>
                <a:lnTo>
                  <a:pt x="310185" y="626175"/>
                </a:lnTo>
                <a:lnTo>
                  <a:pt x="350621" y="622297"/>
                </a:lnTo>
                <a:moveTo>
                  <a:pt x="361545" y="621269"/>
                </a:moveTo>
                <a:lnTo>
                  <a:pt x="377504" y="619799"/>
                </a:lnTo>
                <a:lnTo>
                  <a:pt x="387933" y="618831"/>
                </a:lnTo>
                <a:lnTo>
                  <a:pt x="480155" y="610353"/>
                </a:lnTo>
                <a:moveTo>
                  <a:pt x="1834379" y="1732322"/>
                </a:moveTo>
                <a:lnTo>
                  <a:pt x="1825481" y="1732947"/>
                </a:lnTo>
                <a:moveTo>
                  <a:pt x="1816858" y="1733572"/>
                </a:moveTo>
                <a:lnTo>
                  <a:pt x="1741509" y="1739140"/>
                </a:lnTo>
                <a:moveTo>
                  <a:pt x="1730570" y="1739971"/>
                </a:moveTo>
                <a:lnTo>
                  <a:pt x="1688908" y="1743193"/>
                </a:lnTo>
                <a:lnTo>
                  <a:pt x="1681115" y="1743604"/>
                </a:lnTo>
                <a:lnTo>
                  <a:pt x="1668576" y="1745105"/>
                </a:lnTo>
                <a:lnTo>
                  <a:pt x="1605545" y="1753058"/>
                </a:lnTo>
                <a:moveTo>
                  <a:pt x="1634829" y="450339"/>
                </a:moveTo>
                <a:lnTo>
                  <a:pt x="1636466" y="455930"/>
                </a:lnTo>
                <a:lnTo>
                  <a:pt x="1640565" y="485846"/>
                </a:lnTo>
                <a:lnTo>
                  <a:pt x="1645250" y="518603"/>
                </a:lnTo>
                <a:lnTo>
                  <a:pt x="1655503" y="571478"/>
                </a:lnTo>
                <a:lnTo>
                  <a:pt x="1662261" y="627782"/>
                </a:lnTo>
                <a:lnTo>
                  <a:pt x="1668149" y="660798"/>
                </a:lnTo>
                <a:lnTo>
                  <a:pt x="1682067" y="830372"/>
                </a:lnTo>
                <a:moveTo>
                  <a:pt x="1502544" y="828468"/>
                </a:moveTo>
                <a:lnTo>
                  <a:pt x="1512181" y="827874"/>
                </a:lnTo>
                <a:lnTo>
                  <a:pt x="1520629" y="827470"/>
                </a:lnTo>
                <a:lnTo>
                  <a:pt x="1529054" y="827272"/>
                </a:lnTo>
                <a:lnTo>
                  <a:pt x="1535232" y="827401"/>
                </a:lnTo>
                <a:lnTo>
                  <a:pt x="1590272" y="830281"/>
                </a:lnTo>
                <a:moveTo>
                  <a:pt x="1597988" y="823836"/>
                </a:moveTo>
                <a:lnTo>
                  <a:pt x="1604555" y="797067"/>
                </a:lnTo>
                <a:lnTo>
                  <a:pt x="1606680" y="760227"/>
                </a:lnTo>
                <a:lnTo>
                  <a:pt x="1598339" y="698065"/>
                </a:lnTo>
                <a:lnTo>
                  <a:pt x="1593204" y="624301"/>
                </a:lnTo>
                <a:lnTo>
                  <a:pt x="1560158" y="520591"/>
                </a:lnTo>
                <a:lnTo>
                  <a:pt x="1504090" y="540344"/>
                </a:lnTo>
                <a:moveTo>
                  <a:pt x="683568" y="966222"/>
                </a:moveTo>
                <a:lnTo>
                  <a:pt x="792092" y="942256"/>
                </a:lnTo>
                <a:lnTo>
                  <a:pt x="817003" y="937183"/>
                </a:lnTo>
                <a:lnTo>
                  <a:pt x="828795" y="934836"/>
                </a:lnTo>
                <a:lnTo>
                  <a:pt x="833511" y="934143"/>
                </a:lnTo>
                <a:moveTo>
                  <a:pt x="844382" y="932581"/>
                </a:moveTo>
                <a:lnTo>
                  <a:pt x="862421" y="930060"/>
                </a:lnTo>
                <a:lnTo>
                  <a:pt x="887461" y="927127"/>
                </a:lnTo>
                <a:lnTo>
                  <a:pt x="903352" y="925596"/>
                </a:lnTo>
                <a:moveTo>
                  <a:pt x="914245" y="924598"/>
                </a:moveTo>
                <a:lnTo>
                  <a:pt x="959831" y="920621"/>
                </a:lnTo>
                <a:moveTo>
                  <a:pt x="970808" y="919799"/>
                </a:moveTo>
                <a:lnTo>
                  <a:pt x="981458" y="919014"/>
                </a:lnTo>
                <a:moveTo>
                  <a:pt x="992557" y="918138"/>
                </a:moveTo>
                <a:lnTo>
                  <a:pt x="999131" y="917574"/>
                </a:lnTo>
                <a:lnTo>
                  <a:pt x="1005431" y="916919"/>
                </a:lnTo>
                <a:lnTo>
                  <a:pt x="1011419" y="916173"/>
                </a:lnTo>
                <a:lnTo>
                  <a:pt x="1020332" y="914717"/>
                </a:lnTo>
                <a:lnTo>
                  <a:pt x="1033244" y="912379"/>
                </a:lnTo>
                <a:lnTo>
                  <a:pt x="1065681" y="905766"/>
                </a:lnTo>
                <a:moveTo>
                  <a:pt x="1076354" y="903405"/>
                </a:moveTo>
                <a:lnTo>
                  <a:pt x="1173604" y="880071"/>
                </a:lnTo>
                <a:lnTo>
                  <a:pt x="1250224" y="862565"/>
                </a:lnTo>
                <a:moveTo>
                  <a:pt x="616340" y="1706197"/>
                </a:moveTo>
                <a:lnTo>
                  <a:pt x="631218" y="1841357"/>
                </a:lnTo>
                <a:lnTo>
                  <a:pt x="639963" y="1920796"/>
                </a:lnTo>
                <a:lnTo>
                  <a:pt x="652540" y="2035145"/>
                </a:lnTo>
                <a:moveTo>
                  <a:pt x="2508668" y="1985221"/>
                </a:moveTo>
                <a:lnTo>
                  <a:pt x="2556113" y="1980102"/>
                </a:lnTo>
                <a:lnTo>
                  <a:pt x="2605210" y="1976300"/>
                </a:lnTo>
                <a:moveTo>
                  <a:pt x="2616157" y="1975432"/>
                </a:moveTo>
                <a:lnTo>
                  <a:pt x="2655229" y="1972270"/>
                </a:lnTo>
                <a:moveTo>
                  <a:pt x="2666145" y="1971333"/>
                </a:moveTo>
                <a:lnTo>
                  <a:pt x="2700662" y="1968164"/>
                </a:lnTo>
                <a:moveTo>
                  <a:pt x="2711624" y="1967166"/>
                </a:moveTo>
                <a:lnTo>
                  <a:pt x="2798369" y="1959328"/>
                </a:lnTo>
                <a:lnTo>
                  <a:pt x="2842576" y="1952692"/>
                </a:lnTo>
                <a:lnTo>
                  <a:pt x="2909765" y="1938241"/>
                </a:lnTo>
                <a:moveTo>
                  <a:pt x="2909994" y="1938188"/>
                </a:moveTo>
                <a:lnTo>
                  <a:pt x="2911715" y="1937815"/>
                </a:lnTo>
                <a:lnTo>
                  <a:pt x="2923119" y="1933358"/>
                </a:lnTo>
                <a:moveTo>
                  <a:pt x="2704989" y="1222853"/>
                </a:moveTo>
                <a:lnTo>
                  <a:pt x="2704357" y="1218641"/>
                </a:lnTo>
                <a:lnTo>
                  <a:pt x="2692381" y="1151702"/>
                </a:lnTo>
                <a:lnTo>
                  <a:pt x="2681358" y="1084017"/>
                </a:lnTo>
                <a:moveTo>
                  <a:pt x="2287940" y="417826"/>
                </a:moveTo>
                <a:lnTo>
                  <a:pt x="2407137" y="404266"/>
                </a:lnTo>
                <a:moveTo>
                  <a:pt x="2418176" y="403055"/>
                </a:moveTo>
                <a:lnTo>
                  <a:pt x="2495330" y="394881"/>
                </a:lnTo>
                <a:moveTo>
                  <a:pt x="2503907" y="394134"/>
                </a:moveTo>
                <a:lnTo>
                  <a:pt x="2512774" y="393517"/>
                </a:lnTo>
                <a:moveTo>
                  <a:pt x="2310573" y="603428"/>
                </a:moveTo>
                <a:lnTo>
                  <a:pt x="2376353" y="595193"/>
                </a:lnTo>
                <a:lnTo>
                  <a:pt x="2503130" y="585206"/>
                </a:lnTo>
                <a:moveTo>
                  <a:pt x="2337159" y="750552"/>
                </a:moveTo>
                <a:lnTo>
                  <a:pt x="2395985" y="741944"/>
                </a:lnTo>
                <a:lnTo>
                  <a:pt x="2455907" y="733419"/>
                </a:lnTo>
                <a:lnTo>
                  <a:pt x="2498811" y="727318"/>
                </a:lnTo>
                <a:lnTo>
                  <a:pt x="2509324" y="726030"/>
                </a:lnTo>
                <a:moveTo>
                  <a:pt x="1728231" y="837381"/>
                </a:moveTo>
                <a:lnTo>
                  <a:pt x="1714748" y="837221"/>
                </a:lnTo>
                <a:lnTo>
                  <a:pt x="1705241" y="836329"/>
                </a:lnTo>
                <a:lnTo>
                  <a:pt x="1688984" y="835278"/>
                </a:lnTo>
                <a:moveTo>
                  <a:pt x="1751634" y="788459"/>
                </a:moveTo>
                <a:lnTo>
                  <a:pt x="1750521" y="783164"/>
                </a:lnTo>
                <a:lnTo>
                  <a:pt x="1745577" y="775843"/>
                </a:lnTo>
                <a:moveTo>
                  <a:pt x="1739613" y="766070"/>
                </a:moveTo>
                <a:lnTo>
                  <a:pt x="1737190" y="761469"/>
                </a:lnTo>
                <a:lnTo>
                  <a:pt x="1733762" y="741586"/>
                </a:lnTo>
                <a:lnTo>
                  <a:pt x="1730136" y="708646"/>
                </a:lnTo>
                <a:moveTo>
                  <a:pt x="1728940" y="697745"/>
                </a:moveTo>
                <a:lnTo>
                  <a:pt x="1718854" y="605995"/>
                </a:lnTo>
                <a:lnTo>
                  <a:pt x="1712028" y="598537"/>
                </a:lnTo>
                <a:lnTo>
                  <a:pt x="1709202" y="593365"/>
                </a:lnTo>
                <a:lnTo>
                  <a:pt x="1707046" y="579043"/>
                </a:lnTo>
                <a:moveTo>
                  <a:pt x="1705439" y="568157"/>
                </a:moveTo>
                <a:lnTo>
                  <a:pt x="1687567" y="444366"/>
                </a:lnTo>
                <a:moveTo>
                  <a:pt x="677938" y="971814"/>
                </a:moveTo>
                <a:lnTo>
                  <a:pt x="688200" y="1018907"/>
                </a:lnTo>
                <a:moveTo>
                  <a:pt x="690462" y="1029664"/>
                </a:moveTo>
                <a:lnTo>
                  <a:pt x="695574" y="1054704"/>
                </a:lnTo>
                <a:moveTo>
                  <a:pt x="697798" y="1065628"/>
                </a:moveTo>
                <a:lnTo>
                  <a:pt x="718054" y="1164919"/>
                </a:lnTo>
                <a:moveTo>
                  <a:pt x="719791" y="1175958"/>
                </a:moveTo>
                <a:lnTo>
                  <a:pt x="720530" y="1185480"/>
                </a:lnTo>
                <a:lnTo>
                  <a:pt x="725040" y="1225481"/>
                </a:lnTo>
                <a:moveTo>
                  <a:pt x="571059" y="1368926"/>
                </a:moveTo>
                <a:lnTo>
                  <a:pt x="509256" y="1379949"/>
                </a:lnTo>
                <a:lnTo>
                  <a:pt x="421718" y="1394545"/>
                </a:lnTo>
                <a:lnTo>
                  <a:pt x="360288" y="1408943"/>
                </a:lnTo>
                <a:lnTo>
                  <a:pt x="369071" y="1454003"/>
                </a:lnTo>
                <a:moveTo>
                  <a:pt x="1765826" y="955085"/>
                </a:moveTo>
                <a:lnTo>
                  <a:pt x="1765292" y="952556"/>
                </a:lnTo>
                <a:lnTo>
                  <a:pt x="1761087" y="932620"/>
                </a:lnTo>
                <a:lnTo>
                  <a:pt x="1751504" y="888779"/>
                </a:lnTo>
                <a:lnTo>
                  <a:pt x="1741776" y="859412"/>
                </a:lnTo>
                <a:lnTo>
                  <a:pt x="1736405" y="842858"/>
                </a:lnTo>
                <a:moveTo>
                  <a:pt x="1734905" y="833099"/>
                </a:moveTo>
                <a:lnTo>
                  <a:pt x="1734333" y="796640"/>
                </a:lnTo>
                <a:lnTo>
                  <a:pt x="1736565" y="795505"/>
                </a:lnTo>
                <a:lnTo>
                  <a:pt x="1744557" y="795368"/>
                </a:lnTo>
                <a:moveTo>
                  <a:pt x="2037449" y="1020888"/>
                </a:moveTo>
                <a:lnTo>
                  <a:pt x="1934112" y="1028971"/>
                </a:lnTo>
                <a:lnTo>
                  <a:pt x="1882882" y="1032368"/>
                </a:lnTo>
                <a:lnTo>
                  <a:pt x="1847253" y="1034798"/>
                </a:lnTo>
                <a:lnTo>
                  <a:pt x="1842964" y="1034996"/>
                </a:lnTo>
                <a:lnTo>
                  <a:pt x="1840275" y="1034753"/>
                </a:lnTo>
                <a:lnTo>
                  <a:pt x="1839034" y="1034341"/>
                </a:lnTo>
                <a:lnTo>
                  <a:pt x="1837868" y="1033526"/>
                </a:lnTo>
                <a:lnTo>
                  <a:pt x="1836550" y="1031980"/>
                </a:lnTo>
                <a:lnTo>
                  <a:pt x="1834813" y="1028582"/>
                </a:lnTo>
                <a:lnTo>
                  <a:pt x="1833130" y="1024423"/>
                </a:lnTo>
                <a:lnTo>
                  <a:pt x="1825032" y="996884"/>
                </a:lnTo>
                <a:lnTo>
                  <a:pt x="1817658" y="955565"/>
                </a:lnTo>
                <a:moveTo>
                  <a:pt x="2020766" y="843582"/>
                </a:moveTo>
                <a:lnTo>
                  <a:pt x="1975935" y="850522"/>
                </a:lnTo>
                <a:lnTo>
                  <a:pt x="1898689" y="862459"/>
                </a:lnTo>
                <a:moveTo>
                  <a:pt x="1887971" y="863876"/>
                </a:moveTo>
                <a:lnTo>
                  <a:pt x="1807305" y="872720"/>
                </a:lnTo>
                <a:moveTo>
                  <a:pt x="2015570" y="789419"/>
                </a:moveTo>
                <a:lnTo>
                  <a:pt x="1924415" y="797707"/>
                </a:lnTo>
                <a:lnTo>
                  <a:pt x="1846362" y="805309"/>
                </a:lnTo>
                <a:lnTo>
                  <a:pt x="1806741" y="811899"/>
                </a:lnTo>
                <a:moveTo>
                  <a:pt x="2010086" y="731972"/>
                </a:moveTo>
                <a:lnTo>
                  <a:pt x="1935225" y="743140"/>
                </a:lnTo>
                <a:lnTo>
                  <a:pt x="1908097" y="746393"/>
                </a:lnTo>
                <a:moveTo>
                  <a:pt x="1897204" y="747695"/>
                </a:moveTo>
                <a:lnTo>
                  <a:pt x="1791132" y="760394"/>
                </a:lnTo>
                <a:moveTo>
                  <a:pt x="1780041" y="762131"/>
                </a:moveTo>
                <a:lnTo>
                  <a:pt x="1747177" y="768462"/>
                </a:lnTo>
                <a:moveTo>
                  <a:pt x="2034806" y="915106"/>
                </a:moveTo>
                <a:lnTo>
                  <a:pt x="2028277" y="849402"/>
                </a:lnTo>
                <a:moveTo>
                  <a:pt x="2027188" y="838470"/>
                </a:moveTo>
                <a:lnTo>
                  <a:pt x="2022899" y="795452"/>
                </a:lnTo>
                <a:moveTo>
                  <a:pt x="2021855" y="784558"/>
                </a:moveTo>
                <a:lnTo>
                  <a:pt x="2017559" y="737838"/>
                </a:lnTo>
                <a:moveTo>
                  <a:pt x="2016462" y="726853"/>
                </a:moveTo>
                <a:lnTo>
                  <a:pt x="2010642" y="673215"/>
                </a:lnTo>
                <a:moveTo>
                  <a:pt x="2009529" y="662337"/>
                </a:moveTo>
                <a:lnTo>
                  <a:pt x="2008044" y="646850"/>
                </a:lnTo>
                <a:lnTo>
                  <a:pt x="2002582" y="588360"/>
                </a:lnTo>
                <a:lnTo>
                  <a:pt x="1997173" y="530525"/>
                </a:lnTo>
                <a:moveTo>
                  <a:pt x="1995970" y="519471"/>
                </a:moveTo>
                <a:lnTo>
                  <a:pt x="1989083" y="464554"/>
                </a:lnTo>
                <a:moveTo>
                  <a:pt x="1987666" y="453645"/>
                </a:moveTo>
                <a:lnTo>
                  <a:pt x="1980848" y="402933"/>
                </a:lnTo>
                <a:moveTo>
                  <a:pt x="652571" y="2035369"/>
                </a:moveTo>
                <a:lnTo>
                  <a:pt x="657949" y="2084577"/>
                </a:lnTo>
                <a:moveTo>
                  <a:pt x="664931" y="2164797"/>
                </a:moveTo>
                <a:lnTo>
                  <a:pt x="670069" y="2218534"/>
                </a:lnTo>
                <a:lnTo>
                  <a:pt x="673071" y="2242682"/>
                </a:lnTo>
                <a:lnTo>
                  <a:pt x="676407" y="2264370"/>
                </a:lnTo>
                <a:lnTo>
                  <a:pt x="678388" y="2275241"/>
                </a:lnTo>
                <a:lnTo>
                  <a:pt x="681031" y="2286599"/>
                </a:lnTo>
                <a:lnTo>
                  <a:pt x="684513" y="2300022"/>
                </a:lnTo>
                <a:lnTo>
                  <a:pt x="685968" y="2304974"/>
                </a:lnTo>
                <a:lnTo>
                  <a:pt x="688116" y="2312272"/>
                </a:lnTo>
                <a:lnTo>
                  <a:pt x="694050" y="2328749"/>
                </a:lnTo>
                <a:lnTo>
                  <a:pt x="728826" y="2413597"/>
                </a:lnTo>
                <a:lnTo>
                  <a:pt x="731873" y="2420937"/>
                </a:lnTo>
                <a:moveTo>
                  <a:pt x="656982" y="2087194"/>
                </a:moveTo>
                <a:lnTo>
                  <a:pt x="657606" y="2094332"/>
                </a:lnTo>
                <a:lnTo>
                  <a:pt x="663183" y="2158832"/>
                </a:lnTo>
                <a:moveTo>
                  <a:pt x="868873" y="1846232"/>
                </a:moveTo>
                <a:lnTo>
                  <a:pt x="837274" y="1848365"/>
                </a:lnTo>
                <a:lnTo>
                  <a:pt x="775424" y="1856082"/>
                </a:lnTo>
                <a:moveTo>
                  <a:pt x="764531" y="1857415"/>
                </a:moveTo>
                <a:lnTo>
                  <a:pt x="672614" y="1868461"/>
                </a:lnTo>
                <a:lnTo>
                  <a:pt x="652639" y="1870861"/>
                </a:lnTo>
                <a:lnTo>
                  <a:pt x="651283" y="1871029"/>
                </a:lnTo>
                <a:moveTo>
                  <a:pt x="867479" y="2401005"/>
                </a:moveTo>
                <a:lnTo>
                  <a:pt x="758924" y="2426517"/>
                </a:lnTo>
                <a:lnTo>
                  <a:pt x="757621" y="2426875"/>
                </a:lnTo>
                <a:lnTo>
                  <a:pt x="749699" y="2426586"/>
                </a:lnTo>
                <a:moveTo>
                  <a:pt x="727698" y="2425801"/>
                </a:moveTo>
                <a:lnTo>
                  <a:pt x="721741" y="2425580"/>
                </a:lnTo>
                <a:lnTo>
                  <a:pt x="720743" y="2425839"/>
                </a:lnTo>
                <a:lnTo>
                  <a:pt x="538318" y="2472461"/>
                </a:lnTo>
                <a:lnTo>
                  <a:pt x="531271" y="2474441"/>
                </a:lnTo>
                <a:lnTo>
                  <a:pt x="527539" y="2475622"/>
                </a:lnTo>
                <a:lnTo>
                  <a:pt x="524011" y="2476818"/>
                </a:lnTo>
                <a:lnTo>
                  <a:pt x="520187" y="2478349"/>
                </a:lnTo>
                <a:moveTo>
                  <a:pt x="508250" y="2483095"/>
                </a:moveTo>
                <a:lnTo>
                  <a:pt x="498880" y="2486782"/>
                </a:lnTo>
                <a:lnTo>
                  <a:pt x="484482" y="2493181"/>
                </a:lnTo>
                <a:lnTo>
                  <a:pt x="473909" y="2498346"/>
                </a:lnTo>
                <a:lnTo>
                  <a:pt x="463769" y="2503641"/>
                </a:lnTo>
                <a:lnTo>
                  <a:pt x="454026" y="2509453"/>
                </a:lnTo>
                <a:lnTo>
                  <a:pt x="444328" y="2515715"/>
                </a:lnTo>
                <a:lnTo>
                  <a:pt x="439323" y="2519562"/>
                </a:lnTo>
                <a:moveTo>
                  <a:pt x="430761" y="2526350"/>
                </a:moveTo>
                <a:lnTo>
                  <a:pt x="424621" y="2531354"/>
                </a:lnTo>
                <a:lnTo>
                  <a:pt x="415243" y="2539216"/>
                </a:lnTo>
                <a:lnTo>
                  <a:pt x="408349" y="2545615"/>
                </a:lnTo>
                <a:lnTo>
                  <a:pt x="341487" y="2613498"/>
                </a:lnTo>
                <a:moveTo>
                  <a:pt x="333557" y="2621459"/>
                </a:moveTo>
                <a:lnTo>
                  <a:pt x="321962" y="2633015"/>
                </a:lnTo>
                <a:lnTo>
                  <a:pt x="319380" y="2635651"/>
                </a:lnTo>
                <a:moveTo>
                  <a:pt x="837122" y="1854178"/>
                </a:moveTo>
                <a:lnTo>
                  <a:pt x="449036" y="1900304"/>
                </a:lnTo>
                <a:moveTo>
                  <a:pt x="450126" y="1906315"/>
                </a:moveTo>
                <a:lnTo>
                  <a:pt x="838417" y="1861072"/>
                </a:lnTo>
                <a:moveTo>
                  <a:pt x="838584" y="1861057"/>
                </a:moveTo>
                <a:lnTo>
                  <a:pt x="853813" y="1859914"/>
                </a:lnTo>
                <a:moveTo>
                  <a:pt x="2706269" y="1960478"/>
                </a:moveTo>
                <a:lnTo>
                  <a:pt x="2691993" y="1896396"/>
                </a:lnTo>
                <a:lnTo>
                  <a:pt x="2686919" y="1869482"/>
                </a:lnTo>
                <a:lnTo>
                  <a:pt x="2684063" y="1849142"/>
                </a:lnTo>
                <a:lnTo>
                  <a:pt x="2683263" y="1841456"/>
                </a:lnTo>
                <a:lnTo>
                  <a:pt x="2683187" y="1836306"/>
                </a:lnTo>
                <a:lnTo>
                  <a:pt x="2683423" y="1829763"/>
                </a:lnTo>
                <a:lnTo>
                  <a:pt x="2683750" y="1823485"/>
                </a:lnTo>
                <a:lnTo>
                  <a:pt x="2684695" y="1801180"/>
                </a:lnTo>
                <a:moveTo>
                  <a:pt x="2685182" y="1790211"/>
                </a:moveTo>
                <a:lnTo>
                  <a:pt x="2686036" y="1771714"/>
                </a:lnTo>
                <a:lnTo>
                  <a:pt x="2686485" y="1754391"/>
                </a:lnTo>
                <a:lnTo>
                  <a:pt x="2686432" y="1731789"/>
                </a:lnTo>
                <a:moveTo>
                  <a:pt x="2686158" y="1720865"/>
                </a:moveTo>
                <a:lnTo>
                  <a:pt x="2685480" y="1706391"/>
                </a:lnTo>
                <a:moveTo>
                  <a:pt x="2685182" y="1695566"/>
                </a:moveTo>
                <a:lnTo>
                  <a:pt x="2685129" y="1688999"/>
                </a:lnTo>
                <a:lnTo>
                  <a:pt x="2684946" y="1683393"/>
                </a:lnTo>
                <a:lnTo>
                  <a:pt x="2684154" y="1675775"/>
                </a:lnTo>
                <a:moveTo>
                  <a:pt x="2713978" y="1250902"/>
                </a:moveTo>
                <a:lnTo>
                  <a:pt x="2740366" y="1250361"/>
                </a:lnTo>
                <a:lnTo>
                  <a:pt x="2827606" y="1231538"/>
                </a:lnTo>
                <a:lnTo>
                  <a:pt x="2831370" y="1231149"/>
                </a:lnTo>
                <a:lnTo>
                  <a:pt x="2834615" y="1231347"/>
                </a:lnTo>
                <a:lnTo>
                  <a:pt x="2836184" y="1231637"/>
                </a:lnTo>
                <a:lnTo>
                  <a:pt x="2838386" y="1232299"/>
                </a:lnTo>
                <a:lnTo>
                  <a:pt x="2840138" y="1233130"/>
                </a:lnTo>
                <a:lnTo>
                  <a:pt x="2841951" y="1234128"/>
                </a:lnTo>
                <a:lnTo>
                  <a:pt x="2843733" y="1235484"/>
                </a:lnTo>
                <a:lnTo>
                  <a:pt x="2845341" y="1237152"/>
                </a:lnTo>
                <a:lnTo>
                  <a:pt x="2846392" y="1238447"/>
                </a:lnTo>
                <a:lnTo>
                  <a:pt x="2847283" y="1239757"/>
                </a:lnTo>
                <a:lnTo>
                  <a:pt x="2848761" y="1243490"/>
                </a:lnTo>
                <a:moveTo>
                  <a:pt x="2214618" y="2235080"/>
                </a:moveTo>
                <a:lnTo>
                  <a:pt x="2219067" y="2269490"/>
                </a:lnTo>
                <a:moveTo>
                  <a:pt x="2220438" y="2280391"/>
                </a:moveTo>
                <a:lnTo>
                  <a:pt x="2223577" y="2306048"/>
                </a:lnTo>
                <a:moveTo>
                  <a:pt x="2224910" y="2316942"/>
                </a:moveTo>
                <a:lnTo>
                  <a:pt x="2230898" y="2365810"/>
                </a:lnTo>
                <a:lnTo>
                  <a:pt x="2238135" y="2424895"/>
                </a:lnTo>
                <a:moveTo>
                  <a:pt x="2239567" y="2435826"/>
                </a:moveTo>
                <a:lnTo>
                  <a:pt x="2248007" y="2496990"/>
                </a:lnTo>
                <a:moveTo>
                  <a:pt x="2249500" y="2507861"/>
                </a:moveTo>
                <a:lnTo>
                  <a:pt x="2250658" y="2516408"/>
                </a:lnTo>
                <a:moveTo>
                  <a:pt x="2156707" y="1765323"/>
                </a:moveTo>
                <a:lnTo>
                  <a:pt x="2169056" y="1859990"/>
                </a:lnTo>
                <a:moveTo>
                  <a:pt x="487567" y="1910870"/>
                </a:moveTo>
                <a:lnTo>
                  <a:pt x="514062" y="2040671"/>
                </a:lnTo>
                <a:lnTo>
                  <a:pt x="511419" y="2055572"/>
                </a:lnTo>
                <a:lnTo>
                  <a:pt x="511183" y="2066625"/>
                </a:lnTo>
                <a:lnTo>
                  <a:pt x="513255" y="2079126"/>
                </a:lnTo>
                <a:lnTo>
                  <a:pt x="514169" y="2091239"/>
                </a:lnTo>
                <a:lnTo>
                  <a:pt x="525101" y="2126852"/>
                </a:lnTo>
                <a:lnTo>
                  <a:pt x="531309" y="2147230"/>
                </a:lnTo>
                <a:lnTo>
                  <a:pt x="542127" y="2168774"/>
                </a:lnTo>
                <a:lnTo>
                  <a:pt x="548259" y="2188070"/>
                </a:lnTo>
                <a:lnTo>
                  <a:pt x="548488" y="2190142"/>
                </a:lnTo>
                <a:lnTo>
                  <a:pt x="550545" y="2209750"/>
                </a:lnTo>
                <a:lnTo>
                  <a:pt x="550811" y="2212310"/>
                </a:lnTo>
                <a:lnTo>
                  <a:pt x="549326" y="2253431"/>
                </a:lnTo>
                <a:lnTo>
                  <a:pt x="549128" y="2256037"/>
                </a:lnTo>
                <a:moveTo>
                  <a:pt x="2056398" y="2558055"/>
                </a:moveTo>
                <a:lnTo>
                  <a:pt x="2056250" y="2558086"/>
                </a:lnTo>
                <a:moveTo>
                  <a:pt x="2251687" y="2539513"/>
                </a:moveTo>
                <a:lnTo>
                  <a:pt x="2248457" y="2559708"/>
                </a:lnTo>
                <a:lnTo>
                  <a:pt x="2246606" y="2569695"/>
                </a:lnTo>
                <a:lnTo>
                  <a:pt x="2248426" y="2578646"/>
                </a:lnTo>
                <a:lnTo>
                  <a:pt x="2252319" y="2597767"/>
                </a:lnTo>
                <a:lnTo>
                  <a:pt x="2254071" y="2608897"/>
                </a:lnTo>
                <a:lnTo>
                  <a:pt x="2255717" y="2617391"/>
                </a:lnTo>
                <a:lnTo>
                  <a:pt x="2258352" y="2633541"/>
                </a:lnTo>
                <a:lnTo>
                  <a:pt x="2263601" y="2670389"/>
                </a:lnTo>
                <a:lnTo>
                  <a:pt x="2268934" y="2707869"/>
                </a:lnTo>
                <a:lnTo>
                  <a:pt x="2274342" y="2745867"/>
                </a:lnTo>
                <a:moveTo>
                  <a:pt x="2234425" y="2528551"/>
                </a:moveTo>
                <a:lnTo>
                  <a:pt x="2060638" y="2557301"/>
                </a:lnTo>
                <a:moveTo>
                  <a:pt x="1451885" y="2528597"/>
                </a:moveTo>
                <a:lnTo>
                  <a:pt x="1481328" y="2584840"/>
                </a:lnTo>
                <a:moveTo>
                  <a:pt x="1486501" y="2594621"/>
                </a:moveTo>
                <a:lnTo>
                  <a:pt x="1526952" y="2667418"/>
                </a:lnTo>
                <a:moveTo>
                  <a:pt x="2523942" y="572057"/>
                </a:moveTo>
                <a:lnTo>
                  <a:pt x="2595368" y="571113"/>
                </a:lnTo>
                <a:lnTo>
                  <a:pt x="2638660" y="568850"/>
                </a:lnTo>
                <a:lnTo>
                  <a:pt x="2669368" y="566793"/>
                </a:lnTo>
                <a:lnTo>
                  <a:pt x="2733556" y="560387"/>
                </a:lnTo>
                <a:moveTo>
                  <a:pt x="2507526" y="589221"/>
                </a:moveTo>
                <a:lnTo>
                  <a:pt x="2507808" y="650834"/>
                </a:lnTo>
                <a:moveTo>
                  <a:pt x="2508272" y="661712"/>
                </a:moveTo>
                <a:lnTo>
                  <a:pt x="2510352" y="687826"/>
                </a:lnTo>
                <a:moveTo>
                  <a:pt x="2510946" y="694972"/>
                </a:moveTo>
                <a:lnTo>
                  <a:pt x="2513003" y="718778"/>
                </a:lnTo>
                <a:moveTo>
                  <a:pt x="2513247" y="692351"/>
                </a:moveTo>
                <a:lnTo>
                  <a:pt x="2521771" y="691277"/>
                </a:lnTo>
                <a:moveTo>
                  <a:pt x="2530387" y="690020"/>
                </a:moveTo>
                <a:lnTo>
                  <a:pt x="2742553" y="654833"/>
                </a:lnTo>
                <a:lnTo>
                  <a:pt x="2743779" y="654628"/>
                </a:lnTo>
                <a:moveTo>
                  <a:pt x="2513993" y="729793"/>
                </a:moveTo>
                <a:lnTo>
                  <a:pt x="2525336" y="852228"/>
                </a:lnTo>
                <a:moveTo>
                  <a:pt x="2010352" y="398004"/>
                </a:moveTo>
                <a:lnTo>
                  <a:pt x="2015022" y="430715"/>
                </a:lnTo>
                <a:lnTo>
                  <a:pt x="2022701" y="501843"/>
                </a:lnTo>
                <a:moveTo>
                  <a:pt x="2023348" y="508936"/>
                </a:moveTo>
                <a:lnTo>
                  <a:pt x="2028848" y="582867"/>
                </a:lnTo>
                <a:moveTo>
                  <a:pt x="2029374" y="590013"/>
                </a:moveTo>
                <a:lnTo>
                  <a:pt x="2034067" y="653272"/>
                </a:lnTo>
                <a:moveTo>
                  <a:pt x="2034691" y="660471"/>
                </a:moveTo>
                <a:lnTo>
                  <a:pt x="2040389" y="717704"/>
                </a:lnTo>
                <a:moveTo>
                  <a:pt x="2041075" y="724826"/>
                </a:moveTo>
                <a:lnTo>
                  <a:pt x="2042347" y="738356"/>
                </a:lnTo>
                <a:lnTo>
                  <a:pt x="2045890" y="758574"/>
                </a:lnTo>
                <a:lnTo>
                  <a:pt x="2050270" y="782745"/>
                </a:lnTo>
                <a:lnTo>
                  <a:pt x="2052014" y="798933"/>
                </a:lnTo>
                <a:moveTo>
                  <a:pt x="2052715" y="806041"/>
                </a:moveTo>
                <a:lnTo>
                  <a:pt x="2061780" y="907389"/>
                </a:lnTo>
                <a:moveTo>
                  <a:pt x="2067052" y="917094"/>
                </a:moveTo>
                <a:lnTo>
                  <a:pt x="2089411" y="914329"/>
                </a:lnTo>
                <a:lnTo>
                  <a:pt x="2149158" y="905378"/>
                </a:lnTo>
                <a:lnTo>
                  <a:pt x="2160950" y="903664"/>
                </a:lnTo>
                <a:lnTo>
                  <a:pt x="2190652" y="899284"/>
                </a:lnTo>
                <a:lnTo>
                  <a:pt x="2216195" y="895513"/>
                </a:lnTo>
                <a:lnTo>
                  <a:pt x="2240618" y="892191"/>
                </a:lnTo>
                <a:lnTo>
                  <a:pt x="2348373" y="874731"/>
                </a:lnTo>
                <a:moveTo>
                  <a:pt x="2359411" y="873368"/>
                </a:moveTo>
                <a:lnTo>
                  <a:pt x="2521680" y="859282"/>
                </a:lnTo>
                <a:moveTo>
                  <a:pt x="2530204" y="858513"/>
                </a:moveTo>
                <a:lnTo>
                  <a:pt x="2532482" y="858292"/>
                </a:lnTo>
                <a:lnTo>
                  <a:pt x="2538043" y="857759"/>
                </a:lnTo>
                <a:moveTo>
                  <a:pt x="2546575" y="856898"/>
                </a:moveTo>
                <a:lnTo>
                  <a:pt x="2578692" y="853439"/>
                </a:lnTo>
                <a:lnTo>
                  <a:pt x="2595017" y="851687"/>
                </a:lnTo>
                <a:lnTo>
                  <a:pt x="2619684" y="849028"/>
                </a:lnTo>
                <a:lnTo>
                  <a:pt x="2631141" y="847794"/>
                </a:lnTo>
                <a:lnTo>
                  <a:pt x="2686356" y="841852"/>
                </a:lnTo>
                <a:lnTo>
                  <a:pt x="2735186" y="836611"/>
                </a:lnTo>
                <a:lnTo>
                  <a:pt x="2769589" y="832909"/>
                </a:lnTo>
                <a:lnTo>
                  <a:pt x="2772224" y="832627"/>
                </a:lnTo>
                <a:lnTo>
                  <a:pt x="2773725" y="832467"/>
                </a:lnTo>
                <a:moveTo>
                  <a:pt x="2674106" y="1078045"/>
                </a:moveTo>
                <a:lnTo>
                  <a:pt x="2574396" y="1091430"/>
                </a:lnTo>
                <a:lnTo>
                  <a:pt x="2555442" y="1093783"/>
                </a:lnTo>
                <a:lnTo>
                  <a:pt x="2511007" y="1099291"/>
                </a:lnTo>
                <a:lnTo>
                  <a:pt x="2491444" y="1101767"/>
                </a:lnTo>
                <a:lnTo>
                  <a:pt x="2474784" y="1103298"/>
                </a:lnTo>
                <a:lnTo>
                  <a:pt x="2436314" y="1107153"/>
                </a:lnTo>
                <a:lnTo>
                  <a:pt x="2399565" y="1110710"/>
                </a:lnTo>
                <a:moveTo>
                  <a:pt x="2565285" y="1028879"/>
                </a:moveTo>
                <a:lnTo>
                  <a:pt x="2670396" y="1013872"/>
                </a:lnTo>
                <a:moveTo>
                  <a:pt x="2681282" y="1012364"/>
                </a:moveTo>
                <a:lnTo>
                  <a:pt x="2809651" y="995162"/>
                </a:lnTo>
                <a:moveTo>
                  <a:pt x="3017970" y="352723"/>
                </a:moveTo>
                <a:lnTo>
                  <a:pt x="2964812" y="362771"/>
                </a:lnTo>
                <a:lnTo>
                  <a:pt x="2840747" y="386234"/>
                </a:lnTo>
                <a:lnTo>
                  <a:pt x="2740123" y="405256"/>
                </a:lnTo>
                <a:moveTo>
                  <a:pt x="2311662" y="2521924"/>
                </a:moveTo>
                <a:lnTo>
                  <a:pt x="2525656" y="2486500"/>
                </a:lnTo>
                <a:lnTo>
                  <a:pt x="2556951" y="2481320"/>
                </a:lnTo>
                <a:lnTo>
                  <a:pt x="2582311" y="2477397"/>
                </a:lnTo>
                <a:moveTo>
                  <a:pt x="2063076" y="2564607"/>
                </a:moveTo>
                <a:lnTo>
                  <a:pt x="2237335" y="2534265"/>
                </a:lnTo>
                <a:lnTo>
                  <a:pt x="2246948" y="2533114"/>
                </a:lnTo>
                <a:moveTo>
                  <a:pt x="2614031" y="2673550"/>
                </a:moveTo>
                <a:lnTo>
                  <a:pt x="2659426" y="2667608"/>
                </a:lnTo>
                <a:moveTo>
                  <a:pt x="2670251" y="2666290"/>
                </a:moveTo>
                <a:lnTo>
                  <a:pt x="2801546" y="2651443"/>
                </a:lnTo>
                <a:lnTo>
                  <a:pt x="2851039" y="2645844"/>
                </a:lnTo>
                <a:lnTo>
                  <a:pt x="2928208" y="2635636"/>
                </a:lnTo>
                <a:lnTo>
                  <a:pt x="2996807" y="2628543"/>
                </a:lnTo>
                <a:moveTo>
                  <a:pt x="2581579" y="1349051"/>
                </a:moveTo>
                <a:lnTo>
                  <a:pt x="2433495" y="1361468"/>
                </a:lnTo>
                <a:moveTo>
                  <a:pt x="2496183" y="333229"/>
                </a:moveTo>
                <a:lnTo>
                  <a:pt x="2499230" y="387720"/>
                </a:lnTo>
                <a:moveTo>
                  <a:pt x="2499915" y="398728"/>
                </a:moveTo>
                <a:lnTo>
                  <a:pt x="2502254" y="432269"/>
                </a:lnTo>
                <a:moveTo>
                  <a:pt x="2503039" y="443209"/>
                </a:moveTo>
                <a:lnTo>
                  <a:pt x="2507335" y="502026"/>
                </a:lnTo>
                <a:moveTo>
                  <a:pt x="2507670" y="517711"/>
                </a:moveTo>
                <a:lnTo>
                  <a:pt x="2507670" y="547307"/>
                </a:lnTo>
                <a:lnTo>
                  <a:pt x="2507366" y="565331"/>
                </a:lnTo>
                <a:moveTo>
                  <a:pt x="2197585" y="2017901"/>
                </a:moveTo>
                <a:lnTo>
                  <a:pt x="2330791" y="2004509"/>
                </a:lnTo>
                <a:moveTo>
                  <a:pt x="2341502" y="2003077"/>
                </a:moveTo>
                <a:lnTo>
                  <a:pt x="2350354" y="2001599"/>
                </a:lnTo>
                <a:lnTo>
                  <a:pt x="2368157" y="1998339"/>
                </a:lnTo>
                <a:lnTo>
                  <a:pt x="2379789" y="1996701"/>
                </a:lnTo>
                <a:lnTo>
                  <a:pt x="2405240" y="1993204"/>
                </a:lnTo>
                <a:lnTo>
                  <a:pt x="2427629" y="1991003"/>
                </a:lnTo>
                <a:lnTo>
                  <a:pt x="2442309" y="1989906"/>
                </a:lnTo>
                <a:moveTo>
                  <a:pt x="2453233" y="1989136"/>
                </a:moveTo>
                <a:lnTo>
                  <a:pt x="2497356" y="1986203"/>
                </a:lnTo>
                <a:moveTo>
                  <a:pt x="2353378" y="878456"/>
                </a:moveTo>
                <a:lnTo>
                  <a:pt x="2362565" y="933168"/>
                </a:lnTo>
                <a:lnTo>
                  <a:pt x="2368301" y="967311"/>
                </a:lnTo>
                <a:moveTo>
                  <a:pt x="2370191" y="978464"/>
                </a:moveTo>
                <a:lnTo>
                  <a:pt x="2377847" y="1023219"/>
                </a:lnTo>
                <a:moveTo>
                  <a:pt x="2379690" y="1034059"/>
                </a:moveTo>
                <a:lnTo>
                  <a:pt x="2392122" y="1107534"/>
                </a:lnTo>
                <a:moveTo>
                  <a:pt x="2393570" y="1116401"/>
                </a:moveTo>
                <a:lnTo>
                  <a:pt x="2400091" y="1157850"/>
                </a:lnTo>
                <a:moveTo>
                  <a:pt x="2401736" y="1168667"/>
                </a:moveTo>
                <a:lnTo>
                  <a:pt x="2406375" y="1200023"/>
                </a:lnTo>
                <a:lnTo>
                  <a:pt x="2415616" y="1267578"/>
                </a:lnTo>
                <a:moveTo>
                  <a:pt x="1631827" y="448252"/>
                </a:moveTo>
                <a:lnTo>
                  <a:pt x="1628810" y="448952"/>
                </a:lnTo>
                <a:lnTo>
                  <a:pt x="1627401" y="449349"/>
                </a:lnTo>
                <a:lnTo>
                  <a:pt x="1623874" y="450674"/>
                </a:lnTo>
                <a:lnTo>
                  <a:pt x="1620385" y="452388"/>
                </a:lnTo>
                <a:lnTo>
                  <a:pt x="1611632" y="457964"/>
                </a:lnTo>
                <a:moveTo>
                  <a:pt x="1601660" y="463670"/>
                </a:moveTo>
                <a:lnTo>
                  <a:pt x="1601058" y="463975"/>
                </a:lnTo>
                <a:lnTo>
                  <a:pt x="1598651" y="464980"/>
                </a:lnTo>
                <a:lnTo>
                  <a:pt x="1596472" y="465643"/>
                </a:lnTo>
                <a:lnTo>
                  <a:pt x="1594378" y="466169"/>
                </a:lnTo>
                <a:lnTo>
                  <a:pt x="1591216" y="466809"/>
                </a:lnTo>
                <a:lnTo>
                  <a:pt x="1587605" y="467525"/>
                </a:lnTo>
                <a:lnTo>
                  <a:pt x="1584375" y="468302"/>
                </a:lnTo>
                <a:lnTo>
                  <a:pt x="1572453" y="471951"/>
                </a:lnTo>
                <a:lnTo>
                  <a:pt x="1544275" y="482060"/>
                </a:lnTo>
                <a:lnTo>
                  <a:pt x="1513323" y="492016"/>
                </a:lnTo>
                <a:lnTo>
                  <a:pt x="1502011" y="495208"/>
                </a:lnTo>
                <a:lnTo>
                  <a:pt x="1497737" y="496336"/>
                </a:lnTo>
                <a:moveTo>
                  <a:pt x="2272324" y="361910"/>
                </a:moveTo>
                <a:lnTo>
                  <a:pt x="2208547" y="368789"/>
                </a:lnTo>
                <a:lnTo>
                  <a:pt x="2116492" y="381595"/>
                </a:lnTo>
                <a:moveTo>
                  <a:pt x="2109415" y="382486"/>
                </a:moveTo>
                <a:lnTo>
                  <a:pt x="2015098" y="393144"/>
                </a:lnTo>
                <a:moveTo>
                  <a:pt x="2112036" y="384558"/>
                </a:moveTo>
                <a:lnTo>
                  <a:pt x="2119006" y="442950"/>
                </a:lnTo>
                <a:lnTo>
                  <a:pt x="2097447" y="445920"/>
                </a:lnTo>
                <a:moveTo>
                  <a:pt x="2094309" y="449897"/>
                </a:moveTo>
                <a:lnTo>
                  <a:pt x="2098194" y="489426"/>
                </a:lnTo>
                <a:moveTo>
                  <a:pt x="2099672" y="500685"/>
                </a:moveTo>
                <a:lnTo>
                  <a:pt x="2105842" y="537708"/>
                </a:lnTo>
                <a:lnTo>
                  <a:pt x="2110969" y="572423"/>
                </a:lnTo>
                <a:moveTo>
                  <a:pt x="2419074" y="439491"/>
                </a:moveTo>
                <a:lnTo>
                  <a:pt x="2414504" y="407778"/>
                </a:lnTo>
                <a:moveTo>
                  <a:pt x="2412973" y="396785"/>
                </a:moveTo>
                <a:lnTo>
                  <a:pt x="2406063" y="345098"/>
                </a:lnTo>
                <a:moveTo>
                  <a:pt x="1679568" y="841571"/>
                </a:moveTo>
                <a:lnTo>
                  <a:pt x="1674617" y="851078"/>
                </a:lnTo>
                <a:lnTo>
                  <a:pt x="1671653" y="887240"/>
                </a:lnTo>
                <a:lnTo>
                  <a:pt x="1676765" y="946400"/>
                </a:lnTo>
                <a:lnTo>
                  <a:pt x="1682600" y="949813"/>
                </a:lnTo>
                <a:lnTo>
                  <a:pt x="1684710" y="953173"/>
                </a:lnTo>
                <a:lnTo>
                  <a:pt x="1688649" y="959434"/>
                </a:lnTo>
                <a:lnTo>
                  <a:pt x="1689616" y="965529"/>
                </a:lnTo>
                <a:lnTo>
                  <a:pt x="1695459" y="1002338"/>
                </a:lnTo>
                <a:moveTo>
                  <a:pt x="2025656" y="506315"/>
                </a:moveTo>
                <a:lnTo>
                  <a:pt x="2072872" y="500007"/>
                </a:lnTo>
                <a:lnTo>
                  <a:pt x="2094789" y="497075"/>
                </a:lnTo>
                <a:moveTo>
                  <a:pt x="2105972" y="494919"/>
                </a:moveTo>
                <a:lnTo>
                  <a:pt x="2155602" y="482631"/>
                </a:lnTo>
                <a:lnTo>
                  <a:pt x="2220591" y="470503"/>
                </a:lnTo>
                <a:lnTo>
                  <a:pt x="2281564" y="463350"/>
                </a:lnTo>
                <a:moveTo>
                  <a:pt x="1139323" y="561636"/>
                </a:moveTo>
                <a:lnTo>
                  <a:pt x="1141411" y="579660"/>
                </a:lnTo>
                <a:lnTo>
                  <a:pt x="1142020" y="582692"/>
                </a:lnTo>
                <a:lnTo>
                  <a:pt x="1142485" y="584071"/>
                </a:lnTo>
                <a:lnTo>
                  <a:pt x="1143208" y="585716"/>
                </a:lnTo>
                <a:lnTo>
                  <a:pt x="1144305" y="587590"/>
                </a:lnTo>
                <a:lnTo>
                  <a:pt x="1145052" y="588634"/>
                </a:lnTo>
                <a:lnTo>
                  <a:pt x="1146400" y="590196"/>
                </a:lnTo>
                <a:lnTo>
                  <a:pt x="1147444" y="591178"/>
                </a:lnTo>
                <a:lnTo>
                  <a:pt x="1149478" y="592755"/>
                </a:lnTo>
                <a:lnTo>
                  <a:pt x="1150918" y="593707"/>
                </a:lnTo>
                <a:lnTo>
                  <a:pt x="1152754" y="594743"/>
                </a:lnTo>
                <a:lnTo>
                  <a:pt x="1154544" y="595574"/>
                </a:lnTo>
                <a:lnTo>
                  <a:pt x="1156669" y="596366"/>
                </a:lnTo>
                <a:lnTo>
                  <a:pt x="1158810" y="596983"/>
                </a:lnTo>
                <a:lnTo>
                  <a:pt x="1160790" y="597372"/>
                </a:lnTo>
                <a:lnTo>
                  <a:pt x="1162946" y="597631"/>
                </a:lnTo>
                <a:lnTo>
                  <a:pt x="1165026" y="597714"/>
                </a:lnTo>
                <a:lnTo>
                  <a:pt x="1166923" y="597692"/>
                </a:lnTo>
                <a:lnTo>
                  <a:pt x="1169292" y="597455"/>
                </a:lnTo>
                <a:lnTo>
                  <a:pt x="1213948" y="591300"/>
                </a:lnTo>
                <a:moveTo>
                  <a:pt x="1892915" y="870084"/>
                </a:moveTo>
                <a:lnTo>
                  <a:pt x="1899146" y="932140"/>
                </a:lnTo>
                <a:moveTo>
                  <a:pt x="1902323" y="692009"/>
                </a:moveTo>
                <a:lnTo>
                  <a:pt x="1899009" y="723471"/>
                </a:lnTo>
                <a:lnTo>
                  <a:pt x="1900982" y="742881"/>
                </a:lnTo>
                <a:moveTo>
                  <a:pt x="1920971" y="533831"/>
                </a:moveTo>
                <a:lnTo>
                  <a:pt x="1916393" y="492656"/>
                </a:lnTo>
                <a:lnTo>
                  <a:pt x="1915776" y="485686"/>
                </a:lnTo>
                <a:lnTo>
                  <a:pt x="1914763" y="474038"/>
                </a:lnTo>
                <a:moveTo>
                  <a:pt x="1913620" y="463167"/>
                </a:moveTo>
                <a:lnTo>
                  <a:pt x="1911891" y="448952"/>
                </a:lnTo>
                <a:lnTo>
                  <a:pt x="1906985" y="417209"/>
                </a:lnTo>
                <a:moveTo>
                  <a:pt x="1710946" y="573779"/>
                </a:moveTo>
                <a:lnTo>
                  <a:pt x="1731073" y="568576"/>
                </a:lnTo>
                <a:lnTo>
                  <a:pt x="1765734" y="564021"/>
                </a:lnTo>
                <a:moveTo>
                  <a:pt x="1776536" y="562329"/>
                </a:moveTo>
                <a:lnTo>
                  <a:pt x="1836093" y="551322"/>
                </a:lnTo>
                <a:lnTo>
                  <a:pt x="1847307" y="549912"/>
                </a:lnTo>
                <a:lnTo>
                  <a:pt x="1851862" y="549349"/>
                </a:lnTo>
                <a:lnTo>
                  <a:pt x="1915129" y="541449"/>
                </a:lnTo>
                <a:moveTo>
                  <a:pt x="1926152" y="539803"/>
                </a:moveTo>
                <a:lnTo>
                  <a:pt x="1963213" y="533351"/>
                </a:lnTo>
                <a:lnTo>
                  <a:pt x="1990005" y="527310"/>
                </a:lnTo>
                <a:moveTo>
                  <a:pt x="1733945" y="703999"/>
                </a:moveTo>
                <a:lnTo>
                  <a:pt x="1774716" y="700297"/>
                </a:lnTo>
                <a:moveTo>
                  <a:pt x="1785708" y="699192"/>
                </a:moveTo>
                <a:lnTo>
                  <a:pt x="1857492" y="691216"/>
                </a:lnTo>
                <a:lnTo>
                  <a:pt x="1898293" y="687887"/>
                </a:lnTo>
                <a:moveTo>
                  <a:pt x="1909187" y="686547"/>
                </a:moveTo>
                <a:lnTo>
                  <a:pt x="1917262" y="685153"/>
                </a:lnTo>
                <a:lnTo>
                  <a:pt x="1966100" y="676720"/>
                </a:lnTo>
                <a:lnTo>
                  <a:pt x="2003466" y="669924"/>
                </a:lnTo>
                <a:moveTo>
                  <a:pt x="1790828" y="787529"/>
                </a:moveTo>
                <a:lnTo>
                  <a:pt x="1787796" y="767609"/>
                </a:lnTo>
                <a:moveTo>
                  <a:pt x="1786264" y="756692"/>
                </a:moveTo>
                <a:lnTo>
                  <a:pt x="1784550" y="743384"/>
                </a:lnTo>
                <a:lnTo>
                  <a:pt x="1783827" y="723349"/>
                </a:lnTo>
                <a:lnTo>
                  <a:pt x="1781884" y="703900"/>
                </a:lnTo>
                <a:moveTo>
                  <a:pt x="1780703" y="692930"/>
                </a:moveTo>
                <a:lnTo>
                  <a:pt x="1772667" y="623783"/>
                </a:lnTo>
                <a:lnTo>
                  <a:pt x="1773497" y="585701"/>
                </a:lnTo>
                <a:lnTo>
                  <a:pt x="1772705" y="567715"/>
                </a:lnTo>
                <a:moveTo>
                  <a:pt x="1918686" y="469285"/>
                </a:moveTo>
                <a:lnTo>
                  <a:pt x="1981892" y="461171"/>
                </a:lnTo>
                <a:moveTo>
                  <a:pt x="2459175" y="1724293"/>
                </a:moveTo>
                <a:lnTo>
                  <a:pt x="2438965" y="1724750"/>
                </a:lnTo>
                <a:lnTo>
                  <a:pt x="2386257" y="1730006"/>
                </a:lnTo>
                <a:lnTo>
                  <a:pt x="2358147" y="1733031"/>
                </a:lnTo>
                <a:lnTo>
                  <a:pt x="2342690" y="1734691"/>
                </a:lnTo>
                <a:lnTo>
                  <a:pt x="2328368" y="1737754"/>
                </a:lnTo>
                <a:moveTo>
                  <a:pt x="2317452" y="1739605"/>
                </a:moveTo>
                <a:lnTo>
                  <a:pt x="2314435" y="1739986"/>
                </a:lnTo>
                <a:lnTo>
                  <a:pt x="2289228" y="1743170"/>
                </a:lnTo>
                <a:moveTo>
                  <a:pt x="2278273" y="1744686"/>
                </a:moveTo>
                <a:lnTo>
                  <a:pt x="2270899" y="1745798"/>
                </a:lnTo>
                <a:lnTo>
                  <a:pt x="2256806" y="1747924"/>
                </a:lnTo>
                <a:lnTo>
                  <a:pt x="2210017" y="1753111"/>
                </a:lnTo>
                <a:lnTo>
                  <a:pt x="2162603" y="1757888"/>
                </a:lnTo>
                <a:moveTo>
                  <a:pt x="1739186" y="1236665"/>
                </a:moveTo>
                <a:lnTo>
                  <a:pt x="1734836" y="1233221"/>
                </a:lnTo>
                <a:lnTo>
                  <a:pt x="1723242" y="1224895"/>
                </a:lnTo>
                <a:lnTo>
                  <a:pt x="1707564" y="1212318"/>
                </a:lnTo>
                <a:lnTo>
                  <a:pt x="1696511" y="1203763"/>
                </a:lnTo>
                <a:lnTo>
                  <a:pt x="1687659" y="1195856"/>
                </a:lnTo>
                <a:moveTo>
                  <a:pt x="1887956" y="1916386"/>
                </a:moveTo>
                <a:lnTo>
                  <a:pt x="1901051" y="1914230"/>
                </a:lnTo>
                <a:lnTo>
                  <a:pt x="1908707" y="1912980"/>
                </a:lnTo>
                <a:lnTo>
                  <a:pt x="1987194" y="1900098"/>
                </a:lnTo>
                <a:lnTo>
                  <a:pt x="1992968" y="1899154"/>
                </a:lnTo>
                <a:lnTo>
                  <a:pt x="2058238" y="1887003"/>
                </a:lnTo>
                <a:lnTo>
                  <a:pt x="2059442" y="1886798"/>
                </a:lnTo>
                <a:lnTo>
                  <a:pt x="2067425" y="1885282"/>
                </a:lnTo>
                <a:lnTo>
                  <a:pt x="2144694" y="1870594"/>
                </a:lnTo>
                <a:moveTo>
                  <a:pt x="2537464" y="1711099"/>
                </a:moveTo>
                <a:lnTo>
                  <a:pt x="2537335" y="1705119"/>
                </a:lnTo>
                <a:lnTo>
                  <a:pt x="2537144" y="1696709"/>
                </a:lnTo>
                <a:lnTo>
                  <a:pt x="2536657" y="1692839"/>
                </a:lnTo>
                <a:moveTo>
                  <a:pt x="2318366" y="1716088"/>
                </a:moveTo>
                <a:lnTo>
                  <a:pt x="2319166" y="1723310"/>
                </a:lnTo>
                <a:lnTo>
                  <a:pt x="2320362" y="1730646"/>
                </a:lnTo>
                <a:lnTo>
                  <a:pt x="2321032" y="1734775"/>
                </a:lnTo>
                <a:moveTo>
                  <a:pt x="2176552" y="2019615"/>
                </a:moveTo>
                <a:lnTo>
                  <a:pt x="2185685" y="2018976"/>
                </a:lnTo>
                <a:lnTo>
                  <a:pt x="2186188" y="2018930"/>
                </a:lnTo>
                <a:moveTo>
                  <a:pt x="2535232" y="1678784"/>
                </a:moveTo>
                <a:lnTo>
                  <a:pt x="2530227" y="1606467"/>
                </a:lnTo>
                <a:lnTo>
                  <a:pt x="2547588" y="1603778"/>
                </a:lnTo>
                <a:lnTo>
                  <a:pt x="2548655" y="1596168"/>
                </a:lnTo>
                <a:lnTo>
                  <a:pt x="2542499" y="1535202"/>
                </a:lnTo>
                <a:lnTo>
                  <a:pt x="2529564" y="1523013"/>
                </a:lnTo>
                <a:lnTo>
                  <a:pt x="2495474" y="1526456"/>
                </a:lnTo>
                <a:lnTo>
                  <a:pt x="2490477" y="1487651"/>
                </a:lnTo>
                <a:lnTo>
                  <a:pt x="2446415" y="1491010"/>
                </a:lnTo>
                <a:moveTo>
                  <a:pt x="2580155" y="1839117"/>
                </a:moveTo>
                <a:lnTo>
                  <a:pt x="2530768" y="1846491"/>
                </a:lnTo>
                <a:lnTo>
                  <a:pt x="2490050" y="1852563"/>
                </a:lnTo>
                <a:moveTo>
                  <a:pt x="2129473" y="1726266"/>
                </a:moveTo>
                <a:lnTo>
                  <a:pt x="2129869" y="1729206"/>
                </a:lnTo>
                <a:lnTo>
                  <a:pt x="2148038" y="1863190"/>
                </a:lnTo>
                <a:moveTo>
                  <a:pt x="2470815" y="1725923"/>
                </a:moveTo>
                <a:lnTo>
                  <a:pt x="2531301" y="1718686"/>
                </a:lnTo>
                <a:moveTo>
                  <a:pt x="2542202" y="1717399"/>
                </a:moveTo>
                <a:lnTo>
                  <a:pt x="2568758" y="1714298"/>
                </a:lnTo>
                <a:moveTo>
                  <a:pt x="2579667" y="1713041"/>
                </a:moveTo>
                <a:lnTo>
                  <a:pt x="2640138" y="1706185"/>
                </a:lnTo>
                <a:lnTo>
                  <a:pt x="2646849" y="1703991"/>
                </a:lnTo>
                <a:lnTo>
                  <a:pt x="2678585" y="1702452"/>
                </a:lnTo>
                <a:moveTo>
                  <a:pt x="2435499" y="1888451"/>
                </a:moveTo>
                <a:lnTo>
                  <a:pt x="2389913" y="1894499"/>
                </a:lnTo>
                <a:lnTo>
                  <a:pt x="2369314" y="1895017"/>
                </a:lnTo>
                <a:lnTo>
                  <a:pt x="2360295" y="1895650"/>
                </a:lnTo>
                <a:lnTo>
                  <a:pt x="2305172" y="1899550"/>
                </a:lnTo>
                <a:moveTo>
                  <a:pt x="2690896" y="1727195"/>
                </a:moveTo>
                <a:lnTo>
                  <a:pt x="2769657" y="1719570"/>
                </a:lnTo>
                <a:lnTo>
                  <a:pt x="2819212" y="1714778"/>
                </a:lnTo>
                <a:lnTo>
                  <a:pt x="2855488" y="1711304"/>
                </a:lnTo>
                <a:lnTo>
                  <a:pt x="2891559" y="1707953"/>
                </a:lnTo>
                <a:lnTo>
                  <a:pt x="2896762" y="1707808"/>
                </a:lnTo>
                <a:moveTo>
                  <a:pt x="2183202" y="1924940"/>
                </a:moveTo>
                <a:lnTo>
                  <a:pt x="2202894" y="1921238"/>
                </a:lnTo>
                <a:lnTo>
                  <a:pt x="2207846" y="1921032"/>
                </a:lnTo>
                <a:lnTo>
                  <a:pt x="2223531" y="1920339"/>
                </a:lnTo>
                <a:lnTo>
                  <a:pt x="2294751" y="1917185"/>
                </a:lnTo>
                <a:lnTo>
                  <a:pt x="2299436" y="1905713"/>
                </a:lnTo>
                <a:moveTo>
                  <a:pt x="2611380" y="1969086"/>
                </a:moveTo>
                <a:lnTo>
                  <a:pt x="2604844" y="1880879"/>
                </a:lnTo>
                <a:lnTo>
                  <a:pt x="2588732" y="1843566"/>
                </a:lnTo>
                <a:moveTo>
                  <a:pt x="2584840" y="1819951"/>
                </a:moveTo>
                <a:lnTo>
                  <a:pt x="2579903" y="1772606"/>
                </a:lnTo>
                <a:lnTo>
                  <a:pt x="2577854" y="1752868"/>
                </a:lnTo>
                <a:lnTo>
                  <a:pt x="2576612" y="1732056"/>
                </a:lnTo>
                <a:lnTo>
                  <a:pt x="2575759" y="1717970"/>
                </a:lnTo>
                <a:moveTo>
                  <a:pt x="2440252" y="1894713"/>
                </a:moveTo>
                <a:lnTo>
                  <a:pt x="2440405" y="1907892"/>
                </a:lnTo>
                <a:lnTo>
                  <a:pt x="2444008" y="1930661"/>
                </a:lnTo>
                <a:lnTo>
                  <a:pt x="2446430" y="1962184"/>
                </a:lnTo>
                <a:lnTo>
                  <a:pt x="2446308" y="1982623"/>
                </a:lnTo>
                <a:moveTo>
                  <a:pt x="2300632" y="1895756"/>
                </a:moveTo>
                <a:lnTo>
                  <a:pt x="2297821" y="1870054"/>
                </a:lnTo>
                <a:lnTo>
                  <a:pt x="2303153" y="1857210"/>
                </a:lnTo>
                <a:lnTo>
                  <a:pt x="2301447" y="1833472"/>
                </a:lnTo>
                <a:lnTo>
                  <a:pt x="2292465" y="1826967"/>
                </a:lnTo>
                <a:lnTo>
                  <a:pt x="2288443" y="1816591"/>
                </a:lnTo>
                <a:lnTo>
                  <a:pt x="2289845" y="1778418"/>
                </a:lnTo>
                <a:lnTo>
                  <a:pt x="2285883" y="1750361"/>
                </a:lnTo>
                <a:moveTo>
                  <a:pt x="2174236" y="574350"/>
                </a:moveTo>
                <a:lnTo>
                  <a:pt x="2175973" y="579310"/>
                </a:lnTo>
                <a:lnTo>
                  <a:pt x="2179286" y="589236"/>
                </a:lnTo>
                <a:lnTo>
                  <a:pt x="2181160" y="596077"/>
                </a:lnTo>
                <a:lnTo>
                  <a:pt x="2182989" y="604624"/>
                </a:lnTo>
                <a:lnTo>
                  <a:pt x="2184421" y="621955"/>
                </a:lnTo>
                <a:lnTo>
                  <a:pt x="2185053" y="625748"/>
                </a:lnTo>
                <a:moveTo>
                  <a:pt x="2187095" y="636688"/>
                </a:moveTo>
                <a:lnTo>
                  <a:pt x="2193517" y="667776"/>
                </a:lnTo>
                <a:lnTo>
                  <a:pt x="2179233" y="672888"/>
                </a:lnTo>
                <a:lnTo>
                  <a:pt x="2183339" y="696099"/>
                </a:lnTo>
                <a:moveTo>
                  <a:pt x="2185137" y="706947"/>
                </a:moveTo>
                <a:lnTo>
                  <a:pt x="2185815" y="711274"/>
                </a:lnTo>
                <a:lnTo>
                  <a:pt x="2188641" y="720370"/>
                </a:lnTo>
                <a:lnTo>
                  <a:pt x="2198636" y="720789"/>
                </a:lnTo>
                <a:lnTo>
                  <a:pt x="2207015" y="765239"/>
                </a:lnTo>
                <a:moveTo>
                  <a:pt x="2126670" y="1486988"/>
                </a:moveTo>
                <a:lnTo>
                  <a:pt x="2175965" y="1484246"/>
                </a:lnTo>
                <a:lnTo>
                  <a:pt x="2206779" y="1484642"/>
                </a:lnTo>
                <a:lnTo>
                  <a:pt x="2233868" y="1483309"/>
                </a:lnTo>
                <a:lnTo>
                  <a:pt x="2244975" y="1481945"/>
                </a:lnTo>
                <a:moveTo>
                  <a:pt x="2255869" y="1480627"/>
                </a:moveTo>
                <a:lnTo>
                  <a:pt x="2256867" y="1480505"/>
                </a:lnTo>
                <a:lnTo>
                  <a:pt x="2283743" y="1474563"/>
                </a:lnTo>
                <a:moveTo>
                  <a:pt x="2294164" y="1470633"/>
                </a:moveTo>
                <a:lnTo>
                  <a:pt x="2305233" y="1466176"/>
                </a:lnTo>
                <a:lnTo>
                  <a:pt x="2332474" y="1459411"/>
                </a:lnTo>
                <a:lnTo>
                  <a:pt x="2430928" y="1447840"/>
                </a:lnTo>
                <a:moveTo>
                  <a:pt x="2388405" y="1111472"/>
                </a:moveTo>
                <a:lnTo>
                  <a:pt x="2344617" y="1113262"/>
                </a:lnTo>
                <a:lnTo>
                  <a:pt x="2316919" y="1114367"/>
                </a:lnTo>
                <a:lnTo>
                  <a:pt x="2290500" y="1116051"/>
                </a:lnTo>
                <a:moveTo>
                  <a:pt x="2279515" y="1116896"/>
                </a:moveTo>
                <a:lnTo>
                  <a:pt x="2271531" y="1117620"/>
                </a:lnTo>
                <a:lnTo>
                  <a:pt x="2245669" y="1119974"/>
                </a:lnTo>
                <a:lnTo>
                  <a:pt x="2238630" y="1120614"/>
                </a:lnTo>
                <a:lnTo>
                  <a:pt x="2229778" y="1121421"/>
                </a:lnTo>
                <a:lnTo>
                  <a:pt x="2205812" y="1123608"/>
                </a:lnTo>
                <a:lnTo>
                  <a:pt x="2139521" y="1130540"/>
                </a:lnTo>
                <a:lnTo>
                  <a:pt x="2110642" y="1133716"/>
                </a:lnTo>
                <a:lnTo>
                  <a:pt x="2090073" y="1135469"/>
                </a:lnTo>
                <a:moveTo>
                  <a:pt x="2081488" y="1136025"/>
                </a:moveTo>
                <a:lnTo>
                  <a:pt x="2076049" y="1136268"/>
                </a:lnTo>
                <a:lnTo>
                  <a:pt x="2062177" y="1136885"/>
                </a:lnTo>
                <a:lnTo>
                  <a:pt x="2061940" y="1136893"/>
                </a:lnTo>
                <a:moveTo>
                  <a:pt x="2250963" y="1474411"/>
                </a:moveTo>
                <a:lnTo>
                  <a:pt x="2248883" y="1446393"/>
                </a:lnTo>
                <a:lnTo>
                  <a:pt x="2243155" y="1432924"/>
                </a:lnTo>
                <a:lnTo>
                  <a:pt x="2240907" y="1384048"/>
                </a:lnTo>
                <a:moveTo>
                  <a:pt x="2288649" y="1477687"/>
                </a:moveTo>
                <a:lnTo>
                  <a:pt x="2298240" y="1562253"/>
                </a:lnTo>
                <a:moveTo>
                  <a:pt x="2304410" y="1282105"/>
                </a:moveTo>
                <a:lnTo>
                  <a:pt x="2294514" y="1192176"/>
                </a:lnTo>
                <a:lnTo>
                  <a:pt x="2286699" y="1121231"/>
                </a:lnTo>
                <a:moveTo>
                  <a:pt x="2145364" y="1639140"/>
                </a:moveTo>
                <a:lnTo>
                  <a:pt x="2177755" y="1638417"/>
                </a:lnTo>
                <a:lnTo>
                  <a:pt x="2231080" y="1632010"/>
                </a:lnTo>
                <a:lnTo>
                  <a:pt x="2279271" y="1627180"/>
                </a:lnTo>
                <a:lnTo>
                  <a:pt x="2283933" y="1654947"/>
                </a:lnTo>
                <a:lnTo>
                  <a:pt x="2273063" y="1660844"/>
                </a:lnTo>
                <a:lnTo>
                  <a:pt x="2277374" y="1670145"/>
                </a:lnTo>
                <a:lnTo>
                  <a:pt x="2282135" y="1699870"/>
                </a:lnTo>
                <a:lnTo>
                  <a:pt x="2282646" y="1704662"/>
                </a:lnTo>
                <a:moveTo>
                  <a:pt x="2114390" y="1392214"/>
                </a:moveTo>
                <a:lnTo>
                  <a:pt x="2134646" y="1390051"/>
                </a:lnTo>
                <a:lnTo>
                  <a:pt x="2165658" y="1386356"/>
                </a:lnTo>
                <a:lnTo>
                  <a:pt x="2171707" y="1385625"/>
                </a:lnTo>
                <a:lnTo>
                  <a:pt x="2233968" y="1380224"/>
                </a:lnTo>
                <a:moveTo>
                  <a:pt x="2244998" y="1379629"/>
                </a:moveTo>
                <a:lnTo>
                  <a:pt x="2279881" y="1378890"/>
                </a:lnTo>
                <a:lnTo>
                  <a:pt x="2321276" y="1374304"/>
                </a:lnTo>
                <a:lnTo>
                  <a:pt x="2349874" y="1372446"/>
                </a:lnTo>
                <a:lnTo>
                  <a:pt x="2369558" y="1370290"/>
                </a:lnTo>
                <a:lnTo>
                  <a:pt x="2422716" y="1364912"/>
                </a:lnTo>
                <a:moveTo>
                  <a:pt x="2073253" y="1512531"/>
                </a:moveTo>
                <a:lnTo>
                  <a:pt x="2061971" y="1380064"/>
                </a:lnTo>
                <a:lnTo>
                  <a:pt x="1988908" y="1392846"/>
                </a:lnTo>
                <a:lnTo>
                  <a:pt x="1987834" y="1398910"/>
                </a:lnTo>
                <a:lnTo>
                  <a:pt x="1988847" y="1405256"/>
                </a:lnTo>
                <a:moveTo>
                  <a:pt x="1989068" y="1406041"/>
                </a:moveTo>
                <a:lnTo>
                  <a:pt x="2012409" y="1463975"/>
                </a:lnTo>
                <a:lnTo>
                  <a:pt x="2017277" y="1478624"/>
                </a:lnTo>
                <a:lnTo>
                  <a:pt x="2018221" y="1489129"/>
                </a:lnTo>
                <a:lnTo>
                  <a:pt x="2031134" y="1522952"/>
                </a:lnTo>
                <a:lnTo>
                  <a:pt x="2067159" y="1519776"/>
                </a:lnTo>
                <a:moveTo>
                  <a:pt x="2325763" y="749783"/>
                </a:moveTo>
                <a:lnTo>
                  <a:pt x="2255450" y="760326"/>
                </a:lnTo>
                <a:lnTo>
                  <a:pt x="2214397" y="768180"/>
                </a:lnTo>
                <a:moveTo>
                  <a:pt x="2203625" y="770244"/>
                </a:moveTo>
                <a:lnTo>
                  <a:pt x="2179004" y="774945"/>
                </a:lnTo>
                <a:lnTo>
                  <a:pt x="2115029" y="789639"/>
                </a:lnTo>
                <a:lnTo>
                  <a:pt x="2079782" y="798027"/>
                </a:lnTo>
                <a:lnTo>
                  <a:pt x="2054627" y="801013"/>
                </a:lnTo>
                <a:moveTo>
                  <a:pt x="2037243" y="657660"/>
                </a:moveTo>
                <a:lnTo>
                  <a:pt x="2058909" y="653058"/>
                </a:lnTo>
                <a:lnTo>
                  <a:pt x="2136603" y="640428"/>
                </a:lnTo>
                <a:lnTo>
                  <a:pt x="2181930" y="633054"/>
                </a:lnTo>
                <a:moveTo>
                  <a:pt x="2192869" y="631271"/>
                </a:moveTo>
                <a:lnTo>
                  <a:pt x="2203793" y="629496"/>
                </a:lnTo>
                <a:lnTo>
                  <a:pt x="2223561" y="626045"/>
                </a:lnTo>
                <a:lnTo>
                  <a:pt x="2239696" y="622122"/>
                </a:lnTo>
                <a:lnTo>
                  <a:pt x="2271531" y="613720"/>
                </a:lnTo>
                <a:lnTo>
                  <a:pt x="2281381" y="611724"/>
                </a:lnTo>
                <a:lnTo>
                  <a:pt x="2300205" y="608951"/>
                </a:lnTo>
                <a:moveTo>
                  <a:pt x="2292968" y="553165"/>
                </a:moveTo>
                <a:lnTo>
                  <a:pt x="2213011" y="562497"/>
                </a:lnTo>
                <a:lnTo>
                  <a:pt x="2179294" y="566291"/>
                </a:lnTo>
                <a:moveTo>
                  <a:pt x="2168164" y="567761"/>
                </a:moveTo>
                <a:lnTo>
                  <a:pt x="2122990" y="574800"/>
                </a:lnTo>
                <a:lnTo>
                  <a:pt x="2118237" y="575600"/>
                </a:lnTo>
                <a:moveTo>
                  <a:pt x="2107419" y="577413"/>
                </a:moveTo>
                <a:lnTo>
                  <a:pt x="2066839" y="584223"/>
                </a:lnTo>
                <a:lnTo>
                  <a:pt x="2055435" y="584353"/>
                </a:lnTo>
                <a:lnTo>
                  <a:pt x="2031537" y="585092"/>
                </a:lnTo>
                <a:moveTo>
                  <a:pt x="2063045" y="927112"/>
                </a:moveTo>
                <a:lnTo>
                  <a:pt x="2069337" y="989502"/>
                </a:lnTo>
                <a:lnTo>
                  <a:pt x="2070930" y="1001759"/>
                </a:lnTo>
                <a:moveTo>
                  <a:pt x="2072346" y="1012638"/>
                </a:moveTo>
                <a:lnTo>
                  <a:pt x="2078532" y="1060082"/>
                </a:lnTo>
                <a:lnTo>
                  <a:pt x="2078837" y="1063167"/>
                </a:lnTo>
                <a:lnTo>
                  <a:pt x="2084847" y="1132193"/>
                </a:lnTo>
                <a:moveTo>
                  <a:pt x="2245676" y="2430783"/>
                </a:moveTo>
                <a:lnTo>
                  <a:pt x="2246202" y="2430730"/>
                </a:lnTo>
                <a:lnTo>
                  <a:pt x="2274746" y="2427782"/>
                </a:lnTo>
                <a:lnTo>
                  <a:pt x="2294812" y="2425702"/>
                </a:lnTo>
                <a:lnTo>
                  <a:pt x="2299558" y="2423828"/>
                </a:lnTo>
                <a:lnTo>
                  <a:pt x="2303153" y="2422396"/>
                </a:lnTo>
                <a:lnTo>
                  <a:pt x="2308486" y="2415083"/>
                </a:lnTo>
                <a:lnTo>
                  <a:pt x="2363731" y="2406345"/>
                </a:lnTo>
                <a:lnTo>
                  <a:pt x="2369116" y="2408265"/>
                </a:lnTo>
                <a:lnTo>
                  <a:pt x="2376780" y="2462535"/>
                </a:lnTo>
                <a:lnTo>
                  <a:pt x="2352951" y="2467235"/>
                </a:lnTo>
                <a:lnTo>
                  <a:pt x="2355701" y="2501470"/>
                </a:lnTo>
                <a:moveTo>
                  <a:pt x="2215357" y="2274281"/>
                </a:moveTo>
                <a:lnTo>
                  <a:pt x="2203930" y="2276178"/>
                </a:lnTo>
                <a:lnTo>
                  <a:pt x="2203153" y="2276331"/>
                </a:lnTo>
                <a:moveTo>
                  <a:pt x="2170229" y="2024209"/>
                </a:moveTo>
                <a:lnTo>
                  <a:pt x="2170587" y="2030296"/>
                </a:lnTo>
                <a:moveTo>
                  <a:pt x="2221985" y="2508646"/>
                </a:moveTo>
                <a:lnTo>
                  <a:pt x="2236611" y="2505675"/>
                </a:lnTo>
                <a:lnTo>
                  <a:pt x="2244671" y="2504311"/>
                </a:lnTo>
                <a:moveTo>
                  <a:pt x="2430334" y="2304174"/>
                </a:moveTo>
                <a:lnTo>
                  <a:pt x="2428041" y="2288557"/>
                </a:lnTo>
                <a:moveTo>
                  <a:pt x="2245059" y="2120438"/>
                </a:moveTo>
                <a:lnTo>
                  <a:pt x="2239955" y="2118831"/>
                </a:lnTo>
                <a:lnTo>
                  <a:pt x="2202483" y="2120941"/>
                </a:lnTo>
                <a:moveTo>
                  <a:pt x="2531095" y="2172506"/>
                </a:moveTo>
                <a:lnTo>
                  <a:pt x="2461476" y="2188527"/>
                </a:lnTo>
                <a:lnTo>
                  <a:pt x="2423996" y="2196221"/>
                </a:lnTo>
                <a:lnTo>
                  <a:pt x="2403595" y="2199238"/>
                </a:lnTo>
                <a:moveTo>
                  <a:pt x="2392739" y="2200837"/>
                </a:moveTo>
                <a:lnTo>
                  <a:pt x="2348434" y="2207389"/>
                </a:lnTo>
                <a:lnTo>
                  <a:pt x="2264607" y="2221588"/>
                </a:lnTo>
                <a:moveTo>
                  <a:pt x="2253690" y="2223158"/>
                </a:moveTo>
                <a:lnTo>
                  <a:pt x="2220385" y="2227081"/>
                </a:lnTo>
                <a:moveTo>
                  <a:pt x="2425413" y="2246712"/>
                </a:moveTo>
                <a:lnTo>
                  <a:pt x="2446979" y="2241662"/>
                </a:lnTo>
                <a:lnTo>
                  <a:pt x="2459632" y="2238020"/>
                </a:lnTo>
                <a:lnTo>
                  <a:pt x="2474639" y="2231332"/>
                </a:lnTo>
                <a:lnTo>
                  <a:pt x="2487354" y="2225771"/>
                </a:lnTo>
                <a:lnTo>
                  <a:pt x="2486500" y="2222244"/>
                </a:lnTo>
                <a:lnTo>
                  <a:pt x="2509598" y="2216294"/>
                </a:lnTo>
                <a:lnTo>
                  <a:pt x="2539269" y="2209606"/>
                </a:lnTo>
                <a:moveTo>
                  <a:pt x="2240740" y="2024171"/>
                </a:moveTo>
                <a:lnTo>
                  <a:pt x="2249264" y="2117048"/>
                </a:lnTo>
                <a:moveTo>
                  <a:pt x="2250041" y="2128429"/>
                </a:moveTo>
                <a:lnTo>
                  <a:pt x="2250818" y="2150780"/>
                </a:lnTo>
                <a:lnTo>
                  <a:pt x="2251473" y="2169764"/>
                </a:lnTo>
                <a:lnTo>
                  <a:pt x="2251908" y="2182394"/>
                </a:lnTo>
                <a:lnTo>
                  <a:pt x="2252449" y="2185990"/>
                </a:lnTo>
                <a:lnTo>
                  <a:pt x="2254993" y="2202894"/>
                </a:lnTo>
                <a:lnTo>
                  <a:pt x="2257324" y="2218397"/>
                </a:lnTo>
                <a:moveTo>
                  <a:pt x="2541661" y="850666"/>
                </a:moveTo>
                <a:lnTo>
                  <a:pt x="2529999" y="725847"/>
                </a:lnTo>
                <a:moveTo>
                  <a:pt x="2529252" y="718702"/>
                </a:moveTo>
                <a:lnTo>
                  <a:pt x="2526510" y="694995"/>
                </a:lnTo>
                <a:moveTo>
                  <a:pt x="2525199" y="684040"/>
                </a:moveTo>
                <a:lnTo>
                  <a:pt x="2522335" y="660958"/>
                </a:lnTo>
                <a:lnTo>
                  <a:pt x="2521558" y="651070"/>
                </a:lnTo>
                <a:lnTo>
                  <a:pt x="2520057" y="589160"/>
                </a:lnTo>
                <a:moveTo>
                  <a:pt x="2519638" y="565384"/>
                </a:moveTo>
                <a:lnTo>
                  <a:pt x="2519714" y="547353"/>
                </a:lnTo>
                <a:lnTo>
                  <a:pt x="2520057" y="517711"/>
                </a:lnTo>
                <a:moveTo>
                  <a:pt x="2519905" y="501409"/>
                </a:moveTo>
                <a:lnTo>
                  <a:pt x="2517307" y="448762"/>
                </a:lnTo>
                <a:moveTo>
                  <a:pt x="2516835" y="437777"/>
                </a:moveTo>
                <a:lnTo>
                  <a:pt x="2515258" y="395749"/>
                </a:lnTo>
                <a:moveTo>
                  <a:pt x="2514968" y="388588"/>
                </a:moveTo>
                <a:lnTo>
                  <a:pt x="2512538" y="331317"/>
                </a:lnTo>
                <a:moveTo>
                  <a:pt x="2614222" y="1427637"/>
                </a:moveTo>
                <a:lnTo>
                  <a:pt x="2607114" y="1349105"/>
                </a:lnTo>
                <a:moveTo>
                  <a:pt x="2635506" y="2461613"/>
                </a:moveTo>
                <a:lnTo>
                  <a:pt x="2629046" y="2404273"/>
                </a:lnTo>
                <a:lnTo>
                  <a:pt x="2717063" y="2395528"/>
                </a:lnTo>
                <a:lnTo>
                  <a:pt x="2736710" y="2418617"/>
                </a:lnTo>
                <a:lnTo>
                  <a:pt x="2739879" y="2453507"/>
                </a:lnTo>
                <a:moveTo>
                  <a:pt x="2639917" y="2476102"/>
                </a:moveTo>
                <a:lnTo>
                  <a:pt x="2655587" y="2605111"/>
                </a:lnTo>
                <a:lnTo>
                  <a:pt x="2662786" y="2660409"/>
                </a:lnTo>
                <a:moveTo>
                  <a:pt x="2498201" y="436924"/>
                </a:moveTo>
                <a:lnTo>
                  <a:pt x="2450955" y="441723"/>
                </a:lnTo>
                <a:lnTo>
                  <a:pt x="2423759" y="443407"/>
                </a:lnTo>
                <a:moveTo>
                  <a:pt x="2413163" y="444648"/>
                </a:moveTo>
                <a:lnTo>
                  <a:pt x="2347185" y="456022"/>
                </a:lnTo>
                <a:lnTo>
                  <a:pt x="2292366" y="459884"/>
                </a:lnTo>
                <a:moveTo>
                  <a:pt x="2560980" y="2259884"/>
                </a:moveTo>
                <a:lnTo>
                  <a:pt x="2589098" y="2254277"/>
                </a:lnTo>
                <a:lnTo>
                  <a:pt x="2623935" y="2256920"/>
                </a:lnTo>
                <a:lnTo>
                  <a:pt x="2671371" y="2260508"/>
                </a:lnTo>
                <a:lnTo>
                  <a:pt x="2670069" y="2232779"/>
                </a:lnTo>
                <a:lnTo>
                  <a:pt x="2669231" y="2214923"/>
                </a:lnTo>
                <a:lnTo>
                  <a:pt x="2665589" y="2191262"/>
                </a:lnTo>
                <a:lnTo>
                  <a:pt x="2661750" y="2166267"/>
                </a:lnTo>
                <a:lnTo>
                  <a:pt x="2660249" y="2146324"/>
                </a:lnTo>
                <a:lnTo>
                  <a:pt x="2659251" y="2132162"/>
                </a:lnTo>
                <a:lnTo>
                  <a:pt x="2667882" y="2125999"/>
                </a:lnTo>
                <a:lnTo>
                  <a:pt x="2680551" y="2100738"/>
                </a:lnTo>
                <a:lnTo>
                  <a:pt x="2679058" y="2089357"/>
                </a:lnTo>
                <a:lnTo>
                  <a:pt x="2675782" y="2069932"/>
                </a:lnTo>
                <a:moveTo>
                  <a:pt x="2043208" y="722252"/>
                </a:moveTo>
                <a:lnTo>
                  <a:pt x="2078867" y="718885"/>
                </a:lnTo>
                <a:lnTo>
                  <a:pt x="2103938" y="715837"/>
                </a:lnTo>
                <a:lnTo>
                  <a:pt x="2131301" y="711952"/>
                </a:lnTo>
                <a:lnTo>
                  <a:pt x="2180254" y="703443"/>
                </a:lnTo>
                <a:moveTo>
                  <a:pt x="2191079" y="701600"/>
                </a:moveTo>
                <a:lnTo>
                  <a:pt x="2272506" y="688017"/>
                </a:lnTo>
                <a:lnTo>
                  <a:pt x="2312424" y="681572"/>
                </a:lnTo>
                <a:moveTo>
                  <a:pt x="2521558" y="444115"/>
                </a:moveTo>
                <a:lnTo>
                  <a:pt x="2571356" y="439202"/>
                </a:lnTo>
                <a:lnTo>
                  <a:pt x="2616522" y="432620"/>
                </a:lnTo>
                <a:lnTo>
                  <a:pt x="2644427" y="426784"/>
                </a:lnTo>
                <a:moveTo>
                  <a:pt x="2655191" y="424537"/>
                </a:moveTo>
                <a:lnTo>
                  <a:pt x="2718625" y="411290"/>
                </a:lnTo>
                <a:moveTo>
                  <a:pt x="2323432" y="679889"/>
                </a:moveTo>
                <a:lnTo>
                  <a:pt x="2384710" y="671067"/>
                </a:lnTo>
                <a:lnTo>
                  <a:pt x="2442256" y="664782"/>
                </a:lnTo>
                <a:lnTo>
                  <a:pt x="2503648" y="657903"/>
                </a:lnTo>
                <a:moveTo>
                  <a:pt x="2590271" y="1430403"/>
                </a:moveTo>
                <a:lnTo>
                  <a:pt x="2536017" y="1434212"/>
                </a:lnTo>
                <a:lnTo>
                  <a:pt x="2448548" y="1443193"/>
                </a:lnTo>
                <a:lnTo>
                  <a:pt x="2441783" y="1444732"/>
                </a:lnTo>
                <a:moveTo>
                  <a:pt x="2616012" y="1427325"/>
                </a:moveTo>
                <a:lnTo>
                  <a:pt x="2626563" y="1498080"/>
                </a:lnTo>
                <a:moveTo>
                  <a:pt x="2627942" y="1508768"/>
                </a:moveTo>
                <a:lnTo>
                  <a:pt x="2628444" y="1513438"/>
                </a:lnTo>
                <a:lnTo>
                  <a:pt x="2638058" y="1578007"/>
                </a:lnTo>
                <a:lnTo>
                  <a:pt x="2646804" y="1665529"/>
                </a:lnTo>
                <a:moveTo>
                  <a:pt x="2634112" y="1503809"/>
                </a:moveTo>
                <a:lnTo>
                  <a:pt x="2695855" y="1496663"/>
                </a:lnTo>
                <a:lnTo>
                  <a:pt x="2752540" y="1492664"/>
                </a:lnTo>
                <a:lnTo>
                  <a:pt x="2764309" y="1491780"/>
                </a:lnTo>
                <a:lnTo>
                  <a:pt x="2875850" y="1480185"/>
                </a:lnTo>
                <a:moveTo>
                  <a:pt x="2524704" y="507686"/>
                </a:moveTo>
                <a:lnTo>
                  <a:pt x="2539559" y="506048"/>
                </a:lnTo>
                <a:lnTo>
                  <a:pt x="2575493" y="501005"/>
                </a:lnTo>
                <a:lnTo>
                  <a:pt x="2633434" y="492062"/>
                </a:lnTo>
                <a:lnTo>
                  <a:pt x="2664355" y="487461"/>
                </a:lnTo>
                <a:lnTo>
                  <a:pt x="2724712" y="476682"/>
                </a:lnTo>
                <a:moveTo>
                  <a:pt x="2590995" y="1349424"/>
                </a:moveTo>
                <a:lnTo>
                  <a:pt x="2599915" y="1346271"/>
                </a:lnTo>
                <a:moveTo>
                  <a:pt x="2610748" y="1343315"/>
                </a:moveTo>
                <a:lnTo>
                  <a:pt x="2652227" y="1335781"/>
                </a:lnTo>
                <a:lnTo>
                  <a:pt x="2714450" y="1327256"/>
                </a:lnTo>
                <a:lnTo>
                  <a:pt x="2751313" y="1323089"/>
                </a:lnTo>
                <a:moveTo>
                  <a:pt x="2673954" y="2059114"/>
                </a:moveTo>
                <a:lnTo>
                  <a:pt x="2670175" y="2036710"/>
                </a:lnTo>
                <a:lnTo>
                  <a:pt x="2664744" y="1994286"/>
                </a:lnTo>
                <a:lnTo>
                  <a:pt x="2662405" y="1975995"/>
                </a:lnTo>
                <a:moveTo>
                  <a:pt x="2517962" y="724956"/>
                </a:moveTo>
                <a:lnTo>
                  <a:pt x="2527393" y="723760"/>
                </a:lnTo>
                <a:moveTo>
                  <a:pt x="1504319" y="1996549"/>
                </a:moveTo>
                <a:lnTo>
                  <a:pt x="1559366" y="1911777"/>
                </a:lnTo>
                <a:lnTo>
                  <a:pt x="1573550" y="1889951"/>
                </a:lnTo>
                <a:lnTo>
                  <a:pt x="1577725" y="1884375"/>
                </a:lnTo>
                <a:lnTo>
                  <a:pt x="1581724" y="1879378"/>
                </a:lnTo>
                <a:lnTo>
                  <a:pt x="1587864" y="1872255"/>
                </a:lnTo>
                <a:lnTo>
                  <a:pt x="1593814" y="1866161"/>
                </a:lnTo>
                <a:lnTo>
                  <a:pt x="1596838" y="1863197"/>
                </a:lnTo>
                <a:lnTo>
                  <a:pt x="1599946" y="1860508"/>
                </a:lnTo>
                <a:lnTo>
                  <a:pt x="1603199" y="1858063"/>
                </a:lnTo>
                <a:lnTo>
                  <a:pt x="1606269" y="1855945"/>
                </a:lnTo>
                <a:lnTo>
                  <a:pt x="1609598" y="1853934"/>
                </a:lnTo>
                <a:lnTo>
                  <a:pt x="1612219" y="1849965"/>
                </a:lnTo>
                <a:moveTo>
                  <a:pt x="1106018" y="2337639"/>
                </a:moveTo>
                <a:lnTo>
                  <a:pt x="1161674" y="2308219"/>
                </a:lnTo>
                <a:moveTo>
                  <a:pt x="1171646" y="2302810"/>
                </a:moveTo>
                <a:lnTo>
                  <a:pt x="1343239" y="2208608"/>
                </a:lnTo>
                <a:lnTo>
                  <a:pt x="1353919" y="2202308"/>
                </a:lnTo>
                <a:lnTo>
                  <a:pt x="1361834" y="2197249"/>
                </a:lnTo>
                <a:lnTo>
                  <a:pt x="1367669" y="2193250"/>
                </a:lnTo>
                <a:lnTo>
                  <a:pt x="1373070" y="2189212"/>
                </a:lnTo>
                <a:lnTo>
                  <a:pt x="1379637" y="2184086"/>
                </a:lnTo>
                <a:lnTo>
                  <a:pt x="1384954" y="2179317"/>
                </a:lnTo>
                <a:lnTo>
                  <a:pt x="1390904" y="2173603"/>
                </a:lnTo>
                <a:lnTo>
                  <a:pt x="1393151" y="2171288"/>
                </a:lnTo>
                <a:moveTo>
                  <a:pt x="1400860" y="2163373"/>
                </a:moveTo>
                <a:lnTo>
                  <a:pt x="1404250" y="2159922"/>
                </a:lnTo>
                <a:lnTo>
                  <a:pt x="1409530" y="2154094"/>
                </a:lnTo>
                <a:lnTo>
                  <a:pt x="1413697" y="2148502"/>
                </a:lnTo>
                <a:lnTo>
                  <a:pt x="1415624" y="2145867"/>
                </a:lnTo>
                <a:moveTo>
                  <a:pt x="1422038" y="2136733"/>
                </a:moveTo>
                <a:lnTo>
                  <a:pt x="1442462" y="2106261"/>
                </a:lnTo>
                <a:lnTo>
                  <a:pt x="1455427" y="2083324"/>
                </a:lnTo>
                <a:lnTo>
                  <a:pt x="1498804" y="2005751"/>
                </a:lnTo>
                <a:moveTo>
                  <a:pt x="1934569" y="2175386"/>
                </a:moveTo>
                <a:lnTo>
                  <a:pt x="1950262" y="2245920"/>
                </a:lnTo>
                <a:lnTo>
                  <a:pt x="1976293" y="2349455"/>
                </a:lnTo>
                <a:moveTo>
                  <a:pt x="1979012" y="2360074"/>
                </a:moveTo>
                <a:lnTo>
                  <a:pt x="1979797" y="2363060"/>
                </a:lnTo>
                <a:moveTo>
                  <a:pt x="1980162" y="2369265"/>
                </a:moveTo>
                <a:lnTo>
                  <a:pt x="1980884" y="2372023"/>
                </a:lnTo>
                <a:lnTo>
                  <a:pt x="2000121" y="2438580"/>
                </a:lnTo>
                <a:moveTo>
                  <a:pt x="1999611" y="2440915"/>
                </a:moveTo>
                <a:lnTo>
                  <a:pt x="2010405" y="2469764"/>
                </a:lnTo>
                <a:lnTo>
                  <a:pt x="2014854" y="2485761"/>
                </a:lnTo>
                <a:moveTo>
                  <a:pt x="2017810" y="2496381"/>
                </a:moveTo>
                <a:lnTo>
                  <a:pt x="2034508" y="2556334"/>
                </a:lnTo>
                <a:moveTo>
                  <a:pt x="1867288" y="1888298"/>
                </a:moveTo>
                <a:lnTo>
                  <a:pt x="1855168" y="1868583"/>
                </a:lnTo>
                <a:lnTo>
                  <a:pt x="1850567" y="1858162"/>
                </a:lnTo>
                <a:lnTo>
                  <a:pt x="1847748" y="1847985"/>
                </a:lnTo>
                <a:lnTo>
                  <a:pt x="1844983" y="1837799"/>
                </a:lnTo>
                <a:lnTo>
                  <a:pt x="1843505" y="1828132"/>
                </a:lnTo>
                <a:lnTo>
                  <a:pt x="1841479" y="1813955"/>
                </a:lnTo>
                <a:lnTo>
                  <a:pt x="1835468" y="1754993"/>
                </a:lnTo>
                <a:lnTo>
                  <a:pt x="1833693" y="1737563"/>
                </a:lnTo>
                <a:lnTo>
                  <a:pt x="1831621" y="1714100"/>
                </a:lnTo>
                <a:lnTo>
                  <a:pt x="1825055" y="1638531"/>
                </a:lnTo>
                <a:lnTo>
                  <a:pt x="1822518" y="1622053"/>
                </a:lnTo>
                <a:lnTo>
                  <a:pt x="1818877" y="1604982"/>
                </a:lnTo>
                <a:lnTo>
                  <a:pt x="1812577" y="1581313"/>
                </a:lnTo>
                <a:lnTo>
                  <a:pt x="1811525" y="1572400"/>
                </a:lnTo>
                <a:moveTo>
                  <a:pt x="1822358" y="1745867"/>
                </a:moveTo>
                <a:lnTo>
                  <a:pt x="1829290" y="1815144"/>
                </a:lnTo>
                <a:lnTo>
                  <a:pt x="1830410" y="1824704"/>
                </a:lnTo>
                <a:moveTo>
                  <a:pt x="2029237" y="2563232"/>
                </a:moveTo>
                <a:lnTo>
                  <a:pt x="1930357" y="2580612"/>
                </a:lnTo>
                <a:lnTo>
                  <a:pt x="1902974" y="2585422"/>
                </a:lnTo>
                <a:moveTo>
                  <a:pt x="589640" y="354689"/>
                </a:moveTo>
                <a:lnTo>
                  <a:pt x="587666" y="340763"/>
                </a:lnTo>
                <a:lnTo>
                  <a:pt x="585975" y="325406"/>
                </a:lnTo>
                <a:lnTo>
                  <a:pt x="582722" y="310246"/>
                </a:lnTo>
                <a:moveTo>
                  <a:pt x="810886" y="503656"/>
                </a:moveTo>
                <a:lnTo>
                  <a:pt x="804601" y="462764"/>
                </a:lnTo>
                <a:lnTo>
                  <a:pt x="803504" y="455481"/>
                </a:lnTo>
                <a:moveTo>
                  <a:pt x="732993" y="516013"/>
                </a:moveTo>
                <a:lnTo>
                  <a:pt x="804944" y="511084"/>
                </a:lnTo>
                <a:moveTo>
                  <a:pt x="815754" y="510581"/>
                </a:moveTo>
                <a:lnTo>
                  <a:pt x="860928" y="509560"/>
                </a:lnTo>
                <a:lnTo>
                  <a:pt x="859389" y="476194"/>
                </a:lnTo>
                <a:moveTo>
                  <a:pt x="718115" y="549249"/>
                </a:moveTo>
                <a:lnTo>
                  <a:pt x="712805" y="504548"/>
                </a:lnTo>
                <a:lnTo>
                  <a:pt x="715197" y="495886"/>
                </a:lnTo>
                <a:lnTo>
                  <a:pt x="714161" y="480338"/>
                </a:lnTo>
                <a:lnTo>
                  <a:pt x="712463" y="471562"/>
                </a:lnTo>
                <a:moveTo>
                  <a:pt x="2838447" y="1175584"/>
                </a:moveTo>
                <a:lnTo>
                  <a:pt x="2838172" y="1179576"/>
                </a:lnTo>
                <a:lnTo>
                  <a:pt x="2837609" y="1182859"/>
                </a:lnTo>
                <a:lnTo>
                  <a:pt x="2836679" y="1185449"/>
                </a:lnTo>
                <a:lnTo>
                  <a:pt x="2835049" y="1188520"/>
                </a:lnTo>
                <a:lnTo>
                  <a:pt x="2832520" y="1190835"/>
                </a:lnTo>
                <a:lnTo>
                  <a:pt x="2828650" y="1192245"/>
                </a:lnTo>
                <a:lnTo>
                  <a:pt x="2733678" y="1212181"/>
                </a:lnTo>
                <a:lnTo>
                  <a:pt x="2729343" y="1214702"/>
                </a:lnTo>
                <a:lnTo>
                  <a:pt x="2716888" y="1221581"/>
                </a:lnTo>
                <a:moveTo>
                  <a:pt x="1612249" y="1841913"/>
                </a:moveTo>
                <a:lnTo>
                  <a:pt x="1602750" y="1765871"/>
                </a:lnTo>
                <a:moveTo>
                  <a:pt x="1211731" y="2767852"/>
                </a:moveTo>
                <a:lnTo>
                  <a:pt x="1171052" y="2791962"/>
                </a:lnTo>
                <a:lnTo>
                  <a:pt x="1121513" y="2821322"/>
                </a:lnTo>
                <a:moveTo>
                  <a:pt x="1111678" y="2827104"/>
                </a:moveTo>
                <a:lnTo>
                  <a:pt x="1102864" y="2832253"/>
                </a:lnTo>
                <a:lnTo>
                  <a:pt x="1048564" y="2863974"/>
                </a:lnTo>
                <a:lnTo>
                  <a:pt x="1039201" y="2869192"/>
                </a:lnTo>
                <a:lnTo>
                  <a:pt x="1035430" y="2871524"/>
                </a:lnTo>
                <a:moveTo>
                  <a:pt x="646568" y="1867288"/>
                </a:moveTo>
                <a:lnTo>
                  <a:pt x="644542" y="1849165"/>
                </a:lnTo>
                <a:moveTo>
                  <a:pt x="643597" y="1840694"/>
                </a:moveTo>
                <a:lnTo>
                  <a:pt x="626876" y="1691117"/>
                </a:lnTo>
                <a:lnTo>
                  <a:pt x="618328" y="1644496"/>
                </a:lnTo>
                <a:moveTo>
                  <a:pt x="608898" y="1678311"/>
                </a:moveTo>
                <a:lnTo>
                  <a:pt x="608943" y="1693532"/>
                </a:lnTo>
                <a:lnTo>
                  <a:pt x="618001" y="1779873"/>
                </a:lnTo>
                <a:moveTo>
                  <a:pt x="619144" y="1790782"/>
                </a:moveTo>
                <a:lnTo>
                  <a:pt x="624606" y="1842827"/>
                </a:lnTo>
                <a:moveTo>
                  <a:pt x="625497" y="1851314"/>
                </a:moveTo>
                <a:lnTo>
                  <a:pt x="627424" y="1869635"/>
                </a:lnTo>
                <a:moveTo>
                  <a:pt x="760455" y="1875051"/>
                </a:moveTo>
                <a:lnTo>
                  <a:pt x="840009" y="1865948"/>
                </a:lnTo>
                <a:lnTo>
                  <a:pt x="854224" y="1862497"/>
                </a:lnTo>
                <a:moveTo>
                  <a:pt x="2587491" y="2462474"/>
                </a:moveTo>
                <a:lnTo>
                  <a:pt x="2573984" y="2372704"/>
                </a:lnTo>
                <a:lnTo>
                  <a:pt x="2573497" y="2369223"/>
                </a:lnTo>
                <a:moveTo>
                  <a:pt x="2571973" y="2358352"/>
                </a:moveTo>
                <a:lnTo>
                  <a:pt x="2565528" y="2312432"/>
                </a:lnTo>
                <a:lnTo>
                  <a:pt x="2557507" y="2264988"/>
                </a:lnTo>
                <a:moveTo>
                  <a:pt x="2555442" y="2254071"/>
                </a:moveTo>
                <a:lnTo>
                  <a:pt x="2546712" y="2212363"/>
                </a:lnTo>
                <a:moveTo>
                  <a:pt x="2544404" y="2201599"/>
                </a:moveTo>
                <a:lnTo>
                  <a:pt x="2539110" y="2177580"/>
                </a:lnTo>
                <a:moveTo>
                  <a:pt x="2536908" y="2166930"/>
                </a:moveTo>
                <a:lnTo>
                  <a:pt x="2522320" y="2091391"/>
                </a:lnTo>
                <a:moveTo>
                  <a:pt x="2520453" y="2080581"/>
                </a:moveTo>
                <a:lnTo>
                  <a:pt x="2505080" y="1989967"/>
                </a:lnTo>
                <a:moveTo>
                  <a:pt x="2820986" y="1061796"/>
                </a:moveTo>
                <a:lnTo>
                  <a:pt x="2688961" y="1076369"/>
                </a:lnTo>
                <a:moveTo>
                  <a:pt x="2684223" y="1072613"/>
                </a:moveTo>
                <a:lnTo>
                  <a:pt x="2677580" y="1017239"/>
                </a:lnTo>
                <a:moveTo>
                  <a:pt x="2676132" y="1006277"/>
                </a:moveTo>
                <a:lnTo>
                  <a:pt x="2668332" y="951839"/>
                </a:lnTo>
                <a:moveTo>
                  <a:pt x="2844366" y="1201706"/>
                </a:moveTo>
                <a:lnTo>
                  <a:pt x="2747200" y="1220690"/>
                </a:lnTo>
                <a:lnTo>
                  <a:pt x="2735712" y="1222960"/>
                </a:lnTo>
                <a:lnTo>
                  <a:pt x="2718233" y="1225996"/>
                </a:lnTo>
                <a:moveTo>
                  <a:pt x="2425371" y="1292614"/>
                </a:moveTo>
                <a:lnTo>
                  <a:pt x="2537830" y="1275767"/>
                </a:lnTo>
                <a:lnTo>
                  <a:pt x="2571893" y="1270697"/>
                </a:lnTo>
                <a:moveTo>
                  <a:pt x="2580414" y="1269486"/>
                </a:moveTo>
                <a:lnTo>
                  <a:pt x="2634131" y="1262169"/>
                </a:lnTo>
                <a:moveTo>
                  <a:pt x="2640359" y="1262443"/>
                </a:moveTo>
                <a:lnTo>
                  <a:pt x="2664058" y="1258444"/>
                </a:lnTo>
                <a:lnTo>
                  <a:pt x="2693044" y="1252677"/>
                </a:lnTo>
                <a:lnTo>
                  <a:pt x="2710969" y="1248807"/>
                </a:lnTo>
                <a:moveTo>
                  <a:pt x="1096617" y="1554993"/>
                </a:moveTo>
                <a:lnTo>
                  <a:pt x="1095223" y="1543818"/>
                </a:lnTo>
                <a:lnTo>
                  <a:pt x="1091011" y="1522762"/>
                </a:lnTo>
                <a:lnTo>
                  <a:pt x="1084924" y="1493905"/>
                </a:lnTo>
                <a:moveTo>
                  <a:pt x="1082547" y="1482654"/>
                </a:moveTo>
                <a:lnTo>
                  <a:pt x="1068355" y="1415350"/>
                </a:lnTo>
                <a:moveTo>
                  <a:pt x="1398423" y="1386828"/>
                </a:moveTo>
                <a:lnTo>
                  <a:pt x="1400320" y="1409796"/>
                </a:lnTo>
                <a:moveTo>
                  <a:pt x="1401843" y="1421033"/>
                </a:moveTo>
                <a:lnTo>
                  <a:pt x="1432421" y="1584482"/>
                </a:lnTo>
                <a:moveTo>
                  <a:pt x="1439552" y="1594263"/>
                </a:moveTo>
                <a:lnTo>
                  <a:pt x="1443833" y="1599801"/>
                </a:lnTo>
                <a:lnTo>
                  <a:pt x="1454422" y="1607572"/>
                </a:lnTo>
                <a:lnTo>
                  <a:pt x="1476140" y="1617026"/>
                </a:lnTo>
                <a:lnTo>
                  <a:pt x="1477413" y="1618191"/>
                </a:lnTo>
                <a:lnTo>
                  <a:pt x="1477679" y="1619555"/>
                </a:lnTo>
                <a:lnTo>
                  <a:pt x="1473238" y="1634783"/>
                </a:lnTo>
                <a:lnTo>
                  <a:pt x="1467121" y="1657324"/>
                </a:lnTo>
                <a:lnTo>
                  <a:pt x="1465308" y="1677595"/>
                </a:lnTo>
                <a:lnTo>
                  <a:pt x="1465361" y="1679934"/>
                </a:lnTo>
                <a:moveTo>
                  <a:pt x="868911" y="1410855"/>
                </a:moveTo>
                <a:lnTo>
                  <a:pt x="863640" y="1348251"/>
                </a:lnTo>
                <a:moveTo>
                  <a:pt x="856509" y="1342027"/>
                </a:moveTo>
                <a:lnTo>
                  <a:pt x="833008" y="1343239"/>
                </a:lnTo>
                <a:lnTo>
                  <a:pt x="824766" y="1341768"/>
                </a:lnTo>
                <a:lnTo>
                  <a:pt x="804517" y="1338158"/>
                </a:lnTo>
                <a:lnTo>
                  <a:pt x="791201" y="1338836"/>
                </a:lnTo>
                <a:lnTo>
                  <a:pt x="739278" y="1341517"/>
                </a:lnTo>
                <a:moveTo>
                  <a:pt x="495193" y="734585"/>
                </a:moveTo>
                <a:lnTo>
                  <a:pt x="367708" y="742134"/>
                </a:lnTo>
                <a:lnTo>
                  <a:pt x="357675" y="625939"/>
                </a:lnTo>
                <a:moveTo>
                  <a:pt x="943102" y="578502"/>
                </a:moveTo>
                <a:lnTo>
                  <a:pt x="941152" y="584086"/>
                </a:lnTo>
                <a:lnTo>
                  <a:pt x="942104" y="612607"/>
                </a:lnTo>
                <a:lnTo>
                  <a:pt x="943894" y="654879"/>
                </a:lnTo>
                <a:lnTo>
                  <a:pt x="948503" y="720903"/>
                </a:lnTo>
                <a:lnTo>
                  <a:pt x="948587" y="721398"/>
                </a:lnTo>
                <a:moveTo>
                  <a:pt x="950453" y="732231"/>
                </a:moveTo>
                <a:lnTo>
                  <a:pt x="963289" y="806536"/>
                </a:lnTo>
                <a:moveTo>
                  <a:pt x="965156" y="817346"/>
                </a:moveTo>
                <a:lnTo>
                  <a:pt x="965262" y="817970"/>
                </a:lnTo>
                <a:lnTo>
                  <a:pt x="981176" y="900876"/>
                </a:lnTo>
                <a:lnTo>
                  <a:pt x="984513" y="911876"/>
                </a:lnTo>
                <a:moveTo>
                  <a:pt x="739003" y="1443231"/>
                </a:moveTo>
                <a:lnTo>
                  <a:pt x="743079" y="1510436"/>
                </a:lnTo>
                <a:moveTo>
                  <a:pt x="743780" y="1521406"/>
                </a:moveTo>
                <a:lnTo>
                  <a:pt x="744458" y="1531644"/>
                </a:lnTo>
                <a:moveTo>
                  <a:pt x="751649" y="1537830"/>
                </a:moveTo>
                <a:lnTo>
                  <a:pt x="777070" y="1535727"/>
                </a:lnTo>
                <a:lnTo>
                  <a:pt x="781130" y="1584817"/>
                </a:lnTo>
                <a:moveTo>
                  <a:pt x="782037" y="1595749"/>
                </a:moveTo>
                <a:lnTo>
                  <a:pt x="783179" y="1609530"/>
                </a:lnTo>
                <a:lnTo>
                  <a:pt x="754818" y="1611419"/>
                </a:lnTo>
                <a:moveTo>
                  <a:pt x="748640" y="1618618"/>
                </a:moveTo>
                <a:lnTo>
                  <a:pt x="754018" y="1682433"/>
                </a:lnTo>
                <a:moveTo>
                  <a:pt x="754940" y="1693364"/>
                </a:moveTo>
                <a:lnTo>
                  <a:pt x="768347" y="1852517"/>
                </a:lnTo>
                <a:moveTo>
                  <a:pt x="1198887" y="2020872"/>
                </a:moveTo>
                <a:lnTo>
                  <a:pt x="1187697" y="1956212"/>
                </a:lnTo>
                <a:lnTo>
                  <a:pt x="1158756" y="1940405"/>
                </a:lnTo>
                <a:lnTo>
                  <a:pt x="1099086" y="1948426"/>
                </a:lnTo>
                <a:lnTo>
                  <a:pt x="1084741" y="1835849"/>
                </a:lnTo>
                <a:moveTo>
                  <a:pt x="1192961" y="2026136"/>
                </a:moveTo>
                <a:lnTo>
                  <a:pt x="1191110" y="2026395"/>
                </a:lnTo>
                <a:lnTo>
                  <a:pt x="1127401" y="2037030"/>
                </a:lnTo>
                <a:moveTo>
                  <a:pt x="1116599" y="2038790"/>
                </a:moveTo>
                <a:lnTo>
                  <a:pt x="1019349" y="2054277"/>
                </a:lnTo>
                <a:moveTo>
                  <a:pt x="1008608" y="2055816"/>
                </a:moveTo>
                <a:lnTo>
                  <a:pt x="934356" y="2065300"/>
                </a:lnTo>
                <a:lnTo>
                  <a:pt x="908212" y="2060295"/>
                </a:lnTo>
                <a:lnTo>
                  <a:pt x="902955" y="2059983"/>
                </a:lnTo>
                <a:lnTo>
                  <a:pt x="892009" y="2059693"/>
                </a:lnTo>
                <a:lnTo>
                  <a:pt x="885686" y="2059891"/>
                </a:lnTo>
                <a:lnTo>
                  <a:pt x="702818" y="2081953"/>
                </a:lnTo>
                <a:moveTo>
                  <a:pt x="1398872" y="2171760"/>
                </a:moveTo>
                <a:lnTo>
                  <a:pt x="1402902" y="2177565"/>
                </a:lnTo>
                <a:lnTo>
                  <a:pt x="1415761" y="2264317"/>
                </a:lnTo>
                <a:lnTo>
                  <a:pt x="1418427" y="2284482"/>
                </a:lnTo>
                <a:lnTo>
                  <a:pt x="1420256" y="2307762"/>
                </a:lnTo>
                <a:lnTo>
                  <a:pt x="1422609" y="2325824"/>
                </a:lnTo>
                <a:lnTo>
                  <a:pt x="1425253" y="2332025"/>
                </a:lnTo>
                <a:lnTo>
                  <a:pt x="1429900" y="2337396"/>
                </a:lnTo>
                <a:moveTo>
                  <a:pt x="1970831" y="2355282"/>
                </a:moveTo>
                <a:lnTo>
                  <a:pt x="1954635" y="2359533"/>
                </a:lnTo>
                <a:lnTo>
                  <a:pt x="1893760" y="2367402"/>
                </a:lnTo>
                <a:moveTo>
                  <a:pt x="1882882" y="2368804"/>
                </a:moveTo>
                <a:lnTo>
                  <a:pt x="1812714" y="2380117"/>
                </a:lnTo>
                <a:lnTo>
                  <a:pt x="1799291" y="2382478"/>
                </a:lnTo>
                <a:moveTo>
                  <a:pt x="1788474" y="2384383"/>
                </a:moveTo>
                <a:lnTo>
                  <a:pt x="1781838" y="2385548"/>
                </a:lnTo>
                <a:lnTo>
                  <a:pt x="1674350" y="2404814"/>
                </a:lnTo>
                <a:lnTo>
                  <a:pt x="1647337" y="2410626"/>
                </a:lnTo>
                <a:lnTo>
                  <a:pt x="1584002" y="2424826"/>
                </a:lnTo>
                <a:lnTo>
                  <a:pt x="1590485" y="2461605"/>
                </a:lnTo>
                <a:lnTo>
                  <a:pt x="1535910" y="2470937"/>
                </a:lnTo>
                <a:lnTo>
                  <a:pt x="1532878" y="2475165"/>
                </a:lnTo>
                <a:lnTo>
                  <a:pt x="1461803" y="2491117"/>
                </a:lnTo>
                <a:lnTo>
                  <a:pt x="1450727" y="2492587"/>
                </a:lnTo>
                <a:moveTo>
                  <a:pt x="342995" y="2626296"/>
                </a:moveTo>
                <a:lnTo>
                  <a:pt x="355572" y="2650894"/>
                </a:lnTo>
                <a:lnTo>
                  <a:pt x="365003" y="2681655"/>
                </a:lnTo>
                <a:lnTo>
                  <a:pt x="378731" y="2714580"/>
                </a:lnTo>
                <a:lnTo>
                  <a:pt x="395475" y="2750612"/>
                </a:lnTo>
                <a:lnTo>
                  <a:pt x="414862" y="2789806"/>
                </a:lnTo>
                <a:lnTo>
                  <a:pt x="430570" y="2820400"/>
                </a:lnTo>
                <a:lnTo>
                  <a:pt x="445570" y="2845851"/>
                </a:lnTo>
                <a:moveTo>
                  <a:pt x="451878" y="2856036"/>
                </a:moveTo>
                <a:lnTo>
                  <a:pt x="499627" y="2929458"/>
                </a:lnTo>
                <a:lnTo>
                  <a:pt x="514070" y="2948876"/>
                </a:lnTo>
                <a:moveTo>
                  <a:pt x="319700" y="2540869"/>
                </a:moveTo>
                <a:lnTo>
                  <a:pt x="312950" y="2633670"/>
                </a:lnTo>
                <a:moveTo>
                  <a:pt x="2546613" y="1020911"/>
                </a:moveTo>
                <a:lnTo>
                  <a:pt x="2480117" y="1021695"/>
                </a:lnTo>
                <a:lnTo>
                  <a:pt x="2385640" y="1026639"/>
                </a:lnTo>
                <a:moveTo>
                  <a:pt x="740535" y="1536375"/>
                </a:moveTo>
                <a:lnTo>
                  <a:pt x="709065" y="1539369"/>
                </a:lnTo>
                <a:lnTo>
                  <a:pt x="709210" y="1541045"/>
                </a:lnTo>
                <a:moveTo>
                  <a:pt x="710132" y="1551580"/>
                </a:moveTo>
                <a:lnTo>
                  <a:pt x="715815" y="1616576"/>
                </a:lnTo>
                <a:lnTo>
                  <a:pt x="744031" y="1614603"/>
                </a:lnTo>
                <a:moveTo>
                  <a:pt x="1494652" y="501310"/>
                </a:moveTo>
                <a:lnTo>
                  <a:pt x="1501203" y="538661"/>
                </a:lnTo>
                <a:moveTo>
                  <a:pt x="1501180" y="545601"/>
                </a:moveTo>
                <a:lnTo>
                  <a:pt x="1493738" y="580163"/>
                </a:lnTo>
                <a:lnTo>
                  <a:pt x="1483233" y="636269"/>
                </a:lnTo>
                <a:lnTo>
                  <a:pt x="1481892" y="663205"/>
                </a:lnTo>
                <a:lnTo>
                  <a:pt x="1481465" y="701737"/>
                </a:lnTo>
                <a:lnTo>
                  <a:pt x="1488367" y="795894"/>
                </a:lnTo>
                <a:moveTo>
                  <a:pt x="1367471" y="837061"/>
                </a:moveTo>
                <a:lnTo>
                  <a:pt x="1370130" y="836360"/>
                </a:lnTo>
                <a:lnTo>
                  <a:pt x="1373299" y="835667"/>
                </a:lnTo>
                <a:lnTo>
                  <a:pt x="1377938" y="835156"/>
                </a:lnTo>
                <a:lnTo>
                  <a:pt x="1383796" y="834707"/>
                </a:lnTo>
                <a:lnTo>
                  <a:pt x="1391666" y="834440"/>
                </a:lnTo>
                <a:lnTo>
                  <a:pt x="1484939" y="829496"/>
                </a:lnTo>
                <a:moveTo>
                  <a:pt x="615906" y="362032"/>
                </a:moveTo>
                <a:lnTo>
                  <a:pt x="616241" y="366557"/>
                </a:lnTo>
                <a:lnTo>
                  <a:pt x="611366" y="367342"/>
                </a:lnTo>
                <a:lnTo>
                  <a:pt x="627546" y="472758"/>
                </a:lnTo>
                <a:lnTo>
                  <a:pt x="627919" y="475287"/>
                </a:lnTo>
                <a:moveTo>
                  <a:pt x="1100419" y="2345425"/>
                </a:moveTo>
                <a:lnTo>
                  <a:pt x="1102879" y="2416690"/>
                </a:lnTo>
                <a:lnTo>
                  <a:pt x="1122526" y="2450422"/>
                </a:lnTo>
                <a:moveTo>
                  <a:pt x="1128049" y="2459906"/>
                </a:moveTo>
                <a:lnTo>
                  <a:pt x="1158429" y="2512051"/>
                </a:lnTo>
                <a:moveTo>
                  <a:pt x="1533122" y="1029466"/>
                </a:moveTo>
                <a:lnTo>
                  <a:pt x="1562375" y="1158467"/>
                </a:lnTo>
                <a:lnTo>
                  <a:pt x="1565917" y="1169939"/>
                </a:lnTo>
                <a:lnTo>
                  <a:pt x="1569513" y="1180048"/>
                </a:lnTo>
                <a:lnTo>
                  <a:pt x="1576788" y="1197402"/>
                </a:lnTo>
                <a:lnTo>
                  <a:pt x="1579812" y="1203748"/>
                </a:lnTo>
                <a:lnTo>
                  <a:pt x="1580269" y="1204639"/>
                </a:lnTo>
                <a:lnTo>
                  <a:pt x="1582836" y="1209667"/>
                </a:lnTo>
                <a:lnTo>
                  <a:pt x="1599024" y="1239361"/>
                </a:lnTo>
                <a:moveTo>
                  <a:pt x="1604738" y="1249798"/>
                </a:moveTo>
                <a:lnTo>
                  <a:pt x="1657111" y="1345158"/>
                </a:lnTo>
                <a:moveTo>
                  <a:pt x="1662542" y="1342165"/>
                </a:moveTo>
                <a:lnTo>
                  <a:pt x="1644656" y="1309674"/>
                </a:lnTo>
                <a:moveTo>
                  <a:pt x="1639369" y="1300061"/>
                </a:moveTo>
                <a:lnTo>
                  <a:pt x="1610086" y="1246865"/>
                </a:lnTo>
                <a:moveTo>
                  <a:pt x="1604387" y="1236451"/>
                </a:moveTo>
                <a:lnTo>
                  <a:pt x="1588359" y="1207000"/>
                </a:lnTo>
                <a:lnTo>
                  <a:pt x="1586143" y="1202453"/>
                </a:lnTo>
                <a:lnTo>
                  <a:pt x="1585442" y="1201043"/>
                </a:lnTo>
                <a:lnTo>
                  <a:pt x="1582532" y="1194660"/>
                </a:lnTo>
                <a:lnTo>
                  <a:pt x="1575813" y="1177702"/>
                </a:lnTo>
                <a:lnTo>
                  <a:pt x="1572697" y="1168302"/>
                </a:lnTo>
                <a:lnTo>
                  <a:pt x="1569505" y="1157012"/>
                </a:lnTo>
                <a:lnTo>
                  <a:pt x="1539369" y="1028049"/>
                </a:lnTo>
                <a:moveTo>
                  <a:pt x="1798971" y="1569200"/>
                </a:moveTo>
                <a:lnTo>
                  <a:pt x="1800312" y="1577999"/>
                </a:lnTo>
                <a:lnTo>
                  <a:pt x="1800548" y="1580620"/>
                </a:lnTo>
                <a:lnTo>
                  <a:pt x="1800959" y="1582707"/>
                </a:lnTo>
                <a:lnTo>
                  <a:pt x="1807419" y="1608318"/>
                </a:lnTo>
                <a:lnTo>
                  <a:pt x="1810802" y="1624125"/>
                </a:lnTo>
                <a:lnTo>
                  <a:pt x="1812775" y="1639224"/>
                </a:lnTo>
                <a:lnTo>
                  <a:pt x="1814923" y="1663357"/>
                </a:lnTo>
                <a:lnTo>
                  <a:pt x="1820751" y="1728986"/>
                </a:lnTo>
                <a:moveTo>
                  <a:pt x="1749424" y="1503649"/>
                </a:moveTo>
                <a:lnTo>
                  <a:pt x="1748099" y="1502521"/>
                </a:lnTo>
                <a:lnTo>
                  <a:pt x="1741327" y="1496084"/>
                </a:lnTo>
                <a:lnTo>
                  <a:pt x="1736055" y="1490043"/>
                </a:lnTo>
                <a:lnTo>
                  <a:pt x="1731119" y="1483644"/>
                </a:lnTo>
                <a:lnTo>
                  <a:pt x="1723470" y="1471486"/>
                </a:lnTo>
                <a:lnTo>
                  <a:pt x="1711320" y="1448373"/>
                </a:lnTo>
                <a:lnTo>
                  <a:pt x="1674685" y="1366389"/>
                </a:lnTo>
                <a:moveTo>
                  <a:pt x="939514" y="571928"/>
                </a:moveTo>
                <a:lnTo>
                  <a:pt x="933557" y="572606"/>
                </a:lnTo>
                <a:lnTo>
                  <a:pt x="832818" y="579302"/>
                </a:lnTo>
                <a:lnTo>
                  <a:pt x="726952" y="586478"/>
                </a:lnTo>
                <a:lnTo>
                  <a:pt x="659549" y="591201"/>
                </a:lnTo>
                <a:lnTo>
                  <a:pt x="621033" y="595025"/>
                </a:lnTo>
                <a:lnTo>
                  <a:pt x="521383" y="604929"/>
                </a:lnTo>
                <a:lnTo>
                  <a:pt x="501965" y="606338"/>
                </a:lnTo>
                <a:lnTo>
                  <a:pt x="497105" y="606650"/>
                </a:lnTo>
                <a:moveTo>
                  <a:pt x="2464782" y="1731058"/>
                </a:moveTo>
                <a:lnTo>
                  <a:pt x="2480147" y="1832010"/>
                </a:lnTo>
                <a:moveTo>
                  <a:pt x="2484215" y="1860181"/>
                </a:moveTo>
                <a:lnTo>
                  <a:pt x="2500936" y="1979165"/>
                </a:lnTo>
                <a:moveTo>
                  <a:pt x="1845867" y="1738218"/>
                </a:moveTo>
                <a:lnTo>
                  <a:pt x="1904441" y="1733693"/>
                </a:lnTo>
                <a:lnTo>
                  <a:pt x="2043284" y="1725763"/>
                </a:lnTo>
                <a:lnTo>
                  <a:pt x="2120484" y="1722160"/>
                </a:lnTo>
                <a:lnTo>
                  <a:pt x="2122929" y="1722046"/>
                </a:lnTo>
                <a:moveTo>
                  <a:pt x="586996" y="1456509"/>
                </a:moveTo>
                <a:lnTo>
                  <a:pt x="599421" y="1563159"/>
                </a:lnTo>
                <a:moveTo>
                  <a:pt x="601257" y="1579031"/>
                </a:moveTo>
                <a:lnTo>
                  <a:pt x="609690" y="1652072"/>
                </a:lnTo>
                <a:moveTo>
                  <a:pt x="1465635" y="1690919"/>
                </a:moveTo>
                <a:lnTo>
                  <a:pt x="1465818" y="1698651"/>
                </a:lnTo>
                <a:moveTo>
                  <a:pt x="1466633" y="1709613"/>
                </a:moveTo>
                <a:lnTo>
                  <a:pt x="1472606" y="1765925"/>
                </a:lnTo>
                <a:moveTo>
                  <a:pt x="516394" y="2491323"/>
                </a:moveTo>
                <a:lnTo>
                  <a:pt x="618047" y="2694210"/>
                </a:lnTo>
                <a:moveTo>
                  <a:pt x="623890" y="2704311"/>
                </a:moveTo>
                <a:lnTo>
                  <a:pt x="715076" y="2841159"/>
                </a:lnTo>
                <a:moveTo>
                  <a:pt x="1033922" y="261111"/>
                </a:moveTo>
                <a:lnTo>
                  <a:pt x="983080" y="266992"/>
                </a:lnTo>
                <a:lnTo>
                  <a:pt x="924240" y="285861"/>
                </a:lnTo>
                <a:lnTo>
                  <a:pt x="834722" y="305203"/>
                </a:lnTo>
                <a:lnTo>
                  <a:pt x="798126" y="315236"/>
                </a:lnTo>
                <a:lnTo>
                  <a:pt x="776979" y="319288"/>
                </a:lnTo>
                <a:moveTo>
                  <a:pt x="766169" y="321360"/>
                </a:moveTo>
                <a:lnTo>
                  <a:pt x="682791" y="337312"/>
                </a:lnTo>
                <a:lnTo>
                  <a:pt x="668652" y="342622"/>
                </a:lnTo>
                <a:lnTo>
                  <a:pt x="621406" y="353912"/>
                </a:lnTo>
                <a:moveTo>
                  <a:pt x="610931" y="355900"/>
                </a:moveTo>
                <a:lnTo>
                  <a:pt x="594469" y="358307"/>
                </a:lnTo>
                <a:moveTo>
                  <a:pt x="583644" y="359976"/>
                </a:moveTo>
                <a:lnTo>
                  <a:pt x="539979" y="367121"/>
                </a:lnTo>
                <a:lnTo>
                  <a:pt x="458498" y="382951"/>
                </a:lnTo>
                <a:moveTo>
                  <a:pt x="2076643" y="1007770"/>
                </a:moveTo>
                <a:lnTo>
                  <a:pt x="2142043" y="999070"/>
                </a:lnTo>
                <a:lnTo>
                  <a:pt x="2153964" y="995757"/>
                </a:lnTo>
                <a:lnTo>
                  <a:pt x="2245090" y="986912"/>
                </a:lnTo>
                <a:lnTo>
                  <a:pt x="2256082" y="986524"/>
                </a:lnTo>
                <a:lnTo>
                  <a:pt x="2284352" y="985533"/>
                </a:lnTo>
                <a:lnTo>
                  <a:pt x="2365117" y="974876"/>
                </a:lnTo>
                <a:moveTo>
                  <a:pt x="63198" y="2563593"/>
                </a:moveTo>
                <a:lnTo>
                  <a:pt x="208974" y="2506368"/>
                </a:lnTo>
                <a:lnTo>
                  <a:pt x="229801" y="2564355"/>
                </a:lnTo>
                <a:lnTo>
                  <a:pt x="315434" y="2537487"/>
                </a:lnTo>
                <a:moveTo>
                  <a:pt x="326244" y="2534066"/>
                </a:moveTo>
                <a:lnTo>
                  <a:pt x="332163" y="2532154"/>
                </a:lnTo>
                <a:lnTo>
                  <a:pt x="422069" y="2509910"/>
                </a:lnTo>
                <a:lnTo>
                  <a:pt x="431264" y="2520385"/>
                </a:lnTo>
                <a:moveTo>
                  <a:pt x="2608981" y="2667433"/>
                </a:moveTo>
                <a:lnTo>
                  <a:pt x="2607450" y="2653896"/>
                </a:lnTo>
                <a:lnTo>
                  <a:pt x="2604204" y="2622114"/>
                </a:lnTo>
                <a:lnTo>
                  <a:pt x="2596206" y="2543680"/>
                </a:lnTo>
                <a:lnTo>
                  <a:pt x="2589898" y="2483179"/>
                </a:lnTo>
                <a:moveTo>
                  <a:pt x="1784672" y="792443"/>
                </a:moveTo>
                <a:lnTo>
                  <a:pt x="1762878" y="793387"/>
                </a:lnTo>
                <a:lnTo>
                  <a:pt x="1755595" y="793098"/>
                </a:lnTo>
                <a:moveTo>
                  <a:pt x="2608006" y="2747809"/>
                </a:moveTo>
                <a:lnTo>
                  <a:pt x="2494004" y="2764188"/>
                </a:lnTo>
                <a:lnTo>
                  <a:pt x="2488839" y="2764645"/>
                </a:lnTo>
                <a:lnTo>
                  <a:pt x="2454429" y="2763860"/>
                </a:lnTo>
                <a:moveTo>
                  <a:pt x="2589989" y="1825946"/>
                </a:moveTo>
                <a:lnTo>
                  <a:pt x="2628132" y="1819433"/>
                </a:lnTo>
                <a:lnTo>
                  <a:pt x="2624613" y="1801584"/>
                </a:lnTo>
                <a:lnTo>
                  <a:pt x="2653675" y="1798118"/>
                </a:lnTo>
                <a:lnTo>
                  <a:pt x="2678067" y="1796914"/>
                </a:lnTo>
                <a:moveTo>
                  <a:pt x="2431735" y="2283590"/>
                </a:moveTo>
                <a:lnTo>
                  <a:pt x="2550148" y="2261948"/>
                </a:lnTo>
                <a:moveTo>
                  <a:pt x="2668004" y="2064355"/>
                </a:moveTo>
                <a:lnTo>
                  <a:pt x="2525496" y="2084147"/>
                </a:lnTo>
                <a:moveTo>
                  <a:pt x="1030121" y="1322000"/>
                </a:moveTo>
                <a:lnTo>
                  <a:pt x="867700" y="1341068"/>
                </a:lnTo>
                <a:moveTo>
                  <a:pt x="863442" y="1337114"/>
                </a:moveTo>
                <a:lnTo>
                  <a:pt x="863975" y="1324902"/>
                </a:lnTo>
                <a:lnTo>
                  <a:pt x="848998" y="1225421"/>
                </a:lnTo>
                <a:lnTo>
                  <a:pt x="861110" y="1222183"/>
                </a:lnTo>
                <a:lnTo>
                  <a:pt x="891216" y="1175394"/>
                </a:lnTo>
                <a:lnTo>
                  <a:pt x="890470" y="1168233"/>
                </a:lnTo>
                <a:lnTo>
                  <a:pt x="889959" y="1163068"/>
                </a:lnTo>
                <a:moveTo>
                  <a:pt x="1593182" y="1750125"/>
                </a:moveTo>
                <a:lnTo>
                  <a:pt x="1592351" y="1745753"/>
                </a:lnTo>
                <a:lnTo>
                  <a:pt x="1587224" y="1741212"/>
                </a:lnTo>
                <a:lnTo>
                  <a:pt x="1579797" y="1687803"/>
                </a:lnTo>
                <a:lnTo>
                  <a:pt x="1577611" y="1677618"/>
                </a:lnTo>
                <a:lnTo>
                  <a:pt x="1577847" y="1674541"/>
                </a:lnTo>
                <a:lnTo>
                  <a:pt x="1578616" y="1672903"/>
                </a:lnTo>
                <a:lnTo>
                  <a:pt x="1581503" y="1672331"/>
                </a:lnTo>
                <a:lnTo>
                  <a:pt x="1601104" y="1669338"/>
                </a:lnTo>
                <a:lnTo>
                  <a:pt x="1603892" y="1667905"/>
                </a:lnTo>
                <a:lnTo>
                  <a:pt x="1606932" y="1663845"/>
                </a:lnTo>
                <a:lnTo>
                  <a:pt x="1607884" y="1659091"/>
                </a:lnTo>
                <a:lnTo>
                  <a:pt x="1607755" y="1655397"/>
                </a:lnTo>
                <a:lnTo>
                  <a:pt x="1605774" y="1651359"/>
                </a:lnTo>
                <a:lnTo>
                  <a:pt x="1603664" y="1646910"/>
                </a:lnTo>
                <a:lnTo>
                  <a:pt x="1603633" y="1644221"/>
                </a:lnTo>
                <a:lnTo>
                  <a:pt x="1604083" y="1636824"/>
                </a:lnTo>
                <a:lnTo>
                  <a:pt x="1603770" y="1633274"/>
                </a:lnTo>
                <a:lnTo>
                  <a:pt x="1603603" y="1627432"/>
                </a:lnTo>
                <a:lnTo>
                  <a:pt x="1602833" y="1621787"/>
                </a:lnTo>
                <a:lnTo>
                  <a:pt x="1621726" y="1619280"/>
                </a:lnTo>
                <a:lnTo>
                  <a:pt x="1646956" y="1616157"/>
                </a:lnTo>
                <a:lnTo>
                  <a:pt x="1658711" y="1614382"/>
                </a:lnTo>
                <a:lnTo>
                  <a:pt x="1681450" y="1608737"/>
                </a:lnTo>
                <a:lnTo>
                  <a:pt x="1704334" y="1603047"/>
                </a:lnTo>
                <a:lnTo>
                  <a:pt x="1722488" y="1598819"/>
                </a:lnTo>
                <a:moveTo>
                  <a:pt x="1715350" y="1520865"/>
                </a:moveTo>
                <a:lnTo>
                  <a:pt x="1744023" y="1516005"/>
                </a:lnTo>
                <a:moveTo>
                  <a:pt x="942668" y="1832284"/>
                </a:moveTo>
                <a:lnTo>
                  <a:pt x="925078" y="1726312"/>
                </a:lnTo>
                <a:lnTo>
                  <a:pt x="976529" y="1720080"/>
                </a:lnTo>
                <a:lnTo>
                  <a:pt x="970328" y="1666161"/>
                </a:lnTo>
                <a:lnTo>
                  <a:pt x="965872" y="1650453"/>
                </a:lnTo>
                <a:lnTo>
                  <a:pt x="861514" y="1661819"/>
                </a:lnTo>
                <a:lnTo>
                  <a:pt x="850765" y="1662740"/>
                </a:lnTo>
                <a:lnTo>
                  <a:pt x="844473" y="1663152"/>
                </a:lnTo>
                <a:lnTo>
                  <a:pt x="845867" y="1679660"/>
                </a:lnTo>
                <a:lnTo>
                  <a:pt x="761088" y="1686143"/>
                </a:lnTo>
                <a:moveTo>
                  <a:pt x="788466" y="1590843"/>
                </a:moveTo>
                <a:lnTo>
                  <a:pt x="840999" y="1584924"/>
                </a:lnTo>
                <a:lnTo>
                  <a:pt x="852251" y="1584002"/>
                </a:lnTo>
                <a:lnTo>
                  <a:pt x="1090660" y="1562382"/>
                </a:lnTo>
                <a:moveTo>
                  <a:pt x="375181" y="1475409"/>
                </a:moveTo>
                <a:lnTo>
                  <a:pt x="432681" y="1697867"/>
                </a:lnTo>
                <a:lnTo>
                  <a:pt x="312067" y="1718328"/>
                </a:lnTo>
                <a:lnTo>
                  <a:pt x="320248" y="1812942"/>
                </a:lnTo>
                <a:moveTo>
                  <a:pt x="321223" y="1824034"/>
                </a:moveTo>
                <a:lnTo>
                  <a:pt x="328651" y="1905926"/>
                </a:lnTo>
                <a:moveTo>
                  <a:pt x="466375" y="1775409"/>
                </a:moveTo>
                <a:lnTo>
                  <a:pt x="477123" y="1887575"/>
                </a:lnTo>
                <a:moveTo>
                  <a:pt x="529519" y="1746415"/>
                </a:moveTo>
                <a:lnTo>
                  <a:pt x="471303" y="1766420"/>
                </a:lnTo>
                <a:moveTo>
                  <a:pt x="460798" y="1770023"/>
                </a:moveTo>
                <a:lnTo>
                  <a:pt x="327432" y="1815829"/>
                </a:lnTo>
                <a:moveTo>
                  <a:pt x="595018" y="1573017"/>
                </a:moveTo>
                <a:lnTo>
                  <a:pt x="513994" y="1582783"/>
                </a:lnTo>
                <a:lnTo>
                  <a:pt x="532802" y="1741448"/>
                </a:lnTo>
                <a:moveTo>
                  <a:pt x="535553" y="1750940"/>
                </a:moveTo>
                <a:lnTo>
                  <a:pt x="549036" y="1779568"/>
                </a:lnTo>
                <a:lnTo>
                  <a:pt x="557027" y="1785068"/>
                </a:lnTo>
                <a:lnTo>
                  <a:pt x="562992" y="1786920"/>
                </a:lnTo>
                <a:lnTo>
                  <a:pt x="570877" y="1788177"/>
                </a:lnTo>
                <a:lnTo>
                  <a:pt x="580361" y="1789167"/>
                </a:lnTo>
                <a:lnTo>
                  <a:pt x="588565" y="1789441"/>
                </a:lnTo>
                <a:lnTo>
                  <a:pt x="614420" y="1786958"/>
                </a:lnTo>
                <a:moveTo>
                  <a:pt x="705287" y="1545250"/>
                </a:moveTo>
                <a:lnTo>
                  <a:pt x="635034" y="1550910"/>
                </a:lnTo>
                <a:lnTo>
                  <a:pt x="635652" y="1562497"/>
                </a:lnTo>
                <a:lnTo>
                  <a:pt x="633557" y="1562763"/>
                </a:lnTo>
                <a:lnTo>
                  <a:pt x="621048" y="1564531"/>
                </a:lnTo>
                <a:lnTo>
                  <a:pt x="613324" y="1565666"/>
                </a:lnTo>
                <a:moveTo>
                  <a:pt x="1142972" y="1477473"/>
                </a:moveTo>
                <a:lnTo>
                  <a:pt x="1139148" y="1479934"/>
                </a:lnTo>
                <a:lnTo>
                  <a:pt x="1088032" y="1486645"/>
                </a:lnTo>
                <a:moveTo>
                  <a:pt x="1076658" y="1487857"/>
                </a:moveTo>
                <a:lnTo>
                  <a:pt x="842607" y="1507054"/>
                </a:lnTo>
                <a:lnTo>
                  <a:pt x="830631" y="1507610"/>
                </a:lnTo>
                <a:lnTo>
                  <a:pt x="750049" y="1514222"/>
                </a:lnTo>
                <a:moveTo>
                  <a:pt x="1227074" y="1457545"/>
                </a:moveTo>
                <a:lnTo>
                  <a:pt x="1152738" y="1473596"/>
                </a:lnTo>
                <a:moveTo>
                  <a:pt x="1147749" y="1470275"/>
                </a:moveTo>
                <a:lnTo>
                  <a:pt x="1136482" y="1409636"/>
                </a:lnTo>
                <a:moveTo>
                  <a:pt x="1429968" y="1589060"/>
                </a:moveTo>
                <a:lnTo>
                  <a:pt x="1263662" y="1591902"/>
                </a:lnTo>
                <a:lnTo>
                  <a:pt x="1260714" y="1589555"/>
                </a:lnTo>
                <a:lnTo>
                  <a:pt x="1248411" y="1529108"/>
                </a:lnTo>
                <a:lnTo>
                  <a:pt x="1235011" y="1462740"/>
                </a:lnTo>
                <a:moveTo>
                  <a:pt x="1238302" y="1457591"/>
                </a:moveTo>
                <a:lnTo>
                  <a:pt x="1311358" y="1441426"/>
                </a:lnTo>
                <a:lnTo>
                  <a:pt x="1303801" y="1395101"/>
                </a:lnTo>
                <a:moveTo>
                  <a:pt x="1144671" y="2218054"/>
                </a:moveTo>
                <a:lnTo>
                  <a:pt x="1036055" y="2240488"/>
                </a:lnTo>
                <a:lnTo>
                  <a:pt x="1017399" y="2240085"/>
                </a:lnTo>
                <a:lnTo>
                  <a:pt x="985290" y="2245821"/>
                </a:lnTo>
                <a:moveTo>
                  <a:pt x="1140032" y="2147946"/>
                </a:moveTo>
                <a:lnTo>
                  <a:pt x="1148503" y="2213003"/>
                </a:lnTo>
                <a:moveTo>
                  <a:pt x="1150080" y="2223836"/>
                </a:moveTo>
                <a:lnTo>
                  <a:pt x="1161606" y="2295863"/>
                </a:lnTo>
                <a:moveTo>
                  <a:pt x="1447246" y="1876331"/>
                </a:moveTo>
                <a:lnTo>
                  <a:pt x="1449897" y="1893958"/>
                </a:lnTo>
                <a:lnTo>
                  <a:pt x="1405561" y="1900350"/>
                </a:lnTo>
                <a:lnTo>
                  <a:pt x="1407976" y="1915159"/>
                </a:lnTo>
                <a:lnTo>
                  <a:pt x="1382844" y="1919631"/>
                </a:lnTo>
                <a:lnTo>
                  <a:pt x="1390256" y="1997889"/>
                </a:lnTo>
                <a:moveTo>
                  <a:pt x="1486105" y="1861057"/>
                </a:moveTo>
                <a:lnTo>
                  <a:pt x="1476422" y="1783293"/>
                </a:lnTo>
                <a:moveTo>
                  <a:pt x="1460874" y="1684642"/>
                </a:moveTo>
                <a:lnTo>
                  <a:pt x="1369147" y="1695787"/>
                </a:lnTo>
                <a:lnTo>
                  <a:pt x="1382303" y="1777710"/>
                </a:lnTo>
                <a:moveTo>
                  <a:pt x="1385381" y="1795581"/>
                </a:moveTo>
                <a:lnTo>
                  <a:pt x="1397707" y="1878167"/>
                </a:lnTo>
                <a:lnTo>
                  <a:pt x="1442302" y="1872057"/>
                </a:lnTo>
                <a:moveTo>
                  <a:pt x="1453546" y="1871798"/>
                </a:moveTo>
                <a:lnTo>
                  <a:pt x="1457880" y="1872141"/>
                </a:lnTo>
                <a:lnTo>
                  <a:pt x="1480399" y="1868736"/>
                </a:lnTo>
                <a:moveTo>
                  <a:pt x="1491247" y="1867090"/>
                </a:moveTo>
                <a:lnTo>
                  <a:pt x="1560767" y="1856547"/>
                </a:lnTo>
                <a:lnTo>
                  <a:pt x="1565795" y="1880094"/>
                </a:lnTo>
                <a:moveTo>
                  <a:pt x="979401" y="2253584"/>
                </a:moveTo>
                <a:lnTo>
                  <a:pt x="996412" y="2365361"/>
                </a:lnTo>
                <a:moveTo>
                  <a:pt x="661971" y="2064576"/>
                </a:moveTo>
                <a:lnTo>
                  <a:pt x="658261" y="2034748"/>
                </a:lnTo>
                <a:moveTo>
                  <a:pt x="590158" y="1434497"/>
                </a:moveTo>
                <a:lnTo>
                  <a:pt x="583202" y="1374072"/>
                </a:lnTo>
                <a:moveTo>
                  <a:pt x="581984" y="1362756"/>
                </a:moveTo>
                <a:lnTo>
                  <a:pt x="570450" y="1246884"/>
                </a:lnTo>
                <a:moveTo>
                  <a:pt x="569368" y="1235964"/>
                </a:moveTo>
                <a:lnTo>
                  <a:pt x="566618" y="1208235"/>
                </a:lnTo>
                <a:lnTo>
                  <a:pt x="558627" y="1115586"/>
                </a:lnTo>
                <a:lnTo>
                  <a:pt x="557782" y="1109751"/>
                </a:lnTo>
                <a:lnTo>
                  <a:pt x="556631" y="1099215"/>
                </a:lnTo>
                <a:lnTo>
                  <a:pt x="555351" y="1089876"/>
                </a:lnTo>
                <a:lnTo>
                  <a:pt x="549977" y="1053028"/>
                </a:lnTo>
                <a:moveTo>
                  <a:pt x="548389" y="1042172"/>
                </a:moveTo>
                <a:lnTo>
                  <a:pt x="542847" y="1004270"/>
                </a:lnTo>
                <a:moveTo>
                  <a:pt x="541003" y="991129"/>
                </a:moveTo>
                <a:lnTo>
                  <a:pt x="518508" y="826830"/>
                </a:lnTo>
                <a:moveTo>
                  <a:pt x="517079" y="815910"/>
                </a:moveTo>
                <a:lnTo>
                  <a:pt x="513000" y="783111"/>
                </a:lnTo>
                <a:moveTo>
                  <a:pt x="511590" y="772229"/>
                </a:moveTo>
                <a:lnTo>
                  <a:pt x="506559" y="734806"/>
                </a:lnTo>
                <a:lnTo>
                  <a:pt x="494294" y="626914"/>
                </a:lnTo>
                <a:lnTo>
                  <a:pt x="492344" y="613872"/>
                </a:lnTo>
                <a:moveTo>
                  <a:pt x="491521" y="602601"/>
                </a:moveTo>
                <a:lnTo>
                  <a:pt x="491544" y="597196"/>
                </a:lnTo>
                <a:lnTo>
                  <a:pt x="489068" y="575851"/>
                </a:lnTo>
                <a:lnTo>
                  <a:pt x="476266" y="513533"/>
                </a:lnTo>
                <a:moveTo>
                  <a:pt x="615556" y="1642431"/>
                </a:moveTo>
                <a:lnTo>
                  <a:pt x="608151" y="1578235"/>
                </a:lnTo>
                <a:moveTo>
                  <a:pt x="605089" y="1562501"/>
                </a:moveTo>
                <a:lnTo>
                  <a:pt x="592637" y="1455850"/>
                </a:lnTo>
                <a:moveTo>
                  <a:pt x="1429679" y="2343497"/>
                </a:moveTo>
                <a:lnTo>
                  <a:pt x="1401691" y="2370320"/>
                </a:lnTo>
                <a:lnTo>
                  <a:pt x="1404806" y="2373192"/>
                </a:lnTo>
                <a:lnTo>
                  <a:pt x="1425497" y="2393935"/>
                </a:lnTo>
                <a:moveTo>
                  <a:pt x="1431728" y="2402087"/>
                </a:moveTo>
                <a:lnTo>
                  <a:pt x="1436946" y="2417498"/>
                </a:lnTo>
                <a:lnTo>
                  <a:pt x="1443627" y="2489083"/>
                </a:lnTo>
                <a:moveTo>
                  <a:pt x="1444663" y="2500015"/>
                </a:moveTo>
                <a:lnTo>
                  <a:pt x="1445882" y="2511358"/>
                </a:lnTo>
                <a:lnTo>
                  <a:pt x="1447154" y="2517977"/>
                </a:lnTo>
                <a:lnTo>
                  <a:pt x="1447345" y="2518465"/>
                </a:lnTo>
                <a:moveTo>
                  <a:pt x="2085754" y="1140801"/>
                </a:moveTo>
                <a:lnTo>
                  <a:pt x="2090744" y="1181305"/>
                </a:lnTo>
                <a:lnTo>
                  <a:pt x="2108227" y="1308273"/>
                </a:lnTo>
                <a:moveTo>
                  <a:pt x="1449379" y="2153325"/>
                </a:moveTo>
                <a:lnTo>
                  <a:pt x="1450400" y="2151199"/>
                </a:lnTo>
                <a:lnTo>
                  <a:pt x="1487544" y="2149721"/>
                </a:lnTo>
                <a:lnTo>
                  <a:pt x="1531919" y="2141593"/>
                </a:lnTo>
                <a:lnTo>
                  <a:pt x="1538257" y="2141151"/>
                </a:lnTo>
                <a:lnTo>
                  <a:pt x="1545806" y="2140930"/>
                </a:lnTo>
                <a:lnTo>
                  <a:pt x="1552433" y="2142020"/>
                </a:lnTo>
                <a:lnTo>
                  <a:pt x="1557926" y="2144335"/>
                </a:lnTo>
                <a:lnTo>
                  <a:pt x="1562786" y="2148342"/>
                </a:lnTo>
                <a:lnTo>
                  <a:pt x="1565323" y="2151192"/>
                </a:lnTo>
                <a:lnTo>
                  <a:pt x="1566443" y="2152433"/>
                </a:lnTo>
                <a:lnTo>
                  <a:pt x="1569817" y="2155945"/>
                </a:lnTo>
                <a:lnTo>
                  <a:pt x="1580711" y="2171211"/>
                </a:lnTo>
                <a:lnTo>
                  <a:pt x="1598651" y="2197783"/>
                </a:lnTo>
                <a:lnTo>
                  <a:pt x="1598948" y="2198141"/>
                </a:lnTo>
                <a:moveTo>
                  <a:pt x="1439445" y="2165506"/>
                </a:moveTo>
                <a:lnTo>
                  <a:pt x="1439689" y="2165940"/>
                </a:lnTo>
                <a:lnTo>
                  <a:pt x="1441997" y="2167562"/>
                </a:lnTo>
                <a:lnTo>
                  <a:pt x="1444785" y="2168019"/>
                </a:lnTo>
                <a:lnTo>
                  <a:pt x="1447497" y="2167235"/>
                </a:lnTo>
                <a:lnTo>
                  <a:pt x="1449592" y="2165353"/>
                </a:lnTo>
                <a:lnTo>
                  <a:pt x="1450666" y="2162748"/>
                </a:lnTo>
                <a:lnTo>
                  <a:pt x="1450499" y="2159945"/>
                </a:lnTo>
                <a:lnTo>
                  <a:pt x="1450110" y="2159251"/>
                </a:lnTo>
                <a:moveTo>
                  <a:pt x="1442165" y="2155953"/>
                </a:moveTo>
                <a:lnTo>
                  <a:pt x="1441319" y="2156197"/>
                </a:lnTo>
                <a:moveTo>
                  <a:pt x="1421223" y="2145813"/>
                </a:moveTo>
                <a:lnTo>
                  <a:pt x="1429191" y="2156303"/>
                </a:lnTo>
                <a:lnTo>
                  <a:pt x="1433495" y="2159107"/>
                </a:lnTo>
                <a:moveTo>
                  <a:pt x="1835415" y="1817985"/>
                </a:moveTo>
                <a:lnTo>
                  <a:pt x="1836984" y="1828277"/>
                </a:lnTo>
                <a:lnTo>
                  <a:pt x="1838919" y="1839026"/>
                </a:lnTo>
                <a:lnTo>
                  <a:pt x="1841768" y="1849493"/>
                </a:lnTo>
                <a:lnTo>
                  <a:pt x="1844884" y="1859777"/>
                </a:lnTo>
                <a:lnTo>
                  <a:pt x="1848624" y="1868934"/>
                </a:lnTo>
                <a:moveTo>
                  <a:pt x="1897535" y="1975923"/>
                </a:moveTo>
                <a:lnTo>
                  <a:pt x="1896050" y="1969768"/>
                </a:lnTo>
                <a:moveTo>
                  <a:pt x="1893425" y="1959110"/>
                </a:moveTo>
                <a:lnTo>
                  <a:pt x="1889616" y="1946575"/>
                </a:lnTo>
                <a:lnTo>
                  <a:pt x="1882120" y="1921966"/>
                </a:lnTo>
                <a:moveTo>
                  <a:pt x="1879759" y="1912028"/>
                </a:moveTo>
                <a:lnTo>
                  <a:pt x="1870838" y="1892671"/>
                </a:lnTo>
                <a:lnTo>
                  <a:pt x="1869574" y="1889913"/>
                </a:lnTo>
                <a:moveTo>
                  <a:pt x="1869775" y="1887293"/>
                </a:moveTo>
                <a:lnTo>
                  <a:pt x="1861621" y="1866984"/>
                </a:lnTo>
                <a:lnTo>
                  <a:pt x="1861259" y="1866195"/>
                </a:lnTo>
                <a:moveTo>
                  <a:pt x="1856658" y="1856120"/>
                </a:moveTo>
                <a:lnTo>
                  <a:pt x="1853203" y="1845943"/>
                </a:lnTo>
                <a:lnTo>
                  <a:pt x="1850643" y="1836664"/>
                </a:lnTo>
                <a:lnTo>
                  <a:pt x="1848944" y="1827256"/>
                </a:lnTo>
                <a:lnTo>
                  <a:pt x="1847307" y="1813277"/>
                </a:lnTo>
                <a:lnTo>
                  <a:pt x="1840789" y="1743063"/>
                </a:lnTo>
                <a:moveTo>
                  <a:pt x="1900403" y="1964363"/>
                </a:moveTo>
                <a:lnTo>
                  <a:pt x="1905888" y="1963098"/>
                </a:lnTo>
                <a:lnTo>
                  <a:pt x="1921817" y="2031492"/>
                </a:lnTo>
                <a:lnTo>
                  <a:pt x="1923950" y="2041250"/>
                </a:lnTo>
                <a:lnTo>
                  <a:pt x="1897668" y="2048282"/>
                </a:lnTo>
                <a:moveTo>
                  <a:pt x="1892526" y="2045204"/>
                </a:moveTo>
                <a:lnTo>
                  <a:pt x="1875424" y="1971615"/>
                </a:lnTo>
                <a:moveTo>
                  <a:pt x="1598110" y="2203991"/>
                </a:moveTo>
                <a:lnTo>
                  <a:pt x="1570236" y="2223013"/>
                </a:lnTo>
                <a:lnTo>
                  <a:pt x="1553051" y="2234463"/>
                </a:lnTo>
                <a:lnTo>
                  <a:pt x="1550125" y="2241151"/>
                </a:lnTo>
                <a:lnTo>
                  <a:pt x="1512531" y="2268583"/>
                </a:lnTo>
                <a:lnTo>
                  <a:pt x="1499779" y="2279500"/>
                </a:lnTo>
                <a:lnTo>
                  <a:pt x="1457058" y="2319920"/>
                </a:lnTo>
                <a:lnTo>
                  <a:pt x="1437723" y="2336260"/>
                </a:lnTo>
                <a:moveTo>
                  <a:pt x="1887521" y="2051900"/>
                </a:moveTo>
                <a:lnTo>
                  <a:pt x="1883034" y="2053965"/>
                </a:lnTo>
                <a:lnTo>
                  <a:pt x="1867745" y="2061346"/>
                </a:lnTo>
                <a:lnTo>
                  <a:pt x="1852624" y="2066839"/>
                </a:lnTo>
                <a:lnTo>
                  <a:pt x="1836131" y="2075279"/>
                </a:lnTo>
                <a:lnTo>
                  <a:pt x="1819897" y="2087323"/>
                </a:lnTo>
                <a:lnTo>
                  <a:pt x="1797356" y="2099375"/>
                </a:lnTo>
                <a:lnTo>
                  <a:pt x="1781884" y="2107038"/>
                </a:lnTo>
                <a:lnTo>
                  <a:pt x="1758939" y="2115631"/>
                </a:lnTo>
                <a:lnTo>
                  <a:pt x="1742043" y="2123531"/>
                </a:lnTo>
                <a:moveTo>
                  <a:pt x="1732101" y="2128178"/>
                </a:moveTo>
                <a:lnTo>
                  <a:pt x="1731004" y="2128688"/>
                </a:lnTo>
                <a:lnTo>
                  <a:pt x="1717132" y="2134402"/>
                </a:lnTo>
                <a:lnTo>
                  <a:pt x="1689205" y="2148853"/>
                </a:lnTo>
                <a:lnTo>
                  <a:pt x="1644313" y="2175302"/>
                </a:lnTo>
                <a:lnTo>
                  <a:pt x="1607282" y="2198034"/>
                </a:lnTo>
                <a:moveTo>
                  <a:pt x="1276335" y="2741814"/>
                </a:moveTo>
                <a:lnTo>
                  <a:pt x="1277908" y="2741303"/>
                </a:lnTo>
                <a:lnTo>
                  <a:pt x="1282806" y="2739704"/>
                </a:lnTo>
                <a:lnTo>
                  <a:pt x="1288626" y="2737990"/>
                </a:lnTo>
                <a:lnTo>
                  <a:pt x="1295673" y="2736192"/>
                </a:lnTo>
                <a:lnTo>
                  <a:pt x="1308973" y="2733046"/>
                </a:lnTo>
                <a:lnTo>
                  <a:pt x="1334166" y="2727081"/>
                </a:lnTo>
                <a:lnTo>
                  <a:pt x="1362603" y="2720400"/>
                </a:lnTo>
                <a:lnTo>
                  <a:pt x="1443064" y="2701233"/>
                </a:lnTo>
                <a:lnTo>
                  <a:pt x="1454471" y="2698392"/>
                </a:lnTo>
                <a:moveTo>
                  <a:pt x="1465144" y="2695752"/>
                </a:moveTo>
                <a:lnTo>
                  <a:pt x="1477367" y="2692755"/>
                </a:lnTo>
                <a:lnTo>
                  <a:pt x="1490134" y="2689502"/>
                </a:lnTo>
                <a:lnTo>
                  <a:pt x="1503527" y="2685967"/>
                </a:lnTo>
                <a:lnTo>
                  <a:pt x="1517795" y="2681899"/>
                </a:lnTo>
                <a:lnTo>
                  <a:pt x="1526696" y="2679328"/>
                </a:lnTo>
                <a:moveTo>
                  <a:pt x="1537685" y="2675881"/>
                </a:moveTo>
                <a:lnTo>
                  <a:pt x="1603085" y="2653446"/>
                </a:lnTo>
                <a:lnTo>
                  <a:pt x="1619928" y="2647756"/>
                </a:lnTo>
                <a:lnTo>
                  <a:pt x="1638615" y="2642004"/>
                </a:lnTo>
                <a:lnTo>
                  <a:pt x="1652243" y="2638066"/>
                </a:lnTo>
                <a:lnTo>
                  <a:pt x="1662299" y="2635316"/>
                </a:lnTo>
                <a:lnTo>
                  <a:pt x="1668576" y="2633788"/>
                </a:lnTo>
                <a:moveTo>
                  <a:pt x="1679286" y="2631240"/>
                </a:moveTo>
                <a:lnTo>
                  <a:pt x="1690614" y="2628620"/>
                </a:lnTo>
                <a:lnTo>
                  <a:pt x="1702186" y="2626190"/>
                </a:lnTo>
                <a:lnTo>
                  <a:pt x="1714793" y="2623813"/>
                </a:lnTo>
                <a:lnTo>
                  <a:pt x="1742165" y="2618953"/>
                </a:lnTo>
                <a:lnTo>
                  <a:pt x="1777511" y="2612748"/>
                </a:lnTo>
                <a:moveTo>
                  <a:pt x="1788443" y="2610851"/>
                </a:moveTo>
                <a:lnTo>
                  <a:pt x="1895330" y="2592541"/>
                </a:lnTo>
                <a:lnTo>
                  <a:pt x="1931355" y="2586219"/>
                </a:lnTo>
                <a:lnTo>
                  <a:pt x="2030193" y="2568663"/>
                </a:lnTo>
                <a:moveTo>
                  <a:pt x="2581076" y="2470305"/>
                </a:moveTo>
                <a:lnTo>
                  <a:pt x="2524552" y="2480094"/>
                </a:lnTo>
                <a:lnTo>
                  <a:pt x="2363197" y="2507312"/>
                </a:lnTo>
                <a:moveTo>
                  <a:pt x="2352372" y="2509148"/>
                </a:moveTo>
                <a:lnTo>
                  <a:pt x="2307861" y="2516713"/>
                </a:lnTo>
                <a:lnTo>
                  <a:pt x="2303747" y="2517399"/>
                </a:lnTo>
                <a:moveTo>
                  <a:pt x="2730806" y="2454764"/>
                </a:moveTo>
                <a:lnTo>
                  <a:pt x="2683720" y="2460028"/>
                </a:lnTo>
                <a:lnTo>
                  <a:pt x="2640229" y="2465338"/>
                </a:lnTo>
                <a:moveTo>
                  <a:pt x="2629945" y="2466503"/>
                </a:moveTo>
                <a:lnTo>
                  <a:pt x="2629793" y="2466526"/>
                </a:lnTo>
                <a:moveTo>
                  <a:pt x="1636245" y="2835011"/>
                </a:moveTo>
                <a:lnTo>
                  <a:pt x="1702772" y="2827119"/>
                </a:lnTo>
                <a:moveTo>
                  <a:pt x="1713712" y="2825771"/>
                </a:moveTo>
                <a:lnTo>
                  <a:pt x="1918313" y="2799740"/>
                </a:lnTo>
                <a:moveTo>
                  <a:pt x="1929359" y="2798308"/>
                </a:moveTo>
                <a:lnTo>
                  <a:pt x="1934272" y="2797668"/>
                </a:lnTo>
                <a:lnTo>
                  <a:pt x="1944747" y="2796388"/>
                </a:lnTo>
                <a:lnTo>
                  <a:pt x="2084550" y="2780909"/>
                </a:lnTo>
                <a:moveTo>
                  <a:pt x="1532817" y="2683324"/>
                </a:moveTo>
                <a:lnTo>
                  <a:pt x="1536703" y="2699717"/>
                </a:lnTo>
                <a:lnTo>
                  <a:pt x="1546301" y="2750041"/>
                </a:lnTo>
                <a:lnTo>
                  <a:pt x="1556456" y="2828109"/>
                </a:lnTo>
                <a:lnTo>
                  <a:pt x="1628551" y="2819707"/>
                </a:lnTo>
                <a:lnTo>
                  <a:pt x="1629146" y="2824498"/>
                </a:lnTo>
                <a:moveTo>
                  <a:pt x="1632741" y="2834767"/>
                </a:moveTo>
                <a:lnTo>
                  <a:pt x="1632840" y="2834523"/>
                </a:lnTo>
                <a:lnTo>
                  <a:pt x="1632734" y="2834325"/>
                </a:lnTo>
                <a:moveTo>
                  <a:pt x="2414847" y="2247626"/>
                </a:moveTo>
                <a:lnTo>
                  <a:pt x="2373885" y="2255937"/>
                </a:lnTo>
                <a:lnTo>
                  <a:pt x="2346537" y="2258489"/>
                </a:lnTo>
                <a:lnTo>
                  <a:pt x="2342751" y="2258840"/>
                </a:lnTo>
                <a:lnTo>
                  <a:pt x="2307998" y="2262283"/>
                </a:lnTo>
                <a:lnTo>
                  <a:pt x="2261339" y="2267281"/>
                </a:lnTo>
                <a:lnTo>
                  <a:pt x="2240968" y="2270472"/>
                </a:lnTo>
                <a:lnTo>
                  <a:pt x="2226281" y="2272773"/>
                </a:lnTo>
                <a:moveTo>
                  <a:pt x="2426418" y="2277717"/>
                </a:moveTo>
                <a:lnTo>
                  <a:pt x="2422640" y="2253058"/>
                </a:lnTo>
                <a:moveTo>
                  <a:pt x="2565894" y="2363441"/>
                </a:moveTo>
                <a:lnTo>
                  <a:pt x="2531652" y="2367440"/>
                </a:lnTo>
                <a:lnTo>
                  <a:pt x="2441905" y="2382966"/>
                </a:lnTo>
                <a:lnTo>
                  <a:pt x="2431926" y="2315029"/>
                </a:lnTo>
                <a:moveTo>
                  <a:pt x="449036" y="1900304"/>
                </a:moveTo>
                <a:lnTo>
                  <a:pt x="414398" y="1902033"/>
                </a:lnTo>
                <a:moveTo>
                  <a:pt x="869041" y="1848784"/>
                </a:moveTo>
                <a:lnTo>
                  <a:pt x="837122" y="1854178"/>
                </a:lnTo>
                <a:moveTo>
                  <a:pt x="1071753" y="1409434"/>
                </a:moveTo>
                <a:lnTo>
                  <a:pt x="1129001" y="1404658"/>
                </a:lnTo>
                <a:moveTo>
                  <a:pt x="1139948" y="1403725"/>
                </a:moveTo>
                <a:lnTo>
                  <a:pt x="1296396" y="1390169"/>
                </a:lnTo>
                <a:moveTo>
                  <a:pt x="891018" y="448739"/>
                </a:moveTo>
                <a:lnTo>
                  <a:pt x="877862" y="339323"/>
                </a:lnTo>
                <a:lnTo>
                  <a:pt x="868469" y="327851"/>
                </a:lnTo>
                <a:lnTo>
                  <a:pt x="780117" y="343666"/>
                </a:lnTo>
                <a:lnTo>
                  <a:pt x="774480" y="326731"/>
                </a:lnTo>
                <a:moveTo>
                  <a:pt x="944945" y="541045"/>
                </a:moveTo>
                <a:lnTo>
                  <a:pt x="945456" y="556982"/>
                </a:lnTo>
                <a:lnTo>
                  <a:pt x="945364" y="566603"/>
                </a:lnTo>
                <a:moveTo>
                  <a:pt x="606094" y="490767"/>
                </a:moveTo>
                <a:lnTo>
                  <a:pt x="626739" y="562802"/>
                </a:lnTo>
                <a:lnTo>
                  <a:pt x="940527" y="537030"/>
                </a:lnTo>
                <a:moveTo>
                  <a:pt x="951474" y="536109"/>
                </a:moveTo>
                <a:lnTo>
                  <a:pt x="991940" y="532642"/>
                </a:lnTo>
                <a:lnTo>
                  <a:pt x="1000304" y="505111"/>
                </a:lnTo>
                <a:moveTo>
                  <a:pt x="2742301" y="2453294"/>
                </a:moveTo>
                <a:lnTo>
                  <a:pt x="2739071" y="2417627"/>
                </a:lnTo>
                <a:lnTo>
                  <a:pt x="2718099" y="2392983"/>
                </a:lnTo>
                <a:lnTo>
                  <a:pt x="2626350" y="2402094"/>
                </a:lnTo>
                <a:lnTo>
                  <a:pt x="2633084" y="2461879"/>
                </a:lnTo>
                <a:moveTo>
                  <a:pt x="2077991" y="1518960"/>
                </a:moveTo>
                <a:lnTo>
                  <a:pt x="2093821" y="1517955"/>
                </a:lnTo>
                <a:moveTo>
                  <a:pt x="1369254" y="464942"/>
                </a:moveTo>
                <a:lnTo>
                  <a:pt x="1357781" y="362581"/>
                </a:lnTo>
                <a:lnTo>
                  <a:pt x="1341357" y="363480"/>
                </a:lnTo>
                <a:lnTo>
                  <a:pt x="1331302" y="303039"/>
                </a:lnTo>
                <a:lnTo>
                  <a:pt x="1329709" y="294553"/>
                </a:lnTo>
                <a:lnTo>
                  <a:pt x="1323440" y="278617"/>
                </a:lnTo>
                <a:lnTo>
                  <a:pt x="1308935" y="233580"/>
                </a:lnTo>
                <a:lnTo>
                  <a:pt x="1286409" y="233785"/>
                </a:lnTo>
                <a:lnTo>
                  <a:pt x="1282555" y="233785"/>
                </a:lnTo>
                <a:lnTo>
                  <a:pt x="1278251" y="201554"/>
                </a:lnTo>
                <a:lnTo>
                  <a:pt x="1277093" y="197204"/>
                </a:lnTo>
                <a:moveTo>
                  <a:pt x="1485495" y="458117"/>
                </a:moveTo>
                <a:lnTo>
                  <a:pt x="1373962" y="468827"/>
                </a:lnTo>
                <a:moveTo>
                  <a:pt x="1363045" y="469879"/>
                </a:moveTo>
                <a:lnTo>
                  <a:pt x="1273208" y="478502"/>
                </a:lnTo>
                <a:lnTo>
                  <a:pt x="1274624" y="502758"/>
                </a:lnTo>
                <a:lnTo>
                  <a:pt x="1216409" y="509469"/>
                </a:lnTo>
                <a:moveTo>
                  <a:pt x="1228925" y="584284"/>
                </a:moveTo>
                <a:lnTo>
                  <a:pt x="1257614" y="577146"/>
                </a:lnTo>
                <a:lnTo>
                  <a:pt x="1260562" y="576346"/>
                </a:lnTo>
                <a:lnTo>
                  <a:pt x="1263487" y="575402"/>
                </a:lnTo>
                <a:lnTo>
                  <a:pt x="1266664" y="574206"/>
                </a:lnTo>
                <a:lnTo>
                  <a:pt x="1269041" y="573185"/>
                </a:lnTo>
                <a:lnTo>
                  <a:pt x="1271608" y="571958"/>
                </a:lnTo>
                <a:lnTo>
                  <a:pt x="1273291" y="571082"/>
                </a:lnTo>
                <a:lnTo>
                  <a:pt x="1275165" y="570031"/>
                </a:lnTo>
                <a:lnTo>
                  <a:pt x="1277291" y="568332"/>
                </a:lnTo>
                <a:lnTo>
                  <a:pt x="1279416" y="566192"/>
                </a:lnTo>
                <a:lnTo>
                  <a:pt x="1280505" y="564798"/>
                </a:lnTo>
                <a:lnTo>
                  <a:pt x="1281724" y="562924"/>
                </a:lnTo>
                <a:lnTo>
                  <a:pt x="1282943" y="560394"/>
                </a:lnTo>
                <a:lnTo>
                  <a:pt x="1283659" y="558322"/>
                </a:lnTo>
                <a:lnTo>
                  <a:pt x="1284116" y="556380"/>
                </a:lnTo>
                <a:lnTo>
                  <a:pt x="1284322" y="554963"/>
                </a:lnTo>
                <a:lnTo>
                  <a:pt x="1284467" y="552853"/>
                </a:lnTo>
                <a:lnTo>
                  <a:pt x="1284452" y="551885"/>
                </a:lnTo>
                <a:lnTo>
                  <a:pt x="1284284" y="549364"/>
                </a:lnTo>
                <a:lnTo>
                  <a:pt x="1283888" y="545760"/>
                </a:lnTo>
                <a:lnTo>
                  <a:pt x="1283263" y="541563"/>
                </a:lnTo>
                <a:moveTo>
                  <a:pt x="1211327" y="505820"/>
                </a:moveTo>
                <a:lnTo>
                  <a:pt x="1208814" y="490135"/>
                </a:lnTo>
                <a:lnTo>
                  <a:pt x="1208402" y="486989"/>
                </a:lnTo>
                <a:lnTo>
                  <a:pt x="1207176" y="477100"/>
                </a:lnTo>
                <a:moveTo>
                  <a:pt x="745319" y="1437194"/>
                </a:moveTo>
                <a:lnTo>
                  <a:pt x="820423" y="1431439"/>
                </a:lnTo>
                <a:lnTo>
                  <a:pt x="833701" y="1430403"/>
                </a:lnTo>
                <a:lnTo>
                  <a:pt x="844077" y="1429618"/>
                </a:lnTo>
                <a:lnTo>
                  <a:pt x="868892" y="1427740"/>
                </a:lnTo>
                <a:moveTo>
                  <a:pt x="612901" y="1677995"/>
                </a:moveTo>
                <a:lnTo>
                  <a:pt x="616310" y="1705976"/>
                </a:lnTo>
                <a:moveTo>
                  <a:pt x="622000" y="1705359"/>
                </a:moveTo>
                <a:lnTo>
                  <a:pt x="614626" y="1644945"/>
                </a:lnTo>
                <a:moveTo>
                  <a:pt x="628308" y="1878068"/>
                </a:moveTo>
                <a:lnTo>
                  <a:pt x="629115" y="1885762"/>
                </a:lnTo>
                <a:moveTo>
                  <a:pt x="630007" y="1894271"/>
                </a:moveTo>
                <a:lnTo>
                  <a:pt x="631972" y="1912988"/>
                </a:lnTo>
                <a:moveTo>
                  <a:pt x="632856" y="1921467"/>
                </a:moveTo>
                <a:lnTo>
                  <a:pt x="646370" y="2050217"/>
                </a:lnTo>
                <a:lnTo>
                  <a:pt x="654186" y="2084992"/>
                </a:lnTo>
                <a:moveTo>
                  <a:pt x="648389" y="1883575"/>
                </a:moveTo>
                <a:lnTo>
                  <a:pt x="647513" y="1875790"/>
                </a:lnTo>
                <a:moveTo>
                  <a:pt x="666146" y="2064325"/>
                </a:moveTo>
                <a:lnTo>
                  <a:pt x="666931" y="2049401"/>
                </a:lnTo>
                <a:lnTo>
                  <a:pt x="652396" y="1919372"/>
                </a:lnTo>
                <a:moveTo>
                  <a:pt x="651451" y="1910924"/>
                </a:moveTo>
                <a:lnTo>
                  <a:pt x="649341" y="1892062"/>
                </a:lnTo>
                <a:moveTo>
                  <a:pt x="633808" y="1889532"/>
                </a:moveTo>
                <a:lnTo>
                  <a:pt x="644618" y="1888298"/>
                </a:lnTo>
                <a:moveTo>
                  <a:pt x="380940" y="1920476"/>
                </a:moveTo>
                <a:lnTo>
                  <a:pt x="482502" y="1906947"/>
                </a:lnTo>
                <a:moveTo>
                  <a:pt x="493426" y="1905591"/>
                </a:moveTo>
                <a:lnTo>
                  <a:pt x="625306" y="1890508"/>
                </a:lnTo>
                <a:moveTo>
                  <a:pt x="642797" y="1872049"/>
                </a:moveTo>
                <a:lnTo>
                  <a:pt x="632079" y="1873337"/>
                </a:lnTo>
                <a:moveTo>
                  <a:pt x="623653" y="1874350"/>
                </a:moveTo>
                <a:lnTo>
                  <a:pt x="484223" y="1891109"/>
                </a:lnTo>
                <a:moveTo>
                  <a:pt x="473330" y="1892412"/>
                </a:moveTo>
                <a:lnTo>
                  <a:pt x="414184" y="1899527"/>
                </a:lnTo>
                <a:moveTo>
                  <a:pt x="901859" y="1146012"/>
                </a:moveTo>
                <a:lnTo>
                  <a:pt x="899162" y="1101439"/>
                </a:lnTo>
                <a:lnTo>
                  <a:pt x="879119" y="1104182"/>
                </a:lnTo>
                <a:lnTo>
                  <a:pt x="870503" y="1098735"/>
                </a:lnTo>
                <a:lnTo>
                  <a:pt x="852647" y="1001485"/>
                </a:lnTo>
                <a:moveTo>
                  <a:pt x="850666" y="990698"/>
                </a:moveTo>
                <a:lnTo>
                  <a:pt x="840885" y="937426"/>
                </a:lnTo>
                <a:moveTo>
                  <a:pt x="725984" y="1170320"/>
                </a:moveTo>
                <a:lnTo>
                  <a:pt x="773741" y="1163327"/>
                </a:lnTo>
                <a:lnTo>
                  <a:pt x="792999" y="1164317"/>
                </a:lnTo>
                <a:lnTo>
                  <a:pt x="810375" y="1166641"/>
                </a:lnTo>
                <a:lnTo>
                  <a:pt x="875143" y="1159122"/>
                </a:lnTo>
                <a:lnTo>
                  <a:pt x="882608" y="1157743"/>
                </a:lnTo>
                <a:moveTo>
                  <a:pt x="907511" y="1150979"/>
                </a:moveTo>
                <a:lnTo>
                  <a:pt x="914710" y="1147170"/>
                </a:lnTo>
                <a:lnTo>
                  <a:pt x="923920" y="1136840"/>
                </a:lnTo>
                <a:lnTo>
                  <a:pt x="942340" y="1104509"/>
                </a:lnTo>
                <a:lnTo>
                  <a:pt x="947383" y="1098773"/>
                </a:lnTo>
                <a:lnTo>
                  <a:pt x="954788" y="1094042"/>
                </a:lnTo>
                <a:lnTo>
                  <a:pt x="961697" y="1089967"/>
                </a:lnTo>
                <a:lnTo>
                  <a:pt x="986364" y="1082974"/>
                </a:lnTo>
                <a:moveTo>
                  <a:pt x="594545" y="1244778"/>
                </a:moveTo>
                <a:lnTo>
                  <a:pt x="600731" y="1309012"/>
                </a:lnTo>
                <a:lnTo>
                  <a:pt x="612158" y="1359114"/>
                </a:lnTo>
                <a:moveTo>
                  <a:pt x="600861" y="1239986"/>
                </a:moveTo>
                <a:lnTo>
                  <a:pt x="721353" y="1232482"/>
                </a:lnTo>
                <a:moveTo>
                  <a:pt x="964744" y="924834"/>
                </a:moveTo>
                <a:lnTo>
                  <a:pt x="989540" y="1075264"/>
                </a:lnTo>
                <a:moveTo>
                  <a:pt x="991323" y="1086120"/>
                </a:moveTo>
                <a:lnTo>
                  <a:pt x="992839" y="1095322"/>
                </a:lnTo>
                <a:lnTo>
                  <a:pt x="991498" y="1112493"/>
                </a:lnTo>
                <a:lnTo>
                  <a:pt x="1009469" y="1270465"/>
                </a:lnTo>
                <a:lnTo>
                  <a:pt x="1014055" y="1300944"/>
                </a:lnTo>
                <a:lnTo>
                  <a:pt x="1031020" y="1299756"/>
                </a:lnTo>
                <a:lnTo>
                  <a:pt x="1033739" y="1317239"/>
                </a:lnTo>
                <a:moveTo>
                  <a:pt x="1035552" y="1328033"/>
                </a:moveTo>
                <a:lnTo>
                  <a:pt x="1042614" y="1367205"/>
                </a:lnTo>
                <a:lnTo>
                  <a:pt x="1050720" y="1366626"/>
                </a:lnTo>
                <a:lnTo>
                  <a:pt x="1053729" y="1395147"/>
                </a:lnTo>
                <a:moveTo>
                  <a:pt x="1146164" y="2142911"/>
                </a:moveTo>
                <a:lnTo>
                  <a:pt x="1244260" y="2132223"/>
                </a:lnTo>
                <a:lnTo>
                  <a:pt x="1403108" y="2111731"/>
                </a:lnTo>
                <a:lnTo>
                  <a:pt x="1420233" y="2122190"/>
                </a:lnTo>
                <a:moveTo>
                  <a:pt x="1596960" y="1244793"/>
                </a:moveTo>
                <a:lnTo>
                  <a:pt x="1568934" y="1254803"/>
                </a:lnTo>
                <a:lnTo>
                  <a:pt x="1498834" y="1275790"/>
                </a:lnTo>
                <a:moveTo>
                  <a:pt x="1492580" y="1281435"/>
                </a:moveTo>
                <a:lnTo>
                  <a:pt x="1485670" y="1295497"/>
                </a:lnTo>
                <a:lnTo>
                  <a:pt x="1454909" y="1331423"/>
                </a:lnTo>
                <a:lnTo>
                  <a:pt x="1417841" y="1360318"/>
                </a:lnTo>
                <a:lnTo>
                  <a:pt x="1417947" y="1363838"/>
                </a:lnTo>
                <a:moveTo>
                  <a:pt x="754285" y="1880056"/>
                </a:moveTo>
                <a:lnTo>
                  <a:pt x="759084" y="1921238"/>
                </a:lnTo>
                <a:lnTo>
                  <a:pt x="752380" y="1927066"/>
                </a:lnTo>
                <a:lnTo>
                  <a:pt x="753942" y="1960859"/>
                </a:lnTo>
                <a:lnTo>
                  <a:pt x="685145" y="1971181"/>
                </a:lnTo>
                <a:lnTo>
                  <a:pt x="695711" y="2078433"/>
                </a:lnTo>
                <a:moveTo>
                  <a:pt x="699505" y="2310466"/>
                </a:moveTo>
                <a:lnTo>
                  <a:pt x="810314" y="2286462"/>
                </a:lnTo>
                <a:lnTo>
                  <a:pt x="819631" y="2323043"/>
                </a:lnTo>
                <a:lnTo>
                  <a:pt x="852038" y="2317170"/>
                </a:lnTo>
                <a:lnTo>
                  <a:pt x="870633" y="2395817"/>
                </a:lnTo>
                <a:moveTo>
                  <a:pt x="380612" y="1918016"/>
                </a:moveTo>
                <a:lnTo>
                  <a:pt x="450126" y="1906315"/>
                </a:lnTo>
                <a:moveTo>
                  <a:pt x="1762459" y="1839140"/>
                </a:moveTo>
                <a:lnTo>
                  <a:pt x="1770892" y="1908189"/>
                </a:lnTo>
                <a:lnTo>
                  <a:pt x="1853210" y="1896023"/>
                </a:lnTo>
                <a:moveTo>
                  <a:pt x="1877938" y="1963624"/>
                </a:moveTo>
                <a:lnTo>
                  <a:pt x="1877717" y="1963693"/>
                </a:lnTo>
                <a:moveTo>
                  <a:pt x="1867204" y="1966846"/>
                </a:moveTo>
                <a:lnTo>
                  <a:pt x="1819052" y="1981275"/>
                </a:lnTo>
                <a:lnTo>
                  <a:pt x="1766359" y="2012318"/>
                </a:lnTo>
                <a:lnTo>
                  <a:pt x="1726982" y="2029778"/>
                </a:lnTo>
                <a:lnTo>
                  <a:pt x="1727043" y="2072385"/>
                </a:lnTo>
                <a:lnTo>
                  <a:pt x="1725725" y="2097135"/>
                </a:lnTo>
                <a:lnTo>
                  <a:pt x="1730700" y="2113567"/>
                </a:lnTo>
                <a:lnTo>
                  <a:pt x="1734234" y="2122266"/>
                </a:lnTo>
                <a:moveTo>
                  <a:pt x="1408402" y="2697897"/>
                </a:moveTo>
                <a:lnTo>
                  <a:pt x="1383766" y="2531012"/>
                </a:lnTo>
                <a:lnTo>
                  <a:pt x="1444618" y="2525656"/>
                </a:lnTo>
                <a:moveTo>
                  <a:pt x="1215129" y="2760699"/>
                </a:moveTo>
                <a:lnTo>
                  <a:pt x="1157347" y="2671912"/>
                </a:lnTo>
                <a:lnTo>
                  <a:pt x="1089776" y="2711571"/>
                </a:lnTo>
                <a:lnTo>
                  <a:pt x="1106383" y="2817642"/>
                </a:lnTo>
                <a:lnTo>
                  <a:pt x="1111952" y="2821725"/>
                </a:lnTo>
                <a:moveTo>
                  <a:pt x="1888176" y="2375089"/>
                </a:moveTo>
                <a:lnTo>
                  <a:pt x="1896480" y="2419204"/>
                </a:lnTo>
                <a:lnTo>
                  <a:pt x="1962977" y="2415624"/>
                </a:lnTo>
                <a:lnTo>
                  <a:pt x="1968180" y="2498910"/>
                </a:lnTo>
                <a:lnTo>
                  <a:pt x="2009583" y="2493684"/>
                </a:lnTo>
                <a:moveTo>
                  <a:pt x="1782387" y="2600533"/>
                </a:moveTo>
                <a:lnTo>
                  <a:pt x="1778433" y="2575630"/>
                </a:lnTo>
                <a:lnTo>
                  <a:pt x="1796640" y="2567250"/>
                </a:lnTo>
                <a:lnTo>
                  <a:pt x="1785967" y="2530143"/>
                </a:lnTo>
                <a:lnTo>
                  <a:pt x="1896701" y="2504082"/>
                </a:lnTo>
                <a:lnTo>
                  <a:pt x="1900205" y="2540694"/>
                </a:lnTo>
                <a:lnTo>
                  <a:pt x="1901805" y="2573619"/>
                </a:lnTo>
                <a:lnTo>
                  <a:pt x="1898209" y="2578982"/>
                </a:lnTo>
                <a:moveTo>
                  <a:pt x="1596297" y="2624133"/>
                </a:moveTo>
                <a:lnTo>
                  <a:pt x="1669124" y="2597363"/>
                </a:lnTo>
                <a:lnTo>
                  <a:pt x="1659914" y="2505385"/>
                </a:lnTo>
                <a:moveTo>
                  <a:pt x="1490812" y="2588108"/>
                </a:moveTo>
                <a:lnTo>
                  <a:pt x="1561423" y="2564942"/>
                </a:lnTo>
                <a:lnTo>
                  <a:pt x="1587209" y="2620659"/>
                </a:lnTo>
                <a:moveTo>
                  <a:pt x="1591826" y="2630631"/>
                </a:moveTo>
                <a:lnTo>
                  <a:pt x="1597714" y="2643360"/>
                </a:lnTo>
                <a:moveTo>
                  <a:pt x="1782532" y="2617490"/>
                </a:moveTo>
                <a:lnTo>
                  <a:pt x="1788801" y="2666336"/>
                </a:lnTo>
                <a:lnTo>
                  <a:pt x="1787788" y="2697234"/>
                </a:lnTo>
                <a:lnTo>
                  <a:pt x="1783339" y="2717376"/>
                </a:lnTo>
                <a:lnTo>
                  <a:pt x="1782433" y="2747741"/>
                </a:lnTo>
                <a:lnTo>
                  <a:pt x="1700228" y="2761643"/>
                </a:lnTo>
                <a:moveTo>
                  <a:pt x="1673794" y="2638249"/>
                </a:moveTo>
                <a:lnTo>
                  <a:pt x="1692839" y="2758527"/>
                </a:lnTo>
                <a:moveTo>
                  <a:pt x="1694911" y="2769512"/>
                </a:moveTo>
                <a:lnTo>
                  <a:pt x="1705903" y="2819889"/>
                </a:lnTo>
                <a:moveTo>
                  <a:pt x="1784048" y="2148998"/>
                </a:moveTo>
                <a:lnTo>
                  <a:pt x="1792351" y="2180818"/>
                </a:lnTo>
                <a:lnTo>
                  <a:pt x="1798148" y="2208729"/>
                </a:lnTo>
                <a:lnTo>
                  <a:pt x="1801432" y="2249546"/>
                </a:lnTo>
                <a:lnTo>
                  <a:pt x="1801195" y="2286577"/>
                </a:lnTo>
                <a:lnTo>
                  <a:pt x="1782661" y="2292793"/>
                </a:lnTo>
                <a:lnTo>
                  <a:pt x="1792107" y="2379172"/>
                </a:lnTo>
                <a:moveTo>
                  <a:pt x="1788618" y="2141403"/>
                </a:moveTo>
                <a:lnTo>
                  <a:pt x="1809712" y="2130166"/>
                </a:lnTo>
                <a:lnTo>
                  <a:pt x="1860425" y="2105819"/>
                </a:lnTo>
                <a:lnTo>
                  <a:pt x="1893631" y="2090271"/>
                </a:lnTo>
                <a:lnTo>
                  <a:pt x="1901089" y="2087171"/>
                </a:lnTo>
                <a:lnTo>
                  <a:pt x="1915517" y="2153949"/>
                </a:lnTo>
                <a:lnTo>
                  <a:pt x="1923318" y="2163098"/>
                </a:lnTo>
                <a:moveTo>
                  <a:pt x="1099931" y="563525"/>
                </a:moveTo>
                <a:lnTo>
                  <a:pt x="1097851" y="721505"/>
                </a:lnTo>
                <a:lnTo>
                  <a:pt x="1095330" y="736299"/>
                </a:lnTo>
                <a:lnTo>
                  <a:pt x="1087278" y="776285"/>
                </a:lnTo>
                <a:lnTo>
                  <a:pt x="1082402" y="785328"/>
                </a:lnTo>
                <a:lnTo>
                  <a:pt x="1075104" y="791605"/>
                </a:lnTo>
                <a:lnTo>
                  <a:pt x="1048366" y="796336"/>
                </a:lnTo>
                <a:lnTo>
                  <a:pt x="970625" y="809606"/>
                </a:lnTo>
                <a:moveTo>
                  <a:pt x="944945" y="726030"/>
                </a:moveTo>
                <a:lnTo>
                  <a:pt x="783804" y="737122"/>
                </a:lnTo>
                <a:lnTo>
                  <a:pt x="791780" y="879157"/>
                </a:lnTo>
                <a:lnTo>
                  <a:pt x="904814" y="871174"/>
                </a:lnTo>
                <a:lnTo>
                  <a:pt x="907092" y="918351"/>
                </a:lnTo>
                <a:moveTo>
                  <a:pt x="1283377" y="179477"/>
                </a:moveTo>
                <a:lnTo>
                  <a:pt x="1277976" y="182936"/>
                </a:lnTo>
                <a:lnTo>
                  <a:pt x="1275440" y="184536"/>
                </a:lnTo>
                <a:lnTo>
                  <a:pt x="1264378" y="191529"/>
                </a:lnTo>
                <a:lnTo>
                  <a:pt x="1250209" y="200480"/>
                </a:lnTo>
                <a:lnTo>
                  <a:pt x="1247490" y="202262"/>
                </a:lnTo>
                <a:lnTo>
                  <a:pt x="1245258" y="203916"/>
                </a:lnTo>
                <a:lnTo>
                  <a:pt x="1240923" y="207389"/>
                </a:lnTo>
                <a:lnTo>
                  <a:pt x="1236642" y="211084"/>
                </a:lnTo>
                <a:lnTo>
                  <a:pt x="1232109" y="215297"/>
                </a:lnTo>
                <a:lnTo>
                  <a:pt x="1228460" y="218953"/>
                </a:lnTo>
                <a:lnTo>
                  <a:pt x="1225611" y="221970"/>
                </a:lnTo>
                <a:lnTo>
                  <a:pt x="1221124" y="227059"/>
                </a:lnTo>
                <a:lnTo>
                  <a:pt x="1217346" y="231568"/>
                </a:lnTo>
                <a:lnTo>
                  <a:pt x="1215426" y="234517"/>
                </a:lnTo>
                <a:lnTo>
                  <a:pt x="1213194" y="237922"/>
                </a:lnTo>
                <a:lnTo>
                  <a:pt x="1210390" y="242698"/>
                </a:lnTo>
                <a:lnTo>
                  <a:pt x="1207419" y="248442"/>
                </a:lnTo>
                <a:lnTo>
                  <a:pt x="1205637" y="252129"/>
                </a:lnTo>
                <a:lnTo>
                  <a:pt x="1203953" y="255999"/>
                </a:lnTo>
                <a:lnTo>
                  <a:pt x="1202613" y="259107"/>
                </a:lnTo>
                <a:lnTo>
                  <a:pt x="1201150" y="262878"/>
                </a:lnTo>
                <a:lnTo>
                  <a:pt x="1199695" y="266938"/>
                </a:lnTo>
                <a:lnTo>
                  <a:pt x="1198682" y="269940"/>
                </a:lnTo>
                <a:lnTo>
                  <a:pt x="1197790" y="272796"/>
                </a:lnTo>
                <a:lnTo>
                  <a:pt x="1196853" y="276514"/>
                </a:lnTo>
                <a:lnTo>
                  <a:pt x="1196145" y="280247"/>
                </a:lnTo>
                <a:lnTo>
                  <a:pt x="1195688" y="283378"/>
                </a:lnTo>
                <a:lnTo>
                  <a:pt x="1195444" y="285846"/>
                </a:lnTo>
                <a:lnTo>
                  <a:pt x="1195185" y="288550"/>
                </a:lnTo>
                <a:lnTo>
                  <a:pt x="1194880" y="292611"/>
                </a:lnTo>
                <a:lnTo>
                  <a:pt x="1191795" y="354742"/>
                </a:lnTo>
                <a:lnTo>
                  <a:pt x="1191666" y="365194"/>
                </a:lnTo>
                <a:lnTo>
                  <a:pt x="1191590" y="372720"/>
                </a:lnTo>
                <a:lnTo>
                  <a:pt x="1191696" y="377809"/>
                </a:lnTo>
                <a:lnTo>
                  <a:pt x="1191909" y="382677"/>
                </a:lnTo>
                <a:lnTo>
                  <a:pt x="1192085" y="384749"/>
                </a:lnTo>
                <a:lnTo>
                  <a:pt x="1192747" y="392809"/>
                </a:lnTo>
                <a:lnTo>
                  <a:pt x="1199573" y="467022"/>
                </a:lnTo>
                <a:moveTo>
                  <a:pt x="1614024" y="1240001"/>
                </a:moveTo>
                <a:lnTo>
                  <a:pt x="1632193" y="1231142"/>
                </a:lnTo>
                <a:lnTo>
                  <a:pt x="1680041" y="1197486"/>
                </a:lnTo>
                <a:moveTo>
                  <a:pt x="1682052" y="1188763"/>
                </a:moveTo>
                <a:lnTo>
                  <a:pt x="1652441" y="1135118"/>
                </a:lnTo>
                <a:lnTo>
                  <a:pt x="1632718" y="1056921"/>
                </a:lnTo>
                <a:lnTo>
                  <a:pt x="1635187" y="1007107"/>
                </a:lnTo>
                <a:moveTo>
                  <a:pt x="1343467" y="847535"/>
                </a:moveTo>
                <a:lnTo>
                  <a:pt x="1374571" y="1043665"/>
                </a:lnTo>
                <a:moveTo>
                  <a:pt x="1376895" y="1059374"/>
                </a:moveTo>
                <a:lnTo>
                  <a:pt x="1386485" y="1129420"/>
                </a:lnTo>
                <a:lnTo>
                  <a:pt x="1389350" y="1145791"/>
                </a:lnTo>
                <a:lnTo>
                  <a:pt x="1392557" y="1159960"/>
                </a:lnTo>
                <a:lnTo>
                  <a:pt x="1395817" y="1171897"/>
                </a:lnTo>
                <a:lnTo>
                  <a:pt x="1398575" y="1180246"/>
                </a:lnTo>
                <a:lnTo>
                  <a:pt x="1402773" y="1190607"/>
                </a:lnTo>
                <a:lnTo>
                  <a:pt x="1407023" y="1198743"/>
                </a:lnTo>
                <a:lnTo>
                  <a:pt x="1412348" y="1207176"/>
                </a:lnTo>
                <a:lnTo>
                  <a:pt x="1415913" y="1211678"/>
                </a:lnTo>
                <a:lnTo>
                  <a:pt x="1421863" y="1218458"/>
                </a:lnTo>
                <a:lnTo>
                  <a:pt x="1431263" y="1227340"/>
                </a:lnTo>
                <a:lnTo>
                  <a:pt x="1447071" y="1240694"/>
                </a:lnTo>
                <a:lnTo>
                  <a:pt x="1484573" y="1270663"/>
                </a:lnTo>
                <a:lnTo>
                  <a:pt x="1491422" y="1276209"/>
                </a:lnTo>
                <a:moveTo>
                  <a:pt x="1771371" y="960775"/>
                </a:moveTo>
                <a:lnTo>
                  <a:pt x="1810291" y="952639"/>
                </a:lnTo>
                <a:moveTo>
                  <a:pt x="1821093" y="950552"/>
                </a:moveTo>
                <a:lnTo>
                  <a:pt x="1853805" y="944785"/>
                </a:lnTo>
                <a:lnTo>
                  <a:pt x="1874076" y="941944"/>
                </a:lnTo>
                <a:lnTo>
                  <a:pt x="1876262" y="941685"/>
                </a:lnTo>
                <a:lnTo>
                  <a:pt x="1877115" y="941586"/>
                </a:lnTo>
                <a:lnTo>
                  <a:pt x="1895657" y="939384"/>
                </a:lnTo>
                <a:moveTo>
                  <a:pt x="1906566" y="938051"/>
                </a:moveTo>
                <a:lnTo>
                  <a:pt x="2028772" y="922754"/>
                </a:lnTo>
                <a:moveTo>
                  <a:pt x="2056935" y="1133534"/>
                </a:moveTo>
                <a:lnTo>
                  <a:pt x="2053820" y="1113971"/>
                </a:lnTo>
                <a:lnTo>
                  <a:pt x="2052692" y="1103054"/>
                </a:lnTo>
                <a:lnTo>
                  <a:pt x="2044808" y="1026944"/>
                </a:lnTo>
                <a:moveTo>
                  <a:pt x="2043764" y="1016081"/>
                </a:moveTo>
                <a:lnTo>
                  <a:pt x="2035857" y="926297"/>
                </a:lnTo>
                <a:moveTo>
                  <a:pt x="2613132" y="2742225"/>
                </a:moveTo>
                <a:lnTo>
                  <a:pt x="2612508" y="2740991"/>
                </a:lnTo>
                <a:lnTo>
                  <a:pt x="2611655" y="2738104"/>
                </a:lnTo>
                <a:lnTo>
                  <a:pt x="2610725" y="2733457"/>
                </a:lnTo>
                <a:lnTo>
                  <a:pt x="2610222" y="2730242"/>
                </a:lnTo>
                <a:lnTo>
                  <a:pt x="2609948" y="2727317"/>
                </a:lnTo>
                <a:lnTo>
                  <a:pt x="2607907" y="2695169"/>
                </a:lnTo>
                <a:lnTo>
                  <a:pt x="2607716" y="2687849"/>
                </a:lnTo>
                <a:lnTo>
                  <a:pt x="2608143" y="2682958"/>
                </a:lnTo>
                <a:lnTo>
                  <a:pt x="2608988" y="2679263"/>
                </a:lnTo>
                <a:lnTo>
                  <a:pt x="2609118" y="2678151"/>
                </a:lnTo>
                <a:moveTo>
                  <a:pt x="2424300" y="2309385"/>
                </a:moveTo>
                <a:lnTo>
                  <a:pt x="2374045" y="2317041"/>
                </a:lnTo>
                <a:lnTo>
                  <a:pt x="2292762" y="2318899"/>
                </a:lnTo>
                <a:lnTo>
                  <a:pt x="2292305" y="2304098"/>
                </a:lnTo>
                <a:lnTo>
                  <a:pt x="2230882" y="2309560"/>
                </a:lnTo>
                <a:moveTo>
                  <a:pt x="2335453" y="2008272"/>
                </a:moveTo>
                <a:lnTo>
                  <a:pt x="2338051" y="2031141"/>
                </a:lnTo>
                <a:lnTo>
                  <a:pt x="2357705" y="2030600"/>
                </a:lnTo>
                <a:lnTo>
                  <a:pt x="2358825" y="2042568"/>
                </a:lnTo>
                <a:lnTo>
                  <a:pt x="2355937" y="2049881"/>
                </a:lnTo>
                <a:lnTo>
                  <a:pt x="2366625" y="2140130"/>
                </a:lnTo>
                <a:lnTo>
                  <a:pt x="2390332" y="2141418"/>
                </a:lnTo>
                <a:lnTo>
                  <a:pt x="2396434" y="2195855"/>
                </a:lnTo>
                <a:moveTo>
                  <a:pt x="2560973" y="1143239"/>
                </a:moveTo>
                <a:lnTo>
                  <a:pt x="2407518" y="1161133"/>
                </a:lnTo>
                <a:moveTo>
                  <a:pt x="2539711" y="959518"/>
                </a:moveTo>
                <a:lnTo>
                  <a:pt x="2477930" y="960181"/>
                </a:lnTo>
                <a:lnTo>
                  <a:pt x="2397981" y="964942"/>
                </a:lnTo>
                <a:lnTo>
                  <a:pt x="2389814" y="965849"/>
                </a:lnTo>
                <a:lnTo>
                  <a:pt x="2384703" y="966824"/>
                </a:lnTo>
                <a:lnTo>
                  <a:pt x="2375683" y="969886"/>
                </a:lnTo>
                <a:moveTo>
                  <a:pt x="2751534" y="535606"/>
                </a:moveTo>
                <a:lnTo>
                  <a:pt x="2863258" y="526662"/>
                </a:lnTo>
                <a:lnTo>
                  <a:pt x="2867836" y="549440"/>
                </a:lnTo>
                <a:lnTo>
                  <a:pt x="2910679" y="545136"/>
                </a:lnTo>
                <a:lnTo>
                  <a:pt x="2922731" y="624202"/>
                </a:lnTo>
                <a:moveTo>
                  <a:pt x="984094" y="2646247"/>
                </a:moveTo>
                <a:lnTo>
                  <a:pt x="1158680" y="2519623"/>
                </a:lnTo>
                <a:moveTo>
                  <a:pt x="1166969" y="2514923"/>
                </a:moveTo>
                <a:lnTo>
                  <a:pt x="1168088" y="2514443"/>
                </a:lnTo>
                <a:lnTo>
                  <a:pt x="1251458" y="2466107"/>
                </a:lnTo>
                <a:moveTo>
                  <a:pt x="530289" y="996854"/>
                </a:moveTo>
                <a:lnTo>
                  <a:pt x="524217" y="997585"/>
                </a:lnTo>
                <a:lnTo>
                  <a:pt x="517856" y="998423"/>
                </a:lnTo>
                <a:lnTo>
                  <a:pt x="511541" y="999032"/>
                </a:lnTo>
                <a:lnTo>
                  <a:pt x="504426" y="999489"/>
                </a:lnTo>
                <a:lnTo>
                  <a:pt x="165308" y="1012638"/>
                </a:lnTo>
                <a:moveTo>
                  <a:pt x="2057899" y="2565224"/>
                </a:moveTo>
                <a:lnTo>
                  <a:pt x="2058052" y="2565216"/>
                </a:lnTo>
                <a:moveTo>
                  <a:pt x="2593509" y="2476026"/>
                </a:moveTo>
                <a:lnTo>
                  <a:pt x="2607777" y="2475462"/>
                </a:lnTo>
                <a:lnTo>
                  <a:pt x="2635171" y="2472331"/>
                </a:lnTo>
                <a:moveTo>
                  <a:pt x="2646065" y="2471082"/>
                </a:moveTo>
                <a:lnTo>
                  <a:pt x="2678159" y="2467395"/>
                </a:lnTo>
                <a:lnTo>
                  <a:pt x="2731728" y="2461559"/>
                </a:lnTo>
                <a:lnTo>
                  <a:pt x="2778494" y="2455534"/>
                </a:lnTo>
                <a:lnTo>
                  <a:pt x="2831042" y="2448792"/>
                </a:lnTo>
                <a:lnTo>
                  <a:pt x="2892267" y="2440534"/>
                </a:lnTo>
                <a:lnTo>
                  <a:pt x="2942377" y="2433556"/>
                </a:lnTo>
                <a:lnTo>
                  <a:pt x="2977191" y="2427896"/>
                </a:lnTo>
                <a:moveTo>
                  <a:pt x="2040184" y="2575812"/>
                </a:moveTo>
                <a:lnTo>
                  <a:pt x="2060973" y="2642080"/>
                </a:lnTo>
                <a:lnTo>
                  <a:pt x="2072407" y="2692115"/>
                </a:lnTo>
                <a:moveTo>
                  <a:pt x="2089845" y="2770541"/>
                </a:moveTo>
                <a:lnTo>
                  <a:pt x="2090287" y="2773299"/>
                </a:lnTo>
                <a:moveTo>
                  <a:pt x="2074099" y="2694092"/>
                </a:moveTo>
                <a:lnTo>
                  <a:pt x="2078913" y="2715953"/>
                </a:lnTo>
                <a:lnTo>
                  <a:pt x="2081838" y="2728595"/>
                </a:lnTo>
                <a:lnTo>
                  <a:pt x="2087670" y="2764717"/>
                </a:lnTo>
                <a:moveTo>
                  <a:pt x="2092031" y="2784192"/>
                </a:moveTo>
                <a:lnTo>
                  <a:pt x="2111998" y="2909849"/>
                </a:lnTo>
                <a:moveTo>
                  <a:pt x="509118" y="3028140"/>
                </a:moveTo>
                <a:lnTo>
                  <a:pt x="517727" y="3021962"/>
                </a:lnTo>
                <a:lnTo>
                  <a:pt x="578335" y="2967638"/>
                </a:lnTo>
                <a:lnTo>
                  <a:pt x="625977" y="2924529"/>
                </a:lnTo>
                <a:lnTo>
                  <a:pt x="715921" y="2849378"/>
                </a:lnTo>
                <a:moveTo>
                  <a:pt x="724400" y="2842926"/>
                </a:moveTo>
                <a:lnTo>
                  <a:pt x="786249" y="2799900"/>
                </a:lnTo>
                <a:lnTo>
                  <a:pt x="918176" y="2713734"/>
                </a:lnTo>
                <a:moveTo>
                  <a:pt x="2047870" y="2552418"/>
                </a:moveTo>
                <a:lnTo>
                  <a:pt x="2022518" y="2465970"/>
                </a:lnTo>
                <a:lnTo>
                  <a:pt x="2013110" y="2439071"/>
                </a:lnTo>
                <a:moveTo>
                  <a:pt x="2011144" y="2433472"/>
                </a:moveTo>
                <a:lnTo>
                  <a:pt x="1988854" y="2369779"/>
                </a:lnTo>
                <a:lnTo>
                  <a:pt x="1986005" y="2358238"/>
                </a:lnTo>
                <a:moveTo>
                  <a:pt x="1983316" y="2347642"/>
                </a:moveTo>
                <a:lnTo>
                  <a:pt x="1956707" y="2244709"/>
                </a:lnTo>
                <a:lnTo>
                  <a:pt x="1937205" y="2149577"/>
                </a:lnTo>
                <a:lnTo>
                  <a:pt x="1928666" y="2107907"/>
                </a:lnTo>
                <a:lnTo>
                  <a:pt x="1918800" y="2063456"/>
                </a:lnTo>
                <a:lnTo>
                  <a:pt x="1916195" y="2053500"/>
                </a:lnTo>
                <a:lnTo>
                  <a:pt x="1898963" y="1981846"/>
                </a:lnTo>
                <a:moveTo>
                  <a:pt x="2160843" y="1719463"/>
                </a:moveTo>
                <a:lnTo>
                  <a:pt x="2162055" y="1719448"/>
                </a:lnTo>
                <a:lnTo>
                  <a:pt x="2186965" y="1719151"/>
                </a:lnTo>
                <a:lnTo>
                  <a:pt x="2221505" y="1718663"/>
                </a:lnTo>
                <a:lnTo>
                  <a:pt x="2249188" y="1717117"/>
                </a:lnTo>
                <a:lnTo>
                  <a:pt x="2298057" y="1713582"/>
                </a:lnTo>
                <a:lnTo>
                  <a:pt x="2313666" y="1712196"/>
                </a:lnTo>
                <a:moveTo>
                  <a:pt x="2324559" y="1711106"/>
                </a:moveTo>
                <a:lnTo>
                  <a:pt x="2354102" y="1707823"/>
                </a:lnTo>
                <a:lnTo>
                  <a:pt x="2454170" y="1698362"/>
                </a:lnTo>
                <a:moveTo>
                  <a:pt x="2465605" y="1697128"/>
                </a:moveTo>
                <a:lnTo>
                  <a:pt x="2529473" y="1689388"/>
                </a:lnTo>
                <a:moveTo>
                  <a:pt x="2540450" y="1688100"/>
                </a:moveTo>
                <a:lnTo>
                  <a:pt x="2637114" y="1677054"/>
                </a:lnTo>
                <a:lnTo>
                  <a:pt x="2677039" y="1672278"/>
                </a:lnTo>
                <a:moveTo>
                  <a:pt x="2687925" y="1670991"/>
                </a:moveTo>
                <a:lnTo>
                  <a:pt x="2790538" y="1658985"/>
                </a:lnTo>
                <a:lnTo>
                  <a:pt x="2890698" y="1647276"/>
                </a:lnTo>
                <a:moveTo>
                  <a:pt x="2154147" y="1724034"/>
                </a:moveTo>
                <a:lnTo>
                  <a:pt x="2154140" y="1728254"/>
                </a:lnTo>
                <a:lnTo>
                  <a:pt x="2154117" y="1734112"/>
                </a:lnTo>
                <a:lnTo>
                  <a:pt x="2155252" y="1749813"/>
                </a:lnTo>
                <a:lnTo>
                  <a:pt x="2155572" y="1754208"/>
                </a:lnTo>
                <a:moveTo>
                  <a:pt x="2170351" y="1870930"/>
                </a:moveTo>
                <a:lnTo>
                  <a:pt x="2175569" y="1919273"/>
                </a:lnTo>
                <a:moveTo>
                  <a:pt x="2176917" y="1930281"/>
                </a:moveTo>
                <a:lnTo>
                  <a:pt x="2180231" y="1954140"/>
                </a:lnTo>
                <a:lnTo>
                  <a:pt x="2184200" y="1995101"/>
                </a:lnTo>
                <a:lnTo>
                  <a:pt x="2189220" y="2011769"/>
                </a:lnTo>
                <a:moveTo>
                  <a:pt x="2191170" y="2022845"/>
                </a:moveTo>
                <a:lnTo>
                  <a:pt x="2195573" y="2117025"/>
                </a:lnTo>
                <a:moveTo>
                  <a:pt x="2196091" y="2127988"/>
                </a:moveTo>
                <a:lnTo>
                  <a:pt x="2198232" y="2173801"/>
                </a:lnTo>
                <a:lnTo>
                  <a:pt x="2212165" y="2224346"/>
                </a:lnTo>
                <a:moveTo>
                  <a:pt x="2149554" y="1874091"/>
                </a:moveTo>
                <a:lnTo>
                  <a:pt x="2161255" y="1956212"/>
                </a:lnTo>
                <a:lnTo>
                  <a:pt x="2164759" y="1980840"/>
                </a:lnTo>
                <a:lnTo>
                  <a:pt x="2169215" y="2013734"/>
                </a:lnTo>
                <a:moveTo>
                  <a:pt x="2155671" y="1869078"/>
                </a:moveTo>
                <a:lnTo>
                  <a:pt x="2165574" y="1867357"/>
                </a:lnTo>
                <a:moveTo>
                  <a:pt x="2699295" y="1229378"/>
                </a:moveTo>
                <a:lnTo>
                  <a:pt x="2661956" y="1236489"/>
                </a:lnTo>
                <a:lnTo>
                  <a:pt x="2637913" y="1241007"/>
                </a:lnTo>
                <a:lnTo>
                  <a:pt x="2619265" y="1244275"/>
                </a:lnTo>
                <a:lnTo>
                  <a:pt x="2602300" y="1246911"/>
                </a:lnTo>
                <a:lnTo>
                  <a:pt x="2577389" y="1250689"/>
                </a:lnTo>
                <a:moveTo>
                  <a:pt x="2568979" y="1251912"/>
                </a:moveTo>
                <a:lnTo>
                  <a:pt x="2479606" y="1264279"/>
                </a:lnTo>
                <a:lnTo>
                  <a:pt x="2423005" y="1272107"/>
                </a:lnTo>
                <a:moveTo>
                  <a:pt x="2073676" y="1318378"/>
                </a:moveTo>
                <a:lnTo>
                  <a:pt x="2068957" y="1319014"/>
                </a:lnTo>
                <a:lnTo>
                  <a:pt x="2059289" y="1320636"/>
                </a:lnTo>
                <a:lnTo>
                  <a:pt x="2034767" y="1325139"/>
                </a:lnTo>
                <a:lnTo>
                  <a:pt x="2032097" y="1325451"/>
                </a:lnTo>
                <a:moveTo>
                  <a:pt x="2021105" y="1326685"/>
                </a:moveTo>
                <a:lnTo>
                  <a:pt x="2012828" y="1327378"/>
                </a:lnTo>
                <a:lnTo>
                  <a:pt x="2002948" y="1328163"/>
                </a:lnTo>
                <a:lnTo>
                  <a:pt x="1920880" y="1334326"/>
                </a:lnTo>
                <a:lnTo>
                  <a:pt x="1820568" y="1340702"/>
                </a:lnTo>
                <a:lnTo>
                  <a:pt x="1678947" y="1349436"/>
                </a:lnTo>
                <a:moveTo>
                  <a:pt x="2123859" y="2907922"/>
                </a:moveTo>
                <a:lnTo>
                  <a:pt x="2104006" y="2782288"/>
                </a:lnTo>
                <a:moveTo>
                  <a:pt x="2102155" y="2771242"/>
                </a:moveTo>
                <a:lnTo>
                  <a:pt x="2101500" y="2767440"/>
                </a:lnTo>
                <a:moveTo>
                  <a:pt x="2101654" y="2761230"/>
                </a:moveTo>
                <a:lnTo>
                  <a:pt x="2095912" y="2728197"/>
                </a:lnTo>
                <a:lnTo>
                  <a:pt x="2093126" y="2713470"/>
                </a:lnTo>
                <a:lnTo>
                  <a:pt x="2087778" y="2690235"/>
                </a:lnTo>
                <a:moveTo>
                  <a:pt x="2088443" y="2688123"/>
                </a:moveTo>
                <a:lnTo>
                  <a:pt x="2071775" y="2637479"/>
                </a:lnTo>
                <a:lnTo>
                  <a:pt x="2052883" y="2571828"/>
                </a:lnTo>
                <a:moveTo>
                  <a:pt x="1091323" y="2846423"/>
                </a:moveTo>
                <a:lnTo>
                  <a:pt x="1119974" y="2828856"/>
                </a:lnTo>
                <a:lnTo>
                  <a:pt x="1173962" y="2796861"/>
                </a:lnTo>
                <a:lnTo>
                  <a:pt x="1230357" y="2763433"/>
                </a:lnTo>
                <a:lnTo>
                  <a:pt x="1236474" y="2759777"/>
                </a:lnTo>
                <a:lnTo>
                  <a:pt x="1241243" y="2757050"/>
                </a:lnTo>
                <a:lnTo>
                  <a:pt x="1245852" y="2754528"/>
                </a:lnTo>
                <a:lnTo>
                  <a:pt x="1248686" y="2753096"/>
                </a:lnTo>
                <a:lnTo>
                  <a:pt x="1252045" y="2751542"/>
                </a:lnTo>
                <a:lnTo>
                  <a:pt x="1259274" y="2748350"/>
                </a:lnTo>
                <a:lnTo>
                  <a:pt x="1266283" y="2745394"/>
                </a:lnTo>
                <a:lnTo>
                  <a:pt x="1270633" y="2743787"/>
                </a:lnTo>
                <a:moveTo>
                  <a:pt x="1312748" y="1388740"/>
                </a:moveTo>
                <a:lnTo>
                  <a:pt x="1393711" y="1381728"/>
                </a:lnTo>
                <a:moveTo>
                  <a:pt x="1404666" y="1380829"/>
                </a:moveTo>
                <a:lnTo>
                  <a:pt x="1404982" y="1380803"/>
                </a:lnTo>
                <a:lnTo>
                  <a:pt x="1457591" y="1376742"/>
                </a:lnTo>
                <a:lnTo>
                  <a:pt x="1509392" y="1372743"/>
                </a:lnTo>
                <a:lnTo>
                  <a:pt x="1655465" y="1361472"/>
                </a:lnTo>
                <a:moveTo>
                  <a:pt x="1668439" y="1369193"/>
                </a:moveTo>
                <a:lnTo>
                  <a:pt x="1686996" y="1410528"/>
                </a:lnTo>
                <a:lnTo>
                  <a:pt x="1695109" y="1428590"/>
                </a:lnTo>
                <a:moveTo>
                  <a:pt x="1699718" y="1438569"/>
                </a:moveTo>
                <a:lnTo>
                  <a:pt x="1705660" y="1451085"/>
                </a:lnTo>
                <a:lnTo>
                  <a:pt x="1716797" y="1473489"/>
                </a:lnTo>
                <a:lnTo>
                  <a:pt x="1721276" y="1480627"/>
                </a:lnTo>
                <a:lnTo>
                  <a:pt x="1724666" y="1485967"/>
                </a:lnTo>
                <a:lnTo>
                  <a:pt x="1730296" y="1493570"/>
                </a:lnTo>
                <a:lnTo>
                  <a:pt x="1737243" y="1501607"/>
                </a:lnTo>
                <a:lnTo>
                  <a:pt x="1744442" y="1508699"/>
                </a:lnTo>
                <a:lnTo>
                  <a:pt x="1744854" y="1509034"/>
                </a:lnTo>
                <a:moveTo>
                  <a:pt x="1752190" y="1516504"/>
                </a:moveTo>
                <a:lnTo>
                  <a:pt x="1770606" y="1530795"/>
                </a:lnTo>
                <a:lnTo>
                  <a:pt x="1782315" y="1540317"/>
                </a:lnTo>
                <a:lnTo>
                  <a:pt x="1786223" y="1544000"/>
                </a:lnTo>
                <a:lnTo>
                  <a:pt x="1790165" y="1548541"/>
                </a:lnTo>
                <a:lnTo>
                  <a:pt x="1792252" y="1551382"/>
                </a:lnTo>
                <a:lnTo>
                  <a:pt x="1793326" y="1552967"/>
                </a:lnTo>
                <a:lnTo>
                  <a:pt x="1796575" y="1560067"/>
                </a:lnTo>
                <a:lnTo>
                  <a:pt x="1799348" y="1566207"/>
                </a:lnTo>
                <a:moveTo>
                  <a:pt x="1679648" y="1359469"/>
                </a:moveTo>
                <a:lnTo>
                  <a:pt x="1823379" y="1349409"/>
                </a:lnTo>
                <a:lnTo>
                  <a:pt x="1923173" y="1342477"/>
                </a:lnTo>
                <a:lnTo>
                  <a:pt x="2003984" y="1335705"/>
                </a:lnTo>
                <a:lnTo>
                  <a:pt x="2011000" y="1335278"/>
                </a:lnTo>
                <a:lnTo>
                  <a:pt x="2018595" y="1335149"/>
                </a:lnTo>
                <a:lnTo>
                  <a:pt x="2025375" y="1335232"/>
                </a:lnTo>
                <a:lnTo>
                  <a:pt x="2030608" y="1335389"/>
                </a:lnTo>
                <a:moveTo>
                  <a:pt x="1654658" y="1351081"/>
                </a:moveTo>
                <a:lnTo>
                  <a:pt x="1456783" y="1366489"/>
                </a:lnTo>
                <a:lnTo>
                  <a:pt x="1424922" y="1368968"/>
                </a:lnTo>
                <a:moveTo>
                  <a:pt x="1413975" y="1369814"/>
                </a:moveTo>
                <a:lnTo>
                  <a:pt x="1409552" y="1370160"/>
                </a:lnTo>
                <a:lnTo>
                  <a:pt x="1398301" y="1371036"/>
                </a:lnTo>
                <a:lnTo>
                  <a:pt x="1311861" y="1378471"/>
                </a:lnTo>
                <a:moveTo>
                  <a:pt x="1307130" y="1373367"/>
                </a:moveTo>
                <a:lnTo>
                  <a:pt x="1280734" y="1070282"/>
                </a:lnTo>
                <a:moveTo>
                  <a:pt x="1279348" y="1054498"/>
                </a:moveTo>
                <a:lnTo>
                  <a:pt x="1263304" y="873124"/>
                </a:lnTo>
                <a:lnTo>
                  <a:pt x="1262253" y="864988"/>
                </a:lnTo>
                <a:moveTo>
                  <a:pt x="1295513" y="1379885"/>
                </a:moveTo>
                <a:lnTo>
                  <a:pt x="1070899" y="1399211"/>
                </a:lnTo>
                <a:moveTo>
                  <a:pt x="1050007" y="1400994"/>
                </a:moveTo>
                <a:lnTo>
                  <a:pt x="873623" y="1415970"/>
                </a:lnTo>
                <a:moveTo>
                  <a:pt x="862687" y="1416885"/>
                </a:moveTo>
                <a:lnTo>
                  <a:pt x="833046" y="1419319"/>
                </a:lnTo>
                <a:lnTo>
                  <a:pt x="817452" y="1420713"/>
                </a:lnTo>
                <a:lnTo>
                  <a:pt x="744530" y="1426933"/>
                </a:lnTo>
                <a:moveTo>
                  <a:pt x="1606467" y="1761133"/>
                </a:moveTo>
                <a:lnTo>
                  <a:pt x="1668378" y="1754064"/>
                </a:lnTo>
                <a:lnTo>
                  <a:pt x="1684185" y="1752388"/>
                </a:lnTo>
                <a:lnTo>
                  <a:pt x="1817483" y="1741997"/>
                </a:lnTo>
                <a:moveTo>
                  <a:pt x="1260653" y="853355"/>
                </a:moveTo>
                <a:lnTo>
                  <a:pt x="1260036" y="849196"/>
                </a:lnTo>
                <a:lnTo>
                  <a:pt x="1239582" y="697539"/>
                </a:lnTo>
                <a:lnTo>
                  <a:pt x="1225017" y="589495"/>
                </a:lnTo>
                <a:moveTo>
                  <a:pt x="1223379" y="578662"/>
                </a:moveTo>
                <a:lnTo>
                  <a:pt x="1220004" y="558437"/>
                </a:lnTo>
                <a:lnTo>
                  <a:pt x="1213095" y="516660"/>
                </a:lnTo>
                <a:moveTo>
                  <a:pt x="1801485" y="1568530"/>
                </a:moveTo>
                <a:lnTo>
                  <a:pt x="1806185" y="1584170"/>
                </a:lnTo>
                <a:lnTo>
                  <a:pt x="1812828" y="1606490"/>
                </a:lnTo>
                <a:lnTo>
                  <a:pt x="1816759" y="1622899"/>
                </a:lnTo>
                <a:lnTo>
                  <a:pt x="1819166" y="1638881"/>
                </a:lnTo>
                <a:lnTo>
                  <a:pt x="1825908" y="1714451"/>
                </a:lnTo>
                <a:lnTo>
                  <a:pt x="1828056" y="1737952"/>
                </a:lnTo>
                <a:lnTo>
                  <a:pt x="1829618" y="1755435"/>
                </a:lnTo>
                <a:lnTo>
                  <a:pt x="1834699" y="1812081"/>
                </a:lnTo>
                <a:moveTo>
                  <a:pt x="1831698" y="1832924"/>
                </a:moveTo>
                <a:lnTo>
                  <a:pt x="1833053" y="1839864"/>
                </a:lnTo>
                <a:lnTo>
                  <a:pt x="1836375" y="1851801"/>
                </a:lnTo>
                <a:lnTo>
                  <a:pt x="1839871" y="1862283"/>
                </a:lnTo>
                <a:lnTo>
                  <a:pt x="1843901" y="1871211"/>
                </a:lnTo>
                <a:moveTo>
                  <a:pt x="1088428" y="1831080"/>
                </a:moveTo>
                <a:lnTo>
                  <a:pt x="1101790" y="1829389"/>
                </a:lnTo>
                <a:lnTo>
                  <a:pt x="1104517" y="1829039"/>
                </a:lnTo>
                <a:moveTo>
                  <a:pt x="1115342" y="1827690"/>
                </a:moveTo>
                <a:lnTo>
                  <a:pt x="1219875" y="1814801"/>
                </a:lnTo>
                <a:lnTo>
                  <a:pt x="1239399" y="1811929"/>
                </a:lnTo>
                <a:lnTo>
                  <a:pt x="1379911" y="1791993"/>
                </a:lnTo>
                <a:moveTo>
                  <a:pt x="434928" y="303999"/>
                </a:moveTo>
                <a:lnTo>
                  <a:pt x="446713" y="380483"/>
                </a:lnTo>
                <a:moveTo>
                  <a:pt x="448552" y="391590"/>
                </a:moveTo>
                <a:lnTo>
                  <a:pt x="466382" y="491590"/>
                </a:lnTo>
                <a:lnTo>
                  <a:pt x="468565" y="503778"/>
                </a:lnTo>
                <a:moveTo>
                  <a:pt x="486684" y="614718"/>
                </a:moveTo>
                <a:lnTo>
                  <a:pt x="488611" y="627592"/>
                </a:lnTo>
                <a:lnTo>
                  <a:pt x="500244" y="729885"/>
                </a:lnTo>
                <a:moveTo>
                  <a:pt x="501581" y="740733"/>
                </a:moveTo>
                <a:lnTo>
                  <a:pt x="505915" y="772994"/>
                </a:lnTo>
                <a:moveTo>
                  <a:pt x="507370" y="783865"/>
                </a:moveTo>
                <a:lnTo>
                  <a:pt x="535183" y="991925"/>
                </a:lnTo>
                <a:moveTo>
                  <a:pt x="537107" y="1005115"/>
                </a:moveTo>
                <a:lnTo>
                  <a:pt x="549691" y="1090675"/>
                </a:lnTo>
                <a:lnTo>
                  <a:pt x="550948" y="1099901"/>
                </a:lnTo>
                <a:lnTo>
                  <a:pt x="552083" y="1110284"/>
                </a:lnTo>
                <a:lnTo>
                  <a:pt x="552929" y="1120469"/>
                </a:lnTo>
                <a:lnTo>
                  <a:pt x="560920" y="1208760"/>
                </a:lnTo>
                <a:lnTo>
                  <a:pt x="576251" y="1363323"/>
                </a:lnTo>
                <a:moveTo>
                  <a:pt x="577478" y="1374743"/>
                </a:moveTo>
                <a:lnTo>
                  <a:pt x="584505" y="1435149"/>
                </a:lnTo>
                <a:moveTo>
                  <a:pt x="1195597" y="471867"/>
                </a:moveTo>
                <a:lnTo>
                  <a:pt x="1110627" y="484924"/>
                </a:lnTo>
                <a:lnTo>
                  <a:pt x="1040733" y="498012"/>
                </a:lnTo>
                <a:lnTo>
                  <a:pt x="1030631" y="498674"/>
                </a:lnTo>
                <a:lnTo>
                  <a:pt x="1019844" y="498903"/>
                </a:lnTo>
                <a:lnTo>
                  <a:pt x="1005774" y="498301"/>
                </a:lnTo>
                <a:moveTo>
                  <a:pt x="995475" y="496922"/>
                </a:moveTo>
                <a:lnTo>
                  <a:pt x="987613" y="495231"/>
                </a:lnTo>
                <a:lnTo>
                  <a:pt x="973002" y="491894"/>
                </a:lnTo>
                <a:lnTo>
                  <a:pt x="959678" y="488253"/>
                </a:lnTo>
                <a:lnTo>
                  <a:pt x="946659" y="483774"/>
                </a:lnTo>
                <a:lnTo>
                  <a:pt x="933084" y="477062"/>
                </a:lnTo>
                <a:lnTo>
                  <a:pt x="918351" y="468309"/>
                </a:lnTo>
                <a:lnTo>
                  <a:pt x="895056" y="456509"/>
                </a:lnTo>
                <a:moveTo>
                  <a:pt x="884482" y="452472"/>
                </a:moveTo>
                <a:lnTo>
                  <a:pt x="881496" y="451558"/>
                </a:lnTo>
                <a:lnTo>
                  <a:pt x="871326" y="449059"/>
                </a:lnTo>
                <a:lnTo>
                  <a:pt x="862345" y="447033"/>
                </a:lnTo>
                <a:lnTo>
                  <a:pt x="852175" y="445631"/>
                </a:lnTo>
                <a:lnTo>
                  <a:pt x="842005" y="445494"/>
                </a:lnTo>
                <a:lnTo>
                  <a:pt x="831873" y="445585"/>
                </a:lnTo>
                <a:lnTo>
                  <a:pt x="812013" y="447086"/>
                </a:lnTo>
                <a:lnTo>
                  <a:pt x="806604" y="448038"/>
                </a:lnTo>
                <a:moveTo>
                  <a:pt x="795802" y="449935"/>
                </a:moveTo>
                <a:lnTo>
                  <a:pt x="765247" y="455283"/>
                </a:lnTo>
                <a:lnTo>
                  <a:pt x="743186" y="459138"/>
                </a:lnTo>
                <a:lnTo>
                  <a:pt x="715426" y="464196"/>
                </a:lnTo>
                <a:moveTo>
                  <a:pt x="704654" y="466108"/>
                </a:moveTo>
                <a:lnTo>
                  <a:pt x="678441" y="470641"/>
                </a:lnTo>
                <a:lnTo>
                  <a:pt x="643871" y="476918"/>
                </a:lnTo>
                <a:lnTo>
                  <a:pt x="635202" y="478434"/>
                </a:lnTo>
                <a:moveTo>
                  <a:pt x="624400" y="480338"/>
                </a:moveTo>
                <a:lnTo>
                  <a:pt x="611130" y="482692"/>
                </a:lnTo>
                <a:moveTo>
                  <a:pt x="600297" y="484635"/>
                </a:moveTo>
                <a:lnTo>
                  <a:pt x="592534" y="486036"/>
                </a:lnTo>
                <a:lnTo>
                  <a:pt x="533023" y="496442"/>
                </a:lnTo>
                <a:lnTo>
                  <a:pt x="480399" y="505995"/>
                </a:lnTo>
                <a:moveTo>
                  <a:pt x="1200746" y="477893"/>
                </a:moveTo>
                <a:lnTo>
                  <a:pt x="1201973" y="487796"/>
                </a:lnTo>
                <a:lnTo>
                  <a:pt x="1202392" y="491049"/>
                </a:lnTo>
                <a:lnTo>
                  <a:pt x="1206437" y="516477"/>
                </a:lnTo>
                <a:lnTo>
                  <a:pt x="1213529" y="559419"/>
                </a:lnTo>
                <a:lnTo>
                  <a:pt x="1217224" y="584071"/>
                </a:lnTo>
                <a:moveTo>
                  <a:pt x="1255077" y="865940"/>
                </a:moveTo>
                <a:lnTo>
                  <a:pt x="1256204" y="874465"/>
                </a:lnTo>
                <a:lnTo>
                  <a:pt x="1272491" y="1055100"/>
                </a:lnTo>
                <a:moveTo>
                  <a:pt x="1273886" y="1070869"/>
                </a:moveTo>
                <a:lnTo>
                  <a:pt x="1286135" y="1212981"/>
                </a:lnTo>
                <a:moveTo>
                  <a:pt x="1287087" y="1223920"/>
                </a:moveTo>
                <a:lnTo>
                  <a:pt x="1294301" y="1305820"/>
                </a:lnTo>
                <a:lnTo>
                  <a:pt x="1300297" y="1373969"/>
                </a:lnTo>
                <a:moveTo>
                  <a:pt x="1526582" y="1020366"/>
                </a:moveTo>
                <a:lnTo>
                  <a:pt x="1491536" y="1028803"/>
                </a:lnTo>
                <a:lnTo>
                  <a:pt x="1463818" y="1034947"/>
                </a:lnTo>
                <a:lnTo>
                  <a:pt x="1449767" y="1037682"/>
                </a:lnTo>
                <a:lnTo>
                  <a:pt x="1435598" y="1040176"/>
                </a:lnTo>
                <a:lnTo>
                  <a:pt x="1410737" y="1043936"/>
                </a:lnTo>
                <a:lnTo>
                  <a:pt x="1397996" y="1045787"/>
                </a:lnTo>
                <a:moveTo>
                  <a:pt x="1206025" y="466428"/>
                </a:moveTo>
                <a:lnTo>
                  <a:pt x="1201455" y="416736"/>
                </a:lnTo>
                <a:lnTo>
                  <a:pt x="1199207" y="392252"/>
                </a:lnTo>
                <a:lnTo>
                  <a:pt x="1198385" y="382265"/>
                </a:lnTo>
                <a:lnTo>
                  <a:pt x="1198179" y="377596"/>
                </a:lnTo>
                <a:lnTo>
                  <a:pt x="1198072" y="372682"/>
                </a:lnTo>
                <a:lnTo>
                  <a:pt x="1198149" y="365270"/>
                </a:lnTo>
                <a:lnTo>
                  <a:pt x="1198278" y="354948"/>
                </a:lnTo>
                <a:lnTo>
                  <a:pt x="1198484" y="350743"/>
                </a:lnTo>
                <a:lnTo>
                  <a:pt x="1201348" y="293014"/>
                </a:lnTo>
                <a:lnTo>
                  <a:pt x="1201645" y="289099"/>
                </a:lnTo>
                <a:lnTo>
                  <a:pt x="1201889" y="286463"/>
                </a:lnTo>
                <a:lnTo>
                  <a:pt x="1202133" y="284162"/>
                </a:lnTo>
                <a:lnTo>
                  <a:pt x="1202544" y="281306"/>
                </a:lnTo>
                <a:lnTo>
                  <a:pt x="1203192" y="277900"/>
                </a:lnTo>
                <a:lnTo>
                  <a:pt x="1204037" y="274541"/>
                </a:lnTo>
                <a:lnTo>
                  <a:pt x="1204860" y="271920"/>
                </a:lnTo>
                <a:lnTo>
                  <a:pt x="1205820" y="269048"/>
                </a:lnTo>
                <a:lnTo>
                  <a:pt x="1207229" y="265125"/>
                </a:lnTo>
                <a:lnTo>
                  <a:pt x="1208615" y="261537"/>
                </a:lnTo>
                <a:lnTo>
                  <a:pt x="1209903" y="258551"/>
                </a:lnTo>
                <a:lnTo>
                  <a:pt x="1211533" y="254818"/>
                </a:lnTo>
                <a:lnTo>
                  <a:pt x="1213232" y="251322"/>
                </a:lnTo>
                <a:lnTo>
                  <a:pt x="1216073" y="245806"/>
                </a:lnTo>
                <a:lnTo>
                  <a:pt x="1218717" y="241312"/>
                </a:lnTo>
                <a:lnTo>
                  <a:pt x="1220956" y="237686"/>
                </a:lnTo>
                <a:lnTo>
                  <a:pt x="1222571" y="235400"/>
                </a:lnTo>
                <a:lnTo>
                  <a:pt x="1226053" y="231249"/>
                </a:lnTo>
                <a:lnTo>
                  <a:pt x="1230410" y="226312"/>
                </a:lnTo>
                <a:lnTo>
                  <a:pt x="1233122" y="223433"/>
                </a:lnTo>
                <a:lnTo>
                  <a:pt x="1234615" y="221932"/>
                </a:lnTo>
                <a:lnTo>
                  <a:pt x="1236619" y="219936"/>
                </a:lnTo>
                <a:lnTo>
                  <a:pt x="1240976" y="215876"/>
                </a:lnTo>
                <a:lnTo>
                  <a:pt x="1245075" y="212341"/>
                </a:lnTo>
                <a:lnTo>
                  <a:pt x="1249219" y="209020"/>
                </a:lnTo>
                <a:lnTo>
                  <a:pt x="1251207" y="207549"/>
                </a:lnTo>
                <a:lnTo>
                  <a:pt x="1253736" y="205896"/>
                </a:lnTo>
                <a:lnTo>
                  <a:pt x="1269551" y="195818"/>
                </a:lnTo>
                <a:moveTo>
                  <a:pt x="1279050" y="189853"/>
                </a:moveTo>
                <a:lnTo>
                  <a:pt x="1281465" y="188367"/>
                </a:lnTo>
                <a:lnTo>
                  <a:pt x="1286996" y="184833"/>
                </a:lnTo>
                <a:moveTo>
                  <a:pt x="474202" y="502773"/>
                </a:moveTo>
                <a:lnTo>
                  <a:pt x="454182" y="390584"/>
                </a:lnTo>
                <a:moveTo>
                  <a:pt x="452434" y="379664"/>
                </a:moveTo>
                <a:lnTo>
                  <a:pt x="441456" y="302659"/>
                </a:lnTo>
                <a:moveTo>
                  <a:pt x="165499" y="1017186"/>
                </a:moveTo>
                <a:lnTo>
                  <a:pt x="504685" y="1004418"/>
                </a:lnTo>
                <a:lnTo>
                  <a:pt x="511945" y="1003953"/>
                </a:lnTo>
                <a:lnTo>
                  <a:pt x="518428" y="1003321"/>
                </a:lnTo>
                <a:lnTo>
                  <a:pt x="524979" y="1002468"/>
                </a:lnTo>
                <a:lnTo>
                  <a:pt x="530852" y="1001432"/>
                </a:lnTo>
                <a:moveTo>
                  <a:pt x="1134478" y="555412"/>
                </a:moveTo>
                <a:lnTo>
                  <a:pt x="1117239" y="556936"/>
                </a:lnTo>
                <a:lnTo>
                  <a:pt x="1106650" y="556913"/>
                </a:lnTo>
                <a:moveTo>
                  <a:pt x="1095871" y="556700"/>
                </a:moveTo>
                <a:lnTo>
                  <a:pt x="1076095" y="555961"/>
                </a:lnTo>
                <a:lnTo>
                  <a:pt x="1051908" y="556007"/>
                </a:lnTo>
                <a:lnTo>
                  <a:pt x="1033899" y="557180"/>
                </a:lnTo>
                <a:lnTo>
                  <a:pt x="1019197" y="559008"/>
                </a:lnTo>
                <a:lnTo>
                  <a:pt x="983774" y="565399"/>
                </a:lnTo>
                <a:lnTo>
                  <a:pt x="971174" y="568218"/>
                </a:lnTo>
                <a:lnTo>
                  <a:pt x="961392" y="569734"/>
                </a:lnTo>
                <a:lnTo>
                  <a:pt x="952144" y="570610"/>
                </a:lnTo>
                <a:moveTo>
                  <a:pt x="1218770" y="594949"/>
                </a:moveTo>
                <a:lnTo>
                  <a:pt x="1232741" y="698324"/>
                </a:lnTo>
                <a:lnTo>
                  <a:pt x="1236840" y="728719"/>
                </a:lnTo>
                <a:lnTo>
                  <a:pt x="1253249" y="850209"/>
                </a:lnTo>
                <a:lnTo>
                  <a:pt x="1253698" y="854384"/>
                </a:lnTo>
                <a:moveTo>
                  <a:pt x="2135651" y="1721345"/>
                </a:moveTo>
                <a:lnTo>
                  <a:pt x="2136436" y="1721292"/>
                </a:lnTo>
                <a:lnTo>
                  <a:pt x="2145890" y="1720415"/>
                </a:lnTo>
                <a:lnTo>
                  <a:pt x="2149843" y="1720050"/>
                </a:lnTo>
                <a:moveTo>
                  <a:pt x="2149554" y="1713902"/>
                </a:moveTo>
                <a:lnTo>
                  <a:pt x="2145318" y="1714093"/>
                </a:lnTo>
                <a:lnTo>
                  <a:pt x="2135590" y="1714534"/>
                </a:lnTo>
                <a:lnTo>
                  <a:pt x="2135209" y="1714550"/>
                </a:lnTo>
                <a:moveTo>
                  <a:pt x="2128643" y="1710108"/>
                </a:moveTo>
                <a:lnTo>
                  <a:pt x="2127210" y="1701790"/>
                </a:lnTo>
                <a:lnTo>
                  <a:pt x="2118976" y="1654079"/>
                </a:lnTo>
                <a:lnTo>
                  <a:pt x="2105644" y="1568172"/>
                </a:lnTo>
                <a:lnTo>
                  <a:pt x="2101051" y="1521642"/>
                </a:lnTo>
                <a:moveTo>
                  <a:pt x="2099969" y="1510718"/>
                </a:moveTo>
                <a:lnTo>
                  <a:pt x="2096046" y="1470983"/>
                </a:lnTo>
                <a:lnTo>
                  <a:pt x="2083431" y="1343269"/>
                </a:lnTo>
                <a:moveTo>
                  <a:pt x="2082181" y="1332185"/>
                </a:moveTo>
                <a:lnTo>
                  <a:pt x="2081031" y="1322952"/>
                </a:lnTo>
                <a:moveTo>
                  <a:pt x="2122579" y="1715106"/>
                </a:moveTo>
                <a:lnTo>
                  <a:pt x="2119890" y="1715243"/>
                </a:lnTo>
                <a:lnTo>
                  <a:pt x="2086310" y="1716942"/>
                </a:lnTo>
                <a:lnTo>
                  <a:pt x="2067570" y="1717886"/>
                </a:lnTo>
                <a:lnTo>
                  <a:pt x="2042881" y="1719120"/>
                </a:lnTo>
                <a:lnTo>
                  <a:pt x="1904029" y="1726868"/>
                </a:lnTo>
                <a:lnTo>
                  <a:pt x="1845349" y="1731507"/>
                </a:lnTo>
                <a:moveTo>
                  <a:pt x="1488923" y="801904"/>
                </a:moveTo>
                <a:lnTo>
                  <a:pt x="1490950" y="819814"/>
                </a:lnTo>
                <a:moveTo>
                  <a:pt x="1536817" y="1011510"/>
                </a:moveTo>
                <a:lnTo>
                  <a:pt x="1535796" y="999025"/>
                </a:lnTo>
                <a:lnTo>
                  <a:pt x="1514748" y="911076"/>
                </a:lnTo>
                <a:lnTo>
                  <a:pt x="1498057" y="841357"/>
                </a:lnTo>
                <a:lnTo>
                  <a:pt x="1496526" y="833381"/>
                </a:lnTo>
                <a:moveTo>
                  <a:pt x="1491498" y="834090"/>
                </a:moveTo>
                <a:lnTo>
                  <a:pt x="1492557" y="841616"/>
                </a:lnTo>
                <a:lnTo>
                  <a:pt x="1509194" y="911678"/>
                </a:lnTo>
                <a:lnTo>
                  <a:pt x="1530448" y="1001165"/>
                </a:lnTo>
                <a:lnTo>
                  <a:pt x="1530928" y="1011990"/>
                </a:lnTo>
                <a:moveTo>
                  <a:pt x="2503404" y="511008"/>
                </a:moveTo>
                <a:lnTo>
                  <a:pt x="2476231" y="511008"/>
                </a:lnTo>
                <a:lnTo>
                  <a:pt x="2470069" y="511053"/>
                </a:lnTo>
                <a:lnTo>
                  <a:pt x="2460173" y="511526"/>
                </a:lnTo>
                <a:lnTo>
                  <a:pt x="2444899" y="513042"/>
                </a:lnTo>
                <a:lnTo>
                  <a:pt x="2403473" y="519319"/>
                </a:lnTo>
                <a:lnTo>
                  <a:pt x="2301911" y="536124"/>
                </a:lnTo>
                <a:moveTo>
                  <a:pt x="1677146" y="834425"/>
                </a:moveTo>
                <a:lnTo>
                  <a:pt x="1602803" y="828590"/>
                </a:lnTo>
                <a:lnTo>
                  <a:pt x="1601409" y="828498"/>
                </a:lnTo>
                <a:moveTo>
                  <a:pt x="2476559" y="1836855"/>
                </a:moveTo>
                <a:lnTo>
                  <a:pt x="2439643" y="1842225"/>
                </a:lnTo>
                <a:lnTo>
                  <a:pt x="2439765" y="1852677"/>
                </a:lnTo>
                <a:lnTo>
                  <a:pt x="2440123" y="1883705"/>
                </a:lnTo>
                <a:moveTo>
                  <a:pt x="1815708" y="944701"/>
                </a:moveTo>
                <a:lnTo>
                  <a:pt x="1804014" y="879904"/>
                </a:lnTo>
                <a:moveTo>
                  <a:pt x="1802513" y="868934"/>
                </a:moveTo>
                <a:lnTo>
                  <a:pt x="1802308" y="866809"/>
                </a:lnTo>
                <a:lnTo>
                  <a:pt x="1802917" y="855389"/>
                </a:lnTo>
                <a:lnTo>
                  <a:pt x="1803420" y="851893"/>
                </a:lnTo>
                <a:lnTo>
                  <a:pt x="1805393" y="840237"/>
                </a:lnTo>
                <a:lnTo>
                  <a:pt x="1803519" y="819182"/>
                </a:lnTo>
                <a:moveTo>
                  <a:pt x="1800396" y="809225"/>
                </a:moveTo>
                <a:lnTo>
                  <a:pt x="1793730" y="796861"/>
                </a:lnTo>
                <a:moveTo>
                  <a:pt x="2622327" y="2812134"/>
                </a:moveTo>
                <a:lnTo>
                  <a:pt x="2621345" y="2790195"/>
                </a:lnTo>
                <a:lnTo>
                  <a:pt x="2619966" y="2765414"/>
                </a:lnTo>
                <a:lnTo>
                  <a:pt x="2618305" y="2753622"/>
                </a:lnTo>
                <a:lnTo>
                  <a:pt x="2617368" y="2751831"/>
                </a:lnTo>
                <a:moveTo>
                  <a:pt x="871037" y="1858391"/>
                </a:moveTo>
                <a:lnTo>
                  <a:pt x="871334" y="1858314"/>
                </a:lnTo>
                <a:lnTo>
                  <a:pt x="887621" y="1856204"/>
                </a:lnTo>
                <a:lnTo>
                  <a:pt x="993905" y="1842911"/>
                </a:lnTo>
                <a:lnTo>
                  <a:pt x="1077550" y="1832444"/>
                </a:lnTo>
                <a:moveTo>
                  <a:pt x="377200" y="1903984"/>
                </a:moveTo>
                <a:lnTo>
                  <a:pt x="335751" y="1909438"/>
                </a:lnTo>
                <a:moveTo>
                  <a:pt x="324849" y="1910817"/>
                </a:moveTo>
                <a:lnTo>
                  <a:pt x="277040" y="1916576"/>
                </a:lnTo>
                <a:moveTo>
                  <a:pt x="278304" y="1929679"/>
                </a:moveTo>
                <a:lnTo>
                  <a:pt x="300731" y="1927134"/>
                </a:lnTo>
                <a:moveTo>
                  <a:pt x="306925" y="1927660"/>
                </a:moveTo>
                <a:lnTo>
                  <a:pt x="378426" y="1919555"/>
                </a:lnTo>
                <a:moveTo>
                  <a:pt x="1103123" y="1818328"/>
                </a:moveTo>
                <a:lnTo>
                  <a:pt x="1100967" y="1818610"/>
                </a:lnTo>
                <a:lnTo>
                  <a:pt x="992946" y="1832650"/>
                </a:lnTo>
                <a:lnTo>
                  <a:pt x="947977" y="1838485"/>
                </a:lnTo>
                <a:moveTo>
                  <a:pt x="936851" y="1838698"/>
                </a:moveTo>
                <a:lnTo>
                  <a:pt x="885808" y="1845299"/>
                </a:lnTo>
                <a:lnTo>
                  <a:pt x="871402" y="1847280"/>
                </a:lnTo>
                <a:moveTo>
                  <a:pt x="228064" y="2736855"/>
                </a:moveTo>
                <a:lnTo>
                  <a:pt x="249021" y="2714801"/>
                </a:lnTo>
                <a:lnTo>
                  <a:pt x="321490" y="2641136"/>
                </a:lnTo>
                <a:lnTo>
                  <a:pt x="334905" y="2628460"/>
                </a:lnTo>
                <a:lnTo>
                  <a:pt x="337602" y="2625519"/>
                </a:lnTo>
                <a:moveTo>
                  <a:pt x="821638" y="2549721"/>
                </a:moveTo>
                <a:lnTo>
                  <a:pt x="750941" y="2445745"/>
                </a:lnTo>
                <a:lnTo>
                  <a:pt x="749866" y="2444160"/>
                </a:lnTo>
                <a:lnTo>
                  <a:pt x="745829" y="2436790"/>
                </a:lnTo>
                <a:moveTo>
                  <a:pt x="737171" y="2418728"/>
                </a:moveTo>
                <a:lnTo>
                  <a:pt x="734463" y="2412234"/>
                </a:lnTo>
                <a:lnTo>
                  <a:pt x="699390" y="2326708"/>
                </a:lnTo>
                <a:lnTo>
                  <a:pt x="695524" y="2315997"/>
                </a:lnTo>
                <a:moveTo>
                  <a:pt x="692051" y="2305416"/>
                </a:moveTo>
                <a:lnTo>
                  <a:pt x="691818" y="2304631"/>
                </a:lnTo>
                <a:lnTo>
                  <a:pt x="690028" y="2298514"/>
                </a:lnTo>
                <a:lnTo>
                  <a:pt x="686592" y="2285243"/>
                </a:lnTo>
                <a:lnTo>
                  <a:pt x="683995" y="2274099"/>
                </a:lnTo>
                <a:lnTo>
                  <a:pt x="682044" y="2263433"/>
                </a:lnTo>
                <a:lnTo>
                  <a:pt x="678731" y="2241905"/>
                </a:lnTo>
                <a:lnTo>
                  <a:pt x="675767" y="2217993"/>
                </a:lnTo>
                <a:lnTo>
                  <a:pt x="670557" y="2163571"/>
                </a:lnTo>
                <a:lnTo>
                  <a:pt x="665308" y="2093578"/>
                </a:lnTo>
                <a:lnTo>
                  <a:pt x="665297" y="2093418"/>
                </a:lnTo>
                <a:moveTo>
                  <a:pt x="1031705" y="2858642"/>
                </a:moveTo>
                <a:lnTo>
                  <a:pt x="1017711" y="2838904"/>
                </a:lnTo>
                <a:lnTo>
                  <a:pt x="1015205" y="2834516"/>
                </a:lnTo>
                <a:lnTo>
                  <a:pt x="996953" y="2809125"/>
                </a:lnTo>
                <a:lnTo>
                  <a:pt x="990904" y="2801370"/>
                </a:lnTo>
                <a:lnTo>
                  <a:pt x="977481" y="2781389"/>
                </a:lnTo>
                <a:lnTo>
                  <a:pt x="939567" y="2725938"/>
                </a:lnTo>
                <a:lnTo>
                  <a:pt x="926891" y="2706528"/>
                </a:lnTo>
                <a:lnTo>
                  <a:pt x="828045" y="2559209"/>
                </a:lnTo>
                <a:moveTo>
                  <a:pt x="470446" y="514535"/>
                </a:moveTo>
                <a:lnTo>
                  <a:pt x="480909" y="575333"/>
                </a:lnTo>
                <a:lnTo>
                  <a:pt x="483492" y="597128"/>
                </a:lnTo>
                <a:lnTo>
                  <a:pt x="484585" y="602636"/>
                </a:lnTo>
                <a:moveTo>
                  <a:pt x="1391414" y="1790416"/>
                </a:moveTo>
                <a:lnTo>
                  <a:pt x="1469246" y="1779919"/>
                </a:lnTo>
                <a:moveTo>
                  <a:pt x="1481001" y="1778311"/>
                </a:moveTo>
                <a:lnTo>
                  <a:pt x="1588359" y="1763533"/>
                </a:lnTo>
                <a:moveTo>
                  <a:pt x="1808890" y="1561567"/>
                </a:moveTo>
                <a:lnTo>
                  <a:pt x="1804814" y="1553409"/>
                </a:lnTo>
                <a:lnTo>
                  <a:pt x="1802826" y="1550651"/>
                </a:lnTo>
                <a:lnTo>
                  <a:pt x="1797836" y="1543833"/>
                </a:lnTo>
                <a:lnTo>
                  <a:pt x="1793410" y="1538714"/>
                </a:lnTo>
                <a:lnTo>
                  <a:pt x="1788489" y="1534295"/>
                </a:lnTo>
                <a:lnTo>
                  <a:pt x="1772590" y="1521703"/>
                </a:lnTo>
                <a:lnTo>
                  <a:pt x="1757202" y="1510040"/>
                </a:lnTo>
                <a:moveTo>
                  <a:pt x="1839479" y="1727641"/>
                </a:moveTo>
                <a:lnTo>
                  <a:pt x="1831279" y="1637281"/>
                </a:lnTo>
                <a:lnTo>
                  <a:pt x="1828772" y="1620735"/>
                </a:lnTo>
                <a:lnTo>
                  <a:pt x="1825009" y="1603443"/>
                </a:lnTo>
                <a:lnTo>
                  <a:pt x="1821269" y="1587895"/>
                </a:lnTo>
                <a:lnTo>
                  <a:pt x="1818503" y="1579401"/>
                </a:lnTo>
                <a:lnTo>
                  <a:pt x="1815982" y="1573695"/>
                </a:lnTo>
                <a:lnTo>
                  <a:pt x="1815270" y="1571467"/>
                </a:lnTo>
                <a:moveTo>
                  <a:pt x="1811701" y="1564264"/>
                </a:moveTo>
                <a:lnTo>
                  <a:pt x="1810070" y="1561209"/>
                </a:lnTo>
                <a:moveTo>
                  <a:pt x="597589" y="1449912"/>
                </a:moveTo>
                <a:lnTo>
                  <a:pt x="602026" y="1449623"/>
                </a:lnTo>
                <a:lnTo>
                  <a:pt x="606742" y="1449318"/>
                </a:lnTo>
                <a:lnTo>
                  <a:pt x="621650" y="1448289"/>
                </a:lnTo>
                <a:lnTo>
                  <a:pt x="734368" y="1438108"/>
                </a:lnTo>
                <a:moveTo>
                  <a:pt x="221513" y="1484253"/>
                </a:moveTo>
                <a:lnTo>
                  <a:pt x="299589" y="1476666"/>
                </a:lnTo>
                <a:lnTo>
                  <a:pt x="369787" y="1469837"/>
                </a:lnTo>
                <a:moveTo>
                  <a:pt x="380780" y="1468850"/>
                </a:moveTo>
                <a:lnTo>
                  <a:pt x="458787" y="1462009"/>
                </a:lnTo>
                <a:lnTo>
                  <a:pt x="580506" y="1451337"/>
                </a:lnTo>
                <a:moveTo>
                  <a:pt x="579614" y="1441148"/>
                </a:moveTo>
                <a:lnTo>
                  <a:pt x="462352" y="1451428"/>
                </a:lnTo>
                <a:lnTo>
                  <a:pt x="376583" y="1458939"/>
                </a:lnTo>
                <a:moveTo>
                  <a:pt x="365658" y="1459949"/>
                </a:moveTo>
                <a:lnTo>
                  <a:pt x="300815" y="1466207"/>
                </a:lnTo>
                <a:lnTo>
                  <a:pt x="221162" y="1473885"/>
                </a:lnTo>
                <a:moveTo>
                  <a:pt x="1826784" y="1740862"/>
                </a:moveTo>
                <a:lnTo>
                  <a:pt x="1834897" y="1739536"/>
                </a:lnTo>
                <a:moveTo>
                  <a:pt x="869113" y="1427717"/>
                </a:moveTo>
                <a:lnTo>
                  <a:pt x="1050876" y="1411285"/>
                </a:lnTo>
                <a:moveTo>
                  <a:pt x="1826746" y="1829427"/>
                </a:moveTo>
                <a:lnTo>
                  <a:pt x="1809979" y="1831713"/>
                </a:lnTo>
                <a:lnTo>
                  <a:pt x="1787620" y="1834280"/>
                </a:lnTo>
                <a:lnTo>
                  <a:pt x="1766968" y="1836238"/>
                </a:lnTo>
                <a:moveTo>
                  <a:pt x="1759838" y="1836916"/>
                </a:moveTo>
                <a:lnTo>
                  <a:pt x="1750681" y="1837784"/>
                </a:lnTo>
                <a:lnTo>
                  <a:pt x="1715967" y="1840435"/>
                </a:lnTo>
                <a:lnTo>
                  <a:pt x="1695185" y="1841761"/>
                </a:lnTo>
                <a:lnTo>
                  <a:pt x="1684558" y="1842347"/>
                </a:lnTo>
                <a:lnTo>
                  <a:pt x="1654186" y="1844252"/>
                </a:lnTo>
                <a:lnTo>
                  <a:pt x="1617825" y="1846507"/>
                </a:lnTo>
                <a:moveTo>
                  <a:pt x="345372" y="2617376"/>
                </a:moveTo>
                <a:lnTo>
                  <a:pt x="412013" y="2550628"/>
                </a:lnTo>
                <a:lnTo>
                  <a:pt x="419342" y="2543718"/>
                </a:lnTo>
                <a:lnTo>
                  <a:pt x="428514" y="2536032"/>
                </a:lnTo>
                <a:lnTo>
                  <a:pt x="434646" y="2531111"/>
                </a:lnTo>
                <a:moveTo>
                  <a:pt x="443102" y="2524597"/>
                </a:moveTo>
                <a:lnTo>
                  <a:pt x="448282" y="2520720"/>
                </a:lnTo>
                <a:lnTo>
                  <a:pt x="456624" y="2515288"/>
                </a:lnTo>
                <a:lnTo>
                  <a:pt x="467091" y="2508973"/>
                </a:lnTo>
                <a:lnTo>
                  <a:pt x="476704" y="2503724"/>
                </a:lnTo>
                <a:lnTo>
                  <a:pt x="487255" y="2498689"/>
                </a:lnTo>
                <a:lnTo>
                  <a:pt x="501143" y="2492625"/>
                </a:lnTo>
                <a:lnTo>
                  <a:pt x="510497" y="2488816"/>
                </a:lnTo>
                <a:moveTo>
                  <a:pt x="522465" y="2483956"/>
                </a:moveTo>
                <a:lnTo>
                  <a:pt x="525817" y="2482592"/>
                </a:lnTo>
                <a:lnTo>
                  <a:pt x="529717" y="2481084"/>
                </a:lnTo>
                <a:lnTo>
                  <a:pt x="533473" y="2479865"/>
                </a:lnTo>
                <a:lnTo>
                  <a:pt x="539537" y="2478265"/>
                </a:lnTo>
                <a:lnTo>
                  <a:pt x="723608" y="2431415"/>
                </a:lnTo>
                <a:lnTo>
                  <a:pt x="724552" y="2431233"/>
                </a:lnTo>
                <a:lnTo>
                  <a:pt x="727500" y="2431301"/>
                </a:lnTo>
                <a:moveTo>
                  <a:pt x="749585" y="2431804"/>
                </a:moveTo>
                <a:lnTo>
                  <a:pt x="761887" y="2432086"/>
                </a:lnTo>
                <a:lnTo>
                  <a:pt x="762931" y="2431850"/>
                </a:lnTo>
                <a:lnTo>
                  <a:pt x="868934" y="2407191"/>
                </a:lnTo>
                <a:moveTo>
                  <a:pt x="879721" y="2404570"/>
                </a:moveTo>
                <a:lnTo>
                  <a:pt x="923966" y="2393326"/>
                </a:lnTo>
                <a:lnTo>
                  <a:pt x="935994" y="2390690"/>
                </a:lnTo>
                <a:lnTo>
                  <a:pt x="978822" y="2380299"/>
                </a:lnTo>
                <a:lnTo>
                  <a:pt x="999878" y="2375188"/>
                </a:lnTo>
                <a:lnTo>
                  <a:pt x="1033069" y="2366031"/>
                </a:lnTo>
                <a:lnTo>
                  <a:pt x="1041837" y="2363365"/>
                </a:lnTo>
                <a:lnTo>
                  <a:pt x="1050095" y="2360546"/>
                </a:lnTo>
                <a:lnTo>
                  <a:pt x="1075341" y="2351024"/>
                </a:lnTo>
                <a:lnTo>
                  <a:pt x="1089479" y="2345326"/>
                </a:lnTo>
                <a:lnTo>
                  <a:pt x="1095825" y="2342530"/>
                </a:lnTo>
                <a:moveTo>
                  <a:pt x="309827" y="2645387"/>
                </a:moveTo>
                <a:lnTo>
                  <a:pt x="245418" y="2710748"/>
                </a:lnTo>
                <a:lnTo>
                  <a:pt x="223966" y="2732733"/>
                </a:lnTo>
                <a:moveTo>
                  <a:pt x="733499" y="1427870"/>
                </a:moveTo>
                <a:lnTo>
                  <a:pt x="619943" y="1437502"/>
                </a:lnTo>
                <a:lnTo>
                  <a:pt x="605607" y="1438836"/>
                </a:lnTo>
                <a:lnTo>
                  <a:pt x="596911" y="1439578"/>
                </a:lnTo>
                <a:moveTo>
                  <a:pt x="2418168" y="1288321"/>
                </a:moveTo>
                <a:lnTo>
                  <a:pt x="2418176" y="1288474"/>
                </a:lnTo>
                <a:moveTo>
                  <a:pt x="2419196" y="1299070"/>
                </a:moveTo>
                <a:lnTo>
                  <a:pt x="2426228" y="1357797"/>
                </a:lnTo>
                <a:moveTo>
                  <a:pt x="2427424" y="1368759"/>
                </a:moveTo>
                <a:lnTo>
                  <a:pt x="2434524" y="1440694"/>
                </a:lnTo>
                <a:moveTo>
                  <a:pt x="2435613" y="1451603"/>
                </a:moveTo>
                <a:lnTo>
                  <a:pt x="2439270" y="1487369"/>
                </a:lnTo>
                <a:moveTo>
                  <a:pt x="2440252" y="1498217"/>
                </a:moveTo>
                <a:lnTo>
                  <a:pt x="2443642" y="1540397"/>
                </a:lnTo>
                <a:moveTo>
                  <a:pt x="2444594" y="1551306"/>
                </a:moveTo>
                <a:lnTo>
                  <a:pt x="2457446" y="1688001"/>
                </a:lnTo>
                <a:moveTo>
                  <a:pt x="2416759" y="1278601"/>
                </a:moveTo>
                <a:lnTo>
                  <a:pt x="2418198" y="1288832"/>
                </a:lnTo>
                <a:moveTo>
                  <a:pt x="2003961" y="393715"/>
                </a:moveTo>
                <a:lnTo>
                  <a:pt x="2001736" y="393708"/>
                </a:lnTo>
                <a:lnTo>
                  <a:pt x="1993898" y="394804"/>
                </a:lnTo>
                <a:lnTo>
                  <a:pt x="1989593" y="396793"/>
                </a:lnTo>
                <a:lnTo>
                  <a:pt x="1984946" y="398286"/>
                </a:lnTo>
                <a:lnTo>
                  <a:pt x="1982463" y="399116"/>
                </a:lnTo>
                <a:moveTo>
                  <a:pt x="653119" y="1887384"/>
                </a:moveTo>
                <a:lnTo>
                  <a:pt x="659739" y="1886714"/>
                </a:lnTo>
                <a:lnTo>
                  <a:pt x="673688" y="1885175"/>
                </a:lnTo>
                <a:lnTo>
                  <a:pt x="749554" y="1876315"/>
                </a:lnTo>
                <a:moveTo>
                  <a:pt x="1489990" y="498088"/>
                </a:moveTo>
                <a:lnTo>
                  <a:pt x="1322389" y="529740"/>
                </a:lnTo>
                <a:lnTo>
                  <a:pt x="1316310" y="530662"/>
                </a:lnTo>
                <a:lnTo>
                  <a:pt x="1286638" y="535476"/>
                </a:lnTo>
                <a:moveTo>
                  <a:pt x="2679187" y="1760"/>
                </a:moveTo>
                <a:lnTo>
                  <a:pt x="2684223" y="23265"/>
                </a:lnTo>
                <a:lnTo>
                  <a:pt x="2689205" y="44869"/>
                </a:lnTo>
                <a:lnTo>
                  <a:pt x="2692099" y="59061"/>
                </a:lnTo>
                <a:lnTo>
                  <a:pt x="2694126" y="73436"/>
                </a:lnTo>
                <a:lnTo>
                  <a:pt x="2695284" y="83134"/>
                </a:lnTo>
                <a:lnTo>
                  <a:pt x="2697127" y="100937"/>
                </a:lnTo>
                <a:lnTo>
                  <a:pt x="2698087" y="110117"/>
                </a:lnTo>
                <a:lnTo>
                  <a:pt x="2705438" y="198842"/>
                </a:lnTo>
                <a:lnTo>
                  <a:pt x="2714062" y="303032"/>
                </a:lnTo>
                <a:lnTo>
                  <a:pt x="2716667" y="321955"/>
                </a:lnTo>
                <a:lnTo>
                  <a:pt x="2719562" y="350286"/>
                </a:lnTo>
                <a:lnTo>
                  <a:pt x="2722320" y="375714"/>
                </a:lnTo>
                <a:lnTo>
                  <a:pt x="2724788" y="403611"/>
                </a:lnTo>
                <a:moveTo>
                  <a:pt x="2725778" y="414558"/>
                </a:moveTo>
                <a:lnTo>
                  <a:pt x="2730806" y="469109"/>
                </a:lnTo>
                <a:moveTo>
                  <a:pt x="2731880" y="479995"/>
                </a:moveTo>
                <a:lnTo>
                  <a:pt x="2735826" y="517772"/>
                </a:lnTo>
                <a:lnTo>
                  <a:pt x="2739536" y="552982"/>
                </a:lnTo>
                <a:moveTo>
                  <a:pt x="2740724" y="563914"/>
                </a:moveTo>
                <a:lnTo>
                  <a:pt x="2749874" y="644968"/>
                </a:lnTo>
                <a:lnTo>
                  <a:pt x="2749942" y="646819"/>
                </a:lnTo>
                <a:moveTo>
                  <a:pt x="2751085" y="657690"/>
                </a:moveTo>
                <a:lnTo>
                  <a:pt x="2764332" y="734113"/>
                </a:lnTo>
                <a:lnTo>
                  <a:pt x="2769619" y="765818"/>
                </a:lnTo>
                <a:lnTo>
                  <a:pt x="2774997" y="798088"/>
                </a:lnTo>
                <a:lnTo>
                  <a:pt x="2779469" y="824895"/>
                </a:lnTo>
                <a:moveTo>
                  <a:pt x="548297" y="2266983"/>
                </a:moveTo>
                <a:lnTo>
                  <a:pt x="547962" y="2271394"/>
                </a:lnTo>
                <a:lnTo>
                  <a:pt x="542028" y="2356257"/>
                </a:lnTo>
                <a:lnTo>
                  <a:pt x="538859" y="2383331"/>
                </a:lnTo>
                <a:lnTo>
                  <a:pt x="536589" y="2398521"/>
                </a:lnTo>
                <a:lnTo>
                  <a:pt x="531858" y="2421131"/>
                </a:lnTo>
                <a:lnTo>
                  <a:pt x="525924" y="2442499"/>
                </a:lnTo>
                <a:lnTo>
                  <a:pt x="520111" y="2459754"/>
                </a:lnTo>
                <a:lnTo>
                  <a:pt x="514580" y="2474198"/>
                </a:lnTo>
                <a:moveTo>
                  <a:pt x="548122" y="998590"/>
                </a:moveTo>
                <a:lnTo>
                  <a:pt x="550522" y="997844"/>
                </a:lnTo>
                <a:lnTo>
                  <a:pt x="567906" y="993585"/>
                </a:lnTo>
                <a:lnTo>
                  <a:pt x="604403" y="984414"/>
                </a:lnTo>
                <a:lnTo>
                  <a:pt x="623173" y="979675"/>
                </a:lnTo>
                <a:lnTo>
                  <a:pt x="643216" y="974929"/>
                </a:lnTo>
                <a:lnTo>
                  <a:pt x="662741" y="970595"/>
                </a:lnTo>
                <a:lnTo>
                  <a:pt x="672880" y="968507"/>
                </a:lnTo>
                <a:moveTo>
                  <a:pt x="2787993" y="829885"/>
                </a:moveTo>
                <a:lnTo>
                  <a:pt x="2787712" y="828338"/>
                </a:lnTo>
                <a:lnTo>
                  <a:pt x="2777648" y="770282"/>
                </a:lnTo>
                <a:lnTo>
                  <a:pt x="2769154" y="721231"/>
                </a:lnTo>
                <a:lnTo>
                  <a:pt x="2758261" y="656448"/>
                </a:lnTo>
                <a:moveTo>
                  <a:pt x="2756440" y="645692"/>
                </a:moveTo>
                <a:lnTo>
                  <a:pt x="2756059" y="643452"/>
                </a:lnTo>
                <a:lnTo>
                  <a:pt x="2747931" y="563099"/>
                </a:lnTo>
                <a:moveTo>
                  <a:pt x="2746712" y="552121"/>
                </a:moveTo>
                <a:lnTo>
                  <a:pt x="2745326" y="540527"/>
                </a:lnTo>
                <a:moveTo>
                  <a:pt x="2744038" y="529618"/>
                </a:moveTo>
                <a:lnTo>
                  <a:pt x="2742606" y="517308"/>
                </a:lnTo>
                <a:lnTo>
                  <a:pt x="2738980" y="473650"/>
                </a:lnTo>
                <a:lnTo>
                  <a:pt x="2733983" y="412836"/>
                </a:lnTo>
                <a:moveTo>
                  <a:pt x="2732947" y="401988"/>
                </a:moveTo>
                <a:lnTo>
                  <a:pt x="2730158" y="376202"/>
                </a:lnTo>
                <a:lnTo>
                  <a:pt x="2720545" y="301874"/>
                </a:lnTo>
                <a:lnTo>
                  <a:pt x="2712454" y="198659"/>
                </a:lnTo>
                <a:lnTo>
                  <a:pt x="2704479" y="109461"/>
                </a:lnTo>
                <a:lnTo>
                  <a:pt x="2703511" y="100168"/>
                </a:lnTo>
                <a:lnTo>
                  <a:pt x="2702429" y="89883"/>
                </a:lnTo>
                <a:lnTo>
                  <a:pt x="2700205" y="71631"/>
                </a:lnTo>
                <a:lnTo>
                  <a:pt x="2698064" y="57744"/>
                </a:lnTo>
                <a:lnTo>
                  <a:pt x="2696884" y="50507"/>
                </a:lnTo>
                <a:lnTo>
                  <a:pt x="2693791" y="35088"/>
                </a:lnTo>
                <a:lnTo>
                  <a:pt x="2690964" y="21680"/>
                </a:lnTo>
                <a:lnTo>
                  <a:pt x="2689471" y="14474"/>
                </a:lnTo>
                <a:lnTo>
                  <a:pt x="2685777" y="0"/>
                </a:lnTo>
                <a:moveTo>
                  <a:pt x="2039925" y="921132"/>
                </a:moveTo>
                <a:lnTo>
                  <a:pt x="2046011" y="920119"/>
                </a:lnTo>
                <a:lnTo>
                  <a:pt x="2055084" y="918862"/>
                </a:lnTo>
                <a:lnTo>
                  <a:pt x="2058421" y="918321"/>
                </a:lnTo>
                <a:moveTo>
                  <a:pt x="2411898" y="1273615"/>
                </a:moveTo>
                <a:lnTo>
                  <a:pt x="2342073" y="1282936"/>
                </a:lnTo>
                <a:lnTo>
                  <a:pt x="2309278" y="1287042"/>
                </a:lnTo>
                <a:moveTo>
                  <a:pt x="2298422" y="1288447"/>
                </a:moveTo>
                <a:lnTo>
                  <a:pt x="2249356" y="1295025"/>
                </a:lnTo>
                <a:lnTo>
                  <a:pt x="2172346" y="1305340"/>
                </a:lnTo>
                <a:lnTo>
                  <a:pt x="2153408" y="1307861"/>
                </a:lnTo>
                <a:lnTo>
                  <a:pt x="2113795" y="1313068"/>
                </a:lnTo>
                <a:moveTo>
                  <a:pt x="2105355" y="1314203"/>
                </a:moveTo>
                <a:lnTo>
                  <a:pt x="2097554" y="1315273"/>
                </a:lnTo>
                <a:lnTo>
                  <a:pt x="2091597" y="1315967"/>
                </a:lnTo>
                <a:lnTo>
                  <a:pt x="2084550" y="1316908"/>
                </a:lnTo>
                <a:moveTo>
                  <a:pt x="2042804" y="1335967"/>
                </a:moveTo>
                <a:lnTo>
                  <a:pt x="2075858" y="1337815"/>
                </a:lnTo>
                <a:moveTo>
                  <a:pt x="2087049" y="1337400"/>
                </a:moveTo>
                <a:lnTo>
                  <a:pt x="2091780" y="1336741"/>
                </a:lnTo>
                <a:lnTo>
                  <a:pt x="2100997" y="1335682"/>
                </a:lnTo>
                <a:lnTo>
                  <a:pt x="2109712" y="1334372"/>
                </a:lnTo>
                <a:lnTo>
                  <a:pt x="2173840" y="1326129"/>
                </a:lnTo>
                <a:lnTo>
                  <a:pt x="2199177" y="1322693"/>
                </a:lnTo>
                <a:lnTo>
                  <a:pt x="2257568" y="1314763"/>
                </a:lnTo>
                <a:lnTo>
                  <a:pt x="2362992" y="1300883"/>
                </a:lnTo>
                <a:lnTo>
                  <a:pt x="2414287" y="1294172"/>
                </a:lnTo>
                <a:moveTo>
                  <a:pt x="980688" y="2242180"/>
                </a:moveTo>
                <a:lnTo>
                  <a:pt x="975889" y="2154810"/>
                </a:lnTo>
                <a:lnTo>
                  <a:pt x="975424" y="2135682"/>
                </a:lnTo>
                <a:lnTo>
                  <a:pt x="974663" y="2120118"/>
                </a:lnTo>
                <a:lnTo>
                  <a:pt x="974868" y="2119166"/>
                </a:lnTo>
                <a:lnTo>
                  <a:pt x="975638" y="2118458"/>
                </a:lnTo>
                <a:lnTo>
                  <a:pt x="1021878" y="2112165"/>
                </a:lnTo>
                <a:lnTo>
                  <a:pt x="1016073" y="2061666"/>
                </a:lnTo>
                <a:moveTo>
                  <a:pt x="1121932" y="2044777"/>
                </a:moveTo>
                <a:lnTo>
                  <a:pt x="1135156" y="2119189"/>
                </a:lnTo>
                <a:lnTo>
                  <a:pt x="1137891" y="2134402"/>
                </a:lnTo>
                <a:lnTo>
                  <a:pt x="1138401" y="2137266"/>
                </a:lnTo>
                <a:moveTo>
                  <a:pt x="2459632" y="1702323"/>
                </a:moveTo>
                <a:lnTo>
                  <a:pt x="2460325" y="1706421"/>
                </a:lnTo>
                <a:lnTo>
                  <a:pt x="2461735" y="1714413"/>
                </a:lnTo>
                <a:lnTo>
                  <a:pt x="2462794" y="1719776"/>
                </a:lnTo>
                <a:moveTo>
                  <a:pt x="1120918" y="2456478"/>
                </a:moveTo>
                <a:lnTo>
                  <a:pt x="1050133" y="2502376"/>
                </a:lnTo>
                <a:lnTo>
                  <a:pt x="1035149" y="2512043"/>
                </a:lnTo>
                <a:lnTo>
                  <a:pt x="1018412" y="2518168"/>
                </a:lnTo>
                <a:lnTo>
                  <a:pt x="997333" y="2521566"/>
                </a:lnTo>
                <a:lnTo>
                  <a:pt x="895368" y="2538995"/>
                </a:lnTo>
                <a:lnTo>
                  <a:pt x="838988" y="2546689"/>
                </a:lnTo>
                <a:lnTo>
                  <a:pt x="829702" y="2550750"/>
                </a:lnTo>
                <a:moveTo>
                  <a:pt x="814740" y="2559640"/>
                </a:moveTo>
                <a:lnTo>
                  <a:pt x="747375" y="2607267"/>
                </a:lnTo>
                <a:lnTo>
                  <a:pt x="638615" y="2685076"/>
                </a:lnTo>
                <a:lnTo>
                  <a:pt x="625855" y="2694469"/>
                </a:lnTo>
                <a:moveTo>
                  <a:pt x="616561" y="2701317"/>
                </a:moveTo>
                <a:lnTo>
                  <a:pt x="610467" y="2705804"/>
                </a:lnTo>
                <a:lnTo>
                  <a:pt x="540969" y="2767075"/>
                </a:lnTo>
                <a:lnTo>
                  <a:pt x="479416" y="2821901"/>
                </a:lnTo>
                <a:lnTo>
                  <a:pt x="453340" y="2845478"/>
                </a:lnTo>
                <a:moveTo>
                  <a:pt x="444481" y="2853462"/>
                </a:moveTo>
                <a:lnTo>
                  <a:pt x="441289" y="2856326"/>
                </a:lnTo>
                <a:moveTo>
                  <a:pt x="727919" y="1342850"/>
                </a:moveTo>
                <a:lnTo>
                  <a:pt x="619654" y="1362413"/>
                </a:lnTo>
                <a:moveTo>
                  <a:pt x="608821" y="1364036"/>
                </a:moveTo>
                <a:lnTo>
                  <a:pt x="608273" y="1364119"/>
                </a:lnTo>
                <a:lnTo>
                  <a:pt x="602049" y="1364569"/>
                </a:lnTo>
                <a:lnTo>
                  <a:pt x="587887" y="1366367"/>
                </a:lnTo>
                <a:moveTo>
                  <a:pt x="575615" y="1241959"/>
                </a:moveTo>
                <a:lnTo>
                  <a:pt x="583949" y="1240809"/>
                </a:lnTo>
                <a:lnTo>
                  <a:pt x="589175" y="1240420"/>
                </a:lnTo>
                <a:moveTo>
                  <a:pt x="554833" y="1048099"/>
                </a:moveTo>
                <a:lnTo>
                  <a:pt x="561080" y="1047360"/>
                </a:lnTo>
                <a:lnTo>
                  <a:pt x="572385" y="1046012"/>
                </a:lnTo>
                <a:lnTo>
                  <a:pt x="575706" y="1045897"/>
                </a:lnTo>
                <a:lnTo>
                  <a:pt x="626350" y="1039628"/>
                </a:lnTo>
                <a:lnTo>
                  <a:pt x="685419" y="1026396"/>
                </a:lnTo>
                <a:moveTo>
                  <a:pt x="726000" y="1236474"/>
                </a:moveTo>
                <a:lnTo>
                  <a:pt x="732300" y="1337647"/>
                </a:lnTo>
                <a:moveTo>
                  <a:pt x="732955" y="1348884"/>
                </a:moveTo>
                <a:lnTo>
                  <a:pt x="735453" y="1394317"/>
                </a:lnTo>
                <a:lnTo>
                  <a:pt x="737404" y="1421977"/>
                </a:lnTo>
                <a:moveTo>
                  <a:pt x="1379614" y="1048495"/>
                </a:moveTo>
                <a:lnTo>
                  <a:pt x="1379466" y="1048522"/>
                </a:lnTo>
                <a:moveTo>
                  <a:pt x="1371090" y="1049630"/>
                </a:moveTo>
                <a:lnTo>
                  <a:pt x="1284132" y="1059503"/>
                </a:lnTo>
                <a:moveTo>
                  <a:pt x="1392138" y="1047878"/>
                </a:moveTo>
                <a:lnTo>
                  <a:pt x="1383225" y="1049188"/>
                </a:lnTo>
                <a:moveTo>
                  <a:pt x="1715989" y="416432"/>
                </a:moveTo>
                <a:lnTo>
                  <a:pt x="1718519" y="434174"/>
                </a:lnTo>
                <a:moveTo>
                  <a:pt x="1606795" y="455717"/>
                </a:moveTo>
                <a:lnTo>
                  <a:pt x="1604266" y="436855"/>
                </a:lnTo>
                <a:lnTo>
                  <a:pt x="1603146" y="426198"/>
                </a:lnTo>
                <a:lnTo>
                  <a:pt x="1601736" y="413293"/>
                </a:lnTo>
                <a:lnTo>
                  <a:pt x="1601995" y="409499"/>
                </a:lnTo>
                <a:lnTo>
                  <a:pt x="1603359" y="405363"/>
                </a:lnTo>
                <a:lnTo>
                  <a:pt x="1611990" y="391666"/>
                </a:lnTo>
                <a:lnTo>
                  <a:pt x="1622061" y="369780"/>
                </a:lnTo>
                <a:lnTo>
                  <a:pt x="1628643" y="350179"/>
                </a:lnTo>
                <a:lnTo>
                  <a:pt x="1630456" y="343765"/>
                </a:lnTo>
                <a:lnTo>
                  <a:pt x="1632444" y="334600"/>
                </a:lnTo>
                <a:lnTo>
                  <a:pt x="1630677" y="303093"/>
                </a:lnTo>
                <a:lnTo>
                  <a:pt x="1626159" y="286379"/>
                </a:lnTo>
                <a:lnTo>
                  <a:pt x="1621391" y="256563"/>
                </a:lnTo>
                <a:lnTo>
                  <a:pt x="1637221" y="254011"/>
                </a:lnTo>
                <a:lnTo>
                  <a:pt x="1631507" y="187796"/>
                </a:lnTo>
                <a:lnTo>
                  <a:pt x="1627127" y="188002"/>
                </a:lnTo>
                <a:lnTo>
                  <a:pt x="1621962" y="157888"/>
                </a:lnTo>
                <a:lnTo>
                  <a:pt x="1612196" y="92512"/>
                </a:lnTo>
                <a:lnTo>
                  <a:pt x="1607602" y="66756"/>
                </a:lnTo>
                <a:lnTo>
                  <a:pt x="1595962" y="68386"/>
                </a:lnTo>
                <a:moveTo>
                  <a:pt x="1492770" y="1995253"/>
                </a:moveTo>
                <a:lnTo>
                  <a:pt x="1488481" y="1993745"/>
                </a:lnTo>
                <a:lnTo>
                  <a:pt x="1476940" y="1992701"/>
                </a:lnTo>
                <a:lnTo>
                  <a:pt x="1397349" y="2001462"/>
                </a:lnTo>
                <a:moveTo>
                  <a:pt x="1386425" y="2002612"/>
                </a:moveTo>
                <a:lnTo>
                  <a:pt x="1267799" y="2014550"/>
                </a:lnTo>
                <a:lnTo>
                  <a:pt x="1245905" y="2017231"/>
                </a:lnTo>
                <a:lnTo>
                  <a:pt x="1203831" y="2024438"/>
                </a:lnTo>
                <a:moveTo>
                  <a:pt x="1931423" y="392176"/>
                </a:moveTo>
                <a:lnTo>
                  <a:pt x="1932543" y="406894"/>
                </a:lnTo>
                <a:moveTo>
                  <a:pt x="1435057" y="2394194"/>
                </a:moveTo>
                <a:lnTo>
                  <a:pt x="1516660" y="2317962"/>
                </a:lnTo>
                <a:lnTo>
                  <a:pt x="1562405" y="2279302"/>
                </a:lnTo>
                <a:lnTo>
                  <a:pt x="1601500" y="2251146"/>
                </a:lnTo>
                <a:lnTo>
                  <a:pt x="1651976" y="2218198"/>
                </a:lnTo>
                <a:lnTo>
                  <a:pt x="1751451" y="2161704"/>
                </a:lnTo>
                <a:lnTo>
                  <a:pt x="1774990" y="2148906"/>
                </a:lnTo>
                <a:lnTo>
                  <a:pt x="1778829" y="2146781"/>
                </a:lnTo>
                <a:moveTo>
                  <a:pt x="2005271" y="377466"/>
                </a:moveTo>
                <a:lnTo>
                  <a:pt x="2007617" y="389289"/>
                </a:lnTo>
                <a:moveTo>
                  <a:pt x="1486943" y="2848677"/>
                </a:moveTo>
                <a:lnTo>
                  <a:pt x="1462131" y="2702414"/>
                </a:lnTo>
                <a:moveTo>
                  <a:pt x="1922274" y="2803785"/>
                </a:moveTo>
                <a:lnTo>
                  <a:pt x="1920842" y="2814184"/>
                </a:lnTo>
                <a:lnTo>
                  <a:pt x="1919105" y="2826974"/>
                </a:lnTo>
                <a:lnTo>
                  <a:pt x="1917726" y="2845615"/>
                </a:lnTo>
                <a:lnTo>
                  <a:pt x="1914306" y="2855671"/>
                </a:lnTo>
                <a:lnTo>
                  <a:pt x="1909149" y="2862573"/>
                </a:lnTo>
                <a:lnTo>
                  <a:pt x="1895924" y="2870868"/>
                </a:lnTo>
                <a:lnTo>
                  <a:pt x="1884893" y="2877519"/>
                </a:lnTo>
                <a:lnTo>
                  <a:pt x="1877511" y="2886896"/>
                </a:lnTo>
                <a:lnTo>
                  <a:pt x="1873771" y="2893196"/>
                </a:lnTo>
                <a:lnTo>
                  <a:pt x="1869711" y="2905400"/>
                </a:lnTo>
                <a:lnTo>
                  <a:pt x="1869040" y="2917871"/>
                </a:lnTo>
                <a:lnTo>
                  <a:pt x="1870503" y="2928140"/>
                </a:lnTo>
                <a:lnTo>
                  <a:pt x="1874434" y="2945128"/>
                </a:lnTo>
                <a:moveTo>
                  <a:pt x="1864904" y="1860539"/>
                </a:moveTo>
                <a:lnTo>
                  <a:pt x="1868393" y="1859747"/>
                </a:lnTo>
                <a:lnTo>
                  <a:pt x="1973855" y="1845768"/>
                </a:lnTo>
                <a:lnTo>
                  <a:pt x="1956189" y="1758276"/>
                </a:lnTo>
                <a:lnTo>
                  <a:pt x="1931149" y="1665948"/>
                </a:lnTo>
                <a:lnTo>
                  <a:pt x="1919235" y="1604852"/>
                </a:lnTo>
                <a:lnTo>
                  <a:pt x="1907122" y="1565993"/>
                </a:lnTo>
                <a:lnTo>
                  <a:pt x="1904273" y="1556273"/>
                </a:lnTo>
                <a:lnTo>
                  <a:pt x="1888778" y="1499847"/>
                </a:lnTo>
                <a:lnTo>
                  <a:pt x="1861476" y="1447307"/>
                </a:lnTo>
                <a:lnTo>
                  <a:pt x="1837929" y="1387697"/>
                </a:lnTo>
                <a:lnTo>
                  <a:pt x="1830928" y="1352357"/>
                </a:lnTo>
                <a:lnTo>
                  <a:pt x="1821162" y="1316782"/>
                </a:lnTo>
                <a:lnTo>
                  <a:pt x="1804837" y="1277603"/>
                </a:lnTo>
                <a:lnTo>
                  <a:pt x="1799619" y="1266717"/>
                </a:lnTo>
                <a:lnTo>
                  <a:pt x="1794964" y="1261065"/>
                </a:lnTo>
                <a:lnTo>
                  <a:pt x="1789563" y="1256844"/>
                </a:lnTo>
                <a:lnTo>
                  <a:pt x="1783865" y="1254818"/>
                </a:lnTo>
                <a:lnTo>
                  <a:pt x="1776376" y="1252944"/>
                </a:lnTo>
                <a:lnTo>
                  <a:pt x="1764211" y="1250087"/>
                </a:lnTo>
                <a:lnTo>
                  <a:pt x="1755633" y="1246690"/>
                </a:lnTo>
                <a:lnTo>
                  <a:pt x="1749638" y="1243863"/>
                </a:lnTo>
                <a:lnTo>
                  <a:pt x="1747916" y="1242827"/>
                </a:lnTo>
                <a:moveTo>
                  <a:pt x="1727492" y="1602087"/>
                </a:moveTo>
                <a:lnTo>
                  <a:pt x="1728673" y="1608501"/>
                </a:lnTo>
                <a:lnTo>
                  <a:pt x="1730022" y="1622091"/>
                </a:lnTo>
                <a:lnTo>
                  <a:pt x="1734600" y="1735255"/>
                </a:lnTo>
                <a:moveTo>
                  <a:pt x="691955" y="2083362"/>
                </a:moveTo>
                <a:lnTo>
                  <a:pt x="679058" y="2085122"/>
                </a:lnTo>
                <a:lnTo>
                  <a:pt x="670084" y="2086203"/>
                </a:lnTo>
                <a:moveTo>
                  <a:pt x="1109484" y="1813087"/>
                </a:moveTo>
                <a:lnTo>
                  <a:pt x="1104593" y="1704136"/>
                </a:lnTo>
                <a:lnTo>
                  <a:pt x="1103070" y="1669117"/>
                </a:lnTo>
                <a:lnTo>
                  <a:pt x="1102910" y="1660927"/>
                </a:lnTo>
                <a:lnTo>
                  <a:pt x="1099725" y="1588199"/>
                </a:lnTo>
                <a:lnTo>
                  <a:pt x="1097966" y="1565841"/>
                </a:lnTo>
                <a:moveTo>
                  <a:pt x="1650163" y="420576"/>
                </a:moveTo>
                <a:lnTo>
                  <a:pt x="1651222" y="430456"/>
                </a:lnTo>
                <a:lnTo>
                  <a:pt x="1652075" y="438165"/>
                </a:lnTo>
                <a:lnTo>
                  <a:pt x="1652296" y="440169"/>
                </a:lnTo>
                <a:moveTo>
                  <a:pt x="578312" y="1088466"/>
                </a:moveTo>
                <a:lnTo>
                  <a:pt x="581130" y="1113323"/>
                </a:lnTo>
                <a:lnTo>
                  <a:pt x="589853" y="1187628"/>
                </a:lnTo>
                <a:lnTo>
                  <a:pt x="589937" y="1188344"/>
                </a:lnTo>
                <a:lnTo>
                  <a:pt x="590843" y="1196000"/>
                </a:lnTo>
                <a:lnTo>
                  <a:pt x="593578" y="1233374"/>
                </a:lnTo>
                <a:moveTo>
                  <a:pt x="523486" y="822099"/>
                </a:moveTo>
                <a:lnTo>
                  <a:pt x="533199" y="821589"/>
                </a:lnTo>
                <a:lnTo>
                  <a:pt x="544290" y="821063"/>
                </a:lnTo>
                <a:lnTo>
                  <a:pt x="701043" y="815799"/>
                </a:lnTo>
                <a:lnTo>
                  <a:pt x="697905" y="771471"/>
                </a:lnTo>
                <a:lnTo>
                  <a:pt x="660349" y="772781"/>
                </a:lnTo>
                <a:lnTo>
                  <a:pt x="659168" y="737868"/>
                </a:lnTo>
                <a:lnTo>
                  <a:pt x="556418" y="744062"/>
                </a:lnTo>
                <a:lnTo>
                  <a:pt x="549067" y="746804"/>
                </a:lnTo>
                <a:lnTo>
                  <a:pt x="543513" y="753706"/>
                </a:lnTo>
                <a:lnTo>
                  <a:pt x="540695" y="762124"/>
                </a:lnTo>
                <a:lnTo>
                  <a:pt x="539925" y="772514"/>
                </a:lnTo>
                <a:lnTo>
                  <a:pt x="537899" y="772796"/>
                </a:lnTo>
                <a:lnTo>
                  <a:pt x="525291" y="774267"/>
                </a:lnTo>
                <a:lnTo>
                  <a:pt x="517620" y="775600"/>
                </a:lnTo>
                <a:moveTo>
                  <a:pt x="2574068" y="1256783"/>
                </a:moveTo>
                <a:lnTo>
                  <a:pt x="2575226" y="1264622"/>
                </a:lnTo>
                <a:moveTo>
                  <a:pt x="2079553" y="1312013"/>
                </a:moveTo>
                <a:lnTo>
                  <a:pt x="2072956" y="1266199"/>
                </a:lnTo>
                <a:lnTo>
                  <a:pt x="2071044" y="1255625"/>
                </a:lnTo>
                <a:lnTo>
                  <a:pt x="2058071" y="1141951"/>
                </a:lnTo>
                <a:moveTo>
                  <a:pt x="1266024" y="859153"/>
                </a:moveTo>
                <a:lnTo>
                  <a:pt x="1338554" y="844145"/>
                </a:lnTo>
                <a:moveTo>
                  <a:pt x="1349211" y="841662"/>
                </a:moveTo>
                <a:lnTo>
                  <a:pt x="1352053" y="840809"/>
                </a:lnTo>
                <a:lnTo>
                  <a:pt x="1361545" y="838516"/>
                </a:lnTo>
                <a:moveTo>
                  <a:pt x="2576940" y="1275508"/>
                </a:moveTo>
                <a:lnTo>
                  <a:pt x="2582311" y="1313986"/>
                </a:lnTo>
                <a:lnTo>
                  <a:pt x="2585381" y="1344084"/>
                </a:lnTo>
                <a:moveTo>
                  <a:pt x="2586554" y="1355328"/>
                </a:moveTo>
                <a:lnTo>
                  <a:pt x="2594118" y="1425809"/>
                </a:lnTo>
                <a:moveTo>
                  <a:pt x="2594956" y="1434326"/>
                </a:moveTo>
                <a:lnTo>
                  <a:pt x="2616172" y="1669277"/>
                </a:lnTo>
                <a:moveTo>
                  <a:pt x="1275699" y="535903"/>
                </a:moveTo>
                <a:lnTo>
                  <a:pt x="1159853" y="552198"/>
                </a:lnTo>
                <a:lnTo>
                  <a:pt x="1145075" y="554224"/>
                </a:lnTo>
                <a:moveTo>
                  <a:pt x="1587301" y="1755404"/>
                </a:moveTo>
                <a:lnTo>
                  <a:pt x="1479751" y="1769383"/>
                </a:lnTo>
                <a:moveTo>
                  <a:pt x="1468073" y="1770907"/>
                </a:moveTo>
                <a:lnTo>
                  <a:pt x="1390180" y="1781031"/>
                </a:lnTo>
                <a:moveTo>
                  <a:pt x="1378708" y="1782501"/>
                </a:moveTo>
                <a:lnTo>
                  <a:pt x="1239651" y="1800121"/>
                </a:lnTo>
                <a:lnTo>
                  <a:pt x="1220728" y="1802224"/>
                </a:lnTo>
                <a:lnTo>
                  <a:pt x="1114877" y="1816751"/>
                </a:lnTo>
                <a:lnTo>
                  <a:pt x="1114009" y="1816873"/>
                </a:lnTo>
                <a:moveTo>
                  <a:pt x="1609735" y="1847550"/>
                </a:moveTo>
                <a:lnTo>
                  <a:pt x="1608097" y="1848701"/>
                </a:lnTo>
                <a:lnTo>
                  <a:pt x="1604205" y="1850628"/>
                </a:lnTo>
                <a:lnTo>
                  <a:pt x="1599969" y="1853165"/>
                </a:lnTo>
                <a:lnTo>
                  <a:pt x="1596206" y="1855861"/>
                </a:lnTo>
                <a:lnTo>
                  <a:pt x="1593090" y="1858482"/>
                </a:lnTo>
                <a:lnTo>
                  <a:pt x="1589251" y="1862276"/>
                </a:lnTo>
                <a:lnTo>
                  <a:pt x="1582585" y="1869033"/>
                </a:lnTo>
                <a:lnTo>
                  <a:pt x="1577496" y="1874830"/>
                </a:lnTo>
                <a:lnTo>
                  <a:pt x="1572842" y="1880498"/>
                </a:lnTo>
                <a:lnTo>
                  <a:pt x="1572788" y="1880566"/>
                </a:lnTo>
                <a:moveTo>
                  <a:pt x="1565567" y="1890987"/>
                </a:moveTo>
                <a:lnTo>
                  <a:pt x="1552334" y="1911594"/>
                </a:lnTo>
                <a:lnTo>
                  <a:pt x="1499695" y="1993547"/>
                </a:lnTo>
                <a:moveTo>
                  <a:pt x="1493966" y="2002955"/>
                </a:moveTo>
                <a:lnTo>
                  <a:pt x="1448114" y="2082219"/>
                </a:lnTo>
                <a:lnTo>
                  <a:pt x="1434722" y="2105439"/>
                </a:lnTo>
                <a:lnTo>
                  <a:pt x="1427325" y="2118618"/>
                </a:lnTo>
                <a:moveTo>
                  <a:pt x="1940900" y="1350918"/>
                </a:moveTo>
                <a:lnTo>
                  <a:pt x="2027683" y="1343246"/>
                </a:lnTo>
                <a:lnTo>
                  <a:pt x="2034150" y="1342233"/>
                </a:lnTo>
                <a:moveTo>
                  <a:pt x="2026388" y="1319936"/>
                </a:moveTo>
                <a:lnTo>
                  <a:pt x="2024780" y="1314992"/>
                </a:lnTo>
                <a:lnTo>
                  <a:pt x="1919616" y="1322876"/>
                </a:lnTo>
                <a:moveTo>
                  <a:pt x="1975576" y="401531"/>
                </a:moveTo>
                <a:lnTo>
                  <a:pt x="1965125" y="405363"/>
                </a:lnTo>
                <a:lnTo>
                  <a:pt x="1961537" y="406460"/>
                </a:lnTo>
                <a:lnTo>
                  <a:pt x="1957598" y="407443"/>
                </a:lnTo>
                <a:lnTo>
                  <a:pt x="1953355" y="408387"/>
                </a:lnTo>
                <a:lnTo>
                  <a:pt x="1949097" y="409187"/>
                </a:lnTo>
                <a:lnTo>
                  <a:pt x="1939597" y="410459"/>
                </a:lnTo>
                <a:moveTo>
                  <a:pt x="1928719" y="411914"/>
                </a:moveTo>
                <a:lnTo>
                  <a:pt x="1908981" y="414535"/>
                </a:lnTo>
                <a:moveTo>
                  <a:pt x="1901896" y="415396"/>
                </a:moveTo>
                <a:lnTo>
                  <a:pt x="1869018" y="419014"/>
                </a:lnTo>
                <a:lnTo>
                  <a:pt x="1849790" y="421132"/>
                </a:lnTo>
                <a:lnTo>
                  <a:pt x="1838485" y="422374"/>
                </a:lnTo>
                <a:lnTo>
                  <a:pt x="1819737" y="424865"/>
                </a:lnTo>
                <a:lnTo>
                  <a:pt x="1799641" y="427531"/>
                </a:lnTo>
                <a:lnTo>
                  <a:pt x="1731705" y="437328"/>
                </a:lnTo>
                <a:lnTo>
                  <a:pt x="1725733" y="437838"/>
                </a:lnTo>
                <a:moveTo>
                  <a:pt x="1714847" y="438912"/>
                </a:moveTo>
                <a:lnTo>
                  <a:pt x="1689609" y="441723"/>
                </a:lnTo>
                <a:moveTo>
                  <a:pt x="1682532" y="442332"/>
                </a:moveTo>
                <a:lnTo>
                  <a:pt x="1659229" y="443704"/>
                </a:lnTo>
                <a:moveTo>
                  <a:pt x="1648754" y="444945"/>
                </a:moveTo>
                <a:lnTo>
                  <a:pt x="1641129" y="446446"/>
                </a:lnTo>
                <a:lnTo>
                  <a:pt x="1638942" y="446819"/>
                </a:lnTo>
                <a:moveTo>
                  <a:pt x="1861026" y="1897912"/>
                </a:moveTo>
                <a:lnTo>
                  <a:pt x="1871821" y="1920027"/>
                </a:lnTo>
                <a:lnTo>
                  <a:pt x="1872225" y="1921375"/>
                </a:lnTo>
                <a:lnTo>
                  <a:pt x="1880528" y="1948640"/>
                </a:lnTo>
                <a:lnTo>
                  <a:pt x="1883248" y="1957568"/>
                </a:lnTo>
                <a:moveTo>
                  <a:pt x="1886181" y="1968362"/>
                </a:moveTo>
                <a:lnTo>
                  <a:pt x="1889235" y="1981061"/>
                </a:lnTo>
                <a:lnTo>
                  <a:pt x="1907259" y="2056014"/>
                </a:lnTo>
                <a:lnTo>
                  <a:pt x="1909651" y="2066100"/>
                </a:lnTo>
                <a:lnTo>
                  <a:pt x="1919905" y="2109468"/>
                </a:lnTo>
                <a:lnTo>
                  <a:pt x="1929123" y="2150910"/>
                </a:lnTo>
                <a:lnTo>
                  <a:pt x="1930981" y="2159274"/>
                </a:lnTo>
                <a:moveTo>
                  <a:pt x="2890256" y="1641129"/>
                </a:moveTo>
                <a:lnTo>
                  <a:pt x="2789898" y="1653050"/>
                </a:lnTo>
                <a:lnTo>
                  <a:pt x="2687255" y="1665239"/>
                </a:lnTo>
                <a:moveTo>
                  <a:pt x="2676376" y="1666504"/>
                </a:moveTo>
                <a:lnTo>
                  <a:pt x="2653911" y="1669063"/>
                </a:lnTo>
                <a:moveTo>
                  <a:pt x="2643017" y="1670335"/>
                </a:moveTo>
                <a:lnTo>
                  <a:pt x="2620743" y="1672979"/>
                </a:lnTo>
                <a:moveTo>
                  <a:pt x="2612432" y="1673962"/>
                </a:moveTo>
                <a:lnTo>
                  <a:pt x="2539818" y="1682593"/>
                </a:lnTo>
                <a:moveTo>
                  <a:pt x="2528825" y="1683903"/>
                </a:moveTo>
                <a:lnTo>
                  <a:pt x="2464919" y="1691498"/>
                </a:lnTo>
                <a:moveTo>
                  <a:pt x="2453606" y="1692732"/>
                </a:moveTo>
                <a:lnTo>
                  <a:pt x="2396419" y="1698445"/>
                </a:lnTo>
                <a:moveTo>
                  <a:pt x="2385495" y="1699512"/>
                </a:moveTo>
                <a:lnTo>
                  <a:pt x="2297173" y="1708021"/>
                </a:lnTo>
                <a:lnTo>
                  <a:pt x="2289738" y="1708509"/>
                </a:lnTo>
                <a:moveTo>
                  <a:pt x="2278799" y="1709248"/>
                </a:moveTo>
                <a:lnTo>
                  <a:pt x="2248541" y="1711381"/>
                </a:lnTo>
                <a:lnTo>
                  <a:pt x="2221116" y="1712965"/>
                </a:lnTo>
                <a:lnTo>
                  <a:pt x="2186409" y="1713331"/>
                </a:lnTo>
                <a:lnTo>
                  <a:pt x="2161468" y="1713582"/>
                </a:lnTo>
                <a:lnTo>
                  <a:pt x="2160767" y="1713590"/>
                </a:lnTo>
                <a:moveTo>
                  <a:pt x="1648510" y="1302605"/>
                </a:moveTo>
                <a:lnTo>
                  <a:pt x="1663137" y="1294134"/>
                </a:lnTo>
                <a:lnTo>
                  <a:pt x="1698430" y="1273649"/>
                </a:lnTo>
                <a:lnTo>
                  <a:pt x="1717993" y="1260897"/>
                </a:lnTo>
                <a:lnTo>
                  <a:pt x="1738645" y="1246591"/>
                </a:lnTo>
                <a:lnTo>
                  <a:pt x="1739171" y="1246179"/>
                </a:lnTo>
                <a:moveTo>
                  <a:pt x="647688" y="1915601"/>
                </a:moveTo>
                <a:lnTo>
                  <a:pt x="636649" y="1916782"/>
                </a:lnTo>
                <a:moveTo>
                  <a:pt x="629306" y="1846598"/>
                </a:moveTo>
                <a:lnTo>
                  <a:pt x="639834" y="1845410"/>
                </a:lnTo>
                <a:moveTo>
                  <a:pt x="2297760" y="2518290"/>
                </a:moveTo>
                <a:lnTo>
                  <a:pt x="2258531" y="2523480"/>
                </a:lnTo>
                <a:moveTo>
                  <a:pt x="2244960" y="2525980"/>
                </a:moveTo>
                <a:lnTo>
                  <a:pt x="2239986" y="2527338"/>
                </a:lnTo>
                <a:moveTo>
                  <a:pt x="2259701" y="2530524"/>
                </a:moveTo>
                <a:lnTo>
                  <a:pt x="2305648" y="2522914"/>
                </a:lnTo>
                <a:moveTo>
                  <a:pt x="2624369" y="2467082"/>
                </a:moveTo>
                <a:lnTo>
                  <a:pt x="2608112" y="2468751"/>
                </a:lnTo>
                <a:lnTo>
                  <a:pt x="2593246" y="2469284"/>
                </a:lnTo>
                <a:moveTo>
                  <a:pt x="658231" y="2034527"/>
                </a:moveTo>
                <a:lnTo>
                  <a:pt x="645661" y="1920309"/>
                </a:lnTo>
                <a:lnTo>
                  <a:pt x="636924" y="1840892"/>
                </a:lnTo>
                <a:lnTo>
                  <a:pt x="622031" y="1705580"/>
                </a:lnTo>
                <a:moveTo>
                  <a:pt x="2713106" y="1247074"/>
                </a:moveTo>
                <a:lnTo>
                  <a:pt x="2739071" y="1240824"/>
                </a:lnTo>
                <a:lnTo>
                  <a:pt x="2750209" y="1237891"/>
                </a:lnTo>
                <a:lnTo>
                  <a:pt x="2846842" y="1217742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C2CAD0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76E84E9-E7B8-4ED6-974C-AEE34F4D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708" y="2763290"/>
            <a:ext cx="891475" cy="1210733"/>
          </a:xfrm>
          <a:custGeom xmlns:a="http://schemas.openxmlformats.org/drawingml/2006/main">
            <a:pathLst>
              <a:path w="891475" h="1210733">
                <a:moveTo>
                  <a:pt x="0" y="1190272"/>
                </a:moveTo>
                <a:lnTo>
                  <a:pt x="98096" y="1179584"/>
                </a:lnTo>
                <a:lnTo>
                  <a:pt x="256944" y="1159092"/>
                </a:lnTo>
                <a:lnTo>
                  <a:pt x="274069" y="1169551"/>
                </a:lnTo>
                <a:moveTo>
                  <a:pt x="275326" y="1175379"/>
                </a:moveTo>
                <a:lnTo>
                  <a:pt x="264211" y="1191628"/>
                </a:lnTo>
                <a:lnTo>
                  <a:pt x="259206" y="1198095"/>
                </a:lnTo>
                <a:lnTo>
                  <a:pt x="254574" y="1203138"/>
                </a:lnTo>
                <a:lnTo>
                  <a:pt x="250857" y="1206962"/>
                </a:lnTo>
                <a:moveTo>
                  <a:pt x="254696" y="1210733"/>
                </a:moveTo>
                <a:lnTo>
                  <a:pt x="258086" y="1207282"/>
                </a:lnTo>
                <a:lnTo>
                  <a:pt x="263366" y="1201455"/>
                </a:lnTo>
                <a:lnTo>
                  <a:pt x="267532" y="1195863"/>
                </a:lnTo>
                <a:lnTo>
                  <a:pt x="269460" y="1193227"/>
                </a:lnTo>
                <a:moveTo>
                  <a:pt x="275874" y="1184094"/>
                </a:moveTo>
                <a:lnTo>
                  <a:pt x="296298" y="1153622"/>
                </a:lnTo>
                <a:lnTo>
                  <a:pt x="309263" y="1130685"/>
                </a:lnTo>
                <a:lnTo>
                  <a:pt x="352639" y="1053112"/>
                </a:lnTo>
                <a:moveTo>
                  <a:pt x="358155" y="1043909"/>
                </a:moveTo>
                <a:lnTo>
                  <a:pt x="413202" y="959137"/>
                </a:lnTo>
                <a:lnTo>
                  <a:pt x="427386" y="937312"/>
                </a:lnTo>
                <a:lnTo>
                  <a:pt x="431561" y="931736"/>
                </a:lnTo>
                <a:lnTo>
                  <a:pt x="435560" y="926739"/>
                </a:lnTo>
                <a:lnTo>
                  <a:pt x="441700" y="919616"/>
                </a:lnTo>
                <a:lnTo>
                  <a:pt x="447650" y="913521"/>
                </a:lnTo>
                <a:lnTo>
                  <a:pt x="450674" y="910558"/>
                </a:lnTo>
                <a:lnTo>
                  <a:pt x="453782" y="907869"/>
                </a:lnTo>
                <a:lnTo>
                  <a:pt x="457035" y="905424"/>
                </a:lnTo>
                <a:lnTo>
                  <a:pt x="460105" y="903306"/>
                </a:lnTo>
                <a:lnTo>
                  <a:pt x="463434" y="901295"/>
                </a:lnTo>
                <a:lnTo>
                  <a:pt x="466055" y="897326"/>
                </a:lnTo>
                <a:moveTo>
                  <a:pt x="466085" y="889274"/>
                </a:moveTo>
                <a:lnTo>
                  <a:pt x="456586" y="813232"/>
                </a:lnTo>
                <a:moveTo>
                  <a:pt x="460303" y="808494"/>
                </a:moveTo>
                <a:lnTo>
                  <a:pt x="522214" y="801424"/>
                </a:lnTo>
                <a:lnTo>
                  <a:pt x="538021" y="799748"/>
                </a:lnTo>
                <a:lnTo>
                  <a:pt x="671318" y="789358"/>
                </a:lnTo>
                <a:moveTo>
                  <a:pt x="680620" y="788223"/>
                </a:moveTo>
                <a:lnTo>
                  <a:pt x="688733" y="786897"/>
                </a:lnTo>
                <a:moveTo>
                  <a:pt x="693315" y="775002"/>
                </a:moveTo>
                <a:lnTo>
                  <a:pt x="685114" y="684642"/>
                </a:lnTo>
                <a:lnTo>
                  <a:pt x="682608" y="668096"/>
                </a:lnTo>
                <a:lnTo>
                  <a:pt x="678845" y="650804"/>
                </a:lnTo>
                <a:lnTo>
                  <a:pt x="675105" y="635255"/>
                </a:lnTo>
                <a:lnTo>
                  <a:pt x="672339" y="626761"/>
                </a:lnTo>
                <a:lnTo>
                  <a:pt x="669818" y="621056"/>
                </a:lnTo>
                <a:lnTo>
                  <a:pt x="669105" y="618827"/>
                </a:lnTo>
                <a:moveTo>
                  <a:pt x="665536" y="611625"/>
                </a:moveTo>
                <a:lnTo>
                  <a:pt x="663906" y="608570"/>
                </a:lnTo>
                <a:moveTo>
                  <a:pt x="662725" y="608928"/>
                </a:moveTo>
                <a:lnTo>
                  <a:pt x="658650" y="600769"/>
                </a:lnTo>
                <a:lnTo>
                  <a:pt x="656662" y="598012"/>
                </a:lnTo>
                <a:lnTo>
                  <a:pt x="651672" y="591194"/>
                </a:lnTo>
                <a:lnTo>
                  <a:pt x="647246" y="586074"/>
                </a:lnTo>
                <a:lnTo>
                  <a:pt x="642325" y="581656"/>
                </a:lnTo>
                <a:lnTo>
                  <a:pt x="626426" y="569064"/>
                </a:lnTo>
                <a:lnTo>
                  <a:pt x="611038" y="557401"/>
                </a:lnTo>
                <a:moveTo>
                  <a:pt x="603260" y="551009"/>
                </a:moveTo>
                <a:lnTo>
                  <a:pt x="601935" y="549882"/>
                </a:lnTo>
                <a:lnTo>
                  <a:pt x="595162" y="543445"/>
                </a:lnTo>
                <a:lnTo>
                  <a:pt x="589891" y="537404"/>
                </a:lnTo>
                <a:lnTo>
                  <a:pt x="584955" y="531005"/>
                </a:lnTo>
                <a:lnTo>
                  <a:pt x="577306" y="518847"/>
                </a:lnTo>
                <a:lnTo>
                  <a:pt x="565156" y="495734"/>
                </a:lnTo>
                <a:lnTo>
                  <a:pt x="528521" y="413750"/>
                </a:lnTo>
                <a:moveTo>
                  <a:pt x="516378" y="389525"/>
                </a:moveTo>
                <a:lnTo>
                  <a:pt x="498492" y="357035"/>
                </a:lnTo>
                <a:moveTo>
                  <a:pt x="493205" y="347421"/>
                </a:moveTo>
                <a:lnTo>
                  <a:pt x="463922" y="294226"/>
                </a:lnTo>
                <a:moveTo>
                  <a:pt x="458223" y="283812"/>
                </a:moveTo>
                <a:lnTo>
                  <a:pt x="442195" y="254361"/>
                </a:lnTo>
                <a:lnTo>
                  <a:pt x="439979" y="249813"/>
                </a:lnTo>
                <a:lnTo>
                  <a:pt x="439278" y="248404"/>
                </a:lnTo>
                <a:lnTo>
                  <a:pt x="436368" y="242020"/>
                </a:lnTo>
                <a:lnTo>
                  <a:pt x="429649" y="225063"/>
                </a:lnTo>
                <a:lnTo>
                  <a:pt x="426533" y="215662"/>
                </a:lnTo>
                <a:lnTo>
                  <a:pt x="423341" y="204373"/>
                </a:lnTo>
                <a:lnTo>
                  <a:pt x="393205" y="75409"/>
                </a:lnTo>
                <a:moveTo>
                  <a:pt x="399406" y="67864"/>
                </a:moveTo>
                <a:lnTo>
                  <a:pt x="445841" y="55226"/>
                </a:lnTo>
                <a:lnTo>
                  <a:pt x="593818" y="16417"/>
                </a:lnTo>
                <a:moveTo>
                  <a:pt x="599337" y="13826"/>
                </a:moveTo>
                <a:lnTo>
                  <a:pt x="609865" y="11480"/>
                </a:lnTo>
                <a:lnTo>
                  <a:pt x="614542" y="10437"/>
                </a:lnTo>
                <a:moveTo>
                  <a:pt x="625207" y="8136"/>
                </a:moveTo>
                <a:lnTo>
                  <a:pt x="664127" y="0"/>
                </a:lnTo>
                <a:moveTo>
                  <a:pt x="669094" y="3352"/>
                </a:moveTo>
                <a:lnTo>
                  <a:pt x="676491" y="44808"/>
                </a:lnTo>
                <a:lnTo>
                  <a:pt x="684665" y="72591"/>
                </a:lnTo>
                <a:lnTo>
                  <a:pt x="686425" y="76963"/>
                </a:lnTo>
                <a:lnTo>
                  <a:pt x="688344" y="80711"/>
                </a:lnTo>
                <a:lnTo>
                  <a:pt x="690058" y="82715"/>
                </a:lnTo>
                <a:lnTo>
                  <a:pt x="691757" y="83896"/>
                </a:lnTo>
                <a:lnTo>
                  <a:pt x="693608" y="84520"/>
                </a:lnTo>
                <a:lnTo>
                  <a:pt x="696755" y="84795"/>
                </a:lnTo>
                <a:lnTo>
                  <a:pt x="701226" y="84597"/>
                </a:lnTo>
                <a:lnTo>
                  <a:pt x="736886" y="82167"/>
                </a:lnTo>
                <a:lnTo>
                  <a:pt x="788131" y="78769"/>
                </a:lnTo>
                <a:lnTo>
                  <a:pt x="891475" y="70679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E4B49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52DA41-ED2E-490D-A5C8-B1F70692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575" y="2763290"/>
            <a:ext cx="897608" cy="1350171"/>
          </a:xfrm>
          <a:custGeom xmlns:a="http://schemas.openxmlformats.org/drawingml/2006/main">
            <a:pathLst>
              <a:path w="897608" h="1350171">
                <a:moveTo>
                  <a:pt x="6132" y="1190272"/>
                </a:moveTo>
                <a:lnTo>
                  <a:pt x="104228" y="1179584"/>
                </a:lnTo>
                <a:lnTo>
                  <a:pt x="263076" y="1159092"/>
                </a:lnTo>
                <a:lnTo>
                  <a:pt x="280201" y="1169551"/>
                </a:lnTo>
                <a:moveTo>
                  <a:pt x="281473" y="1167471"/>
                </a:moveTo>
                <a:lnTo>
                  <a:pt x="263609" y="1156562"/>
                </a:lnTo>
                <a:lnTo>
                  <a:pt x="103938" y="1177161"/>
                </a:lnTo>
                <a:lnTo>
                  <a:pt x="5866" y="1187849"/>
                </a:lnTo>
                <a:moveTo>
                  <a:pt x="0" y="1195307"/>
                </a:moveTo>
                <a:lnTo>
                  <a:pt x="8471" y="1260364"/>
                </a:lnTo>
                <a:moveTo>
                  <a:pt x="10048" y="1271196"/>
                </a:moveTo>
                <a:lnTo>
                  <a:pt x="21574" y="1343224"/>
                </a:lnTo>
                <a:moveTo>
                  <a:pt x="31614" y="1350171"/>
                </a:moveTo>
                <a:lnTo>
                  <a:pt x="203207" y="1255968"/>
                </a:lnTo>
                <a:lnTo>
                  <a:pt x="213887" y="1249668"/>
                </a:lnTo>
                <a:lnTo>
                  <a:pt x="221802" y="1244610"/>
                </a:lnTo>
                <a:lnTo>
                  <a:pt x="227638" y="1240611"/>
                </a:lnTo>
                <a:lnTo>
                  <a:pt x="233039" y="1236573"/>
                </a:lnTo>
                <a:lnTo>
                  <a:pt x="239605" y="1231446"/>
                </a:lnTo>
                <a:lnTo>
                  <a:pt x="244923" y="1226677"/>
                </a:lnTo>
                <a:lnTo>
                  <a:pt x="250872" y="1220964"/>
                </a:lnTo>
                <a:lnTo>
                  <a:pt x="253119" y="1218648"/>
                </a:lnTo>
                <a:moveTo>
                  <a:pt x="260829" y="1210733"/>
                </a:moveTo>
                <a:lnTo>
                  <a:pt x="264219" y="1207282"/>
                </a:lnTo>
                <a:lnTo>
                  <a:pt x="269498" y="1201455"/>
                </a:lnTo>
                <a:lnTo>
                  <a:pt x="273665" y="1195863"/>
                </a:lnTo>
                <a:lnTo>
                  <a:pt x="275592" y="1193227"/>
                </a:lnTo>
                <a:moveTo>
                  <a:pt x="282006" y="1184094"/>
                </a:moveTo>
                <a:lnTo>
                  <a:pt x="302430" y="1153622"/>
                </a:lnTo>
                <a:lnTo>
                  <a:pt x="315396" y="1130685"/>
                </a:lnTo>
                <a:lnTo>
                  <a:pt x="358772" y="1053112"/>
                </a:lnTo>
                <a:moveTo>
                  <a:pt x="364287" y="1043909"/>
                </a:moveTo>
                <a:lnTo>
                  <a:pt x="419334" y="959137"/>
                </a:lnTo>
                <a:lnTo>
                  <a:pt x="433519" y="937312"/>
                </a:lnTo>
                <a:lnTo>
                  <a:pt x="437693" y="931736"/>
                </a:lnTo>
                <a:lnTo>
                  <a:pt x="441693" y="926739"/>
                </a:lnTo>
                <a:lnTo>
                  <a:pt x="447833" y="919616"/>
                </a:lnTo>
                <a:lnTo>
                  <a:pt x="453782" y="913521"/>
                </a:lnTo>
                <a:lnTo>
                  <a:pt x="456806" y="910558"/>
                </a:lnTo>
                <a:lnTo>
                  <a:pt x="459915" y="907869"/>
                </a:lnTo>
                <a:lnTo>
                  <a:pt x="463167" y="905424"/>
                </a:lnTo>
                <a:lnTo>
                  <a:pt x="466237" y="903306"/>
                </a:lnTo>
                <a:lnTo>
                  <a:pt x="469566" y="901295"/>
                </a:lnTo>
                <a:lnTo>
                  <a:pt x="472187" y="897326"/>
                </a:lnTo>
                <a:moveTo>
                  <a:pt x="472217" y="889274"/>
                </a:moveTo>
                <a:lnTo>
                  <a:pt x="462718" y="813232"/>
                </a:lnTo>
                <a:moveTo>
                  <a:pt x="466435" y="808494"/>
                </a:moveTo>
                <a:lnTo>
                  <a:pt x="528346" y="801424"/>
                </a:lnTo>
                <a:lnTo>
                  <a:pt x="544153" y="799748"/>
                </a:lnTo>
                <a:lnTo>
                  <a:pt x="677451" y="789358"/>
                </a:lnTo>
                <a:moveTo>
                  <a:pt x="686752" y="788223"/>
                </a:moveTo>
                <a:lnTo>
                  <a:pt x="694865" y="786897"/>
                </a:lnTo>
                <a:moveTo>
                  <a:pt x="699448" y="775002"/>
                </a:moveTo>
                <a:lnTo>
                  <a:pt x="691247" y="684642"/>
                </a:lnTo>
                <a:lnTo>
                  <a:pt x="688741" y="668096"/>
                </a:lnTo>
                <a:lnTo>
                  <a:pt x="684977" y="650804"/>
                </a:lnTo>
                <a:lnTo>
                  <a:pt x="681237" y="635255"/>
                </a:lnTo>
                <a:lnTo>
                  <a:pt x="678472" y="626761"/>
                </a:lnTo>
                <a:lnTo>
                  <a:pt x="675950" y="621056"/>
                </a:lnTo>
                <a:lnTo>
                  <a:pt x="675238" y="618827"/>
                </a:lnTo>
                <a:moveTo>
                  <a:pt x="671669" y="611625"/>
                </a:moveTo>
                <a:lnTo>
                  <a:pt x="670039" y="608570"/>
                </a:lnTo>
                <a:moveTo>
                  <a:pt x="668858" y="608928"/>
                </a:moveTo>
                <a:lnTo>
                  <a:pt x="664782" y="600769"/>
                </a:lnTo>
                <a:lnTo>
                  <a:pt x="662794" y="598012"/>
                </a:lnTo>
                <a:lnTo>
                  <a:pt x="657804" y="591194"/>
                </a:lnTo>
                <a:lnTo>
                  <a:pt x="653378" y="586074"/>
                </a:lnTo>
                <a:lnTo>
                  <a:pt x="648457" y="581656"/>
                </a:lnTo>
                <a:lnTo>
                  <a:pt x="632559" y="569064"/>
                </a:lnTo>
                <a:lnTo>
                  <a:pt x="617171" y="557401"/>
                </a:lnTo>
                <a:moveTo>
                  <a:pt x="609393" y="551009"/>
                </a:moveTo>
                <a:lnTo>
                  <a:pt x="608067" y="549882"/>
                </a:lnTo>
                <a:lnTo>
                  <a:pt x="601295" y="543445"/>
                </a:lnTo>
                <a:lnTo>
                  <a:pt x="596023" y="537404"/>
                </a:lnTo>
                <a:lnTo>
                  <a:pt x="591087" y="531005"/>
                </a:lnTo>
                <a:lnTo>
                  <a:pt x="583439" y="518847"/>
                </a:lnTo>
                <a:lnTo>
                  <a:pt x="571288" y="495734"/>
                </a:lnTo>
                <a:lnTo>
                  <a:pt x="534654" y="413750"/>
                </a:lnTo>
                <a:moveTo>
                  <a:pt x="522511" y="389525"/>
                </a:moveTo>
                <a:lnTo>
                  <a:pt x="504624" y="357035"/>
                </a:lnTo>
                <a:moveTo>
                  <a:pt x="499337" y="347421"/>
                </a:moveTo>
                <a:lnTo>
                  <a:pt x="470054" y="294226"/>
                </a:lnTo>
                <a:moveTo>
                  <a:pt x="464356" y="283812"/>
                </a:moveTo>
                <a:lnTo>
                  <a:pt x="448328" y="254361"/>
                </a:lnTo>
                <a:lnTo>
                  <a:pt x="446111" y="249813"/>
                </a:lnTo>
                <a:lnTo>
                  <a:pt x="445410" y="248404"/>
                </a:lnTo>
                <a:lnTo>
                  <a:pt x="442500" y="242020"/>
                </a:lnTo>
                <a:lnTo>
                  <a:pt x="435781" y="225063"/>
                </a:lnTo>
                <a:lnTo>
                  <a:pt x="432665" y="215662"/>
                </a:lnTo>
                <a:lnTo>
                  <a:pt x="429473" y="204373"/>
                </a:lnTo>
                <a:lnTo>
                  <a:pt x="399337" y="75409"/>
                </a:lnTo>
                <a:moveTo>
                  <a:pt x="405538" y="67864"/>
                </a:moveTo>
                <a:lnTo>
                  <a:pt x="451973" y="55226"/>
                </a:lnTo>
                <a:lnTo>
                  <a:pt x="599950" y="16417"/>
                </a:lnTo>
                <a:moveTo>
                  <a:pt x="605469" y="13826"/>
                </a:moveTo>
                <a:lnTo>
                  <a:pt x="615997" y="11480"/>
                </a:lnTo>
                <a:lnTo>
                  <a:pt x="620675" y="10437"/>
                </a:lnTo>
                <a:moveTo>
                  <a:pt x="631340" y="8136"/>
                </a:moveTo>
                <a:lnTo>
                  <a:pt x="670260" y="0"/>
                </a:lnTo>
                <a:moveTo>
                  <a:pt x="675226" y="3352"/>
                </a:moveTo>
                <a:lnTo>
                  <a:pt x="682623" y="44808"/>
                </a:lnTo>
                <a:lnTo>
                  <a:pt x="690797" y="72591"/>
                </a:lnTo>
                <a:lnTo>
                  <a:pt x="692557" y="76963"/>
                </a:lnTo>
                <a:lnTo>
                  <a:pt x="694477" y="80711"/>
                </a:lnTo>
                <a:lnTo>
                  <a:pt x="696191" y="82715"/>
                </a:lnTo>
                <a:lnTo>
                  <a:pt x="697890" y="83896"/>
                </a:lnTo>
                <a:lnTo>
                  <a:pt x="699741" y="84520"/>
                </a:lnTo>
                <a:lnTo>
                  <a:pt x="702887" y="84795"/>
                </a:lnTo>
                <a:lnTo>
                  <a:pt x="707359" y="84597"/>
                </a:lnTo>
                <a:lnTo>
                  <a:pt x="743018" y="82167"/>
                </a:lnTo>
                <a:lnTo>
                  <a:pt x="794264" y="78769"/>
                </a:lnTo>
                <a:lnTo>
                  <a:pt x="897608" y="7067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06491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C1277C5-994A-49BB-8C21-24FE68A9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3467" y="2804290"/>
            <a:ext cx="631053" cy="1144394"/>
          </a:xfrm>
          <a:custGeom xmlns:a="http://schemas.openxmlformats.org/drawingml/2006/main">
            <a:pathLst>
              <a:path w="631053" h="1144394">
                <a:moveTo>
                  <a:pt x="631053" y="0"/>
                </a:moveTo>
                <a:lnTo>
                  <a:pt x="0" y="1144394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217A67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7FF749A-2006-4F9C-99BA-BB087F92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367" y="391058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66D0731-B320-4A43-992E-8F510D04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42" y="3720084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D1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2BE748D-FE9A-4991-8DA5-B5EECCB9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419" y="276619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E022D62-038D-42F0-A0B3-05A75AA1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719" y="2832865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H1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54A7AD9-96D2-4E9F-B985-C3332912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814" y="3923285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3D27E66-BB6F-476E-A567-C5A8E4BC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639" y="3732785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Closure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2705705-0A71-499D-8AE4-BDC75872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43525"/>
            <a:ext cx="380894" cy="95"/>
          </a:xfrm>
          <a:custGeom xmlns:a="http://schemas.openxmlformats.org/drawingml/2006/main">
            <a:pathLst>
              <a:path w="380894" h="95">
                <a:moveTo>
                  <a:pt x="0" y="0"/>
                </a:moveTo>
                <a:lnTo>
                  <a:pt x="3808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72B3A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9AA4360-8247-445B-A743-177FAE2B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911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500 m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9AD9513-FC25-4C7D-A95F-C5BCB24C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10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Meshed urban network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9A28DD4-615D-4C11-8125-026A8404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0001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(b) Amsterdam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F51AD7E-9D63-40F6-9A9D-54BA8DB6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131" y="2277864"/>
            <a:ext cx="17392" cy="17369"/>
          </a:xfrm>
          <a:custGeom xmlns:a="http://schemas.openxmlformats.org/drawingml/2006/main">
            <a:pathLst>
              <a:path w="17392" h="17369">
                <a:moveTo>
                  <a:pt x="6651" y="205"/>
                </a:moveTo>
                <a:lnTo>
                  <a:pt x="9594" y="0"/>
                </a:lnTo>
                <a:lnTo>
                  <a:pt x="12433" y="789"/>
                </a:lnTo>
                <a:lnTo>
                  <a:pt x="14850" y="2463"/>
                </a:lnTo>
                <a:lnTo>
                  <a:pt x="16569" y="4851"/>
                </a:lnTo>
                <a:lnTo>
                  <a:pt x="17392" y="7677"/>
                </a:lnTo>
                <a:lnTo>
                  <a:pt x="17226" y="10615"/>
                </a:lnTo>
                <a:lnTo>
                  <a:pt x="16088" y="13325"/>
                </a:lnTo>
                <a:lnTo>
                  <a:pt x="14112" y="15505"/>
                </a:lnTo>
                <a:lnTo>
                  <a:pt x="11522" y="16905"/>
                </a:lnTo>
                <a:lnTo>
                  <a:pt x="8753" y="17369"/>
                </a:lnTo>
                <a:lnTo>
                  <a:pt x="5985" y="16925"/>
                </a:lnTo>
                <a:lnTo>
                  <a:pt x="3495" y="15635"/>
                </a:lnTo>
                <a:lnTo>
                  <a:pt x="1547" y="13618"/>
                </a:lnTo>
                <a:lnTo>
                  <a:pt x="344" y="11098"/>
                </a:lnTo>
                <a:lnTo>
                  <a:pt x="0" y="8318"/>
                </a:lnTo>
                <a:lnTo>
                  <a:pt x="560" y="5573"/>
                </a:lnTo>
                <a:lnTo>
                  <a:pt x="1965" y="3153"/>
                </a:lnTo>
                <a:lnTo>
                  <a:pt x="4070" y="1300"/>
                </a:lnTo>
                <a:lnTo>
                  <a:pt x="6651" y="20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53EBCFB-F0D7-4A01-AF4B-2E75B00E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837" y="2163681"/>
            <a:ext cx="142390" cy="45979"/>
          </a:xfrm>
          <a:custGeom xmlns:a="http://schemas.openxmlformats.org/drawingml/2006/main">
            <a:pathLst>
              <a:path w="142390" h="45979">
                <a:moveTo>
                  <a:pt x="0" y="45979"/>
                </a:moveTo>
                <a:lnTo>
                  <a:pt x="46490" y="31827"/>
                </a:lnTo>
                <a:lnTo>
                  <a:pt x="1423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407315E-4E96-4E7D-B724-46879751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0250" y="1948399"/>
            <a:ext cx="141876" cy="152352"/>
          </a:xfrm>
          <a:custGeom xmlns:a="http://schemas.openxmlformats.org/drawingml/2006/main">
            <a:pathLst>
              <a:path w="141876" h="152352">
                <a:moveTo>
                  <a:pt x="138281" y="0"/>
                </a:moveTo>
                <a:lnTo>
                  <a:pt x="141876" y="13995"/>
                </a:lnTo>
                <a:lnTo>
                  <a:pt x="135606" y="31745"/>
                </a:lnTo>
                <a:lnTo>
                  <a:pt x="95200" y="77625"/>
                </a:lnTo>
                <a:lnTo>
                  <a:pt x="33728" y="129177"/>
                </a:lnTo>
                <a:lnTo>
                  <a:pt x="0" y="15235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B12D09B-7FB2-4737-AC86-4FB43343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1341" y="2413469"/>
            <a:ext cx="108981" cy="62289"/>
          </a:xfrm>
          <a:custGeom xmlns:a="http://schemas.openxmlformats.org/drawingml/2006/main">
            <a:pathLst>
              <a:path w="108981" h="62289">
                <a:moveTo>
                  <a:pt x="108981" y="62289"/>
                </a:moveTo>
                <a:lnTo>
                  <a:pt x="79651" y="5818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7098F5C-B84E-47A7-9355-2A4467CD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4412" y="2167908"/>
            <a:ext cx="232651" cy="122496"/>
          </a:xfrm>
          <a:custGeom xmlns:a="http://schemas.openxmlformats.org/drawingml/2006/main">
            <a:pathLst>
              <a:path w="232651" h="122496">
                <a:moveTo>
                  <a:pt x="232651" y="0"/>
                </a:moveTo>
                <a:lnTo>
                  <a:pt x="222360" y="12566"/>
                </a:lnTo>
                <a:lnTo>
                  <a:pt x="184321" y="68336"/>
                </a:lnTo>
                <a:lnTo>
                  <a:pt x="159355" y="84556"/>
                </a:lnTo>
                <a:lnTo>
                  <a:pt x="116998" y="92419"/>
                </a:lnTo>
                <a:lnTo>
                  <a:pt x="82597" y="96366"/>
                </a:lnTo>
                <a:lnTo>
                  <a:pt x="55005" y="100463"/>
                </a:lnTo>
                <a:lnTo>
                  <a:pt x="0" y="12249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DF1BA19-D9B4-49FE-8046-A2E01808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5683" y="2468852"/>
            <a:ext cx="154868" cy="144362"/>
          </a:xfrm>
          <a:custGeom xmlns:a="http://schemas.openxmlformats.org/drawingml/2006/main">
            <a:pathLst>
              <a:path w="154868" h="144362">
                <a:moveTo>
                  <a:pt x="154868" y="144362"/>
                </a:moveTo>
                <a:lnTo>
                  <a:pt x="119208" y="129643"/>
                </a:lnTo>
                <a:lnTo>
                  <a:pt x="97186" y="116629"/>
                </a:lnTo>
                <a:lnTo>
                  <a:pt x="78397" y="101350"/>
                </a:lnTo>
                <a:lnTo>
                  <a:pt x="62009" y="84204"/>
                </a:lnTo>
                <a:lnTo>
                  <a:pt x="20358" y="244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71D38AD-0A93-4D37-B4D6-BFA9C63B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618" y="3314919"/>
            <a:ext cx="260842" cy="66477"/>
          </a:xfrm>
          <a:custGeom xmlns:a="http://schemas.openxmlformats.org/drawingml/2006/main">
            <a:pathLst>
              <a:path w="260842" h="66477">
                <a:moveTo>
                  <a:pt x="0" y="66477"/>
                </a:moveTo>
                <a:lnTo>
                  <a:pt x="40893" y="57499"/>
                </a:lnTo>
                <a:lnTo>
                  <a:pt x="195375" y="18311"/>
                </a:lnTo>
                <a:lnTo>
                  <a:pt x="2608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539CE3E-3E3D-47CB-92CF-01C7A330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542" y="2545607"/>
            <a:ext cx="1259374" cy="764932"/>
          </a:xfrm>
          <a:custGeom xmlns:a="http://schemas.openxmlformats.org/drawingml/2006/main">
            <a:pathLst>
              <a:path w="1259374" h="764932">
                <a:moveTo>
                  <a:pt x="0" y="764932"/>
                </a:moveTo>
                <a:lnTo>
                  <a:pt x="9185" y="758500"/>
                </a:lnTo>
                <a:lnTo>
                  <a:pt x="136879" y="660127"/>
                </a:lnTo>
                <a:lnTo>
                  <a:pt x="220686" y="594343"/>
                </a:lnTo>
                <a:lnTo>
                  <a:pt x="292013" y="539037"/>
                </a:lnTo>
                <a:lnTo>
                  <a:pt x="526267" y="355350"/>
                </a:lnTo>
                <a:lnTo>
                  <a:pt x="627002" y="275066"/>
                </a:lnTo>
                <a:lnTo>
                  <a:pt x="707026" y="214441"/>
                </a:lnTo>
                <a:lnTo>
                  <a:pt x="726122" y="203656"/>
                </a:lnTo>
                <a:lnTo>
                  <a:pt x="784962" y="181254"/>
                </a:lnTo>
                <a:lnTo>
                  <a:pt x="881286" y="146278"/>
                </a:lnTo>
                <a:lnTo>
                  <a:pt x="1052143" y="79986"/>
                </a:lnTo>
                <a:lnTo>
                  <a:pt x="1076935" y="72624"/>
                </a:lnTo>
                <a:lnTo>
                  <a:pt x="1085541" y="63492"/>
                </a:lnTo>
                <a:lnTo>
                  <a:pt x="1130107" y="49021"/>
                </a:lnTo>
                <a:lnTo>
                  <a:pt x="12593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1FF83EC-BCEF-463C-BCFE-06B038BE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5246" y="3165429"/>
            <a:ext cx="76384" cy="120166"/>
          </a:xfrm>
          <a:custGeom xmlns:a="http://schemas.openxmlformats.org/drawingml/2006/main">
            <a:pathLst>
              <a:path w="76384" h="120166">
                <a:moveTo>
                  <a:pt x="30334" y="120166"/>
                </a:moveTo>
                <a:lnTo>
                  <a:pt x="70024" y="81177"/>
                </a:lnTo>
                <a:lnTo>
                  <a:pt x="76384" y="7397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B900560-6D1C-4E6C-A8EE-11F6AC12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063" y="3235041"/>
            <a:ext cx="126871" cy="102655"/>
          </a:xfrm>
          <a:custGeom xmlns:a="http://schemas.openxmlformats.org/drawingml/2006/main">
            <a:pathLst>
              <a:path w="126871" h="102655">
                <a:moveTo>
                  <a:pt x="0" y="0"/>
                </a:moveTo>
                <a:lnTo>
                  <a:pt x="52517" y="50555"/>
                </a:lnTo>
                <a:lnTo>
                  <a:pt x="106203" y="102655"/>
                </a:lnTo>
                <a:lnTo>
                  <a:pt x="126871" y="8197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45BE225-AA50-4C6C-9E7F-CB7B03EA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759" y="4505798"/>
            <a:ext cx="96515" cy="101901"/>
          </a:xfrm>
          <a:custGeom xmlns:a="http://schemas.openxmlformats.org/drawingml/2006/main">
            <a:pathLst>
              <a:path w="96515" h="101901">
                <a:moveTo>
                  <a:pt x="94716" y="0"/>
                </a:moveTo>
                <a:lnTo>
                  <a:pt x="96061" y="52503"/>
                </a:lnTo>
                <a:lnTo>
                  <a:pt x="96515" y="98746"/>
                </a:lnTo>
                <a:lnTo>
                  <a:pt x="57311" y="99778"/>
                </a:lnTo>
                <a:lnTo>
                  <a:pt x="0" y="10190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FD13760-B93C-4F02-A72D-20C43CCD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1860" y="4418235"/>
            <a:ext cx="188968" cy="78872"/>
          </a:xfrm>
          <a:custGeom xmlns:a="http://schemas.openxmlformats.org/drawingml/2006/main">
            <a:pathLst>
              <a:path w="188968" h="78872">
                <a:moveTo>
                  <a:pt x="0" y="0"/>
                </a:moveTo>
                <a:lnTo>
                  <a:pt x="14445" y="5444"/>
                </a:lnTo>
                <a:lnTo>
                  <a:pt x="48692" y="20126"/>
                </a:lnTo>
                <a:lnTo>
                  <a:pt x="132736" y="59040"/>
                </a:lnTo>
                <a:lnTo>
                  <a:pt x="144584" y="62865"/>
                </a:lnTo>
                <a:lnTo>
                  <a:pt x="158450" y="66374"/>
                </a:lnTo>
                <a:lnTo>
                  <a:pt x="188968" y="7887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5DECC2F-7BCF-4386-BB05-876E19F6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370" y="4726542"/>
            <a:ext cx="118492" cy="36793"/>
          </a:xfrm>
          <a:custGeom xmlns:a="http://schemas.openxmlformats.org/drawingml/2006/main">
            <a:pathLst>
              <a:path w="118492" h="36793">
                <a:moveTo>
                  <a:pt x="261" y="36793"/>
                </a:moveTo>
                <a:lnTo>
                  <a:pt x="0" y="27777"/>
                </a:lnTo>
                <a:lnTo>
                  <a:pt x="13859" y="5211"/>
                </a:lnTo>
                <a:lnTo>
                  <a:pt x="27806" y="150"/>
                </a:lnTo>
                <a:lnTo>
                  <a:pt x="87674" y="0"/>
                </a:lnTo>
                <a:lnTo>
                  <a:pt x="104169" y="12904"/>
                </a:lnTo>
                <a:lnTo>
                  <a:pt x="118492" y="3679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5615258-7292-4997-B894-7294FEAD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6743" y="4331015"/>
            <a:ext cx="387879" cy="432320"/>
          </a:xfrm>
          <a:custGeom xmlns:a="http://schemas.openxmlformats.org/drawingml/2006/main">
            <a:pathLst>
              <a:path w="387879" h="432320">
                <a:moveTo>
                  <a:pt x="118313" y="432320"/>
                </a:moveTo>
                <a:lnTo>
                  <a:pt x="190214" y="346341"/>
                </a:lnTo>
                <a:lnTo>
                  <a:pt x="189468" y="334966"/>
                </a:lnTo>
                <a:lnTo>
                  <a:pt x="89427" y="256414"/>
                </a:lnTo>
                <a:lnTo>
                  <a:pt x="2900" y="186432"/>
                </a:lnTo>
                <a:lnTo>
                  <a:pt x="0" y="173681"/>
                </a:lnTo>
                <a:lnTo>
                  <a:pt x="90839" y="85046"/>
                </a:lnTo>
                <a:lnTo>
                  <a:pt x="173227" y="5218"/>
                </a:lnTo>
                <a:lnTo>
                  <a:pt x="181446" y="0"/>
                </a:lnTo>
                <a:lnTo>
                  <a:pt x="222221" y="3932"/>
                </a:lnTo>
                <a:lnTo>
                  <a:pt x="304970" y="57331"/>
                </a:lnTo>
                <a:lnTo>
                  <a:pt x="337571" y="68149"/>
                </a:lnTo>
                <a:lnTo>
                  <a:pt x="374991" y="71607"/>
                </a:lnTo>
                <a:lnTo>
                  <a:pt x="387879" y="7828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5EAC90B-2DC7-456B-97A8-932A6B39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4762" y="3222665"/>
            <a:ext cx="192657" cy="379614"/>
          </a:xfrm>
          <a:custGeom xmlns:a="http://schemas.openxmlformats.org/drawingml/2006/main">
            <a:pathLst>
              <a:path w="192657" h="379614">
                <a:moveTo>
                  <a:pt x="139011" y="163285"/>
                </a:moveTo>
                <a:lnTo>
                  <a:pt x="140162" y="164390"/>
                </a:lnTo>
                <a:lnTo>
                  <a:pt x="140237" y="164464"/>
                </a:lnTo>
                <a:lnTo>
                  <a:pt x="144104" y="168338"/>
                </a:lnTo>
                <a:lnTo>
                  <a:pt x="145228" y="168418"/>
                </a:lnTo>
                <a:lnTo>
                  <a:pt x="153232" y="169129"/>
                </a:lnTo>
                <a:lnTo>
                  <a:pt x="192657" y="206619"/>
                </a:lnTo>
                <a:lnTo>
                  <a:pt x="188883" y="216936"/>
                </a:lnTo>
                <a:lnTo>
                  <a:pt x="188537" y="216996"/>
                </a:lnTo>
                <a:lnTo>
                  <a:pt x="179596" y="224576"/>
                </a:lnTo>
                <a:lnTo>
                  <a:pt x="179010" y="224041"/>
                </a:lnTo>
                <a:lnTo>
                  <a:pt x="178173" y="224953"/>
                </a:lnTo>
                <a:lnTo>
                  <a:pt x="175593" y="227710"/>
                </a:lnTo>
                <a:lnTo>
                  <a:pt x="172343" y="231230"/>
                </a:lnTo>
                <a:lnTo>
                  <a:pt x="168554" y="235350"/>
                </a:lnTo>
                <a:lnTo>
                  <a:pt x="166717" y="237349"/>
                </a:lnTo>
                <a:lnTo>
                  <a:pt x="167292" y="237884"/>
                </a:lnTo>
                <a:lnTo>
                  <a:pt x="165239" y="239949"/>
                </a:lnTo>
                <a:lnTo>
                  <a:pt x="165055" y="240233"/>
                </a:lnTo>
                <a:lnTo>
                  <a:pt x="164997" y="240591"/>
                </a:lnTo>
                <a:lnTo>
                  <a:pt x="165034" y="241005"/>
                </a:lnTo>
                <a:lnTo>
                  <a:pt x="165267" y="241364"/>
                </a:lnTo>
                <a:lnTo>
                  <a:pt x="165838" y="242162"/>
                </a:lnTo>
                <a:lnTo>
                  <a:pt x="171742" y="250364"/>
                </a:lnTo>
                <a:lnTo>
                  <a:pt x="171824" y="250888"/>
                </a:lnTo>
                <a:lnTo>
                  <a:pt x="171828" y="251617"/>
                </a:lnTo>
                <a:lnTo>
                  <a:pt x="171643" y="252487"/>
                </a:lnTo>
                <a:lnTo>
                  <a:pt x="171289" y="253022"/>
                </a:lnTo>
                <a:lnTo>
                  <a:pt x="163878" y="260180"/>
                </a:lnTo>
                <a:lnTo>
                  <a:pt x="163342" y="260694"/>
                </a:lnTo>
                <a:lnTo>
                  <a:pt x="143618" y="279635"/>
                </a:lnTo>
                <a:lnTo>
                  <a:pt x="103728" y="318230"/>
                </a:lnTo>
                <a:lnTo>
                  <a:pt x="95009" y="326559"/>
                </a:lnTo>
                <a:lnTo>
                  <a:pt x="87678" y="333418"/>
                </a:lnTo>
                <a:lnTo>
                  <a:pt x="76693" y="343783"/>
                </a:lnTo>
                <a:lnTo>
                  <a:pt x="53514" y="365604"/>
                </a:lnTo>
                <a:lnTo>
                  <a:pt x="46772" y="371947"/>
                </a:lnTo>
                <a:lnTo>
                  <a:pt x="45857" y="372862"/>
                </a:lnTo>
                <a:lnTo>
                  <a:pt x="45361" y="373935"/>
                </a:lnTo>
                <a:lnTo>
                  <a:pt x="45204" y="375253"/>
                </a:lnTo>
                <a:lnTo>
                  <a:pt x="45419" y="376120"/>
                </a:lnTo>
                <a:lnTo>
                  <a:pt x="46111" y="377933"/>
                </a:lnTo>
                <a:lnTo>
                  <a:pt x="46294" y="378369"/>
                </a:lnTo>
                <a:lnTo>
                  <a:pt x="43171" y="379614"/>
                </a:lnTo>
                <a:lnTo>
                  <a:pt x="42975" y="379102"/>
                </a:lnTo>
                <a:lnTo>
                  <a:pt x="41926" y="376366"/>
                </a:lnTo>
                <a:lnTo>
                  <a:pt x="41651" y="375780"/>
                </a:lnTo>
                <a:lnTo>
                  <a:pt x="40862" y="375004"/>
                </a:lnTo>
                <a:lnTo>
                  <a:pt x="36532" y="370550"/>
                </a:lnTo>
                <a:lnTo>
                  <a:pt x="38221" y="367283"/>
                </a:lnTo>
                <a:lnTo>
                  <a:pt x="62815" y="342643"/>
                </a:lnTo>
                <a:lnTo>
                  <a:pt x="63172" y="342617"/>
                </a:lnTo>
                <a:lnTo>
                  <a:pt x="63455" y="342516"/>
                </a:lnTo>
                <a:lnTo>
                  <a:pt x="63739" y="342263"/>
                </a:lnTo>
                <a:lnTo>
                  <a:pt x="73154" y="333330"/>
                </a:lnTo>
                <a:lnTo>
                  <a:pt x="78303" y="328428"/>
                </a:lnTo>
                <a:lnTo>
                  <a:pt x="78312" y="328165"/>
                </a:lnTo>
                <a:lnTo>
                  <a:pt x="96254" y="311130"/>
                </a:lnTo>
                <a:lnTo>
                  <a:pt x="96943" y="310475"/>
                </a:lnTo>
                <a:lnTo>
                  <a:pt x="103844" y="304103"/>
                </a:lnTo>
                <a:lnTo>
                  <a:pt x="109304" y="298947"/>
                </a:lnTo>
                <a:lnTo>
                  <a:pt x="114068" y="294369"/>
                </a:lnTo>
                <a:lnTo>
                  <a:pt x="117849" y="290715"/>
                </a:lnTo>
                <a:lnTo>
                  <a:pt x="118055" y="290269"/>
                </a:lnTo>
                <a:lnTo>
                  <a:pt x="118158" y="289817"/>
                </a:lnTo>
                <a:lnTo>
                  <a:pt x="118093" y="289344"/>
                </a:lnTo>
                <a:lnTo>
                  <a:pt x="117927" y="288967"/>
                </a:lnTo>
                <a:lnTo>
                  <a:pt x="117648" y="288610"/>
                </a:lnTo>
                <a:lnTo>
                  <a:pt x="120808" y="288933"/>
                </a:lnTo>
                <a:lnTo>
                  <a:pt x="121467" y="275689"/>
                </a:lnTo>
                <a:lnTo>
                  <a:pt x="124357" y="272874"/>
                </a:lnTo>
                <a:lnTo>
                  <a:pt x="125587" y="271688"/>
                </a:lnTo>
                <a:lnTo>
                  <a:pt x="130031" y="267398"/>
                </a:lnTo>
                <a:lnTo>
                  <a:pt x="135675" y="261932"/>
                </a:lnTo>
                <a:lnTo>
                  <a:pt x="141219" y="256621"/>
                </a:lnTo>
                <a:lnTo>
                  <a:pt x="146678" y="251270"/>
                </a:lnTo>
                <a:lnTo>
                  <a:pt x="151944" y="246034"/>
                </a:lnTo>
                <a:lnTo>
                  <a:pt x="155616" y="242375"/>
                </a:lnTo>
                <a:lnTo>
                  <a:pt x="156731" y="241362"/>
                </a:lnTo>
                <a:lnTo>
                  <a:pt x="157584" y="240661"/>
                </a:lnTo>
                <a:lnTo>
                  <a:pt x="158673" y="239835"/>
                </a:lnTo>
                <a:lnTo>
                  <a:pt x="159743" y="239052"/>
                </a:lnTo>
                <a:lnTo>
                  <a:pt x="160781" y="238473"/>
                </a:lnTo>
                <a:lnTo>
                  <a:pt x="161610" y="238011"/>
                </a:lnTo>
                <a:lnTo>
                  <a:pt x="162227" y="237562"/>
                </a:lnTo>
                <a:lnTo>
                  <a:pt x="164417" y="235197"/>
                </a:lnTo>
                <a:lnTo>
                  <a:pt x="165008" y="235750"/>
                </a:lnTo>
                <a:lnTo>
                  <a:pt x="166839" y="233751"/>
                </a:lnTo>
                <a:lnTo>
                  <a:pt x="170515" y="229634"/>
                </a:lnTo>
                <a:lnTo>
                  <a:pt x="173837" y="226129"/>
                </a:lnTo>
                <a:lnTo>
                  <a:pt x="176396" y="223348"/>
                </a:lnTo>
                <a:lnTo>
                  <a:pt x="177264" y="222409"/>
                </a:lnTo>
                <a:lnTo>
                  <a:pt x="176817" y="222014"/>
                </a:lnTo>
                <a:lnTo>
                  <a:pt x="186500" y="212489"/>
                </a:lnTo>
                <a:lnTo>
                  <a:pt x="153050" y="181986"/>
                </a:lnTo>
                <a:lnTo>
                  <a:pt x="139855" y="169799"/>
                </a:lnTo>
                <a:lnTo>
                  <a:pt x="138064" y="168456"/>
                </a:lnTo>
                <a:lnTo>
                  <a:pt x="137011" y="167696"/>
                </a:lnTo>
                <a:lnTo>
                  <a:pt x="136968" y="167663"/>
                </a:lnTo>
                <a:lnTo>
                  <a:pt x="135856" y="166463"/>
                </a:lnTo>
                <a:lnTo>
                  <a:pt x="134706" y="165400"/>
                </a:lnTo>
                <a:lnTo>
                  <a:pt x="132186" y="162763"/>
                </a:lnTo>
                <a:lnTo>
                  <a:pt x="109753" y="141987"/>
                </a:lnTo>
                <a:lnTo>
                  <a:pt x="47993" y="85176"/>
                </a:lnTo>
                <a:lnTo>
                  <a:pt x="20679" y="60783"/>
                </a:lnTo>
                <a:lnTo>
                  <a:pt x="16198" y="56688"/>
                </a:lnTo>
                <a:lnTo>
                  <a:pt x="12972" y="53875"/>
                </a:lnTo>
                <a:lnTo>
                  <a:pt x="0" y="42257"/>
                </a:lnTo>
                <a:lnTo>
                  <a:pt x="9850" y="32364"/>
                </a:lnTo>
                <a:lnTo>
                  <a:pt x="18912" y="23271"/>
                </a:lnTo>
                <a:lnTo>
                  <a:pt x="24309" y="17719"/>
                </a:lnTo>
                <a:lnTo>
                  <a:pt x="31873" y="9912"/>
                </a:lnTo>
                <a:lnTo>
                  <a:pt x="39674" y="1845"/>
                </a:lnTo>
                <a:lnTo>
                  <a:pt x="41440" y="128"/>
                </a:lnTo>
                <a:lnTo>
                  <a:pt x="42117" y="0"/>
                </a:lnTo>
                <a:lnTo>
                  <a:pt x="42859" y="201"/>
                </a:lnTo>
                <a:lnTo>
                  <a:pt x="43293" y="511"/>
                </a:lnTo>
                <a:lnTo>
                  <a:pt x="43641" y="1087"/>
                </a:lnTo>
                <a:lnTo>
                  <a:pt x="43984" y="2273"/>
                </a:lnTo>
                <a:lnTo>
                  <a:pt x="43787" y="3254"/>
                </a:lnTo>
                <a:lnTo>
                  <a:pt x="43455" y="4254"/>
                </a:lnTo>
                <a:lnTo>
                  <a:pt x="42058" y="5792"/>
                </a:lnTo>
                <a:lnTo>
                  <a:pt x="38289" y="9699"/>
                </a:lnTo>
                <a:lnTo>
                  <a:pt x="31290" y="17067"/>
                </a:lnTo>
                <a:lnTo>
                  <a:pt x="28381" y="19933"/>
                </a:lnTo>
                <a:lnTo>
                  <a:pt x="27474" y="21153"/>
                </a:lnTo>
                <a:lnTo>
                  <a:pt x="22434" y="26476"/>
                </a:lnTo>
                <a:lnTo>
                  <a:pt x="20106" y="29140"/>
                </a:lnTo>
                <a:lnTo>
                  <a:pt x="16227" y="33186"/>
                </a:lnTo>
                <a:lnTo>
                  <a:pt x="11698" y="41903"/>
                </a:lnTo>
                <a:lnTo>
                  <a:pt x="46072" y="74451"/>
                </a:lnTo>
                <a:lnTo>
                  <a:pt x="68402" y="95891"/>
                </a:lnTo>
                <a:lnTo>
                  <a:pt x="134032" y="158788"/>
                </a:lnTo>
                <a:lnTo>
                  <a:pt x="137892" y="162204"/>
                </a:lnTo>
                <a:lnTo>
                  <a:pt x="139011" y="16328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E4F966E-14C9-4E08-AD91-18FC471A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633" y="3123891"/>
            <a:ext cx="60117" cy="57954"/>
          </a:xfrm>
          <a:custGeom xmlns:a="http://schemas.openxmlformats.org/drawingml/2006/main">
            <a:pathLst>
              <a:path w="60117" h="57954">
                <a:moveTo>
                  <a:pt x="1577" y="708"/>
                </a:moveTo>
                <a:lnTo>
                  <a:pt x="3308" y="0"/>
                </a:lnTo>
                <a:lnTo>
                  <a:pt x="6365" y="2682"/>
                </a:lnTo>
                <a:lnTo>
                  <a:pt x="24902" y="20881"/>
                </a:lnTo>
                <a:lnTo>
                  <a:pt x="25866" y="21008"/>
                </a:lnTo>
                <a:lnTo>
                  <a:pt x="27133" y="21389"/>
                </a:lnTo>
                <a:lnTo>
                  <a:pt x="28071" y="21907"/>
                </a:lnTo>
                <a:lnTo>
                  <a:pt x="28982" y="22586"/>
                </a:lnTo>
                <a:lnTo>
                  <a:pt x="29169" y="22776"/>
                </a:lnTo>
                <a:lnTo>
                  <a:pt x="29623" y="23247"/>
                </a:lnTo>
                <a:lnTo>
                  <a:pt x="30138" y="23869"/>
                </a:lnTo>
                <a:lnTo>
                  <a:pt x="30615" y="24645"/>
                </a:lnTo>
                <a:lnTo>
                  <a:pt x="30968" y="25416"/>
                </a:lnTo>
                <a:lnTo>
                  <a:pt x="31262" y="26298"/>
                </a:lnTo>
                <a:lnTo>
                  <a:pt x="31335" y="27093"/>
                </a:lnTo>
                <a:lnTo>
                  <a:pt x="52794" y="47952"/>
                </a:lnTo>
                <a:lnTo>
                  <a:pt x="60117" y="55048"/>
                </a:lnTo>
                <a:lnTo>
                  <a:pt x="57329" y="57954"/>
                </a:lnTo>
                <a:lnTo>
                  <a:pt x="50443" y="51093"/>
                </a:lnTo>
                <a:lnTo>
                  <a:pt x="47292" y="48167"/>
                </a:lnTo>
                <a:lnTo>
                  <a:pt x="26000" y="27558"/>
                </a:lnTo>
                <a:lnTo>
                  <a:pt x="26043" y="27413"/>
                </a:lnTo>
                <a:lnTo>
                  <a:pt x="26059" y="27243"/>
                </a:lnTo>
                <a:lnTo>
                  <a:pt x="26048" y="27048"/>
                </a:lnTo>
                <a:lnTo>
                  <a:pt x="26001" y="26837"/>
                </a:lnTo>
                <a:lnTo>
                  <a:pt x="25924" y="26678"/>
                </a:lnTo>
                <a:lnTo>
                  <a:pt x="25811" y="26529"/>
                </a:lnTo>
                <a:lnTo>
                  <a:pt x="25698" y="26379"/>
                </a:lnTo>
                <a:lnTo>
                  <a:pt x="25559" y="26230"/>
                </a:lnTo>
                <a:lnTo>
                  <a:pt x="25411" y="26115"/>
                </a:lnTo>
                <a:lnTo>
                  <a:pt x="25284" y="26034"/>
                </a:lnTo>
                <a:lnTo>
                  <a:pt x="25147" y="25961"/>
                </a:lnTo>
                <a:lnTo>
                  <a:pt x="25016" y="25922"/>
                </a:lnTo>
                <a:lnTo>
                  <a:pt x="24855" y="25893"/>
                </a:lnTo>
                <a:lnTo>
                  <a:pt x="24694" y="25897"/>
                </a:lnTo>
                <a:lnTo>
                  <a:pt x="24497" y="25928"/>
                </a:lnTo>
                <a:lnTo>
                  <a:pt x="24364" y="25982"/>
                </a:lnTo>
                <a:lnTo>
                  <a:pt x="3536" y="5818"/>
                </a:lnTo>
                <a:lnTo>
                  <a:pt x="0" y="2496"/>
                </a:lnTo>
                <a:lnTo>
                  <a:pt x="1577" y="70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7F6E49F-C5DE-4FAF-9032-626E9B82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420" y="4379193"/>
            <a:ext cx="18257" cy="28172"/>
          </a:xfrm>
          <a:custGeom xmlns:a="http://schemas.openxmlformats.org/drawingml/2006/main">
            <a:pathLst>
              <a:path w="18257" h="28172">
                <a:moveTo>
                  <a:pt x="0" y="22349"/>
                </a:moveTo>
                <a:lnTo>
                  <a:pt x="5449" y="0"/>
                </a:lnTo>
                <a:lnTo>
                  <a:pt x="18257" y="3541"/>
                </a:lnTo>
                <a:lnTo>
                  <a:pt x="11534" y="28172"/>
                </a:lnTo>
                <a:lnTo>
                  <a:pt x="3088" y="25989"/>
                </a:lnTo>
                <a:lnTo>
                  <a:pt x="0" y="2234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F7EEDC6-5F7A-4C8C-9A2E-AEE692FA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385" y="4165069"/>
            <a:ext cx="103017" cy="79423"/>
          </a:xfrm>
          <a:custGeom xmlns:a="http://schemas.openxmlformats.org/drawingml/2006/main">
            <a:pathLst>
              <a:path w="103017" h="79423">
                <a:moveTo>
                  <a:pt x="88138" y="67200"/>
                </a:moveTo>
                <a:lnTo>
                  <a:pt x="77036" y="56925"/>
                </a:lnTo>
                <a:lnTo>
                  <a:pt x="66020" y="46190"/>
                </a:lnTo>
                <a:lnTo>
                  <a:pt x="54948" y="35719"/>
                </a:lnTo>
                <a:lnTo>
                  <a:pt x="44407" y="25666"/>
                </a:lnTo>
                <a:lnTo>
                  <a:pt x="33595" y="15357"/>
                </a:lnTo>
                <a:lnTo>
                  <a:pt x="27826" y="9941"/>
                </a:lnTo>
                <a:lnTo>
                  <a:pt x="26673" y="9175"/>
                </a:lnTo>
                <a:lnTo>
                  <a:pt x="25526" y="8595"/>
                </a:lnTo>
                <a:lnTo>
                  <a:pt x="24569" y="8536"/>
                </a:lnTo>
                <a:lnTo>
                  <a:pt x="23565" y="8665"/>
                </a:lnTo>
                <a:lnTo>
                  <a:pt x="22664" y="8969"/>
                </a:lnTo>
                <a:lnTo>
                  <a:pt x="21945" y="9471"/>
                </a:lnTo>
                <a:lnTo>
                  <a:pt x="20774" y="10545"/>
                </a:lnTo>
                <a:lnTo>
                  <a:pt x="13351" y="18230"/>
                </a:lnTo>
                <a:lnTo>
                  <a:pt x="8132" y="22880"/>
                </a:lnTo>
                <a:lnTo>
                  <a:pt x="7774" y="23101"/>
                </a:lnTo>
                <a:lnTo>
                  <a:pt x="7328" y="23325"/>
                </a:lnTo>
                <a:lnTo>
                  <a:pt x="6824" y="23474"/>
                </a:lnTo>
                <a:lnTo>
                  <a:pt x="6286" y="23557"/>
                </a:lnTo>
                <a:lnTo>
                  <a:pt x="5641" y="23523"/>
                </a:lnTo>
                <a:lnTo>
                  <a:pt x="4668" y="23261"/>
                </a:lnTo>
                <a:lnTo>
                  <a:pt x="3836" y="23029"/>
                </a:lnTo>
                <a:lnTo>
                  <a:pt x="3145" y="22632"/>
                </a:lnTo>
                <a:lnTo>
                  <a:pt x="2709" y="22245"/>
                </a:lnTo>
                <a:lnTo>
                  <a:pt x="2028" y="20856"/>
                </a:lnTo>
                <a:lnTo>
                  <a:pt x="1534" y="19665"/>
                </a:lnTo>
                <a:lnTo>
                  <a:pt x="1214" y="18012"/>
                </a:lnTo>
                <a:lnTo>
                  <a:pt x="1034" y="16516"/>
                </a:lnTo>
                <a:lnTo>
                  <a:pt x="0" y="10465"/>
                </a:lnTo>
                <a:lnTo>
                  <a:pt x="869" y="9568"/>
                </a:lnTo>
                <a:lnTo>
                  <a:pt x="1183" y="9662"/>
                </a:lnTo>
                <a:lnTo>
                  <a:pt x="4717" y="10720"/>
                </a:lnTo>
                <a:lnTo>
                  <a:pt x="4774" y="10736"/>
                </a:lnTo>
                <a:lnTo>
                  <a:pt x="6198" y="11164"/>
                </a:lnTo>
                <a:lnTo>
                  <a:pt x="8953" y="7945"/>
                </a:lnTo>
                <a:lnTo>
                  <a:pt x="12458" y="4825"/>
                </a:lnTo>
                <a:lnTo>
                  <a:pt x="14545" y="2861"/>
                </a:lnTo>
                <a:lnTo>
                  <a:pt x="18952" y="259"/>
                </a:lnTo>
                <a:lnTo>
                  <a:pt x="20894" y="640"/>
                </a:lnTo>
                <a:lnTo>
                  <a:pt x="22966" y="67"/>
                </a:lnTo>
                <a:lnTo>
                  <a:pt x="23572" y="0"/>
                </a:lnTo>
                <a:lnTo>
                  <a:pt x="24419" y="410"/>
                </a:lnTo>
                <a:lnTo>
                  <a:pt x="26542" y="1548"/>
                </a:lnTo>
                <a:lnTo>
                  <a:pt x="30694" y="5159"/>
                </a:lnTo>
                <a:lnTo>
                  <a:pt x="40785" y="13919"/>
                </a:lnTo>
                <a:lnTo>
                  <a:pt x="46129" y="18600"/>
                </a:lnTo>
                <a:lnTo>
                  <a:pt x="45852" y="18921"/>
                </a:lnTo>
                <a:lnTo>
                  <a:pt x="46151" y="20583"/>
                </a:lnTo>
                <a:lnTo>
                  <a:pt x="47544" y="21190"/>
                </a:lnTo>
                <a:lnTo>
                  <a:pt x="48283" y="22247"/>
                </a:lnTo>
                <a:lnTo>
                  <a:pt x="50743" y="23148"/>
                </a:lnTo>
                <a:lnTo>
                  <a:pt x="51023" y="22920"/>
                </a:lnTo>
                <a:lnTo>
                  <a:pt x="54502" y="26210"/>
                </a:lnTo>
                <a:lnTo>
                  <a:pt x="63488" y="35990"/>
                </a:lnTo>
                <a:lnTo>
                  <a:pt x="63208" y="37388"/>
                </a:lnTo>
                <a:lnTo>
                  <a:pt x="63994" y="38029"/>
                </a:lnTo>
                <a:lnTo>
                  <a:pt x="64010" y="38622"/>
                </a:lnTo>
                <a:lnTo>
                  <a:pt x="66314" y="40900"/>
                </a:lnTo>
                <a:lnTo>
                  <a:pt x="67493" y="41301"/>
                </a:lnTo>
                <a:lnTo>
                  <a:pt x="68551" y="41239"/>
                </a:lnTo>
                <a:lnTo>
                  <a:pt x="71474" y="44323"/>
                </a:lnTo>
                <a:lnTo>
                  <a:pt x="75864" y="48266"/>
                </a:lnTo>
                <a:lnTo>
                  <a:pt x="82206" y="53743"/>
                </a:lnTo>
                <a:lnTo>
                  <a:pt x="86023" y="57049"/>
                </a:lnTo>
                <a:lnTo>
                  <a:pt x="86475" y="58996"/>
                </a:lnTo>
                <a:lnTo>
                  <a:pt x="86985" y="59821"/>
                </a:lnTo>
                <a:lnTo>
                  <a:pt x="88314" y="59972"/>
                </a:lnTo>
                <a:lnTo>
                  <a:pt x="88734" y="61504"/>
                </a:lnTo>
                <a:lnTo>
                  <a:pt x="89884" y="62168"/>
                </a:lnTo>
                <a:lnTo>
                  <a:pt x="90360" y="63097"/>
                </a:lnTo>
                <a:lnTo>
                  <a:pt x="92081" y="62983"/>
                </a:lnTo>
                <a:lnTo>
                  <a:pt x="94211" y="65130"/>
                </a:lnTo>
                <a:lnTo>
                  <a:pt x="97017" y="69099"/>
                </a:lnTo>
                <a:lnTo>
                  <a:pt x="102449" y="75482"/>
                </a:lnTo>
                <a:lnTo>
                  <a:pt x="103017" y="76739"/>
                </a:lnTo>
                <a:lnTo>
                  <a:pt x="100617" y="79423"/>
                </a:lnTo>
                <a:lnTo>
                  <a:pt x="88138" y="6720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A45D5FD-D497-4B8C-BA6F-88FC4D32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8152" y="3467446"/>
            <a:ext cx="325764" cy="642370"/>
          </a:xfrm>
          <a:custGeom xmlns:a="http://schemas.openxmlformats.org/drawingml/2006/main">
            <a:pathLst>
              <a:path w="325764" h="642370">
                <a:moveTo>
                  <a:pt x="325071" y="581578"/>
                </a:moveTo>
                <a:lnTo>
                  <a:pt x="298154" y="609388"/>
                </a:lnTo>
                <a:lnTo>
                  <a:pt x="284078" y="623796"/>
                </a:lnTo>
                <a:lnTo>
                  <a:pt x="283855" y="624201"/>
                </a:lnTo>
                <a:lnTo>
                  <a:pt x="283711" y="624654"/>
                </a:lnTo>
                <a:lnTo>
                  <a:pt x="283711" y="625239"/>
                </a:lnTo>
                <a:lnTo>
                  <a:pt x="284148" y="626813"/>
                </a:lnTo>
                <a:lnTo>
                  <a:pt x="284537" y="628159"/>
                </a:lnTo>
                <a:lnTo>
                  <a:pt x="284548" y="628566"/>
                </a:lnTo>
                <a:lnTo>
                  <a:pt x="284498" y="629033"/>
                </a:lnTo>
                <a:lnTo>
                  <a:pt x="284124" y="629577"/>
                </a:lnTo>
                <a:lnTo>
                  <a:pt x="281637" y="631950"/>
                </a:lnTo>
                <a:lnTo>
                  <a:pt x="281787" y="632107"/>
                </a:lnTo>
                <a:lnTo>
                  <a:pt x="277290" y="636780"/>
                </a:lnTo>
                <a:lnTo>
                  <a:pt x="277061" y="636558"/>
                </a:lnTo>
                <a:lnTo>
                  <a:pt x="271543" y="642047"/>
                </a:lnTo>
                <a:lnTo>
                  <a:pt x="271110" y="642186"/>
                </a:lnTo>
                <a:lnTo>
                  <a:pt x="270464" y="642279"/>
                </a:lnTo>
                <a:lnTo>
                  <a:pt x="269303" y="642370"/>
                </a:lnTo>
                <a:lnTo>
                  <a:pt x="268165" y="642358"/>
                </a:lnTo>
                <a:lnTo>
                  <a:pt x="266952" y="642229"/>
                </a:lnTo>
                <a:lnTo>
                  <a:pt x="265373" y="641831"/>
                </a:lnTo>
                <a:lnTo>
                  <a:pt x="264223" y="641361"/>
                </a:lnTo>
                <a:lnTo>
                  <a:pt x="262652" y="640496"/>
                </a:lnTo>
                <a:lnTo>
                  <a:pt x="261492" y="639629"/>
                </a:lnTo>
                <a:lnTo>
                  <a:pt x="213706" y="594635"/>
                </a:lnTo>
                <a:lnTo>
                  <a:pt x="189937" y="571710"/>
                </a:lnTo>
                <a:lnTo>
                  <a:pt x="166620" y="548808"/>
                </a:lnTo>
                <a:lnTo>
                  <a:pt x="150956" y="533178"/>
                </a:lnTo>
                <a:lnTo>
                  <a:pt x="135414" y="517468"/>
                </a:lnTo>
                <a:lnTo>
                  <a:pt x="123836" y="505324"/>
                </a:lnTo>
                <a:lnTo>
                  <a:pt x="121384" y="502744"/>
                </a:lnTo>
                <a:lnTo>
                  <a:pt x="117510" y="498668"/>
                </a:lnTo>
                <a:lnTo>
                  <a:pt x="114171" y="495197"/>
                </a:lnTo>
                <a:lnTo>
                  <a:pt x="91999" y="470949"/>
                </a:lnTo>
                <a:lnTo>
                  <a:pt x="77121" y="454416"/>
                </a:lnTo>
                <a:lnTo>
                  <a:pt x="62564" y="438061"/>
                </a:lnTo>
                <a:lnTo>
                  <a:pt x="47761" y="421009"/>
                </a:lnTo>
                <a:lnTo>
                  <a:pt x="33837" y="404594"/>
                </a:lnTo>
                <a:lnTo>
                  <a:pt x="19715" y="387583"/>
                </a:lnTo>
                <a:lnTo>
                  <a:pt x="12510" y="379128"/>
                </a:lnTo>
                <a:lnTo>
                  <a:pt x="7447" y="372888"/>
                </a:lnTo>
                <a:lnTo>
                  <a:pt x="5986" y="370706"/>
                </a:lnTo>
                <a:lnTo>
                  <a:pt x="4576" y="368056"/>
                </a:lnTo>
                <a:lnTo>
                  <a:pt x="3431" y="365619"/>
                </a:lnTo>
                <a:lnTo>
                  <a:pt x="2394" y="362569"/>
                </a:lnTo>
                <a:lnTo>
                  <a:pt x="1599" y="359852"/>
                </a:lnTo>
                <a:lnTo>
                  <a:pt x="628" y="355190"/>
                </a:lnTo>
                <a:lnTo>
                  <a:pt x="291" y="352681"/>
                </a:lnTo>
                <a:lnTo>
                  <a:pt x="75" y="350796"/>
                </a:lnTo>
                <a:lnTo>
                  <a:pt x="0" y="348585"/>
                </a:lnTo>
                <a:lnTo>
                  <a:pt x="108" y="346590"/>
                </a:lnTo>
                <a:lnTo>
                  <a:pt x="394" y="344471"/>
                </a:lnTo>
                <a:lnTo>
                  <a:pt x="863" y="342398"/>
                </a:lnTo>
                <a:lnTo>
                  <a:pt x="1642" y="339893"/>
                </a:lnTo>
                <a:lnTo>
                  <a:pt x="2716" y="337516"/>
                </a:lnTo>
                <a:lnTo>
                  <a:pt x="5425" y="332416"/>
                </a:lnTo>
                <a:lnTo>
                  <a:pt x="6133" y="331126"/>
                </a:lnTo>
                <a:lnTo>
                  <a:pt x="6450" y="330532"/>
                </a:lnTo>
                <a:lnTo>
                  <a:pt x="6670" y="329856"/>
                </a:lnTo>
                <a:lnTo>
                  <a:pt x="11861" y="324359"/>
                </a:lnTo>
                <a:lnTo>
                  <a:pt x="12385" y="324125"/>
                </a:lnTo>
                <a:lnTo>
                  <a:pt x="12947" y="323779"/>
                </a:lnTo>
                <a:lnTo>
                  <a:pt x="16852" y="319911"/>
                </a:lnTo>
                <a:lnTo>
                  <a:pt x="31053" y="305322"/>
                </a:lnTo>
                <a:lnTo>
                  <a:pt x="45155" y="290727"/>
                </a:lnTo>
                <a:lnTo>
                  <a:pt x="240943" y="88436"/>
                </a:lnTo>
                <a:lnTo>
                  <a:pt x="243485" y="86596"/>
                </a:lnTo>
                <a:lnTo>
                  <a:pt x="243813" y="86248"/>
                </a:lnTo>
                <a:lnTo>
                  <a:pt x="244200" y="85966"/>
                </a:lnTo>
                <a:lnTo>
                  <a:pt x="246718" y="83245"/>
                </a:lnTo>
                <a:lnTo>
                  <a:pt x="249277" y="80489"/>
                </a:lnTo>
                <a:lnTo>
                  <a:pt x="249652" y="80165"/>
                </a:lnTo>
                <a:lnTo>
                  <a:pt x="250483" y="79177"/>
                </a:lnTo>
                <a:lnTo>
                  <a:pt x="271341" y="57151"/>
                </a:lnTo>
                <a:lnTo>
                  <a:pt x="290605" y="36863"/>
                </a:lnTo>
                <a:lnTo>
                  <a:pt x="300178" y="26738"/>
                </a:lnTo>
                <a:lnTo>
                  <a:pt x="309840" y="16619"/>
                </a:lnTo>
                <a:lnTo>
                  <a:pt x="319884" y="6082"/>
                </a:lnTo>
                <a:lnTo>
                  <a:pt x="325764" y="0"/>
                </a:lnTo>
                <a:lnTo>
                  <a:pt x="325764" y="5166"/>
                </a:lnTo>
                <a:lnTo>
                  <a:pt x="324845" y="6161"/>
                </a:lnTo>
                <a:lnTo>
                  <a:pt x="321569" y="9852"/>
                </a:lnTo>
                <a:lnTo>
                  <a:pt x="315975" y="16743"/>
                </a:lnTo>
                <a:lnTo>
                  <a:pt x="310376" y="23455"/>
                </a:lnTo>
                <a:lnTo>
                  <a:pt x="304975" y="29814"/>
                </a:lnTo>
                <a:lnTo>
                  <a:pt x="299523" y="36183"/>
                </a:lnTo>
                <a:lnTo>
                  <a:pt x="293444" y="42798"/>
                </a:lnTo>
                <a:lnTo>
                  <a:pt x="286931" y="49510"/>
                </a:lnTo>
                <a:lnTo>
                  <a:pt x="282515" y="53689"/>
                </a:lnTo>
                <a:lnTo>
                  <a:pt x="279634" y="56420"/>
                </a:lnTo>
                <a:lnTo>
                  <a:pt x="271885" y="63283"/>
                </a:lnTo>
                <a:lnTo>
                  <a:pt x="265521" y="68795"/>
                </a:lnTo>
                <a:lnTo>
                  <a:pt x="251631" y="80960"/>
                </a:lnTo>
                <a:lnTo>
                  <a:pt x="250606" y="81861"/>
                </a:lnTo>
                <a:lnTo>
                  <a:pt x="250278" y="82183"/>
                </a:lnTo>
                <a:lnTo>
                  <a:pt x="245767" y="86874"/>
                </a:lnTo>
                <a:lnTo>
                  <a:pt x="245453" y="87196"/>
                </a:lnTo>
                <a:lnTo>
                  <a:pt x="244464" y="88249"/>
                </a:lnTo>
                <a:lnTo>
                  <a:pt x="243859" y="88943"/>
                </a:lnTo>
                <a:lnTo>
                  <a:pt x="241639" y="91910"/>
                </a:lnTo>
                <a:lnTo>
                  <a:pt x="233272" y="102682"/>
                </a:lnTo>
                <a:lnTo>
                  <a:pt x="232573" y="103540"/>
                </a:lnTo>
                <a:lnTo>
                  <a:pt x="224792" y="113108"/>
                </a:lnTo>
                <a:lnTo>
                  <a:pt x="218832" y="119906"/>
                </a:lnTo>
                <a:lnTo>
                  <a:pt x="212685" y="126743"/>
                </a:lnTo>
                <a:lnTo>
                  <a:pt x="203284" y="136126"/>
                </a:lnTo>
                <a:lnTo>
                  <a:pt x="194599" y="143735"/>
                </a:lnTo>
                <a:lnTo>
                  <a:pt x="185675" y="151935"/>
                </a:lnTo>
                <a:lnTo>
                  <a:pt x="180543" y="156523"/>
                </a:lnTo>
                <a:lnTo>
                  <a:pt x="175389" y="161426"/>
                </a:lnTo>
                <a:lnTo>
                  <a:pt x="165686" y="171402"/>
                </a:lnTo>
                <a:lnTo>
                  <a:pt x="160002" y="177666"/>
                </a:lnTo>
                <a:lnTo>
                  <a:pt x="155534" y="182788"/>
                </a:lnTo>
                <a:lnTo>
                  <a:pt x="147491" y="192669"/>
                </a:lnTo>
                <a:lnTo>
                  <a:pt x="125584" y="215570"/>
                </a:lnTo>
                <a:lnTo>
                  <a:pt x="103793" y="238306"/>
                </a:lnTo>
                <a:lnTo>
                  <a:pt x="80582" y="262547"/>
                </a:lnTo>
                <a:lnTo>
                  <a:pt x="69171" y="274476"/>
                </a:lnTo>
                <a:lnTo>
                  <a:pt x="57538" y="286029"/>
                </a:lnTo>
                <a:lnTo>
                  <a:pt x="34497" y="308477"/>
                </a:lnTo>
                <a:lnTo>
                  <a:pt x="27640" y="315163"/>
                </a:lnTo>
                <a:lnTo>
                  <a:pt x="12256" y="330173"/>
                </a:lnTo>
                <a:lnTo>
                  <a:pt x="10683" y="331758"/>
                </a:lnTo>
                <a:lnTo>
                  <a:pt x="10037" y="332471"/>
                </a:lnTo>
                <a:lnTo>
                  <a:pt x="9412" y="333344"/>
                </a:lnTo>
                <a:lnTo>
                  <a:pt x="8722" y="334541"/>
                </a:lnTo>
                <a:lnTo>
                  <a:pt x="8157" y="335929"/>
                </a:lnTo>
                <a:lnTo>
                  <a:pt x="7106" y="339934"/>
                </a:lnTo>
                <a:lnTo>
                  <a:pt x="6695" y="342064"/>
                </a:lnTo>
                <a:lnTo>
                  <a:pt x="6341" y="344524"/>
                </a:lnTo>
                <a:lnTo>
                  <a:pt x="6067" y="347880"/>
                </a:lnTo>
                <a:lnTo>
                  <a:pt x="6125" y="351617"/>
                </a:lnTo>
                <a:lnTo>
                  <a:pt x="6490" y="353592"/>
                </a:lnTo>
                <a:lnTo>
                  <a:pt x="7155" y="356550"/>
                </a:lnTo>
                <a:lnTo>
                  <a:pt x="8996" y="361503"/>
                </a:lnTo>
                <a:lnTo>
                  <a:pt x="10399" y="364254"/>
                </a:lnTo>
                <a:lnTo>
                  <a:pt x="11705" y="366492"/>
                </a:lnTo>
                <a:lnTo>
                  <a:pt x="13289" y="368823"/>
                </a:lnTo>
                <a:lnTo>
                  <a:pt x="15268" y="371390"/>
                </a:lnTo>
                <a:lnTo>
                  <a:pt x="24800" y="382606"/>
                </a:lnTo>
                <a:lnTo>
                  <a:pt x="44655" y="406238"/>
                </a:lnTo>
                <a:lnTo>
                  <a:pt x="65104" y="429939"/>
                </a:lnTo>
                <a:lnTo>
                  <a:pt x="80761" y="447824"/>
                </a:lnTo>
                <a:lnTo>
                  <a:pt x="84341" y="451781"/>
                </a:lnTo>
                <a:lnTo>
                  <a:pt x="96862" y="465613"/>
                </a:lnTo>
                <a:lnTo>
                  <a:pt x="113309" y="483545"/>
                </a:lnTo>
                <a:lnTo>
                  <a:pt x="117714" y="488260"/>
                </a:lnTo>
                <a:lnTo>
                  <a:pt x="119521" y="490196"/>
                </a:lnTo>
                <a:lnTo>
                  <a:pt x="122857" y="493760"/>
                </a:lnTo>
                <a:lnTo>
                  <a:pt x="124728" y="495762"/>
                </a:lnTo>
                <a:lnTo>
                  <a:pt x="129598" y="500964"/>
                </a:lnTo>
                <a:lnTo>
                  <a:pt x="146241" y="518060"/>
                </a:lnTo>
                <a:lnTo>
                  <a:pt x="163160" y="535335"/>
                </a:lnTo>
                <a:lnTo>
                  <a:pt x="179219" y="551158"/>
                </a:lnTo>
                <a:lnTo>
                  <a:pt x="193723" y="565335"/>
                </a:lnTo>
                <a:lnTo>
                  <a:pt x="208541" y="579606"/>
                </a:lnTo>
                <a:lnTo>
                  <a:pt x="223233" y="593803"/>
                </a:lnTo>
                <a:lnTo>
                  <a:pt x="238228" y="608052"/>
                </a:lnTo>
                <a:lnTo>
                  <a:pt x="249890" y="619041"/>
                </a:lnTo>
                <a:lnTo>
                  <a:pt x="251523" y="620303"/>
                </a:lnTo>
                <a:lnTo>
                  <a:pt x="252880" y="621139"/>
                </a:lnTo>
                <a:lnTo>
                  <a:pt x="254457" y="622055"/>
                </a:lnTo>
                <a:lnTo>
                  <a:pt x="255881" y="622687"/>
                </a:lnTo>
                <a:lnTo>
                  <a:pt x="257345" y="623250"/>
                </a:lnTo>
                <a:lnTo>
                  <a:pt x="259092" y="623703"/>
                </a:lnTo>
                <a:lnTo>
                  <a:pt x="261236" y="624086"/>
                </a:lnTo>
                <a:lnTo>
                  <a:pt x="263090" y="624257"/>
                </a:lnTo>
                <a:lnTo>
                  <a:pt x="264460" y="624229"/>
                </a:lnTo>
                <a:lnTo>
                  <a:pt x="265622" y="624198"/>
                </a:lnTo>
                <a:lnTo>
                  <a:pt x="267051" y="624024"/>
                </a:lnTo>
                <a:lnTo>
                  <a:pt x="268936" y="623634"/>
                </a:lnTo>
                <a:lnTo>
                  <a:pt x="270288" y="623318"/>
                </a:lnTo>
                <a:lnTo>
                  <a:pt x="272076" y="622626"/>
                </a:lnTo>
                <a:lnTo>
                  <a:pt x="274044" y="621810"/>
                </a:lnTo>
                <a:lnTo>
                  <a:pt x="276072" y="620755"/>
                </a:lnTo>
                <a:lnTo>
                  <a:pt x="277584" y="619630"/>
                </a:lnTo>
                <a:lnTo>
                  <a:pt x="280384" y="617147"/>
                </a:lnTo>
                <a:lnTo>
                  <a:pt x="298358" y="598785"/>
                </a:lnTo>
                <a:lnTo>
                  <a:pt x="308896" y="587998"/>
                </a:lnTo>
                <a:lnTo>
                  <a:pt x="319017" y="578121"/>
                </a:lnTo>
                <a:lnTo>
                  <a:pt x="325764" y="571638"/>
                </a:lnTo>
                <a:lnTo>
                  <a:pt x="325764" y="580862"/>
                </a:lnTo>
                <a:lnTo>
                  <a:pt x="325071" y="58157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09B69B6-9AD7-4563-9E7F-74478FC1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6874" y="3501332"/>
            <a:ext cx="46866" cy="45753"/>
          </a:xfrm>
          <a:custGeom xmlns:a="http://schemas.openxmlformats.org/drawingml/2006/main">
            <a:pathLst>
              <a:path w="46866" h="45753">
                <a:moveTo>
                  <a:pt x="42782" y="44596"/>
                </a:moveTo>
                <a:lnTo>
                  <a:pt x="42907" y="44601"/>
                </a:lnTo>
                <a:lnTo>
                  <a:pt x="42866" y="44238"/>
                </a:lnTo>
                <a:lnTo>
                  <a:pt x="42961" y="42929"/>
                </a:lnTo>
                <a:lnTo>
                  <a:pt x="43057" y="41647"/>
                </a:lnTo>
                <a:lnTo>
                  <a:pt x="43015" y="40868"/>
                </a:lnTo>
                <a:lnTo>
                  <a:pt x="42539" y="40151"/>
                </a:lnTo>
                <a:lnTo>
                  <a:pt x="37322" y="35127"/>
                </a:lnTo>
                <a:lnTo>
                  <a:pt x="36822" y="34683"/>
                </a:lnTo>
                <a:lnTo>
                  <a:pt x="36318" y="34476"/>
                </a:lnTo>
                <a:lnTo>
                  <a:pt x="35907" y="34436"/>
                </a:lnTo>
                <a:lnTo>
                  <a:pt x="35503" y="34455"/>
                </a:lnTo>
                <a:lnTo>
                  <a:pt x="35045" y="34611"/>
                </a:lnTo>
                <a:lnTo>
                  <a:pt x="32776" y="36172"/>
                </a:lnTo>
                <a:lnTo>
                  <a:pt x="32093" y="36674"/>
                </a:lnTo>
                <a:lnTo>
                  <a:pt x="31427" y="37005"/>
                </a:lnTo>
                <a:lnTo>
                  <a:pt x="30575" y="37180"/>
                </a:lnTo>
                <a:lnTo>
                  <a:pt x="29739" y="37177"/>
                </a:lnTo>
                <a:lnTo>
                  <a:pt x="16928" y="35916"/>
                </a:lnTo>
                <a:lnTo>
                  <a:pt x="15438" y="35735"/>
                </a:lnTo>
                <a:lnTo>
                  <a:pt x="14640" y="35799"/>
                </a:lnTo>
                <a:lnTo>
                  <a:pt x="13902" y="35971"/>
                </a:lnTo>
                <a:lnTo>
                  <a:pt x="13379" y="36205"/>
                </a:lnTo>
                <a:lnTo>
                  <a:pt x="12722" y="36698"/>
                </a:lnTo>
                <a:lnTo>
                  <a:pt x="12174" y="37348"/>
                </a:lnTo>
                <a:lnTo>
                  <a:pt x="11845" y="38060"/>
                </a:lnTo>
                <a:lnTo>
                  <a:pt x="11841" y="38883"/>
                </a:lnTo>
                <a:lnTo>
                  <a:pt x="11720" y="40209"/>
                </a:lnTo>
                <a:lnTo>
                  <a:pt x="11608" y="41450"/>
                </a:lnTo>
                <a:lnTo>
                  <a:pt x="11617" y="42009"/>
                </a:lnTo>
                <a:lnTo>
                  <a:pt x="11644" y="42424"/>
                </a:lnTo>
                <a:lnTo>
                  <a:pt x="11938" y="43323"/>
                </a:lnTo>
                <a:lnTo>
                  <a:pt x="5552" y="42738"/>
                </a:lnTo>
                <a:lnTo>
                  <a:pt x="6516" y="41899"/>
                </a:lnTo>
                <a:lnTo>
                  <a:pt x="6637" y="41005"/>
                </a:lnTo>
                <a:lnTo>
                  <a:pt x="6755" y="39747"/>
                </a:lnTo>
                <a:lnTo>
                  <a:pt x="6870" y="38439"/>
                </a:lnTo>
                <a:lnTo>
                  <a:pt x="6993" y="37571"/>
                </a:lnTo>
                <a:lnTo>
                  <a:pt x="6986" y="37130"/>
                </a:lnTo>
                <a:lnTo>
                  <a:pt x="6748" y="36577"/>
                </a:lnTo>
                <a:lnTo>
                  <a:pt x="6418" y="36077"/>
                </a:lnTo>
                <a:lnTo>
                  <a:pt x="6028" y="35663"/>
                </a:lnTo>
                <a:lnTo>
                  <a:pt x="5536" y="35312"/>
                </a:lnTo>
                <a:lnTo>
                  <a:pt x="4485" y="35052"/>
                </a:lnTo>
                <a:lnTo>
                  <a:pt x="3370" y="34886"/>
                </a:lnTo>
                <a:lnTo>
                  <a:pt x="2479" y="34791"/>
                </a:lnTo>
                <a:lnTo>
                  <a:pt x="1936" y="34653"/>
                </a:lnTo>
                <a:lnTo>
                  <a:pt x="1378" y="34388"/>
                </a:lnTo>
                <a:lnTo>
                  <a:pt x="855" y="34029"/>
                </a:lnTo>
                <a:lnTo>
                  <a:pt x="452" y="33514"/>
                </a:lnTo>
                <a:lnTo>
                  <a:pt x="114" y="32735"/>
                </a:lnTo>
                <a:lnTo>
                  <a:pt x="0" y="31958"/>
                </a:lnTo>
                <a:lnTo>
                  <a:pt x="2365" y="4731"/>
                </a:lnTo>
                <a:lnTo>
                  <a:pt x="2436" y="3491"/>
                </a:lnTo>
                <a:lnTo>
                  <a:pt x="2641" y="3002"/>
                </a:lnTo>
                <a:lnTo>
                  <a:pt x="3174" y="2183"/>
                </a:lnTo>
                <a:lnTo>
                  <a:pt x="3810" y="1479"/>
                </a:lnTo>
                <a:lnTo>
                  <a:pt x="4566" y="840"/>
                </a:lnTo>
                <a:lnTo>
                  <a:pt x="5541" y="390"/>
                </a:lnTo>
                <a:lnTo>
                  <a:pt x="6628" y="73"/>
                </a:lnTo>
                <a:lnTo>
                  <a:pt x="7784" y="0"/>
                </a:lnTo>
                <a:lnTo>
                  <a:pt x="9110" y="66"/>
                </a:lnTo>
                <a:lnTo>
                  <a:pt x="10418" y="456"/>
                </a:lnTo>
                <a:lnTo>
                  <a:pt x="11363" y="1032"/>
                </a:lnTo>
                <a:lnTo>
                  <a:pt x="25244" y="15957"/>
                </a:lnTo>
                <a:lnTo>
                  <a:pt x="30053" y="21077"/>
                </a:lnTo>
                <a:lnTo>
                  <a:pt x="34748" y="26209"/>
                </a:lnTo>
                <a:lnTo>
                  <a:pt x="44212" y="36283"/>
                </a:lnTo>
                <a:lnTo>
                  <a:pt x="44580" y="36655"/>
                </a:lnTo>
                <a:lnTo>
                  <a:pt x="45034" y="37126"/>
                </a:lnTo>
                <a:lnTo>
                  <a:pt x="45691" y="38016"/>
                </a:lnTo>
                <a:lnTo>
                  <a:pt x="46756" y="40955"/>
                </a:lnTo>
                <a:lnTo>
                  <a:pt x="46833" y="41326"/>
                </a:lnTo>
                <a:lnTo>
                  <a:pt x="46866" y="41588"/>
                </a:lnTo>
                <a:lnTo>
                  <a:pt x="46834" y="41928"/>
                </a:lnTo>
                <a:lnTo>
                  <a:pt x="46733" y="43236"/>
                </a:lnTo>
                <a:lnTo>
                  <a:pt x="46638" y="44519"/>
                </a:lnTo>
                <a:lnTo>
                  <a:pt x="46598" y="44978"/>
                </a:lnTo>
                <a:lnTo>
                  <a:pt x="46620" y="45401"/>
                </a:lnTo>
                <a:lnTo>
                  <a:pt x="46774" y="45753"/>
                </a:lnTo>
                <a:lnTo>
                  <a:pt x="42505" y="45502"/>
                </a:lnTo>
                <a:lnTo>
                  <a:pt x="42782" y="4459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BC703FE-F434-4278-88B3-72165F07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49" y="2875592"/>
            <a:ext cx="461567" cy="467627"/>
          </a:xfrm>
          <a:custGeom xmlns:a="http://schemas.openxmlformats.org/drawingml/2006/main">
            <a:pathLst>
              <a:path w="461567" h="467627">
                <a:moveTo>
                  <a:pt x="7074" y="449160"/>
                </a:moveTo>
                <a:lnTo>
                  <a:pt x="15807" y="442942"/>
                </a:lnTo>
                <a:lnTo>
                  <a:pt x="16886" y="441955"/>
                </a:lnTo>
                <a:lnTo>
                  <a:pt x="18393" y="440227"/>
                </a:lnTo>
                <a:lnTo>
                  <a:pt x="37597" y="423089"/>
                </a:lnTo>
                <a:lnTo>
                  <a:pt x="37994" y="422799"/>
                </a:lnTo>
                <a:lnTo>
                  <a:pt x="58995" y="409597"/>
                </a:lnTo>
                <a:lnTo>
                  <a:pt x="60217" y="410268"/>
                </a:lnTo>
                <a:lnTo>
                  <a:pt x="97011" y="372362"/>
                </a:lnTo>
                <a:lnTo>
                  <a:pt x="146862" y="320491"/>
                </a:lnTo>
                <a:lnTo>
                  <a:pt x="149349" y="317788"/>
                </a:lnTo>
                <a:lnTo>
                  <a:pt x="160613" y="306253"/>
                </a:lnTo>
                <a:lnTo>
                  <a:pt x="163401" y="303347"/>
                </a:lnTo>
                <a:lnTo>
                  <a:pt x="166837" y="300000"/>
                </a:lnTo>
                <a:lnTo>
                  <a:pt x="168067" y="301171"/>
                </a:lnTo>
                <a:lnTo>
                  <a:pt x="168255" y="300987"/>
                </a:lnTo>
                <a:lnTo>
                  <a:pt x="169560" y="299715"/>
                </a:lnTo>
                <a:lnTo>
                  <a:pt x="171270" y="298041"/>
                </a:lnTo>
                <a:lnTo>
                  <a:pt x="174321" y="295060"/>
                </a:lnTo>
                <a:lnTo>
                  <a:pt x="175490" y="293935"/>
                </a:lnTo>
                <a:lnTo>
                  <a:pt x="176588" y="292863"/>
                </a:lnTo>
                <a:lnTo>
                  <a:pt x="177317" y="292157"/>
                </a:lnTo>
                <a:lnTo>
                  <a:pt x="179250" y="290282"/>
                </a:lnTo>
                <a:lnTo>
                  <a:pt x="182539" y="287083"/>
                </a:lnTo>
                <a:lnTo>
                  <a:pt x="185827" y="283875"/>
                </a:lnTo>
                <a:lnTo>
                  <a:pt x="186015" y="283692"/>
                </a:lnTo>
                <a:lnTo>
                  <a:pt x="184789" y="282521"/>
                </a:lnTo>
                <a:lnTo>
                  <a:pt x="190800" y="276247"/>
                </a:lnTo>
                <a:lnTo>
                  <a:pt x="200637" y="265954"/>
                </a:lnTo>
                <a:lnTo>
                  <a:pt x="204983" y="261506"/>
                </a:lnTo>
                <a:lnTo>
                  <a:pt x="205927" y="262430"/>
                </a:lnTo>
                <a:lnTo>
                  <a:pt x="208657" y="259491"/>
                </a:lnTo>
                <a:lnTo>
                  <a:pt x="211579" y="256344"/>
                </a:lnTo>
                <a:lnTo>
                  <a:pt x="210529" y="255321"/>
                </a:lnTo>
                <a:lnTo>
                  <a:pt x="215579" y="250056"/>
                </a:lnTo>
                <a:lnTo>
                  <a:pt x="231284" y="233180"/>
                </a:lnTo>
                <a:lnTo>
                  <a:pt x="259985" y="203959"/>
                </a:lnTo>
                <a:lnTo>
                  <a:pt x="266196" y="197638"/>
                </a:lnTo>
                <a:lnTo>
                  <a:pt x="272999" y="190732"/>
                </a:lnTo>
                <a:lnTo>
                  <a:pt x="274214" y="191921"/>
                </a:lnTo>
                <a:lnTo>
                  <a:pt x="277318" y="188768"/>
                </a:lnTo>
                <a:lnTo>
                  <a:pt x="281709" y="184301"/>
                </a:lnTo>
                <a:lnTo>
                  <a:pt x="283569" y="182412"/>
                </a:lnTo>
                <a:lnTo>
                  <a:pt x="284818" y="181158"/>
                </a:lnTo>
                <a:lnTo>
                  <a:pt x="283953" y="180265"/>
                </a:lnTo>
                <a:lnTo>
                  <a:pt x="293951" y="169942"/>
                </a:lnTo>
                <a:lnTo>
                  <a:pt x="304441" y="159199"/>
                </a:lnTo>
                <a:lnTo>
                  <a:pt x="343897" y="119143"/>
                </a:lnTo>
                <a:lnTo>
                  <a:pt x="363659" y="99113"/>
                </a:lnTo>
                <a:lnTo>
                  <a:pt x="383446" y="79058"/>
                </a:lnTo>
                <a:lnTo>
                  <a:pt x="384277" y="79858"/>
                </a:lnTo>
                <a:lnTo>
                  <a:pt x="395495" y="68391"/>
                </a:lnTo>
                <a:lnTo>
                  <a:pt x="394551" y="67467"/>
                </a:lnTo>
                <a:lnTo>
                  <a:pt x="461567" y="0"/>
                </a:lnTo>
                <a:lnTo>
                  <a:pt x="461567" y="8125"/>
                </a:lnTo>
                <a:lnTo>
                  <a:pt x="398133" y="70949"/>
                </a:lnTo>
                <a:lnTo>
                  <a:pt x="397200" y="70041"/>
                </a:lnTo>
                <a:lnTo>
                  <a:pt x="385940" y="81475"/>
                </a:lnTo>
                <a:lnTo>
                  <a:pt x="386745" y="82259"/>
                </a:lnTo>
                <a:lnTo>
                  <a:pt x="336833" y="132753"/>
                </a:lnTo>
                <a:lnTo>
                  <a:pt x="287240" y="183594"/>
                </a:lnTo>
                <a:lnTo>
                  <a:pt x="286429" y="182768"/>
                </a:lnTo>
                <a:lnTo>
                  <a:pt x="285180" y="184022"/>
                </a:lnTo>
                <a:lnTo>
                  <a:pt x="283356" y="185894"/>
                </a:lnTo>
                <a:lnTo>
                  <a:pt x="279006" y="190351"/>
                </a:lnTo>
                <a:lnTo>
                  <a:pt x="275878" y="193555"/>
                </a:lnTo>
                <a:lnTo>
                  <a:pt x="277104" y="194760"/>
                </a:lnTo>
                <a:lnTo>
                  <a:pt x="269715" y="202054"/>
                </a:lnTo>
                <a:lnTo>
                  <a:pt x="245907" y="227498"/>
                </a:lnTo>
                <a:lnTo>
                  <a:pt x="225721" y="248200"/>
                </a:lnTo>
                <a:lnTo>
                  <a:pt x="222297" y="251793"/>
                </a:lnTo>
                <a:lnTo>
                  <a:pt x="218920" y="255401"/>
                </a:lnTo>
                <a:lnTo>
                  <a:pt x="214925" y="259561"/>
                </a:lnTo>
                <a:lnTo>
                  <a:pt x="214088" y="258752"/>
                </a:lnTo>
                <a:lnTo>
                  <a:pt x="211097" y="261808"/>
                </a:lnTo>
                <a:lnTo>
                  <a:pt x="208257" y="264708"/>
                </a:lnTo>
                <a:lnTo>
                  <a:pt x="209169" y="265616"/>
                </a:lnTo>
                <a:lnTo>
                  <a:pt x="204745" y="270075"/>
                </a:lnTo>
                <a:lnTo>
                  <a:pt x="194758" y="280423"/>
                </a:lnTo>
                <a:lnTo>
                  <a:pt x="188865" y="286405"/>
                </a:lnTo>
                <a:lnTo>
                  <a:pt x="187666" y="285267"/>
                </a:lnTo>
                <a:lnTo>
                  <a:pt x="187479" y="285450"/>
                </a:lnTo>
                <a:lnTo>
                  <a:pt x="184164" y="288659"/>
                </a:lnTo>
                <a:lnTo>
                  <a:pt x="180885" y="291824"/>
                </a:lnTo>
                <a:lnTo>
                  <a:pt x="178952" y="293715"/>
                </a:lnTo>
                <a:lnTo>
                  <a:pt x="178183" y="294474"/>
                </a:lnTo>
                <a:lnTo>
                  <a:pt x="177126" y="295502"/>
                </a:lnTo>
                <a:lnTo>
                  <a:pt x="176529" y="296078"/>
                </a:lnTo>
                <a:lnTo>
                  <a:pt x="175962" y="296627"/>
                </a:lnTo>
                <a:lnTo>
                  <a:pt x="172911" y="299600"/>
                </a:lnTo>
                <a:lnTo>
                  <a:pt x="171200" y="301256"/>
                </a:lnTo>
                <a:lnTo>
                  <a:pt x="169895" y="302521"/>
                </a:lnTo>
                <a:lnTo>
                  <a:pt x="169702" y="302704"/>
                </a:lnTo>
                <a:lnTo>
                  <a:pt x="170900" y="303816"/>
                </a:lnTo>
                <a:lnTo>
                  <a:pt x="163646" y="311344"/>
                </a:lnTo>
                <a:lnTo>
                  <a:pt x="159650" y="315486"/>
                </a:lnTo>
                <a:lnTo>
                  <a:pt x="159341" y="315189"/>
                </a:lnTo>
                <a:lnTo>
                  <a:pt x="159028" y="315520"/>
                </a:lnTo>
                <a:lnTo>
                  <a:pt x="159332" y="315809"/>
                </a:lnTo>
                <a:lnTo>
                  <a:pt x="157256" y="317958"/>
                </a:lnTo>
                <a:lnTo>
                  <a:pt x="156946" y="317661"/>
                </a:lnTo>
                <a:lnTo>
                  <a:pt x="156649" y="317974"/>
                </a:lnTo>
                <a:lnTo>
                  <a:pt x="156958" y="318271"/>
                </a:lnTo>
                <a:lnTo>
                  <a:pt x="154866" y="320438"/>
                </a:lnTo>
                <a:lnTo>
                  <a:pt x="154578" y="320158"/>
                </a:lnTo>
                <a:lnTo>
                  <a:pt x="154310" y="320428"/>
                </a:lnTo>
                <a:lnTo>
                  <a:pt x="154603" y="320708"/>
                </a:lnTo>
                <a:lnTo>
                  <a:pt x="152497" y="322893"/>
                </a:lnTo>
                <a:lnTo>
                  <a:pt x="152204" y="322612"/>
                </a:lnTo>
                <a:lnTo>
                  <a:pt x="151911" y="322917"/>
                </a:lnTo>
                <a:lnTo>
                  <a:pt x="152204" y="323197"/>
                </a:lnTo>
                <a:lnTo>
                  <a:pt x="151047" y="324390"/>
                </a:lnTo>
                <a:lnTo>
                  <a:pt x="150087" y="325382"/>
                </a:lnTo>
                <a:lnTo>
                  <a:pt x="149805" y="325118"/>
                </a:lnTo>
                <a:lnTo>
                  <a:pt x="149532" y="325405"/>
                </a:lnTo>
                <a:lnTo>
                  <a:pt x="149814" y="325669"/>
                </a:lnTo>
                <a:lnTo>
                  <a:pt x="147718" y="327844"/>
                </a:lnTo>
                <a:lnTo>
                  <a:pt x="147435" y="327572"/>
                </a:lnTo>
                <a:lnTo>
                  <a:pt x="147138" y="327885"/>
                </a:lnTo>
                <a:lnTo>
                  <a:pt x="147420" y="328149"/>
                </a:lnTo>
                <a:lnTo>
                  <a:pt x="145323" y="330325"/>
                </a:lnTo>
                <a:lnTo>
                  <a:pt x="145041" y="330052"/>
                </a:lnTo>
                <a:lnTo>
                  <a:pt x="144758" y="330348"/>
                </a:lnTo>
                <a:lnTo>
                  <a:pt x="145040" y="330612"/>
                </a:lnTo>
                <a:lnTo>
                  <a:pt x="142014" y="333754"/>
                </a:lnTo>
                <a:lnTo>
                  <a:pt x="141828" y="333564"/>
                </a:lnTo>
                <a:lnTo>
                  <a:pt x="137282" y="338314"/>
                </a:lnTo>
                <a:lnTo>
                  <a:pt x="134378" y="341342"/>
                </a:lnTo>
                <a:lnTo>
                  <a:pt x="129636" y="345945"/>
                </a:lnTo>
                <a:lnTo>
                  <a:pt x="129927" y="346328"/>
                </a:lnTo>
                <a:lnTo>
                  <a:pt x="129665" y="346631"/>
                </a:lnTo>
                <a:lnTo>
                  <a:pt x="129566" y="346829"/>
                </a:lnTo>
                <a:lnTo>
                  <a:pt x="129475" y="347111"/>
                </a:lnTo>
                <a:lnTo>
                  <a:pt x="129454" y="347468"/>
                </a:lnTo>
                <a:lnTo>
                  <a:pt x="129506" y="347873"/>
                </a:lnTo>
                <a:lnTo>
                  <a:pt x="129735" y="348283"/>
                </a:lnTo>
                <a:lnTo>
                  <a:pt x="130379" y="349444"/>
                </a:lnTo>
                <a:lnTo>
                  <a:pt x="130556" y="349863"/>
                </a:lnTo>
                <a:lnTo>
                  <a:pt x="130652" y="350522"/>
                </a:lnTo>
                <a:lnTo>
                  <a:pt x="130657" y="351124"/>
                </a:lnTo>
                <a:lnTo>
                  <a:pt x="130537" y="351687"/>
                </a:lnTo>
                <a:lnTo>
                  <a:pt x="130357" y="352107"/>
                </a:lnTo>
                <a:lnTo>
                  <a:pt x="130159" y="352477"/>
                </a:lnTo>
                <a:lnTo>
                  <a:pt x="129923" y="352771"/>
                </a:lnTo>
                <a:lnTo>
                  <a:pt x="114474" y="368394"/>
                </a:lnTo>
                <a:lnTo>
                  <a:pt x="99212" y="383808"/>
                </a:lnTo>
                <a:lnTo>
                  <a:pt x="74140" y="409039"/>
                </a:lnTo>
                <a:lnTo>
                  <a:pt x="64780" y="418378"/>
                </a:lnTo>
                <a:lnTo>
                  <a:pt x="56430" y="426689"/>
                </a:lnTo>
                <a:lnTo>
                  <a:pt x="48561" y="434521"/>
                </a:lnTo>
                <a:lnTo>
                  <a:pt x="43003" y="440070"/>
                </a:lnTo>
                <a:lnTo>
                  <a:pt x="37391" y="445536"/>
                </a:lnTo>
                <a:lnTo>
                  <a:pt x="23325" y="459485"/>
                </a:lnTo>
                <a:lnTo>
                  <a:pt x="20477" y="462300"/>
                </a:lnTo>
                <a:lnTo>
                  <a:pt x="19540" y="463368"/>
                </a:lnTo>
                <a:lnTo>
                  <a:pt x="18242" y="464903"/>
                </a:lnTo>
                <a:lnTo>
                  <a:pt x="16241" y="465626"/>
                </a:lnTo>
                <a:lnTo>
                  <a:pt x="15009" y="465379"/>
                </a:lnTo>
                <a:lnTo>
                  <a:pt x="14022" y="465355"/>
                </a:lnTo>
                <a:lnTo>
                  <a:pt x="10736" y="466723"/>
                </a:lnTo>
                <a:lnTo>
                  <a:pt x="9255" y="467627"/>
                </a:lnTo>
                <a:lnTo>
                  <a:pt x="0" y="456251"/>
                </a:lnTo>
                <a:lnTo>
                  <a:pt x="7074" y="44916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54F16BA-3613-4B08-BBB7-5222C568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878" y="3601034"/>
            <a:ext cx="279163" cy="261522"/>
          </a:xfrm>
          <a:custGeom xmlns:a="http://schemas.openxmlformats.org/drawingml/2006/main">
            <a:pathLst>
              <a:path w="279163" h="261522">
                <a:moveTo>
                  <a:pt x="98" y="259457"/>
                </a:moveTo>
                <a:lnTo>
                  <a:pt x="123" y="259007"/>
                </a:lnTo>
                <a:lnTo>
                  <a:pt x="244" y="257105"/>
                </a:lnTo>
                <a:lnTo>
                  <a:pt x="327" y="256535"/>
                </a:lnTo>
                <a:lnTo>
                  <a:pt x="24947" y="231421"/>
                </a:lnTo>
                <a:lnTo>
                  <a:pt x="25119" y="231239"/>
                </a:lnTo>
                <a:lnTo>
                  <a:pt x="25256" y="231108"/>
                </a:lnTo>
                <a:lnTo>
                  <a:pt x="28543" y="227799"/>
                </a:lnTo>
                <a:lnTo>
                  <a:pt x="31916" y="224386"/>
                </a:lnTo>
                <a:lnTo>
                  <a:pt x="32057" y="224246"/>
                </a:lnTo>
                <a:lnTo>
                  <a:pt x="32229" y="224072"/>
                </a:lnTo>
                <a:lnTo>
                  <a:pt x="32982" y="223289"/>
                </a:lnTo>
                <a:lnTo>
                  <a:pt x="36964" y="219165"/>
                </a:lnTo>
                <a:lnTo>
                  <a:pt x="38076" y="218007"/>
                </a:lnTo>
                <a:lnTo>
                  <a:pt x="40238" y="215729"/>
                </a:lnTo>
                <a:lnTo>
                  <a:pt x="48856" y="206699"/>
                </a:lnTo>
                <a:lnTo>
                  <a:pt x="51464" y="204002"/>
                </a:lnTo>
                <a:lnTo>
                  <a:pt x="53000" y="202418"/>
                </a:lnTo>
                <a:lnTo>
                  <a:pt x="58893" y="196343"/>
                </a:lnTo>
                <a:lnTo>
                  <a:pt x="73922" y="180819"/>
                </a:lnTo>
                <a:lnTo>
                  <a:pt x="77561" y="177060"/>
                </a:lnTo>
                <a:lnTo>
                  <a:pt x="81242" y="173342"/>
                </a:lnTo>
                <a:lnTo>
                  <a:pt x="88508" y="166171"/>
                </a:lnTo>
                <a:lnTo>
                  <a:pt x="89132" y="166782"/>
                </a:lnTo>
                <a:lnTo>
                  <a:pt x="89303" y="166599"/>
                </a:lnTo>
                <a:lnTo>
                  <a:pt x="89440" y="166460"/>
                </a:lnTo>
                <a:lnTo>
                  <a:pt x="92746" y="163074"/>
                </a:lnTo>
                <a:lnTo>
                  <a:pt x="96051" y="159679"/>
                </a:lnTo>
                <a:lnTo>
                  <a:pt x="96178" y="159549"/>
                </a:lnTo>
                <a:lnTo>
                  <a:pt x="96360" y="159366"/>
                </a:lnTo>
                <a:lnTo>
                  <a:pt x="95523" y="158549"/>
                </a:lnTo>
                <a:lnTo>
                  <a:pt x="137574" y="115345"/>
                </a:lnTo>
                <a:lnTo>
                  <a:pt x="137802" y="115135"/>
                </a:lnTo>
                <a:lnTo>
                  <a:pt x="138004" y="114918"/>
                </a:lnTo>
                <a:lnTo>
                  <a:pt x="138175" y="114701"/>
                </a:lnTo>
                <a:lnTo>
                  <a:pt x="138364" y="114400"/>
                </a:lnTo>
                <a:lnTo>
                  <a:pt x="138522" y="114082"/>
                </a:lnTo>
                <a:lnTo>
                  <a:pt x="138623" y="113799"/>
                </a:lnTo>
                <a:lnTo>
                  <a:pt x="138704" y="113500"/>
                </a:lnTo>
                <a:lnTo>
                  <a:pt x="138757" y="113160"/>
                </a:lnTo>
                <a:lnTo>
                  <a:pt x="138779" y="112812"/>
                </a:lnTo>
                <a:lnTo>
                  <a:pt x="138755" y="112507"/>
                </a:lnTo>
                <a:lnTo>
                  <a:pt x="138710" y="112186"/>
                </a:lnTo>
                <a:lnTo>
                  <a:pt x="138646" y="111917"/>
                </a:lnTo>
                <a:lnTo>
                  <a:pt x="138556" y="111648"/>
                </a:lnTo>
                <a:lnTo>
                  <a:pt x="138483" y="111463"/>
                </a:lnTo>
                <a:lnTo>
                  <a:pt x="138400" y="111270"/>
                </a:lnTo>
                <a:lnTo>
                  <a:pt x="138324" y="111128"/>
                </a:lnTo>
                <a:lnTo>
                  <a:pt x="138242" y="110978"/>
                </a:lnTo>
                <a:lnTo>
                  <a:pt x="138096" y="110761"/>
                </a:lnTo>
                <a:lnTo>
                  <a:pt x="137967" y="110604"/>
                </a:lnTo>
                <a:lnTo>
                  <a:pt x="137802" y="110447"/>
                </a:lnTo>
                <a:lnTo>
                  <a:pt x="166867" y="80534"/>
                </a:lnTo>
                <a:lnTo>
                  <a:pt x="167037" y="80691"/>
                </a:lnTo>
                <a:lnTo>
                  <a:pt x="167287" y="80887"/>
                </a:lnTo>
                <a:lnTo>
                  <a:pt x="167540" y="81042"/>
                </a:lnTo>
                <a:lnTo>
                  <a:pt x="167824" y="81187"/>
                </a:lnTo>
                <a:lnTo>
                  <a:pt x="168045" y="81274"/>
                </a:lnTo>
                <a:lnTo>
                  <a:pt x="168349" y="81376"/>
                </a:lnTo>
                <a:lnTo>
                  <a:pt x="168641" y="81436"/>
                </a:lnTo>
                <a:lnTo>
                  <a:pt x="168912" y="81480"/>
                </a:lnTo>
                <a:lnTo>
                  <a:pt x="169172" y="81490"/>
                </a:lnTo>
                <a:lnTo>
                  <a:pt x="169410" y="81475"/>
                </a:lnTo>
                <a:lnTo>
                  <a:pt x="169664" y="81452"/>
                </a:lnTo>
                <a:lnTo>
                  <a:pt x="169912" y="81411"/>
                </a:lnTo>
                <a:lnTo>
                  <a:pt x="170160" y="81345"/>
                </a:lnTo>
                <a:lnTo>
                  <a:pt x="170371" y="81280"/>
                </a:lnTo>
                <a:lnTo>
                  <a:pt x="170607" y="81189"/>
                </a:lnTo>
                <a:lnTo>
                  <a:pt x="170828" y="81073"/>
                </a:lnTo>
                <a:lnTo>
                  <a:pt x="171042" y="80949"/>
                </a:lnTo>
                <a:lnTo>
                  <a:pt x="171221" y="80825"/>
                </a:lnTo>
                <a:lnTo>
                  <a:pt x="171404" y="80676"/>
                </a:lnTo>
                <a:lnTo>
                  <a:pt x="171556" y="80536"/>
                </a:lnTo>
                <a:lnTo>
                  <a:pt x="181187" y="70369"/>
                </a:lnTo>
                <a:lnTo>
                  <a:pt x="182034" y="71160"/>
                </a:lnTo>
                <a:lnTo>
                  <a:pt x="182312" y="70882"/>
                </a:lnTo>
                <a:lnTo>
                  <a:pt x="184536" y="68618"/>
                </a:lnTo>
                <a:lnTo>
                  <a:pt x="186191" y="66997"/>
                </a:lnTo>
                <a:lnTo>
                  <a:pt x="190588" y="62480"/>
                </a:lnTo>
                <a:lnTo>
                  <a:pt x="190856" y="62210"/>
                </a:lnTo>
                <a:lnTo>
                  <a:pt x="190355" y="61732"/>
                </a:lnTo>
                <a:lnTo>
                  <a:pt x="195499" y="56220"/>
                </a:lnTo>
                <a:lnTo>
                  <a:pt x="196865" y="54259"/>
                </a:lnTo>
                <a:lnTo>
                  <a:pt x="197814" y="52292"/>
                </a:lnTo>
                <a:lnTo>
                  <a:pt x="200355" y="47103"/>
                </a:lnTo>
                <a:lnTo>
                  <a:pt x="202782" y="42113"/>
                </a:lnTo>
                <a:lnTo>
                  <a:pt x="207235" y="32864"/>
                </a:lnTo>
                <a:lnTo>
                  <a:pt x="201668" y="20354"/>
                </a:lnTo>
                <a:lnTo>
                  <a:pt x="201473" y="20037"/>
                </a:lnTo>
                <a:lnTo>
                  <a:pt x="200271" y="17424"/>
                </a:lnTo>
                <a:lnTo>
                  <a:pt x="198807" y="14114"/>
                </a:lnTo>
                <a:lnTo>
                  <a:pt x="196256" y="8391"/>
                </a:lnTo>
                <a:lnTo>
                  <a:pt x="194390" y="4227"/>
                </a:lnTo>
                <a:lnTo>
                  <a:pt x="193181" y="1530"/>
                </a:lnTo>
                <a:lnTo>
                  <a:pt x="193054" y="1245"/>
                </a:lnTo>
                <a:lnTo>
                  <a:pt x="196178" y="0"/>
                </a:lnTo>
                <a:lnTo>
                  <a:pt x="196300" y="285"/>
                </a:lnTo>
                <a:lnTo>
                  <a:pt x="197463" y="3043"/>
                </a:lnTo>
                <a:lnTo>
                  <a:pt x="199422" y="7366"/>
                </a:lnTo>
                <a:lnTo>
                  <a:pt x="201817" y="12686"/>
                </a:lnTo>
                <a:lnTo>
                  <a:pt x="203313" y="16046"/>
                </a:lnTo>
                <a:lnTo>
                  <a:pt x="204530" y="18633"/>
                </a:lnTo>
                <a:lnTo>
                  <a:pt x="204662" y="18901"/>
                </a:lnTo>
                <a:lnTo>
                  <a:pt x="206063" y="21983"/>
                </a:lnTo>
                <a:lnTo>
                  <a:pt x="206987" y="23951"/>
                </a:lnTo>
                <a:lnTo>
                  <a:pt x="209800" y="26428"/>
                </a:lnTo>
                <a:lnTo>
                  <a:pt x="211486" y="26977"/>
                </a:lnTo>
                <a:lnTo>
                  <a:pt x="212429" y="27087"/>
                </a:lnTo>
                <a:lnTo>
                  <a:pt x="213361" y="26808"/>
                </a:lnTo>
                <a:lnTo>
                  <a:pt x="218530" y="24737"/>
                </a:lnTo>
                <a:lnTo>
                  <a:pt x="225660" y="21860"/>
                </a:lnTo>
                <a:lnTo>
                  <a:pt x="230140" y="20053"/>
                </a:lnTo>
                <a:lnTo>
                  <a:pt x="231902" y="19540"/>
                </a:lnTo>
                <a:lnTo>
                  <a:pt x="234004" y="19323"/>
                </a:lnTo>
                <a:lnTo>
                  <a:pt x="236211" y="19358"/>
                </a:lnTo>
                <a:lnTo>
                  <a:pt x="238260" y="19651"/>
                </a:lnTo>
                <a:lnTo>
                  <a:pt x="240169" y="20185"/>
                </a:lnTo>
                <a:lnTo>
                  <a:pt x="241858" y="20835"/>
                </a:lnTo>
                <a:lnTo>
                  <a:pt x="243541" y="21833"/>
                </a:lnTo>
                <a:lnTo>
                  <a:pt x="254586" y="28677"/>
                </a:lnTo>
                <a:lnTo>
                  <a:pt x="278424" y="43286"/>
                </a:lnTo>
                <a:lnTo>
                  <a:pt x="279163" y="43741"/>
                </a:lnTo>
                <a:lnTo>
                  <a:pt x="278949" y="44120"/>
                </a:lnTo>
                <a:lnTo>
                  <a:pt x="276593" y="48438"/>
                </a:lnTo>
                <a:lnTo>
                  <a:pt x="275696" y="47903"/>
                </a:lnTo>
                <a:lnTo>
                  <a:pt x="274736" y="47335"/>
                </a:lnTo>
                <a:lnTo>
                  <a:pt x="269164" y="43999"/>
                </a:lnTo>
                <a:lnTo>
                  <a:pt x="262718" y="40593"/>
                </a:lnTo>
                <a:lnTo>
                  <a:pt x="251681" y="34622"/>
                </a:lnTo>
                <a:lnTo>
                  <a:pt x="243980" y="30503"/>
                </a:lnTo>
                <a:lnTo>
                  <a:pt x="238234" y="27841"/>
                </a:lnTo>
                <a:lnTo>
                  <a:pt x="236986" y="27391"/>
                </a:lnTo>
                <a:lnTo>
                  <a:pt x="235584" y="27200"/>
                </a:lnTo>
                <a:lnTo>
                  <a:pt x="234631" y="27276"/>
                </a:lnTo>
                <a:lnTo>
                  <a:pt x="233439" y="27553"/>
                </a:lnTo>
                <a:lnTo>
                  <a:pt x="232022" y="27956"/>
                </a:lnTo>
                <a:lnTo>
                  <a:pt x="230850" y="28419"/>
                </a:lnTo>
                <a:lnTo>
                  <a:pt x="228904" y="29828"/>
                </a:lnTo>
                <a:lnTo>
                  <a:pt x="226632" y="31448"/>
                </a:lnTo>
                <a:lnTo>
                  <a:pt x="225189" y="32631"/>
                </a:lnTo>
                <a:lnTo>
                  <a:pt x="220607" y="36246"/>
                </a:lnTo>
                <a:lnTo>
                  <a:pt x="218048" y="39773"/>
                </a:lnTo>
                <a:lnTo>
                  <a:pt x="214013" y="43264"/>
                </a:lnTo>
                <a:lnTo>
                  <a:pt x="211998" y="45420"/>
                </a:lnTo>
                <a:lnTo>
                  <a:pt x="205560" y="52052"/>
                </a:lnTo>
                <a:lnTo>
                  <a:pt x="204170" y="53479"/>
                </a:lnTo>
                <a:lnTo>
                  <a:pt x="198783" y="59244"/>
                </a:lnTo>
                <a:lnTo>
                  <a:pt x="193530" y="64750"/>
                </a:lnTo>
                <a:lnTo>
                  <a:pt x="192928" y="64181"/>
                </a:lnTo>
                <a:lnTo>
                  <a:pt x="192660" y="64460"/>
                </a:lnTo>
                <a:lnTo>
                  <a:pt x="188160" y="68988"/>
                </a:lnTo>
                <a:lnTo>
                  <a:pt x="184406" y="72895"/>
                </a:lnTo>
                <a:lnTo>
                  <a:pt x="184175" y="73189"/>
                </a:lnTo>
                <a:lnTo>
                  <a:pt x="184862" y="73841"/>
                </a:lnTo>
                <a:lnTo>
                  <a:pt x="170691" y="88605"/>
                </a:lnTo>
                <a:lnTo>
                  <a:pt x="138775" y="121841"/>
                </a:lnTo>
                <a:lnTo>
                  <a:pt x="99435" y="162336"/>
                </a:lnTo>
                <a:lnTo>
                  <a:pt x="98609" y="161544"/>
                </a:lnTo>
                <a:lnTo>
                  <a:pt x="98427" y="161727"/>
                </a:lnTo>
                <a:lnTo>
                  <a:pt x="98306" y="161858"/>
                </a:lnTo>
                <a:lnTo>
                  <a:pt x="94990" y="165261"/>
                </a:lnTo>
                <a:lnTo>
                  <a:pt x="91689" y="168638"/>
                </a:lnTo>
                <a:lnTo>
                  <a:pt x="91553" y="168777"/>
                </a:lnTo>
                <a:lnTo>
                  <a:pt x="91381" y="168952"/>
                </a:lnTo>
                <a:lnTo>
                  <a:pt x="92058" y="169612"/>
                </a:lnTo>
                <a:lnTo>
                  <a:pt x="88013" y="174298"/>
                </a:lnTo>
                <a:lnTo>
                  <a:pt x="80773" y="181663"/>
                </a:lnTo>
                <a:lnTo>
                  <a:pt x="58292" y="204609"/>
                </a:lnTo>
                <a:lnTo>
                  <a:pt x="47081" y="216123"/>
                </a:lnTo>
                <a:lnTo>
                  <a:pt x="35806" y="227563"/>
                </a:lnTo>
                <a:lnTo>
                  <a:pt x="35639" y="227729"/>
                </a:lnTo>
                <a:lnTo>
                  <a:pt x="35498" y="227877"/>
                </a:lnTo>
                <a:lnTo>
                  <a:pt x="32188" y="231297"/>
                </a:lnTo>
                <a:lnTo>
                  <a:pt x="28891" y="234648"/>
                </a:lnTo>
                <a:lnTo>
                  <a:pt x="28760" y="234779"/>
                </a:lnTo>
                <a:lnTo>
                  <a:pt x="28583" y="234962"/>
                </a:lnTo>
                <a:lnTo>
                  <a:pt x="2801" y="261522"/>
                </a:lnTo>
                <a:lnTo>
                  <a:pt x="2461" y="261421"/>
                </a:lnTo>
                <a:lnTo>
                  <a:pt x="1920" y="261376"/>
                </a:lnTo>
                <a:lnTo>
                  <a:pt x="1603" y="261376"/>
                </a:lnTo>
                <a:lnTo>
                  <a:pt x="0" y="259858"/>
                </a:lnTo>
                <a:lnTo>
                  <a:pt x="98" y="25945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8A2981E-278F-4229-AC01-EDF32E67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7316" y="4008111"/>
            <a:ext cx="295878" cy="215171"/>
          </a:xfrm>
          <a:custGeom xmlns:a="http://schemas.openxmlformats.org/drawingml/2006/main">
            <a:pathLst>
              <a:path w="295878" h="215171">
                <a:moveTo>
                  <a:pt x="287668" y="194616"/>
                </a:moveTo>
                <a:lnTo>
                  <a:pt x="280896" y="201792"/>
                </a:lnTo>
                <a:lnTo>
                  <a:pt x="274374" y="208045"/>
                </a:lnTo>
                <a:lnTo>
                  <a:pt x="271050" y="211347"/>
                </a:lnTo>
                <a:lnTo>
                  <a:pt x="269723" y="212391"/>
                </a:lnTo>
                <a:lnTo>
                  <a:pt x="268811" y="213068"/>
                </a:lnTo>
                <a:lnTo>
                  <a:pt x="269001" y="213352"/>
                </a:lnTo>
                <a:lnTo>
                  <a:pt x="267571" y="214077"/>
                </a:lnTo>
                <a:lnTo>
                  <a:pt x="266053" y="214592"/>
                </a:lnTo>
                <a:lnTo>
                  <a:pt x="264273" y="215038"/>
                </a:lnTo>
                <a:lnTo>
                  <a:pt x="262656" y="215149"/>
                </a:lnTo>
                <a:lnTo>
                  <a:pt x="261836" y="215171"/>
                </a:lnTo>
                <a:lnTo>
                  <a:pt x="260650" y="215101"/>
                </a:lnTo>
                <a:lnTo>
                  <a:pt x="259655" y="214966"/>
                </a:lnTo>
                <a:lnTo>
                  <a:pt x="257855" y="214650"/>
                </a:lnTo>
                <a:lnTo>
                  <a:pt x="253182" y="213715"/>
                </a:lnTo>
                <a:lnTo>
                  <a:pt x="250887" y="213157"/>
                </a:lnTo>
                <a:lnTo>
                  <a:pt x="239250" y="210077"/>
                </a:lnTo>
                <a:lnTo>
                  <a:pt x="215255" y="203741"/>
                </a:lnTo>
                <a:lnTo>
                  <a:pt x="200087" y="199695"/>
                </a:lnTo>
                <a:lnTo>
                  <a:pt x="187083" y="195964"/>
                </a:lnTo>
                <a:lnTo>
                  <a:pt x="170909" y="191394"/>
                </a:lnTo>
                <a:lnTo>
                  <a:pt x="154211" y="186837"/>
                </a:lnTo>
                <a:lnTo>
                  <a:pt x="111452" y="175210"/>
                </a:lnTo>
                <a:lnTo>
                  <a:pt x="95426" y="170890"/>
                </a:lnTo>
                <a:lnTo>
                  <a:pt x="87873" y="168862"/>
                </a:lnTo>
                <a:lnTo>
                  <a:pt x="81691" y="167212"/>
                </a:lnTo>
                <a:lnTo>
                  <a:pt x="76298" y="165745"/>
                </a:lnTo>
                <a:lnTo>
                  <a:pt x="71565" y="164524"/>
                </a:lnTo>
                <a:lnTo>
                  <a:pt x="67276" y="163358"/>
                </a:lnTo>
                <a:lnTo>
                  <a:pt x="63431" y="162129"/>
                </a:lnTo>
                <a:lnTo>
                  <a:pt x="59648" y="160662"/>
                </a:lnTo>
                <a:lnTo>
                  <a:pt x="56162" y="159025"/>
                </a:lnTo>
                <a:lnTo>
                  <a:pt x="53267" y="157593"/>
                </a:lnTo>
                <a:lnTo>
                  <a:pt x="50970" y="156340"/>
                </a:lnTo>
                <a:lnTo>
                  <a:pt x="49963" y="155782"/>
                </a:lnTo>
                <a:lnTo>
                  <a:pt x="49138" y="155228"/>
                </a:lnTo>
                <a:lnTo>
                  <a:pt x="44494" y="151859"/>
                </a:lnTo>
                <a:lnTo>
                  <a:pt x="40671" y="148917"/>
                </a:lnTo>
                <a:lnTo>
                  <a:pt x="36937" y="145583"/>
                </a:lnTo>
                <a:lnTo>
                  <a:pt x="33197" y="142249"/>
                </a:lnTo>
                <a:lnTo>
                  <a:pt x="31362" y="140221"/>
                </a:lnTo>
                <a:lnTo>
                  <a:pt x="30661" y="139459"/>
                </a:lnTo>
                <a:lnTo>
                  <a:pt x="30354" y="139035"/>
                </a:lnTo>
                <a:lnTo>
                  <a:pt x="30116" y="138685"/>
                </a:lnTo>
                <a:lnTo>
                  <a:pt x="30034" y="138501"/>
                </a:lnTo>
                <a:lnTo>
                  <a:pt x="30367" y="137950"/>
                </a:lnTo>
                <a:lnTo>
                  <a:pt x="27473" y="135356"/>
                </a:lnTo>
                <a:lnTo>
                  <a:pt x="23382" y="131523"/>
                </a:lnTo>
                <a:lnTo>
                  <a:pt x="19524" y="128234"/>
                </a:lnTo>
                <a:lnTo>
                  <a:pt x="15667" y="124963"/>
                </a:lnTo>
                <a:lnTo>
                  <a:pt x="10434" y="119736"/>
                </a:lnTo>
                <a:lnTo>
                  <a:pt x="6699" y="116020"/>
                </a:lnTo>
                <a:lnTo>
                  <a:pt x="3405" y="112064"/>
                </a:lnTo>
                <a:lnTo>
                  <a:pt x="1848" y="110122"/>
                </a:lnTo>
                <a:lnTo>
                  <a:pt x="1469" y="109360"/>
                </a:lnTo>
                <a:lnTo>
                  <a:pt x="1117" y="108242"/>
                </a:lnTo>
                <a:lnTo>
                  <a:pt x="399" y="105455"/>
                </a:lnTo>
                <a:lnTo>
                  <a:pt x="112" y="104038"/>
                </a:lnTo>
                <a:lnTo>
                  <a:pt x="0" y="102752"/>
                </a:lnTo>
                <a:lnTo>
                  <a:pt x="106" y="101647"/>
                </a:lnTo>
                <a:lnTo>
                  <a:pt x="361" y="100717"/>
                </a:lnTo>
                <a:lnTo>
                  <a:pt x="709" y="99741"/>
                </a:lnTo>
                <a:lnTo>
                  <a:pt x="1392" y="98290"/>
                </a:lnTo>
                <a:lnTo>
                  <a:pt x="1848" y="97464"/>
                </a:lnTo>
                <a:lnTo>
                  <a:pt x="2844" y="95869"/>
                </a:lnTo>
                <a:lnTo>
                  <a:pt x="3402" y="95354"/>
                </a:lnTo>
                <a:lnTo>
                  <a:pt x="4517" y="94332"/>
                </a:lnTo>
                <a:lnTo>
                  <a:pt x="5971" y="92962"/>
                </a:lnTo>
                <a:lnTo>
                  <a:pt x="10370" y="88504"/>
                </a:lnTo>
                <a:lnTo>
                  <a:pt x="13939" y="84857"/>
                </a:lnTo>
                <a:lnTo>
                  <a:pt x="15277" y="83634"/>
                </a:lnTo>
                <a:lnTo>
                  <a:pt x="16496" y="82610"/>
                </a:lnTo>
                <a:lnTo>
                  <a:pt x="17654" y="81655"/>
                </a:lnTo>
                <a:lnTo>
                  <a:pt x="18900" y="80256"/>
                </a:lnTo>
                <a:lnTo>
                  <a:pt x="21418" y="77519"/>
                </a:lnTo>
                <a:lnTo>
                  <a:pt x="27889" y="70716"/>
                </a:lnTo>
                <a:lnTo>
                  <a:pt x="32796" y="65651"/>
                </a:lnTo>
                <a:lnTo>
                  <a:pt x="38182" y="60022"/>
                </a:lnTo>
                <a:lnTo>
                  <a:pt x="44006" y="54102"/>
                </a:lnTo>
                <a:lnTo>
                  <a:pt x="51870" y="45982"/>
                </a:lnTo>
                <a:lnTo>
                  <a:pt x="58884" y="38733"/>
                </a:lnTo>
                <a:lnTo>
                  <a:pt x="63239" y="34182"/>
                </a:lnTo>
                <a:lnTo>
                  <a:pt x="68514" y="28904"/>
                </a:lnTo>
                <a:lnTo>
                  <a:pt x="73718" y="23678"/>
                </a:lnTo>
                <a:lnTo>
                  <a:pt x="78710" y="18467"/>
                </a:lnTo>
                <a:lnTo>
                  <a:pt x="83705" y="13196"/>
                </a:lnTo>
                <a:lnTo>
                  <a:pt x="88162" y="8592"/>
                </a:lnTo>
                <a:lnTo>
                  <a:pt x="92619" y="4378"/>
                </a:lnTo>
                <a:lnTo>
                  <a:pt x="94116" y="3058"/>
                </a:lnTo>
                <a:lnTo>
                  <a:pt x="95548" y="2053"/>
                </a:lnTo>
                <a:lnTo>
                  <a:pt x="97157" y="1247"/>
                </a:lnTo>
                <a:lnTo>
                  <a:pt x="98888" y="540"/>
                </a:lnTo>
                <a:lnTo>
                  <a:pt x="100825" y="132"/>
                </a:lnTo>
                <a:lnTo>
                  <a:pt x="102597" y="0"/>
                </a:lnTo>
                <a:lnTo>
                  <a:pt x="104192" y="17"/>
                </a:lnTo>
                <a:lnTo>
                  <a:pt x="105431" y="128"/>
                </a:lnTo>
                <a:lnTo>
                  <a:pt x="106604" y="300"/>
                </a:lnTo>
                <a:lnTo>
                  <a:pt x="107512" y="479"/>
                </a:lnTo>
                <a:lnTo>
                  <a:pt x="108432" y="904"/>
                </a:lnTo>
                <a:lnTo>
                  <a:pt x="109721" y="1734"/>
                </a:lnTo>
                <a:lnTo>
                  <a:pt x="110941" y="2668"/>
                </a:lnTo>
                <a:lnTo>
                  <a:pt x="112168" y="3890"/>
                </a:lnTo>
                <a:lnTo>
                  <a:pt x="119727" y="11251"/>
                </a:lnTo>
                <a:lnTo>
                  <a:pt x="126352" y="17798"/>
                </a:lnTo>
                <a:lnTo>
                  <a:pt x="127156" y="18556"/>
                </a:lnTo>
                <a:lnTo>
                  <a:pt x="127338" y="18551"/>
                </a:lnTo>
                <a:lnTo>
                  <a:pt x="132660" y="23598"/>
                </a:lnTo>
                <a:lnTo>
                  <a:pt x="140475" y="31003"/>
                </a:lnTo>
                <a:lnTo>
                  <a:pt x="146900" y="37063"/>
                </a:lnTo>
                <a:lnTo>
                  <a:pt x="165519" y="55463"/>
                </a:lnTo>
                <a:lnTo>
                  <a:pt x="167818" y="57733"/>
                </a:lnTo>
                <a:lnTo>
                  <a:pt x="168338" y="58347"/>
                </a:lnTo>
                <a:lnTo>
                  <a:pt x="168672" y="58982"/>
                </a:lnTo>
                <a:lnTo>
                  <a:pt x="168974" y="59992"/>
                </a:lnTo>
                <a:lnTo>
                  <a:pt x="168983" y="60899"/>
                </a:lnTo>
                <a:lnTo>
                  <a:pt x="168984" y="61127"/>
                </a:lnTo>
                <a:lnTo>
                  <a:pt x="169101" y="61252"/>
                </a:lnTo>
                <a:lnTo>
                  <a:pt x="168428" y="61914"/>
                </a:lnTo>
                <a:lnTo>
                  <a:pt x="168333" y="62027"/>
                </a:lnTo>
                <a:lnTo>
                  <a:pt x="168099" y="61821"/>
                </a:lnTo>
                <a:lnTo>
                  <a:pt x="168017" y="61891"/>
                </a:lnTo>
                <a:lnTo>
                  <a:pt x="167836" y="61904"/>
                </a:lnTo>
                <a:lnTo>
                  <a:pt x="167414" y="61839"/>
                </a:lnTo>
                <a:lnTo>
                  <a:pt x="166093" y="61595"/>
                </a:lnTo>
                <a:lnTo>
                  <a:pt x="165324" y="61386"/>
                </a:lnTo>
                <a:lnTo>
                  <a:pt x="164700" y="61149"/>
                </a:lnTo>
                <a:lnTo>
                  <a:pt x="163972" y="60719"/>
                </a:lnTo>
                <a:lnTo>
                  <a:pt x="146928" y="44362"/>
                </a:lnTo>
                <a:lnTo>
                  <a:pt x="121110" y="19294"/>
                </a:lnTo>
                <a:lnTo>
                  <a:pt x="107932" y="6674"/>
                </a:lnTo>
                <a:lnTo>
                  <a:pt x="107190" y="6329"/>
                </a:lnTo>
                <a:lnTo>
                  <a:pt x="106154" y="6009"/>
                </a:lnTo>
                <a:lnTo>
                  <a:pt x="104986" y="5829"/>
                </a:lnTo>
                <a:lnTo>
                  <a:pt x="103866" y="5706"/>
                </a:lnTo>
                <a:lnTo>
                  <a:pt x="102684" y="5771"/>
                </a:lnTo>
                <a:lnTo>
                  <a:pt x="101539" y="5870"/>
                </a:lnTo>
                <a:lnTo>
                  <a:pt x="100345" y="6266"/>
                </a:lnTo>
                <a:lnTo>
                  <a:pt x="99040" y="6793"/>
                </a:lnTo>
                <a:lnTo>
                  <a:pt x="97765" y="7463"/>
                </a:lnTo>
                <a:lnTo>
                  <a:pt x="96896" y="8181"/>
                </a:lnTo>
                <a:lnTo>
                  <a:pt x="90679" y="14553"/>
                </a:lnTo>
                <a:lnTo>
                  <a:pt x="62116" y="44454"/>
                </a:lnTo>
                <a:lnTo>
                  <a:pt x="56558" y="50223"/>
                </a:lnTo>
                <a:lnTo>
                  <a:pt x="16756" y="91598"/>
                </a:lnTo>
                <a:lnTo>
                  <a:pt x="15355" y="93958"/>
                </a:lnTo>
                <a:lnTo>
                  <a:pt x="14201" y="96456"/>
                </a:lnTo>
                <a:lnTo>
                  <a:pt x="13862" y="97389"/>
                </a:lnTo>
                <a:lnTo>
                  <a:pt x="13549" y="98678"/>
                </a:lnTo>
                <a:lnTo>
                  <a:pt x="13437" y="99741"/>
                </a:lnTo>
                <a:lnTo>
                  <a:pt x="13420" y="101064"/>
                </a:lnTo>
                <a:lnTo>
                  <a:pt x="13544" y="103163"/>
                </a:lnTo>
                <a:lnTo>
                  <a:pt x="13792" y="104496"/>
                </a:lnTo>
                <a:lnTo>
                  <a:pt x="14174" y="105749"/>
                </a:lnTo>
                <a:lnTo>
                  <a:pt x="14658" y="106991"/>
                </a:lnTo>
                <a:lnTo>
                  <a:pt x="15300" y="108254"/>
                </a:lnTo>
                <a:lnTo>
                  <a:pt x="16342" y="109371"/>
                </a:lnTo>
                <a:lnTo>
                  <a:pt x="22676" y="115942"/>
                </a:lnTo>
                <a:lnTo>
                  <a:pt x="30154" y="123347"/>
                </a:lnTo>
                <a:lnTo>
                  <a:pt x="38145" y="131095"/>
                </a:lnTo>
                <a:lnTo>
                  <a:pt x="48278" y="140304"/>
                </a:lnTo>
                <a:lnTo>
                  <a:pt x="53119" y="144846"/>
                </a:lnTo>
                <a:lnTo>
                  <a:pt x="54650" y="146162"/>
                </a:lnTo>
                <a:lnTo>
                  <a:pt x="56634" y="147516"/>
                </a:lnTo>
                <a:lnTo>
                  <a:pt x="60621" y="150013"/>
                </a:lnTo>
                <a:lnTo>
                  <a:pt x="66384" y="153284"/>
                </a:lnTo>
                <a:lnTo>
                  <a:pt x="73379" y="157176"/>
                </a:lnTo>
                <a:lnTo>
                  <a:pt x="78169" y="159218"/>
                </a:lnTo>
                <a:lnTo>
                  <a:pt x="81827" y="160460"/>
                </a:lnTo>
                <a:lnTo>
                  <a:pt x="94843" y="164021"/>
                </a:lnTo>
                <a:lnTo>
                  <a:pt x="120519" y="171111"/>
                </a:lnTo>
                <a:lnTo>
                  <a:pt x="146643" y="178044"/>
                </a:lnTo>
                <a:lnTo>
                  <a:pt x="150085" y="178978"/>
                </a:lnTo>
                <a:lnTo>
                  <a:pt x="168348" y="183772"/>
                </a:lnTo>
                <a:lnTo>
                  <a:pt x="177170" y="186097"/>
                </a:lnTo>
                <a:lnTo>
                  <a:pt x="186202" y="188467"/>
                </a:lnTo>
                <a:lnTo>
                  <a:pt x="205692" y="193551"/>
                </a:lnTo>
                <a:lnTo>
                  <a:pt x="215942" y="196219"/>
                </a:lnTo>
                <a:lnTo>
                  <a:pt x="235236" y="201537"/>
                </a:lnTo>
                <a:lnTo>
                  <a:pt x="243589" y="203950"/>
                </a:lnTo>
                <a:lnTo>
                  <a:pt x="246214" y="204440"/>
                </a:lnTo>
                <a:lnTo>
                  <a:pt x="248586" y="204580"/>
                </a:lnTo>
                <a:lnTo>
                  <a:pt x="251256" y="204237"/>
                </a:lnTo>
                <a:lnTo>
                  <a:pt x="254061" y="203670"/>
                </a:lnTo>
                <a:lnTo>
                  <a:pt x="256686" y="202769"/>
                </a:lnTo>
                <a:lnTo>
                  <a:pt x="258675" y="201606"/>
                </a:lnTo>
                <a:lnTo>
                  <a:pt x="260672" y="199602"/>
                </a:lnTo>
                <a:lnTo>
                  <a:pt x="278905" y="179581"/>
                </a:lnTo>
                <a:lnTo>
                  <a:pt x="278711" y="175432"/>
                </a:lnTo>
                <a:lnTo>
                  <a:pt x="278435" y="174227"/>
                </a:lnTo>
                <a:lnTo>
                  <a:pt x="277898" y="172419"/>
                </a:lnTo>
                <a:lnTo>
                  <a:pt x="277318" y="170925"/>
                </a:lnTo>
                <a:lnTo>
                  <a:pt x="276751" y="169898"/>
                </a:lnTo>
                <a:lnTo>
                  <a:pt x="276082" y="168957"/>
                </a:lnTo>
                <a:lnTo>
                  <a:pt x="266420" y="159924"/>
                </a:lnTo>
                <a:lnTo>
                  <a:pt x="255222" y="149354"/>
                </a:lnTo>
                <a:lnTo>
                  <a:pt x="243930" y="138583"/>
                </a:lnTo>
                <a:lnTo>
                  <a:pt x="239746" y="134549"/>
                </a:lnTo>
                <a:lnTo>
                  <a:pt x="236265" y="131183"/>
                </a:lnTo>
                <a:lnTo>
                  <a:pt x="232977" y="128058"/>
                </a:lnTo>
                <a:lnTo>
                  <a:pt x="230918" y="126018"/>
                </a:lnTo>
                <a:lnTo>
                  <a:pt x="229342" y="124365"/>
                </a:lnTo>
                <a:lnTo>
                  <a:pt x="225605" y="120344"/>
                </a:lnTo>
                <a:lnTo>
                  <a:pt x="221909" y="116518"/>
                </a:lnTo>
                <a:lnTo>
                  <a:pt x="221177" y="113409"/>
                </a:lnTo>
                <a:lnTo>
                  <a:pt x="221399" y="113165"/>
                </a:lnTo>
                <a:lnTo>
                  <a:pt x="221175" y="112959"/>
                </a:lnTo>
                <a:lnTo>
                  <a:pt x="221927" y="112142"/>
                </a:lnTo>
                <a:lnTo>
                  <a:pt x="222151" y="112348"/>
                </a:lnTo>
                <a:lnTo>
                  <a:pt x="222287" y="112209"/>
                </a:lnTo>
                <a:lnTo>
                  <a:pt x="227564" y="117079"/>
                </a:lnTo>
                <a:lnTo>
                  <a:pt x="238135" y="126919"/>
                </a:lnTo>
                <a:lnTo>
                  <a:pt x="257025" y="144541"/>
                </a:lnTo>
                <a:lnTo>
                  <a:pt x="272645" y="158892"/>
                </a:lnTo>
                <a:lnTo>
                  <a:pt x="272521" y="159879"/>
                </a:lnTo>
                <a:lnTo>
                  <a:pt x="280448" y="168705"/>
                </a:lnTo>
                <a:lnTo>
                  <a:pt x="289542" y="178848"/>
                </a:lnTo>
                <a:lnTo>
                  <a:pt x="289649" y="179557"/>
                </a:lnTo>
                <a:lnTo>
                  <a:pt x="289845" y="180281"/>
                </a:lnTo>
                <a:lnTo>
                  <a:pt x="290285" y="181219"/>
                </a:lnTo>
                <a:lnTo>
                  <a:pt x="290848" y="182060"/>
                </a:lnTo>
                <a:lnTo>
                  <a:pt x="291616" y="182836"/>
                </a:lnTo>
                <a:lnTo>
                  <a:pt x="292453" y="183441"/>
                </a:lnTo>
                <a:lnTo>
                  <a:pt x="293315" y="183834"/>
                </a:lnTo>
                <a:lnTo>
                  <a:pt x="294107" y="184126"/>
                </a:lnTo>
                <a:lnTo>
                  <a:pt x="294670" y="184383"/>
                </a:lnTo>
                <a:lnTo>
                  <a:pt x="295209" y="184945"/>
                </a:lnTo>
                <a:lnTo>
                  <a:pt x="295630" y="185713"/>
                </a:lnTo>
                <a:lnTo>
                  <a:pt x="295878" y="186453"/>
                </a:lnTo>
                <a:lnTo>
                  <a:pt x="295863" y="187259"/>
                </a:lnTo>
                <a:lnTo>
                  <a:pt x="295641" y="188078"/>
                </a:lnTo>
                <a:lnTo>
                  <a:pt x="295111" y="189051"/>
                </a:lnTo>
                <a:lnTo>
                  <a:pt x="294380" y="189867"/>
                </a:lnTo>
                <a:lnTo>
                  <a:pt x="293615" y="190371"/>
                </a:lnTo>
                <a:lnTo>
                  <a:pt x="292751" y="190708"/>
                </a:lnTo>
                <a:lnTo>
                  <a:pt x="291681" y="191084"/>
                </a:lnTo>
                <a:lnTo>
                  <a:pt x="290909" y="191520"/>
                </a:lnTo>
                <a:lnTo>
                  <a:pt x="290076" y="192220"/>
                </a:lnTo>
                <a:lnTo>
                  <a:pt x="287668" y="19461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C3F5A82-CBA6-4961-AFF8-25848301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8100" y="3204984"/>
            <a:ext cx="24905" cy="27122"/>
          </a:xfrm>
          <a:custGeom xmlns:a="http://schemas.openxmlformats.org/drawingml/2006/main">
            <a:pathLst>
              <a:path w="24905" h="27122">
                <a:moveTo>
                  <a:pt x="20694" y="21413"/>
                </a:moveTo>
                <a:lnTo>
                  <a:pt x="15143" y="10108"/>
                </a:lnTo>
                <a:lnTo>
                  <a:pt x="11551" y="7618"/>
                </a:lnTo>
                <a:lnTo>
                  <a:pt x="5672" y="6961"/>
                </a:lnTo>
                <a:lnTo>
                  <a:pt x="2078" y="4971"/>
                </a:lnTo>
                <a:lnTo>
                  <a:pt x="891" y="3460"/>
                </a:lnTo>
                <a:lnTo>
                  <a:pt x="0" y="2772"/>
                </a:lnTo>
                <a:lnTo>
                  <a:pt x="1873" y="0"/>
                </a:lnTo>
                <a:lnTo>
                  <a:pt x="3633" y="767"/>
                </a:lnTo>
                <a:lnTo>
                  <a:pt x="5466" y="1006"/>
                </a:lnTo>
                <a:lnTo>
                  <a:pt x="8032" y="1819"/>
                </a:lnTo>
                <a:lnTo>
                  <a:pt x="10006" y="2835"/>
                </a:lnTo>
                <a:lnTo>
                  <a:pt x="13179" y="3835"/>
                </a:lnTo>
                <a:lnTo>
                  <a:pt x="15795" y="4401"/>
                </a:lnTo>
                <a:lnTo>
                  <a:pt x="17180" y="5144"/>
                </a:lnTo>
                <a:lnTo>
                  <a:pt x="18789" y="6263"/>
                </a:lnTo>
                <a:lnTo>
                  <a:pt x="20351" y="7417"/>
                </a:lnTo>
                <a:lnTo>
                  <a:pt x="21398" y="9500"/>
                </a:lnTo>
                <a:lnTo>
                  <a:pt x="21957" y="12155"/>
                </a:lnTo>
                <a:lnTo>
                  <a:pt x="23673" y="16934"/>
                </a:lnTo>
                <a:lnTo>
                  <a:pt x="24905" y="19105"/>
                </a:lnTo>
                <a:lnTo>
                  <a:pt x="21230" y="27122"/>
                </a:lnTo>
                <a:lnTo>
                  <a:pt x="20694" y="2141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16423A1-2D39-471C-AD37-88A86955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8232" y="3299079"/>
            <a:ext cx="145628" cy="189794"/>
          </a:xfrm>
          <a:custGeom xmlns:a="http://schemas.openxmlformats.org/drawingml/2006/main">
            <a:pathLst>
              <a:path w="145628" h="189794">
                <a:moveTo>
                  <a:pt x="10549" y="47148"/>
                </a:moveTo>
                <a:lnTo>
                  <a:pt x="13890" y="40039"/>
                </a:lnTo>
                <a:lnTo>
                  <a:pt x="15299" y="37356"/>
                </a:lnTo>
                <a:lnTo>
                  <a:pt x="17804" y="32601"/>
                </a:lnTo>
                <a:lnTo>
                  <a:pt x="20504" y="27926"/>
                </a:lnTo>
                <a:lnTo>
                  <a:pt x="22521" y="24498"/>
                </a:lnTo>
                <a:lnTo>
                  <a:pt x="24145" y="21742"/>
                </a:lnTo>
                <a:lnTo>
                  <a:pt x="24639" y="21746"/>
                </a:lnTo>
                <a:lnTo>
                  <a:pt x="26486" y="18220"/>
                </a:lnTo>
                <a:lnTo>
                  <a:pt x="27953" y="15400"/>
                </a:lnTo>
                <a:lnTo>
                  <a:pt x="27528" y="15395"/>
                </a:lnTo>
                <a:lnTo>
                  <a:pt x="28654" y="13237"/>
                </a:lnTo>
                <a:lnTo>
                  <a:pt x="30201" y="10517"/>
                </a:lnTo>
                <a:lnTo>
                  <a:pt x="31718" y="8009"/>
                </a:lnTo>
                <a:lnTo>
                  <a:pt x="32807" y="6386"/>
                </a:lnTo>
                <a:lnTo>
                  <a:pt x="34066" y="4750"/>
                </a:lnTo>
                <a:lnTo>
                  <a:pt x="35550" y="3134"/>
                </a:lnTo>
                <a:lnTo>
                  <a:pt x="38623" y="0"/>
                </a:lnTo>
                <a:lnTo>
                  <a:pt x="41444" y="2612"/>
                </a:lnTo>
                <a:lnTo>
                  <a:pt x="41273" y="2812"/>
                </a:lnTo>
                <a:lnTo>
                  <a:pt x="37612" y="7089"/>
                </a:lnTo>
                <a:lnTo>
                  <a:pt x="35939" y="8990"/>
                </a:lnTo>
                <a:lnTo>
                  <a:pt x="26652" y="26397"/>
                </a:lnTo>
                <a:lnTo>
                  <a:pt x="21086" y="36914"/>
                </a:lnTo>
                <a:lnTo>
                  <a:pt x="15554" y="47549"/>
                </a:lnTo>
                <a:lnTo>
                  <a:pt x="9722" y="58624"/>
                </a:lnTo>
                <a:lnTo>
                  <a:pt x="8904" y="60070"/>
                </a:lnTo>
                <a:lnTo>
                  <a:pt x="8728" y="60456"/>
                </a:lnTo>
                <a:lnTo>
                  <a:pt x="8702" y="60872"/>
                </a:lnTo>
                <a:lnTo>
                  <a:pt x="8781" y="61286"/>
                </a:lnTo>
                <a:lnTo>
                  <a:pt x="8917" y="61714"/>
                </a:lnTo>
                <a:lnTo>
                  <a:pt x="9328" y="62136"/>
                </a:lnTo>
                <a:lnTo>
                  <a:pt x="11550" y="63298"/>
                </a:lnTo>
                <a:lnTo>
                  <a:pt x="14145" y="64653"/>
                </a:lnTo>
                <a:lnTo>
                  <a:pt x="22062" y="69097"/>
                </a:lnTo>
                <a:lnTo>
                  <a:pt x="28894" y="73374"/>
                </a:lnTo>
                <a:lnTo>
                  <a:pt x="33995" y="76587"/>
                </a:lnTo>
                <a:lnTo>
                  <a:pt x="39941" y="80914"/>
                </a:lnTo>
                <a:lnTo>
                  <a:pt x="47480" y="86801"/>
                </a:lnTo>
                <a:lnTo>
                  <a:pt x="55184" y="93200"/>
                </a:lnTo>
                <a:lnTo>
                  <a:pt x="62382" y="99901"/>
                </a:lnTo>
                <a:lnTo>
                  <a:pt x="70087" y="107521"/>
                </a:lnTo>
                <a:lnTo>
                  <a:pt x="77909" y="115639"/>
                </a:lnTo>
                <a:lnTo>
                  <a:pt x="86052" y="124078"/>
                </a:lnTo>
                <a:lnTo>
                  <a:pt x="94416" y="132851"/>
                </a:lnTo>
                <a:lnTo>
                  <a:pt x="102849" y="141655"/>
                </a:lnTo>
                <a:lnTo>
                  <a:pt x="103575" y="142424"/>
                </a:lnTo>
                <a:lnTo>
                  <a:pt x="111358" y="150619"/>
                </a:lnTo>
                <a:lnTo>
                  <a:pt x="119885" y="159624"/>
                </a:lnTo>
                <a:lnTo>
                  <a:pt x="126746" y="166945"/>
                </a:lnTo>
                <a:lnTo>
                  <a:pt x="134713" y="175211"/>
                </a:lnTo>
                <a:lnTo>
                  <a:pt x="141031" y="181825"/>
                </a:lnTo>
                <a:lnTo>
                  <a:pt x="144989" y="185975"/>
                </a:lnTo>
                <a:lnTo>
                  <a:pt x="145423" y="186473"/>
                </a:lnTo>
                <a:lnTo>
                  <a:pt x="145628" y="186933"/>
                </a:lnTo>
                <a:lnTo>
                  <a:pt x="145589" y="187435"/>
                </a:lnTo>
                <a:lnTo>
                  <a:pt x="145406" y="187787"/>
                </a:lnTo>
                <a:lnTo>
                  <a:pt x="143708" y="189536"/>
                </a:lnTo>
                <a:lnTo>
                  <a:pt x="143284" y="189794"/>
                </a:lnTo>
                <a:lnTo>
                  <a:pt x="142795" y="189730"/>
                </a:lnTo>
                <a:lnTo>
                  <a:pt x="142369" y="189555"/>
                </a:lnTo>
                <a:lnTo>
                  <a:pt x="140320" y="187651"/>
                </a:lnTo>
                <a:lnTo>
                  <a:pt x="136063" y="183382"/>
                </a:lnTo>
                <a:lnTo>
                  <a:pt x="126925" y="173646"/>
                </a:lnTo>
                <a:lnTo>
                  <a:pt x="117787" y="163902"/>
                </a:lnTo>
                <a:lnTo>
                  <a:pt x="109874" y="155499"/>
                </a:lnTo>
                <a:lnTo>
                  <a:pt x="108650" y="154201"/>
                </a:lnTo>
                <a:lnTo>
                  <a:pt x="106283" y="151695"/>
                </a:lnTo>
                <a:lnTo>
                  <a:pt x="104414" y="149727"/>
                </a:lnTo>
                <a:lnTo>
                  <a:pt x="99552" y="144592"/>
                </a:lnTo>
                <a:lnTo>
                  <a:pt x="97240" y="142178"/>
                </a:lnTo>
                <a:lnTo>
                  <a:pt x="90457" y="135092"/>
                </a:lnTo>
                <a:lnTo>
                  <a:pt x="86740" y="131190"/>
                </a:lnTo>
                <a:lnTo>
                  <a:pt x="81356" y="125543"/>
                </a:lnTo>
                <a:lnTo>
                  <a:pt x="79850" y="123972"/>
                </a:lnTo>
                <a:lnTo>
                  <a:pt x="72193" y="116011"/>
                </a:lnTo>
                <a:lnTo>
                  <a:pt x="67611" y="111445"/>
                </a:lnTo>
                <a:lnTo>
                  <a:pt x="66342" y="110181"/>
                </a:lnTo>
                <a:lnTo>
                  <a:pt x="64357" y="108174"/>
                </a:lnTo>
                <a:lnTo>
                  <a:pt x="61391" y="105184"/>
                </a:lnTo>
                <a:lnTo>
                  <a:pt x="60965" y="104780"/>
                </a:lnTo>
                <a:lnTo>
                  <a:pt x="56763" y="100814"/>
                </a:lnTo>
                <a:lnTo>
                  <a:pt x="51965" y="96516"/>
                </a:lnTo>
                <a:lnTo>
                  <a:pt x="47209" y="92420"/>
                </a:lnTo>
                <a:lnTo>
                  <a:pt x="42476" y="88570"/>
                </a:lnTo>
                <a:lnTo>
                  <a:pt x="37858" y="84997"/>
                </a:lnTo>
                <a:lnTo>
                  <a:pt x="32352" y="80989"/>
                </a:lnTo>
                <a:lnTo>
                  <a:pt x="27373" y="77688"/>
                </a:lnTo>
                <a:lnTo>
                  <a:pt x="22558" y="74654"/>
                </a:lnTo>
                <a:lnTo>
                  <a:pt x="17748" y="71831"/>
                </a:lnTo>
                <a:lnTo>
                  <a:pt x="12965" y="69262"/>
                </a:lnTo>
                <a:lnTo>
                  <a:pt x="7598" y="66404"/>
                </a:lnTo>
                <a:lnTo>
                  <a:pt x="6315" y="65395"/>
                </a:lnTo>
                <a:lnTo>
                  <a:pt x="4078" y="64446"/>
                </a:lnTo>
                <a:lnTo>
                  <a:pt x="2231" y="64308"/>
                </a:lnTo>
                <a:lnTo>
                  <a:pt x="121" y="61499"/>
                </a:lnTo>
                <a:lnTo>
                  <a:pt x="0" y="58306"/>
                </a:lnTo>
                <a:lnTo>
                  <a:pt x="1012" y="57694"/>
                </a:lnTo>
                <a:lnTo>
                  <a:pt x="4804" y="58382"/>
                </a:lnTo>
                <a:lnTo>
                  <a:pt x="10146" y="47998"/>
                </a:lnTo>
                <a:lnTo>
                  <a:pt x="10549" y="4714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F9A8E80-E7A4-4E19-A633-828F1D89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8914" y="3308478"/>
            <a:ext cx="51883" cy="30921"/>
          </a:xfrm>
          <a:custGeom xmlns:a="http://schemas.openxmlformats.org/drawingml/2006/main">
            <a:pathLst>
              <a:path w="51883" h="30921">
                <a:moveTo>
                  <a:pt x="0" y="1159"/>
                </a:moveTo>
                <a:lnTo>
                  <a:pt x="1163" y="0"/>
                </a:lnTo>
                <a:lnTo>
                  <a:pt x="30201" y="27856"/>
                </a:lnTo>
                <a:lnTo>
                  <a:pt x="33795" y="24369"/>
                </a:lnTo>
                <a:lnTo>
                  <a:pt x="36823" y="21508"/>
                </a:lnTo>
                <a:lnTo>
                  <a:pt x="50793" y="7426"/>
                </a:lnTo>
                <a:lnTo>
                  <a:pt x="51883" y="8787"/>
                </a:lnTo>
                <a:lnTo>
                  <a:pt x="30070" y="30921"/>
                </a:lnTo>
                <a:lnTo>
                  <a:pt x="28654" y="29415"/>
                </a:lnTo>
                <a:lnTo>
                  <a:pt x="0" y="115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EA6FDCF-211C-4849-BBAB-7EB34BFA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107" y="4073881"/>
            <a:ext cx="44616" cy="43031"/>
          </a:xfrm>
          <a:custGeom xmlns:a="http://schemas.openxmlformats.org/drawingml/2006/main">
            <a:pathLst>
              <a:path w="44616" h="43031">
                <a:moveTo>
                  <a:pt x="43090" y="42422"/>
                </a:moveTo>
                <a:lnTo>
                  <a:pt x="40037" y="42233"/>
                </a:lnTo>
                <a:lnTo>
                  <a:pt x="26998" y="29592"/>
                </a:lnTo>
                <a:lnTo>
                  <a:pt x="951" y="4345"/>
                </a:lnTo>
                <a:lnTo>
                  <a:pt x="413" y="2307"/>
                </a:lnTo>
                <a:lnTo>
                  <a:pt x="292" y="1844"/>
                </a:lnTo>
                <a:lnTo>
                  <a:pt x="113" y="1154"/>
                </a:lnTo>
                <a:lnTo>
                  <a:pt x="224" y="1032"/>
                </a:lnTo>
                <a:lnTo>
                  <a:pt x="0" y="826"/>
                </a:lnTo>
                <a:lnTo>
                  <a:pt x="778" y="0"/>
                </a:lnTo>
                <a:lnTo>
                  <a:pt x="1001" y="214"/>
                </a:lnTo>
                <a:lnTo>
                  <a:pt x="1148" y="66"/>
                </a:lnTo>
                <a:lnTo>
                  <a:pt x="1940" y="172"/>
                </a:lnTo>
                <a:lnTo>
                  <a:pt x="2697" y="491"/>
                </a:lnTo>
                <a:lnTo>
                  <a:pt x="3383" y="914"/>
                </a:lnTo>
                <a:lnTo>
                  <a:pt x="4139" y="1614"/>
                </a:lnTo>
                <a:lnTo>
                  <a:pt x="16610" y="13600"/>
                </a:lnTo>
                <a:lnTo>
                  <a:pt x="31782" y="28083"/>
                </a:lnTo>
                <a:lnTo>
                  <a:pt x="41348" y="37246"/>
                </a:lnTo>
                <a:lnTo>
                  <a:pt x="42696" y="38550"/>
                </a:lnTo>
                <a:lnTo>
                  <a:pt x="43477" y="39784"/>
                </a:lnTo>
                <a:lnTo>
                  <a:pt x="44317" y="41092"/>
                </a:lnTo>
                <a:lnTo>
                  <a:pt x="44508" y="41833"/>
                </a:lnTo>
                <a:lnTo>
                  <a:pt x="44387" y="41955"/>
                </a:lnTo>
                <a:lnTo>
                  <a:pt x="44616" y="42178"/>
                </a:lnTo>
                <a:lnTo>
                  <a:pt x="43782" y="43031"/>
                </a:lnTo>
                <a:lnTo>
                  <a:pt x="43090" y="4242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883124C-A39B-4114-A0C0-A304A48C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122" y="3184706"/>
            <a:ext cx="31053" cy="18808"/>
          </a:xfrm>
          <a:custGeom xmlns:a="http://schemas.openxmlformats.org/drawingml/2006/main">
            <a:pathLst>
              <a:path w="31053" h="18808">
                <a:moveTo>
                  <a:pt x="20571" y="13471"/>
                </a:moveTo>
                <a:lnTo>
                  <a:pt x="12853" y="6131"/>
                </a:lnTo>
                <a:lnTo>
                  <a:pt x="0" y="5033"/>
                </a:lnTo>
                <a:lnTo>
                  <a:pt x="1691" y="1097"/>
                </a:lnTo>
                <a:lnTo>
                  <a:pt x="7288" y="515"/>
                </a:lnTo>
                <a:lnTo>
                  <a:pt x="12284" y="0"/>
                </a:lnTo>
                <a:lnTo>
                  <a:pt x="15087" y="2884"/>
                </a:lnTo>
                <a:lnTo>
                  <a:pt x="25333" y="10385"/>
                </a:lnTo>
                <a:lnTo>
                  <a:pt x="31053" y="16370"/>
                </a:lnTo>
                <a:lnTo>
                  <a:pt x="27089" y="18808"/>
                </a:lnTo>
                <a:lnTo>
                  <a:pt x="20571" y="1347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61BB2B5-7774-4AA4-A343-64CDEEE4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569" y="2925881"/>
            <a:ext cx="124224" cy="73188"/>
          </a:xfrm>
          <a:custGeom xmlns:a="http://schemas.openxmlformats.org/drawingml/2006/main">
            <a:pathLst>
              <a:path w="124224" h="73188">
                <a:moveTo>
                  <a:pt x="50284" y="59062"/>
                </a:moveTo>
                <a:lnTo>
                  <a:pt x="54696" y="56488"/>
                </a:lnTo>
                <a:lnTo>
                  <a:pt x="60686" y="51303"/>
                </a:lnTo>
                <a:lnTo>
                  <a:pt x="64674" y="46604"/>
                </a:lnTo>
                <a:lnTo>
                  <a:pt x="65475" y="42691"/>
                </a:lnTo>
                <a:lnTo>
                  <a:pt x="70171" y="33709"/>
                </a:lnTo>
                <a:lnTo>
                  <a:pt x="77654" y="25102"/>
                </a:lnTo>
                <a:lnTo>
                  <a:pt x="83241" y="19572"/>
                </a:lnTo>
                <a:lnTo>
                  <a:pt x="88120" y="17181"/>
                </a:lnTo>
                <a:lnTo>
                  <a:pt x="91835" y="19881"/>
                </a:lnTo>
                <a:lnTo>
                  <a:pt x="89788" y="21028"/>
                </a:lnTo>
                <a:lnTo>
                  <a:pt x="84730" y="24688"/>
                </a:lnTo>
                <a:lnTo>
                  <a:pt x="82274" y="26482"/>
                </a:lnTo>
                <a:lnTo>
                  <a:pt x="81086" y="29082"/>
                </a:lnTo>
                <a:lnTo>
                  <a:pt x="80332" y="31984"/>
                </a:lnTo>
                <a:lnTo>
                  <a:pt x="79966" y="34842"/>
                </a:lnTo>
                <a:lnTo>
                  <a:pt x="81029" y="37773"/>
                </a:lnTo>
                <a:lnTo>
                  <a:pt x="85424" y="40693"/>
                </a:lnTo>
                <a:lnTo>
                  <a:pt x="88135" y="40741"/>
                </a:lnTo>
                <a:lnTo>
                  <a:pt x="92907" y="39208"/>
                </a:lnTo>
                <a:lnTo>
                  <a:pt x="95350" y="36940"/>
                </a:lnTo>
                <a:lnTo>
                  <a:pt x="96227" y="34942"/>
                </a:lnTo>
                <a:lnTo>
                  <a:pt x="98066" y="31833"/>
                </a:lnTo>
                <a:lnTo>
                  <a:pt x="98022" y="28553"/>
                </a:lnTo>
                <a:lnTo>
                  <a:pt x="98010" y="25713"/>
                </a:lnTo>
                <a:lnTo>
                  <a:pt x="98454" y="23260"/>
                </a:lnTo>
                <a:lnTo>
                  <a:pt x="98096" y="21090"/>
                </a:lnTo>
                <a:lnTo>
                  <a:pt x="96400" y="19371"/>
                </a:lnTo>
                <a:lnTo>
                  <a:pt x="94317" y="19112"/>
                </a:lnTo>
                <a:lnTo>
                  <a:pt x="99935" y="13031"/>
                </a:lnTo>
                <a:lnTo>
                  <a:pt x="108599" y="10268"/>
                </a:lnTo>
                <a:lnTo>
                  <a:pt x="114232" y="7298"/>
                </a:lnTo>
                <a:lnTo>
                  <a:pt x="115664" y="5692"/>
                </a:lnTo>
                <a:lnTo>
                  <a:pt x="117927" y="3903"/>
                </a:lnTo>
                <a:lnTo>
                  <a:pt x="120945" y="0"/>
                </a:lnTo>
                <a:lnTo>
                  <a:pt x="124224" y="1728"/>
                </a:lnTo>
                <a:lnTo>
                  <a:pt x="121495" y="5556"/>
                </a:lnTo>
                <a:lnTo>
                  <a:pt x="119077" y="12317"/>
                </a:lnTo>
                <a:lnTo>
                  <a:pt x="116248" y="20623"/>
                </a:lnTo>
                <a:lnTo>
                  <a:pt x="111384" y="30933"/>
                </a:lnTo>
                <a:lnTo>
                  <a:pt x="98679" y="45890"/>
                </a:lnTo>
                <a:lnTo>
                  <a:pt x="91069" y="51473"/>
                </a:lnTo>
                <a:lnTo>
                  <a:pt x="83031" y="54541"/>
                </a:lnTo>
                <a:lnTo>
                  <a:pt x="72517" y="58047"/>
                </a:lnTo>
                <a:lnTo>
                  <a:pt x="61351" y="60027"/>
                </a:lnTo>
                <a:lnTo>
                  <a:pt x="51451" y="63016"/>
                </a:lnTo>
                <a:lnTo>
                  <a:pt x="48510" y="64263"/>
                </a:lnTo>
                <a:lnTo>
                  <a:pt x="45824" y="65368"/>
                </a:lnTo>
                <a:lnTo>
                  <a:pt x="43189" y="66649"/>
                </a:lnTo>
                <a:lnTo>
                  <a:pt x="40357" y="68139"/>
                </a:lnTo>
                <a:lnTo>
                  <a:pt x="38800" y="68960"/>
                </a:lnTo>
                <a:lnTo>
                  <a:pt x="37230" y="69662"/>
                </a:lnTo>
                <a:lnTo>
                  <a:pt x="36650" y="69906"/>
                </a:lnTo>
                <a:lnTo>
                  <a:pt x="35737" y="70337"/>
                </a:lnTo>
                <a:lnTo>
                  <a:pt x="35018" y="70610"/>
                </a:lnTo>
                <a:lnTo>
                  <a:pt x="34216" y="70928"/>
                </a:lnTo>
                <a:lnTo>
                  <a:pt x="32821" y="71355"/>
                </a:lnTo>
                <a:lnTo>
                  <a:pt x="31373" y="71774"/>
                </a:lnTo>
                <a:lnTo>
                  <a:pt x="31053" y="71850"/>
                </a:lnTo>
                <a:lnTo>
                  <a:pt x="30645" y="71937"/>
                </a:lnTo>
                <a:lnTo>
                  <a:pt x="29890" y="72033"/>
                </a:lnTo>
                <a:lnTo>
                  <a:pt x="28877" y="72196"/>
                </a:lnTo>
                <a:lnTo>
                  <a:pt x="27573" y="72374"/>
                </a:lnTo>
                <a:lnTo>
                  <a:pt x="24532" y="72818"/>
                </a:lnTo>
                <a:lnTo>
                  <a:pt x="22225" y="73124"/>
                </a:lnTo>
                <a:lnTo>
                  <a:pt x="20768" y="73188"/>
                </a:lnTo>
                <a:lnTo>
                  <a:pt x="20062" y="73173"/>
                </a:lnTo>
                <a:lnTo>
                  <a:pt x="19354" y="73106"/>
                </a:lnTo>
                <a:lnTo>
                  <a:pt x="18630" y="73007"/>
                </a:lnTo>
                <a:lnTo>
                  <a:pt x="17931" y="72898"/>
                </a:lnTo>
                <a:lnTo>
                  <a:pt x="16556" y="72527"/>
                </a:lnTo>
                <a:lnTo>
                  <a:pt x="15240" y="72027"/>
                </a:lnTo>
                <a:lnTo>
                  <a:pt x="13843" y="71411"/>
                </a:lnTo>
                <a:lnTo>
                  <a:pt x="13159" y="71064"/>
                </a:lnTo>
                <a:lnTo>
                  <a:pt x="12475" y="70726"/>
                </a:lnTo>
                <a:lnTo>
                  <a:pt x="11122" y="69982"/>
                </a:lnTo>
                <a:lnTo>
                  <a:pt x="9812" y="69143"/>
                </a:lnTo>
                <a:lnTo>
                  <a:pt x="8701" y="68324"/>
                </a:lnTo>
                <a:lnTo>
                  <a:pt x="7640" y="67470"/>
                </a:lnTo>
                <a:lnTo>
                  <a:pt x="6635" y="66547"/>
                </a:lnTo>
                <a:lnTo>
                  <a:pt x="5700" y="65554"/>
                </a:lnTo>
                <a:lnTo>
                  <a:pt x="4570" y="64219"/>
                </a:lnTo>
                <a:lnTo>
                  <a:pt x="4092" y="63595"/>
                </a:lnTo>
                <a:lnTo>
                  <a:pt x="3378" y="62529"/>
                </a:lnTo>
                <a:lnTo>
                  <a:pt x="2929" y="61820"/>
                </a:lnTo>
                <a:lnTo>
                  <a:pt x="2493" y="61035"/>
                </a:lnTo>
                <a:lnTo>
                  <a:pt x="1720" y="59453"/>
                </a:lnTo>
                <a:lnTo>
                  <a:pt x="945" y="57218"/>
                </a:lnTo>
                <a:lnTo>
                  <a:pt x="330" y="54945"/>
                </a:lnTo>
                <a:lnTo>
                  <a:pt x="40" y="52587"/>
                </a:lnTo>
                <a:lnTo>
                  <a:pt x="0" y="50282"/>
                </a:lnTo>
                <a:lnTo>
                  <a:pt x="2553" y="46688"/>
                </a:lnTo>
                <a:lnTo>
                  <a:pt x="6041" y="46249"/>
                </a:lnTo>
                <a:lnTo>
                  <a:pt x="9063" y="46085"/>
                </a:lnTo>
                <a:lnTo>
                  <a:pt x="11392" y="47016"/>
                </a:lnTo>
                <a:lnTo>
                  <a:pt x="13655" y="49390"/>
                </a:lnTo>
                <a:lnTo>
                  <a:pt x="19079" y="54708"/>
                </a:lnTo>
                <a:lnTo>
                  <a:pt x="19462" y="55240"/>
                </a:lnTo>
                <a:lnTo>
                  <a:pt x="19969" y="56363"/>
                </a:lnTo>
                <a:lnTo>
                  <a:pt x="20722" y="57759"/>
                </a:lnTo>
                <a:lnTo>
                  <a:pt x="21739" y="58555"/>
                </a:lnTo>
                <a:lnTo>
                  <a:pt x="23208" y="59542"/>
                </a:lnTo>
                <a:lnTo>
                  <a:pt x="24686" y="60267"/>
                </a:lnTo>
                <a:lnTo>
                  <a:pt x="26498" y="60872"/>
                </a:lnTo>
                <a:lnTo>
                  <a:pt x="28219" y="61361"/>
                </a:lnTo>
                <a:lnTo>
                  <a:pt x="31058" y="62134"/>
                </a:lnTo>
                <a:lnTo>
                  <a:pt x="32351" y="62346"/>
                </a:lnTo>
                <a:lnTo>
                  <a:pt x="33752" y="62505"/>
                </a:lnTo>
                <a:lnTo>
                  <a:pt x="35597" y="62414"/>
                </a:lnTo>
                <a:lnTo>
                  <a:pt x="37164" y="62169"/>
                </a:lnTo>
                <a:lnTo>
                  <a:pt x="38970" y="61961"/>
                </a:lnTo>
                <a:lnTo>
                  <a:pt x="40272" y="61537"/>
                </a:lnTo>
                <a:lnTo>
                  <a:pt x="43634" y="61254"/>
                </a:lnTo>
                <a:lnTo>
                  <a:pt x="47718" y="60011"/>
                </a:lnTo>
                <a:lnTo>
                  <a:pt x="50284" y="5906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83E20CA-E081-4638-8251-CF41C7B6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2145" y="3126387"/>
            <a:ext cx="103931" cy="107454"/>
          </a:xfrm>
          <a:custGeom xmlns:a="http://schemas.openxmlformats.org/drawingml/2006/main">
            <a:pathLst>
              <a:path w="103931" h="107454">
                <a:moveTo>
                  <a:pt x="39301" y="104203"/>
                </a:moveTo>
                <a:lnTo>
                  <a:pt x="38056" y="105389"/>
                </a:lnTo>
                <a:lnTo>
                  <a:pt x="35982" y="107454"/>
                </a:lnTo>
                <a:lnTo>
                  <a:pt x="32718" y="105549"/>
                </a:lnTo>
                <a:lnTo>
                  <a:pt x="33207" y="103848"/>
                </a:lnTo>
                <a:lnTo>
                  <a:pt x="33523" y="102458"/>
                </a:lnTo>
                <a:lnTo>
                  <a:pt x="33736" y="100697"/>
                </a:lnTo>
                <a:lnTo>
                  <a:pt x="33743" y="99044"/>
                </a:lnTo>
                <a:lnTo>
                  <a:pt x="33552" y="97710"/>
                </a:lnTo>
                <a:lnTo>
                  <a:pt x="33227" y="96616"/>
                </a:lnTo>
                <a:lnTo>
                  <a:pt x="32643" y="95741"/>
                </a:lnTo>
                <a:lnTo>
                  <a:pt x="24429" y="83286"/>
                </a:lnTo>
                <a:lnTo>
                  <a:pt x="24224" y="83003"/>
                </a:lnTo>
                <a:lnTo>
                  <a:pt x="23437" y="81922"/>
                </a:lnTo>
                <a:lnTo>
                  <a:pt x="23292" y="81756"/>
                </a:lnTo>
                <a:lnTo>
                  <a:pt x="22296" y="80605"/>
                </a:lnTo>
                <a:lnTo>
                  <a:pt x="22162" y="80456"/>
                </a:lnTo>
                <a:lnTo>
                  <a:pt x="20116" y="78492"/>
                </a:lnTo>
                <a:lnTo>
                  <a:pt x="18289" y="77159"/>
                </a:lnTo>
                <a:lnTo>
                  <a:pt x="17231" y="76408"/>
                </a:lnTo>
                <a:lnTo>
                  <a:pt x="14650" y="74255"/>
                </a:lnTo>
                <a:lnTo>
                  <a:pt x="12156" y="72041"/>
                </a:lnTo>
                <a:lnTo>
                  <a:pt x="9835" y="69890"/>
                </a:lnTo>
                <a:lnTo>
                  <a:pt x="4864" y="65309"/>
                </a:lnTo>
                <a:lnTo>
                  <a:pt x="1356" y="61495"/>
                </a:lnTo>
                <a:lnTo>
                  <a:pt x="821" y="60890"/>
                </a:lnTo>
                <a:lnTo>
                  <a:pt x="562" y="60515"/>
                </a:lnTo>
                <a:lnTo>
                  <a:pt x="322" y="60106"/>
                </a:lnTo>
                <a:lnTo>
                  <a:pt x="172" y="59729"/>
                </a:lnTo>
                <a:lnTo>
                  <a:pt x="49" y="59224"/>
                </a:lnTo>
                <a:lnTo>
                  <a:pt x="4" y="58699"/>
                </a:lnTo>
                <a:lnTo>
                  <a:pt x="0" y="58148"/>
                </a:lnTo>
                <a:lnTo>
                  <a:pt x="25" y="57740"/>
                </a:lnTo>
                <a:lnTo>
                  <a:pt x="111" y="57433"/>
                </a:lnTo>
                <a:lnTo>
                  <a:pt x="286" y="56987"/>
                </a:lnTo>
                <a:lnTo>
                  <a:pt x="926" y="55682"/>
                </a:lnTo>
                <a:lnTo>
                  <a:pt x="1388" y="54915"/>
                </a:lnTo>
                <a:lnTo>
                  <a:pt x="2141" y="53767"/>
                </a:lnTo>
                <a:lnTo>
                  <a:pt x="2836" y="52943"/>
                </a:lnTo>
                <a:lnTo>
                  <a:pt x="11161" y="43513"/>
                </a:lnTo>
                <a:lnTo>
                  <a:pt x="16673" y="37262"/>
                </a:lnTo>
                <a:lnTo>
                  <a:pt x="23899" y="30032"/>
                </a:lnTo>
                <a:lnTo>
                  <a:pt x="40989" y="12924"/>
                </a:lnTo>
                <a:lnTo>
                  <a:pt x="42979" y="11981"/>
                </a:lnTo>
                <a:lnTo>
                  <a:pt x="43528" y="11373"/>
                </a:lnTo>
                <a:lnTo>
                  <a:pt x="43743" y="11265"/>
                </a:lnTo>
                <a:lnTo>
                  <a:pt x="43965" y="11208"/>
                </a:lnTo>
                <a:lnTo>
                  <a:pt x="44220" y="11244"/>
                </a:lnTo>
                <a:lnTo>
                  <a:pt x="44426" y="11374"/>
                </a:lnTo>
                <a:lnTo>
                  <a:pt x="44558" y="11243"/>
                </a:lnTo>
                <a:lnTo>
                  <a:pt x="45598" y="10147"/>
                </a:lnTo>
                <a:lnTo>
                  <a:pt x="46532" y="9164"/>
                </a:lnTo>
                <a:lnTo>
                  <a:pt x="46648" y="9042"/>
                </a:lnTo>
                <a:lnTo>
                  <a:pt x="46517" y="8792"/>
                </a:lnTo>
                <a:lnTo>
                  <a:pt x="46503" y="8461"/>
                </a:lnTo>
                <a:lnTo>
                  <a:pt x="46615" y="8196"/>
                </a:lnTo>
                <a:lnTo>
                  <a:pt x="47231" y="7543"/>
                </a:lnTo>
                <a:lnTo>
                  <a:pt x="47029" y="7345"/>
                </a:lnTo>
                <a:lnTo>
                  <a:pt x="53488" y="0"/>
                </a:lnTo>
                <a:lnTo>
                  <a:pt x="57024" y="3322"/>
                </a:lnTo>
                <a:lnTo>
                  <a:pt x="50498" y="10686"/>
                </a:lnTo>
                <a:lnTo>
                  <a:pt x="50322" y="10521"/>
                </a:lnTo>
                <a:lnTo>
                  <a:pt x="49801" y="11052"/>
                </a:lnTo>
                <a:lnTo>
                  <a:pt x="49536" y="11237"/>
                </a:lnTo>
                <a:lnTo>
                  <a:pt x="49418" y="11283"/>
                </a:lnTo>
                <a:lnTo>
                  <a:pt x="49268" y="11287"/>
                </a:lnTo>
                <a:lnTo>
                  <a:pt x="49070" y="11258"/>
                </a:lnTo>
                <a:lnTo>
                  <a:pt x="48864" y="11137"/>
                </a:lnTo>
                <a:lnTo>
                  <a:pt x="48738" y="11267"/>
                </a:lnTo>
                <a:lnTo>
                  <a:pt x="47788" y="12234"/>
                </a:lnTo>
                <a:lnTo>
                  <a:pt x="46736" y="13305"/>
                </a:lnTo>
                <a:lnTo>
                  <a:pt x="46620" y="13435"/>
                </a:lnTo>
                <a:lnTo>
                  <a:pt x="46746" y="13652"/>
                </a:lnTo>
                <a:lnTo>
                  <a:pt x="46803" y="13845"/>
                </a:lnTo>
                <a:lnTo>
                  <a:pt x="46801" y="13990"/>
                </a:lnTo>
                <a:lnTo>
                  <a:pt x="46784" y="14109"/>
                </a:lnTo>
                <a:lnTo>
                  <a:pt x="46740" y="14203"/>
                </a:lnTo>
                <a:lnTo>
                  <a:pt x="46685" y="14281"/>
                </a:lnTo>
                <a:lnTo>
                  <a:pt x="46351" y="14604"/>
                </a:lnTo>
                <a:lnTo>
                  <a:pt x="46022" y="14935"/>
                </a:lnTo>
                <a:lnTo>
                  <a:pt x="43906" y="16009"/>
                </a:lnTo>
                <a:lnTo>
                  <a:pt x="12440" y="49431"/>
                </a:lnTo>
                <a:lnTo>
                  <a:pt x="11820" y="50126"/>
                </a:lnTo>
                <a:lnTo>
                  <a:pt x="10930" y="51413"/>
                </a:lnTo>
                <a:lnTo>
                  <a:pt x="10325" y="52455"/>
                </a:lnTo>
                <a:lnTo>
                  <a:pt x="9869" y="53654"/>
                </a:lnTo>
                <a:lnTo>
                  <a:pt x="9703" y="54828"/>
                </a:lnTo>
                <a:lnTo>
                  <a:pt x="9657" y="56033"/>
                </a:lnTo>
                <a:lnTo>
                  <a:pt x="9630" y="56772"/>
                </a:lnTo>
                <a:lnTo>
                  <a:pt x="9869" y="57927"/>
                </a:lnTo>
                <a:lnTo>
                  <a:pt x="10170" y="58724"/>
                </a:lnTo>
                <a:lnTo>
                  <a:pt x="10653" y="59703"/>
                </a:lnTo>
                <a:lnTo>
                  <a:pt x="11238" y="60595"/>
                </a:lnTo>
                <a:lnTo>
                  <a:pt x="11836" y="61232"/>
                </a:lnTo>
                <a:lnTo>
                  <a:pt x="22031" y="71074"/>
                </a:lnTo>
                <a:lnTo>
                  <a:pt x="22236" y="71357"/>
                </a:lnTo>
                <a:lnTo>
                  <a:pt x="22612" y="72016"/>
                </a:lnTo>
                <a:lnTo>
                  <a:pt x="23113" y="72893"/>
                </a:lnTo>
                <a:lnTo>
                  <a:pt x="23948" y="74804"/>
                </a:lnTo>
                <a:lnTo>
                  <a:pt x="25002" y="76353"/>
                </a:lnTo>
                <a:lnTo>
                  <a:pt x="25428" y="76977"/>
                </a:lnTo>
                <a:lnTo>
                  <a:pt x="25186" y="77238"/>
                </a:lnTo>
                <a:lnTo>
                  <a:pt x="25335" y="77378"/>
                </a:lnTo>
                <a:lnTo>
                  <a:pt x="26458" y="78416"/>
                </a:lnTo>
                <a:lnTo>
                  <a:pt x="27566" y="79455"/>
                </a:lnTo>
                <a:lnTo>
                  <a:pt x="27742" y="79620"/>
                </a:lnTo>
                <a:lnTo>
                  <a:pt x="28070" y="79263"/>
                </a:lnTo>
                <a:lnTo>
                  <a:pt x="28595" y="78707"/>
                </a:lnTo>
                <a:lnTo>
                  <a:pt x="29370" y="78576"/>
                </a:lnTo>
                <a:lnTo>
                  <a:pt x="30155" y="78631"/>
                </a:lnTo>
                <a:lnTo>
                  <a:pt x="30809" y="78817"/>
                </a:lnTo>
                <a:lnTo>
                  <a:pt x="31368" y="79124"/>
                </a:lnTo>
                <a:lnTo>
                  <a:pt x="31882" y="79526"/>
                </a:lnTo>
                <a:lnTo>
                  <a:pt x="34478" y="82238"/>
                </a:lnTo>
                <a:lnTo>
                  <a:pt x="41012" y="89549"/>
                </a:lnTo>
                <a:lnTo>
                  <a:pt x="43171" y="91450"/>
                </a:lnTo>
                <a:lnTo>
                  <a:pt x="44056" y="92130"/>
                </a:lnTo>
                <a:lnTo>
                  <a:pt x="44942" y="92623"/>
                </a:lnTo>
                <a:lnTo>
                  <a:pt x="45974" y="92986"/>
                </a:lnTo>
                <a:lnTo>
                  <a:pt x="49094" y="93750"/>
                </a:lnTo>
                <a:lnTo>
                  <a:pt x="50136" y="93900"/>
                </a:lnTo>
                <a:lnTo>
                  <a:pt x="51433" y="93849"/>
                </a:lnTo>
                <a:lnTo>
                  <a:pt x="52691" y="93510"/>
                </a:lnTo>
                <a:lnTo>
                  <a:pt x="53822" y="92920"/>
                </a:lnTo>
                <a:lnTo>
                  <a:pt x="54774" y="92208"/>
                </a:lnTo>
                <a:lnTo>
                  <a:pt x="57113" y="89984"/>
                </a:lnTo>
                <a:lnTo>
                  <a:pt x="71534" y="76338"/>
                </a:lnTo>
                <a:lnTo>
                  <a:pt x="78721" y="69381"/>
                </a:lnTo>
                <a:lnTo>
                  <a:pt x="85456" y="62443"/>
                </a:lnTo>
                <a:lnTo>
                  <a:pt x="88581" y="59130"/>
                </a:lnTo>
                <a:lnTo>
                  <a:pt x="90554" y="57381"/>
                </a:lnTo>
                <a:lnTo>
                  <a:pt x="92025" y="55519"/>
                </a:lnTo>
                <a:lnTo>
                  <a:pt x="92957" y="53858"/>
                </a:lnTo>
                <a:lnTo>
                  <a:pt x="100780" y="45671"/>
                </a:lnTo>
                <a:lnTo>
                  <a:pt x="103931" y="48596"/>
                </a:lnTo>
                <a:lnTo>
                  <a:pt x="99495" y="53174"/>
                </a:lnTo>
                <a:lnTo>
                  <a:pt x="96403" y="56343"/>
                </a:lnTo>
                <a:lnTo>
                  <a:pt x="94785" y="58150"/>
                </a:lnTo>
                <a:lnTo>
                  <a:pt x="93335" y="60054"/>
                </a:lnTo>
                <a:lnTo>
                  <a:pt x="92620" y="61268"/>
                </a:lnTo>
                <a:lnTo>
                  <a:pt x="90403" y="63413"/>
                </a:lnTo>
                <a:lnTo>
                  <a:pt x="69044" y="84756"/>
                </a:lnTo>
                <a:lnTo>
                  <a:pt x="60485" y="93387"/>
                </a:lnTo>
                <a:lnTo>
                  <a:pt x="51097" y="102277"/>
                </a:lnTo>
                <a:lnTo>
                  <a:pt x="50130" y="103201"/>
                </a:lnTo>
                <a:lnTo>
                  <a:pt x="49209" y="103887"/>
                </a:lnTo>
                <a:lnTo>
                  <a:pt x="48090" y="104358"/>
                </a:lnTo>
                <a:lnTo>
                  <a:pt x="47146" y="104578"/>
                </a:lnTo>
                <a:lnTo>
                  <a:pt x="46274" y="104601"/>
                </a:lnTo>
                <a:lnTo>
                  <a:pt x="45452" y="104539"/>
                </a:lnTo>
                <a:lnTo>
                  <a:pt x="44726" y="104355"/>
                </a:lnTo>
                <a:lnTo>
                  <a:pt x="43823" y="103980"/>
                </a:lnTo>
                <a:lnTo>
                  <a:pt x="43220" y="103598"/>
                </a:lnTo>
                <a:lnTo>
                  <a:pt x="42488" y="103015"/>
                </a:lnTo>
                <a:lnTo>
                  <a:pt x="42006" y="102435"/>
                </a:lnTo>
                <a:lnTo>
                  <a:pt x="39301" y="10420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D7B68FD-C85E-47F9-A58F-45B4B260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3004" y="3248472"/>
            <a:ext cx="66598" cy="48609"/>
          </a:xfrm>
          <a:custGeom xmlns:a="http://schemas.openxmlformats.org/drawingml/2006/main">
            <a:pathLst>
              <a:path w="66598" h="48609">
                <a:moveTo>
                  <a:pt x="10387" y="16507"/>
                </a:moveTo>
                <a:lnTo>
                  <a:pt x="8128" y="14142"/>
                </a:lnTo>
                <a:lnTo>
                  <a:pt x="0" y="6067"/>
                </a:lnTo>
                <a:lnTo>
                  <a:pt x="3746" y="3441"/>
                </a:lnTo>
                <a:lnTo>
                  <a:pt x="6305" y="6747"/>
                </a:lnTo>
                <a:lnTo>
                  <a:pt x="10694" y="10309"/>
                </a:lnTo>
                <a:lnTo>
                  <a:pt x="12740" y="12858"/>
                </a:lnTo>
                <a:lnTo>
                  <a:pt x="14264" y="12580"/>
                </a:lnTo>
                <a:lnTo>
                  <a:pt x="20373" y="6677"/>
                </a:lnTo>
                <a:lnTo>
                  <a:pt x="24642" y="900"/>
                </a:lnTo>
                <a:lnTo>
                  <a:pt x="25986" y="1067"/>
                </a:lnTo>
                <a:lnTo>
                  <a:pt x="27541" y="0"/>
                </a:lnTo>
                <a:lnTo>
                  <a:pt x="29750" y="2044"/>
                </a:lnTo>
                <a:lnTo>
                  <a:pt x="29196" y="3449"/>
                </a:lnTo>
                <a:lnTo>
                  <a:pt x="30640" y="5810"/>
                </a:lnTo>
                <a:lnTo>
                  <a:pt x="66598" y="38704"/>
                </a:lnTo>
                <a:lnTo>
                  <a:pt x="55991" y="48609"/>
                </a:lnTo>
                <a:lnTo>
                  <a:pt x="52923" y="43553"/>
                </a:lnTo>
                <a:lnTo>
                  <a:pt x="51705" y="42458"/>
                </a:lnTo>
                <a:lnTo>
                  <a:pt x="20645" y="12774"/>
                </a:lnTo>
                <a:lnTo>
                  <a:pt x="13679" y="19827"/>
                </a:lnTo>
                <a:lnTo>
                  <a:pt x="10387" y="1650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4FFEE8D-E41D-4958-8A5D-B4B0A238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2059" y="3532236"/>
            <a:ext cx="287954" cy="272819"/>
          </a:xfrm>
          <a:custGeom xmlns:a="http://schemas.openxmlformats.org/drawingml/2006/main">
            <a:pathLst>
              <a:path w="287954" h="272819">
                <a:moveTo>
                  <a:pt x="8227" y="41357"/>
                </a:moveTo>
                <a:lnTo>
                  <a:pt x="5264" y="44353"/>
                </a:lnTo>
                <a:lnTo>
                  <a:pt x="5121" y="44636"/>
                </a:lnTo>
                <a:lnTo>
                  <a:pt x="4952" y="45124"/>
                </a:lnTo>
                <a:lnTo>
                  <a:pt x="4865" y="45745"/>
                </a:lnTo>
                <a:lnTo>
                  <a:pt x="4867" y="46398"/>
                </a:lnTo>
                <a:lnTo>
                  <a:pt x="5046" y="47105"/>
                </a:lnTo>
                <a:lnTo>
                  <a:pt x="5316" y="47683"/>
                </a:lnTo>
                <a:lnTo>
                  <a:pt x="5725" y="48198"/>
                </a:lnTo>
                <a:lnTo>
                  <a:pt x="10136" y="52803"/>
                </a:lnTo>
                <a:lnTo>
                  <a:pt x="14717" y="57717"/>
                </a:lnTo>
                <a:lnTo>
                  <a:pt x="41516" y="85845"/>
                </a:lnTo>
                <a:lnTo>
                  <a:pt x="55106" y="100099"/>
                </a:lnTo>
                <a:lnTo>
                  <a:pt x="65356" y="110847"/>
                </a:lnTo>
                <a:lnTo>
                  <a:pt x="89817" y="136536"/>
                </a:lnTo>
                <a:lnTo>
                  <a:pt x="110516" y="158018"/>
                </a:lnTo>
                <a:lnTo>
                  <a:pt x="126178" y="173454"/>
                </a:lnTo>
                <a:lnTo>
                  <a:pt x="149141" y="196283"/>
                </a:lnTo>
                <a:lnTo>
                  <a:pt x="156149" y="203218"/>
                </a:lnTo>
                <a:lnTo>
                  <a:pt x="164448" y="211466"/>
                </a:lnTo>
                <a:lnTo>
                  <a:pt x="173892" y="220938"/>
                </a:lnTo>
                <a:lnTo>
                  <a:pt x="175108" y="222152"/>
                </a:lnTo>
                <a:lnTo>
                  <a:pt x="183500" y="230550"/>
                </a:lnTo>
                <a:lnTo>
                  <a:pt x="193285" y="240361"/>
                </a:lnTo>
                <a:lnTo>
                  <a:pt x="203085" y="250137"/>
                </a:lnTo>
                <a:lnTo>
                  <a:pt x="212905" y="259913"/>
                </a:lnTo>
                <a:lnTo>
                  <a:pt x="214809" y="262185"/>
                </a:lnTo>
                <a:lnTo>
                  <a:pt x="219007" y="266151"/>
                </a:lnTo>
                <a:lnTo>
                  <a:pt x="219988" y="267117"/>
                </a:lnTo>
                <a:lnTo>
                  <a:pt x="220339" y="267209"/>
                </a:lnTo>
                <a:lnTo>
                  <a:pt x="220760" y="267257"/>
                </a:lnTo>
                <a:lnTo>
                  <a:pt x="221191" y="267051"/>
                </a:lnTo>
                <a:lnTo>
                  <a:pt x="221597" y="266709"/>
                </a:lnTo>
                <a:lnTo>
                  <a:pt x="231876" y="255930"/>
                </a:lnTo>
                <a:lnTo>
                  <a:pt x="237981" y="249841"/>
                </a:lnTo>
                <a:lnTo>
                  <a:pt x="241010" y="247208"/>
                </a:lnTo>
                <a:lnTo>
                  <a:pt x="241182" y="247034"/>
                </a:lnTo>
                <a:lnTo>
                  <a:pt x="242259" y="245937"/>
                </a:lnTo>
                <a:lnTo>
                  <a:pt x="243331" y="244849"/>
                </a:lnTo>
                <a:lnTo>
                  <a:pt x="243513" y="244657"/>
                </a:lnTo>
                <a:lnTo>
                  <a:pt x="253219" y="234987"/>
                </a:lnTo>
                <a:lnTo>
                  <a:pt x="254221" y="234045"/>
                </a:lnTo>
                <a:lnTo>
                  <a:pt x="255030" y="233608"/>
                </a:lnTo>
                <a:lnTo>
                  <a:pt x="255890" y="233339"/>
                </a:lnTo>
                <a:lnTo>
                  <a:pt x="256798" y="233298"/>
                </a:lnTo>
                <a:lnTo>
                  <a:pt x="257599" y="233361"/>
                </a:lnTo>
                <a:lnTo>
                  <a:pt x="258391" y="233670"/>
                </a:lnTo>
                <a:lnTo>
                  <a:pt x="258870" y="234090"/>
                </a:lnTo>
                <a:lnTo>
                  <a:pt x="274586" y="248982"/>
                </a:lnTo>
                <a:lnTo>
                  <a:pt x="273858" y="249730"/>
                </a:lnTo>
                <a:lnTo>
                  <a:pt x="274173" y="250035"/>
                </a:lnTo>
                <a:lnTo>
                  <a:pt x="276044" y="251851"/>
                </a:lnTo>
                <a:lnTo>
                  <a:pt x="279285" y="254986"/>
                </a:lnTo>
                <a:lnTo>
                  <a:pt x="282328" y="257940"/>
                </a:lnTo>
                <a:lnTo>
                  <a:pt x="282670" y="258270"/>
                </a:lnTo>
                <a:lnTo>
                  <a:pt x="283137" y="257697"/>
                </a:lnTo>
                <a:lnTo>
                  <a:pt x="283598" y="258228"/>
                </a:lnTo>
                <a:lnTo>
                  <a:pt x="284446" y="258883"/>
                </a:lnTo>
                <a:lnTo>
                  <a:pt x="285341" y="259334"/>
                </a:lnTo>
                <a:lnTo>
                  <a:pt x="286034" y="259629"/>
                </a:lnTo>
                <a:lnTo>
                  <a:pt x="287003" y="259731"/>
                </a:lnTo>
                <a:lnTo>
                  <a:pt x="287954" y="259570"/>
                </a:lnTo>
                <a:lnTo>
                  <a:pt x="282763" y="265067"/>
                </a:lnTo>
                <a:lnTo>
                  <a:pt x="282671" y="263746"/>
                </a:lnTo>
                <a:lnTo>
                  <a:pt x="282174" y="262454"/>
                </a:lnTo>
                <a:lnTo>
                  <a:pt x="281467" y="261252"/>
                </a:lnTo>
                <a:lnTo>
                  <a:pt x="280952" y="260053"/>
                </a:lnTo>
                <a:lnTo>
                  <a:pt x="280611" y="259723"/>
                </a:lnTo>
                <a:lnTo>
                  <a:pt x="277599" y="256803"/>
                </a:lnTo>
                <a:lnTo>
                  <a:pt x="274315" y="253618"/>
                </a:lnTo>
                <a:lnTo>
                  <a:pt x="272449" y="251811"/>
                </a:lnTo>
                <a:lnTo>
                  <a:pt x="272135" y="251506"/>
                </a:lnTo>
                <a:lnTo>
                  <a:pt x="271488" y="252176"/>
                </a:lnTo>
                <a:lnTo>
                  <a:pt x="257968" y="239405"/>
                </a:lnTo>
                <a:lnTo>
                  <a:pt x="257500" y="239188"/>
                </a:lnTo>
                <a:lnTo>
                  <a:pt x="256977" y="239033"/>
                </a:lnTo>
                <a:lnTo>
                  <a:pt x="256303" y="239068"/>
                </a:lnTo>
                <a:lnTo>
                  <a:pt x="255829" y="239224"/>
                </a:lnTo>
                <a:lnTo>
                  <a:pt x="255274" y="239621"/>
                </a:lnTo>
                <a:lnTo>
                  <a:pt x="254160" y="240312"/>
                </a:lnTo>
                <a:lnTo>
                  <a:pt x="246682" y="248040"/>
                </a:lnTo>
                <a:lnTo>
                  <a:pt x="245626" y="249128"/>
                </a:lnTo>
                <a:lnTo>
                  <a:pt x="244524" y="250268"/>
                </a:lnTo>
                <a:lnTo>
                  <a:pt x="234378" y="260934"/>
                </a:lnTo>
                <a:lnTo>
                  <a:pt x="224091" y="271611"/>
                </a:lnTo>
                <a:lnTo>
                  <a:pt x="223562" y="272024"/>
                </a:lnTo>
                <a:lnTo>
                  <a:pt x="222882" y="272415"/>
                </a:lnTo>
                <a:lnTo>
                  <a:pt x="222105" y="272681"/>
                </a:lnTo>
                <a:lnTo>
                  <a:pt x="221293" y="272813"/>
                </a:lnTo>
                <a:lnTo>
                  <a:pt x="220758" y="272819"/>
                </a:lnTo>
                <a:lnTo>
                  <a:pt x="219720" y="272627"/>
                </a:lnTo>
                <a:lnTo>
                  <a:pt x="218772" y="272304"/>
                </a:lnTo>
                <a:lnTo>
                  <a:pt x="218052" y="271789"/>
                </a:lnTo>
                <a:lnTo>
                  <a:pt x="216889" y="270633"/>
                </a:lnTo>
                <a:lnTo>
                  <a:pt x="206146" y="259755"/>
                </a:lnTo>
                <a:lnTo>
                  <a:pt x="201278" y="254823"/>
                </a:lnTo>
                <a:lnTo>
                  <a:pt x="196137" y="249746"/>
                </a:lnTo>
                <a:lnTo>
                  <a:pt x="190913" y="244485"/>
                </a:lnTo>
                <a:lnTo>
                  <a:pt x="185637" y="239200"/>
                </a:lnTo>
                <a:lnTo>
                  <a:pt x="164148" y="217544"/>
                </a:lnTo>
                <a:lnTo>
                  <a:pt x="153881" y="207178"/>
                </a:lnTo>
                <a:lnTo>
                  <a:pt x="149193" y="202725"/>
                </a:lnTo>
                <a:lnTo>
                  <a:pt x="144182" y="198035"/>
                </a:lnTo>
                <a:lnTo>
                  <a:pt x="139095" y="193033"/>
                </a:lnTo>
                <a:lnTo>
                  <a:pt x="133996" y="187794"/>
                </a:lnTo>
                <a:lnTo>
                  <a:pt x="128917" y="182495"/>
                </a:lnTo>
                <a:lnTo>
                  <a:pt x="124975" y="178573"/>
                </a:lnTo>
                <a:lnTo>
                  <a:pt x="121711" y="181187"/>
                </a:lnTo>
                <a:lnTo>
                  <a:pt x="121302" y="181418"/>
                </a:lnTo>
                <a:lnTo>
                  <a:pt x="120892" y="181438"/>
                </a:lnTo>
                <a:lnTo>
                  <a:pt x="120445" y="181416"/>
                </a:lnTo>
                <a:lnTo>
                  <a:pt x="120015" y="181258"/>
                </a:lnTo>
                <a:lnTo>
                  <a:pt x="119571" y="180964"/>
                </a:lnTo>
                <a:lnTo>
                  <a:pt x="119221" y="180490"/>
                </a:lnTo>
                <a:lnTo>
                  <a:pt x="119073" y="179824"/>
                </a:lnTo>
                <a:lnTo>
                  <a:pt x="119062" y="179401"/>
                </a:lnTo>
                <a:lnTo>
                  <a:pt x="119182" y="179050"/>
                </a:lnTo>
                <a:lnTo>
                  <a:pt x="121732" y="175370"/>
                </a:lnTo>
                <a:lnTo>
                  <a:pt x="112165" y="165918"/>
                </a:lnTo>
                <a:lnTo>
                  <a:pt x="101646" y="155423"/>
                </a:lnTo>
                <a:lnTo>
                  <a:pt x="96761" y="150433"/>
                </a:lnTo>
                <a:lnTo>
                  <a:pt x="84304" y="137353"/>
                </a:lnTo>
                <a:lnTo>
                  <a:pt x="73009" y="125403"/>
                </a:lnTo>
                <a:lnTo>
                  <a:pt x="68381" y="120499"/>
                </a:lnTo>
                <a:lnTo>
                  <a:pt x="63447" y="115391"/>
                </a:lnTo>
                <a:lnTo>
                  <a:pt x="58387" y="110032"/>
                </a:lnTo>
                <a:lnTo>
                  <a:pt x="56507" y="108064"/>
                </a:lnTo>
                <a:lnTo>
                  <a:pt x="51758" y="103079"/>
                </a:lnTo>
                <a:lnTo>
                  <a:pt x="38308" y="88991"/>
                </a:lnTo>
                <a:lnTo>
                  <a:pt x="33457" y="83864"/>
                </a:lnTo>
                <a:lnTo>
                  <a:pt x="28677" y="78862"/>
                </a:lnTo>
                <a:lnTo>
                  <a:pt x="18762" y="68461"/>
                </a:lnTo>
                <a:lnTo>
                  <a:pt x="3595" y="52646"/>
                </a:lnTo>
                <a:lnTo>
                  <a:pt x="0" y="48096"/>
                </a:lnTo>
                <a:lnTo>
                  <a:pt x="574" y="43121"/>
                </a:lnTo>
                <a:lnTo>
                  <a:pt x="4539" y="38793"/>
                </a:lnTo>
                <a:lnTo>
                  <a:pt x="10181" y="33437"/>
                </a:lnTo>
                <a:lnTo>
                  <a:pt x="11215" y="32325"/>
                </a:lnTo>
                <a:lnTo>
                  <a:pt x="12235" y="31229"/>
                </a:lnTo>
                <a:lnTo>
                  <a:pt x="12558" y="30873"/>
                </a:lnTo>
                <a:lnTo>
                  <a:pt x="17171" y="26316"/>
                </a:lnTo>
                <a:lnTo>
                  <a:pt x="22296" y="21237"/>
                </a:lnTo>
                <a:lnTo>
                  <a:pt x="25752" y="18262"/>
                </a:lnTo>
                <a:lnTo>
                  <a:pt x="27131" y="17021"/>
                </a:lnTo>
                <a:lnTo>
                  <a:pt x="27540" y="16374"/>
                </a:lnTo>
                <a:lnTo>
                  <a:pt x="27797" y="15689"/>
                </a:lnTo>
                <a:lnTo>
                  <a:pt x="27865" y="15145"/>
                </a:lnTo>
                <a:lnTo>
                  <a:pt x="27852" y="14433"/>
                </a:lnTo>
                <a:lnTo>
                  <a:pt x="27727" y="13656"/>
                </a:lnTo>
                <a:lnTo>
                  <a:pt x="27525" y="12907"/>
                </a:lnTo>
                <a:lnTo>
                  <a:pt x="27055" y="12199"/>
                </a:lnTo>
                <a:lnTo>
                  <a:pt x="26405" y="11403"/>
                </a:lnTo>
                <a:lnTo>
                  <a:pt x="21116" y="5617"/>
                </a:lnTo>
                <a:lnTo>
                  <a:pt x="18494" y="2686"/>
                </a:lnTo>
                <a:lnTo>
                  <a:pt x="18377" y="2418"/>
                </a:lnTo>
                <a:lnTo>
                  <a:pt x="18418" y="1984"/>
                </a:lnTo>
                <a:lnTo>
                  <a:pt x="18611" y="1437"/>
                </a:lnTo>
                <a:lnTo>
                  <a:pt x="18852" y="930"/>
                </a:lnTo>
                <a:lnTo>
                  <a:pt x="19057" y="628"/>
                </a:lnTo>
                <a:lnTo>
                  <a:pt x="19367" y="382"/>
                </a:lnTo>
                <a:lnTo>
                  <a:pt x="19720" y="195"/>
                </a:lnTo>
                <a:lnTo>
                  <a:pt x="20159" y="98"/>
                </a:lnTo>
                <a:lnTo>
                  <a:pt x="20687" y="42"/>
                </a:lnTo>
                <a:lnTo>
                  <a:pt x="21298" y="0"/>
                </a:lnTo>
                <a:lnTo>
                  <a:pt x="21690" y="66"/>
                </a:lnTo>
                <a:lnTo>
                  <a:pt x="22047" y="412"/>
                </a:lnTo>
                <a:lnTo>
                  <a:pt x="32569" y="11026"/>
                </a:lnTo>
                <a:lnTo>
                  <a:pt x="33174" y="11917"/>
                </a:lnTo>
                <a:lnTo>
                  <a:pt x="33480" y="12672"/>
                </a:lnTo>
                <a:lnTo>
                  <a:pt x="33663" y="13702"/>
                </a:lnTo>
                <a:lnTo>
                  <a:pt x="33670" y="14558"/>
                </a:lnTo>
                <a:lnTo>
                  <a:pt x="33526" y="15375"/>
                </a:lnTo>
                <a:lnTo>
                  <a:pt x="33272" y="16162"/>
                </a:lnTo>
                <a:lnTo>
                  <a:pt x="32879" y="16826"/>
                </a:lnTo>
                <a:lnTo>
                  <a:pt x="32417" y="17414"/>
                </a:lnTo>
                <a:lnTo>
                  <a:pt x="31735" y="18102"/>
                </a:lnTo>
                <a:lnTo>
                  <a:pt x="23821" y="25876"/>
                </a:lnTo>
                <a:lnTo>
                  <a:pt x="18200" y="31392"/>
                </a:lnTo>
                <a:lnTo>
                  <a:pt x="15650" y="33919"/>
                </a:lnTo>
                <a:lnTo>
                  <a:pt x="15220" y="34346"/>
                </a:lnTo>
                <a:lnTo>
                  <a:pt x="14087" y="35461"/>
                </a:lnTo>
                <a:lnTo>
                  <a:pt x="13101" y="36454"/>
                </a:lnTo>
                <a:lnTo>
                  <a:pt x="8227" y="4135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0120609-35D1-4072-BF2B-D1D7A41D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3085" y="3645154"/>
            <a:ext cx="171064" cy="308343"/>
          </a:xfrm>
          <a:custGeom xmlns:a="http://schemas.openxmlformats.org/drawingml/2006/main">
            <a:pathLst>
              <a:path w="171064" h="308343">
                <a:moveTo>
                  <a:pt x="37464" y="4569"/>
                </a:moveTo>
                <a:lnTo>
                  <a:pt x="44398" y="9344"/>
                </a:lnTo>
                <a:lnTo>
                  <a:pt x="50344" y="13636"/>
                </a:lnTo>
                <a:lnTo>
                  <a:pt x="55464" y="17730"/>
                </a:lnTo>
                <a:lnTo>
                  <a:pt x="62259" y="23721"/>
                </a:lnTo>
                <a:lnTo>
                  <a:pt x="76540" y="37024"/>
                </a:lnTo>
                <a:lnTo>
                  <a:pt x="101627" y="60916"/>
                </a:lnTo>
                <a:lnTo>
                  <a:pt x="107068" y="66129"/>
                </a:lnTo>
                <a:lnTo>
                  <a:pt x="112444" y="71259"/>
                </a:lnTo>
                <a:lnTo>
                  <a:pt x="117840" y="76355"/>
                </a:lnTo>
                <a:lnTo>
                  <a:pt x="123082" y="81353"/>
                </a:lnTo>
                <a:lnTo>
                  <a:pt x="128224" y="86260"/>
                </a:lnTo>
                <a:lnTo>
                  <a:pt x="133145" y="90868"/>
                </a:lnTo>
                <a:lnTo>
                  <a:pt x="137740" y="95332"/>
                </a:lnTo>
                <a:lnTo>
                  <a:pt x="141804" y="99378"/>
                </a:lnTo>
                <a:lnTo>
                  <a:pt x="144205" y="100798"/>
                </a:lnTo>
                <a:lnTo>
                  <a:pt x="144534" y="100094"/>
                </a:lnTo>
                <a:lnTo>
                  <a:pt x="146673" y="98723"/>
                </a:lnTo>
                <a:lnTo>
                  <a:pt x="147238" y="98682"/>
                </a:lnTo>
                <a:lnTo>
                  <a:pt x="147864" y="98810"/>
                </a:lnTo>
                <a:lnTo>
                  <a:pt x="148332" y="99213"/>
                </a:lnTo>
                <a:lnTo>
                  <a:pt x="148671" y="99678"/>
                </a:lnTo>
                <a:lnTo>
                  <a:pt x="148792" y="100303"/>
                </a:lnTo>
                <a:lnTo>
                  <a:pt x="148755" y="101050"/>
                </a:lnTo>
                <a:lnTo>
                  <a:pt x="147377" y="103308"/>
                </a:lnTo>
                <a:lnTo>
                  <a:pt x="147384" y="103579"/>
                </a:lnTo>
                <a:lnTo>
                  <a:pt x="146823" y="104153"/>
                </a:lnTo>
                <a:lnTo>
                  <a:pt x="168418" y="124976"/>
                </a:lnTo>
                <a:lnTo>
                  <a:pt x="169548" y="126056"/>
                </a:lnTo>
                <a:lnTo>
                  <a:pt x="170178" y="126921"/>
                </a:lnTo>
                <a:lnTo>
                  <a:pt x="170658" y="127951"/>
                </a:lnTo>
                <a:lnTo>
                  <a:pt x="170982" y="129002"/>
                </a:lnTo>
                <a:lnTo>
                  <a:pt x="171064" y="130128"/>
                </a:lnTo>
                <a:lnTo>
                  <a:pt x="170991" y="131317"/>
                </a:lnTo>
                <a:lnTo>
                  <a:pt x="170673" y="132419"/>
                </a:lnTo>
                <a:lnTo>
                  <a:pt x="170195" y="133381"/>
                </a:lnTo>
                <a:lnTo>
                  <a:pt x="169503" y="134307"/>
                </a:lnTo>
                <a:lnTo>
                  <a:pt x="167322" y="136620"/>
                </a:lnTo>
                <a:lnTo>
                  <a:pt x="164909" y="139228"/>
                </a:lnTo>
                <a:lnTo>
                  <a:pt x="162782" y="141438"/>
                </a:lnTo>
                <a:lnTo>
                  <a:pt x="163337" y="141975"/>
                </a:lnTo>
                <a:lnTo>
                  <a:pt x="161700" y="143680"/>
                </a:lnTo>
                <a:lnTo>
                  <a:pt x="158800" y="146691"/>
                </a:lnTo>
                <a:lnTo>
                  <a:pt x="149460" y="156283"/>
                </a:lnTo>
                <a:lnTo>
                  <a:pt x="141194" y="164880"/>
                </a:lnTo>
                <a:lnTo>
                  <a:pt x="133841" y="172469"/>
                </a:lnTo>
                <a:lnTo>
                  <a:pt x="118280" y="188246"/>
                </a:lnTo>
                <a:lnTo>
                  <a:pt x="117597" y="187586"/>
                </a:lnTo>
                <a:lnTo>
                  <a:pt x="117319" y="187873"/>
                </a:lnTo>
                <a:lnTo>
                  <a:pt x="115723" y="189527"/>
                </a:lnTo>
                <a:lnTo>
                  <a:pt x="114353" y="190928"/>
                </a:lnTo>
                <a:lnTo>
                  <a:pt x="113039" y="192277"/>
                </a:lnTo>
                <a:lnTo>
                  <a:pt x="110224" y="195184"/>
                </a:lnTo>
                <a:lnTo>
                  <a:pt x="110880" y="195820"/>
                </a:lnTo>
                <a:lnTo>
                  <a:pt x="105047" y="201808"/>
                </a:lnTo>
                <a:lnTo>
                  <a:pt x="86376" y="221144"/>
                </a:lnTo>
                <a:lnTo>
                  <a:pt x="52812" y="255850"/>
                </a:lnTo>
                <a:lnTo>
                  <a:pt x="44511" y="264498"/>
                </a:lnTo>
                <a:lnTo>
                  <a:pt x="25030" y="284466"/>
                </a:lnTo>
                <a:lnTo>
                  <a:pt x="24503" y="283955"/>
                </a:lnTo>
                <a:lnTo>
                  <a:pt x="24245" y="284216"/>
                </a:lnTo>
                <a:lnTo>
                  <a:pt x="23588" y="284903"/>
                </a:lnTo>
                <a:lnTo>
                  <a:pt x="22941" y="285582"/>
                </a:lnTo>
                <a:lnTo>
                  <a:pt x="22699" y="285834"/>
                </a:lnTo>
                <a:lnTo>
                  <a:pt x="23232" y="286345"/>
                </a:lnTo>
                <a:lnTo>
                  <a:pt x="6736" y="303563"/>
                </a:lnTo>
                <a:lnTo>
                  <a:pt x="6130" y="304207"/>
                </a:lnTo>
                <a:lnTo>
                  <a:pt x="5805" y="304860"/>
                </a:lnTo>
                <a:lnTo>
                  <a:pt x="5542" y="305511"/>
                </a:lnTo>
                <a:lnTo>
                  <a:pt x="5516" y="306114"/>
                </a:lnTo>
                <a:lnTo>
                  <a:pt x="5602" y="306976"/>
                </a:lnTo>
                <a:lnTo>
                  <a:pt x="5847" y="307792"/>
                </a:lnTo>
                <a:lnTo>
                  <a:pt x="6157" y="308343"/>
                </a:lnTo>
                <a:lnTo>
                  <a:pt x="0" y="301369"/>
                </a:lnTo>
                <a:lnTo>
                  <a:pt x="614" y="301420"/>
                </a:lnTo>
                <a:lnTo>
                  <a:pt x="1516" y="301362"/>
                </a:lnTo>
                <a:lnTo>
                  <a:pt x="2379" y="301009"/>
                </a:lnTo>
                <a:lnTo>
                  <a:pt x="3177" y="300377"/>
                </a:lnTo>
                <a:lnTo>
                  <a:pt x="3856" y="299740"/>
                </a:lnTo>
                <a:lnTo>
                  <a:pt x="17157" y="285973"/>
                </a:lnTo>
                <a:lnTo>
                  <a:pt x="19891" y="283145"/>
                </a:lnTo>
                <a:lnTo>
                  <a:pt x="20482" y="283697"/>
                </a:lnTo>
                <a:lnTo>
                  <a:pt x="20729" y="283445"/>
                </a:lnTo>
                <a:lnTo>
                  <a:pt x="21412" y="282757"/>
                </a:lnTo>
                <a:lnTo>
                  <a:pt x="22054" y="282112"/>
                </a:lnTo>
                <a:lnTo>
                  <a:pt x="22312" y="281851"/>
                </a:lnTo>
                <a:lnTo>
                  <a:pt x="21710" y="281265"/>
                </a:lnTo>
                <a:lnTo>
                  <a:pt x="50383" y="251608"/>
                </a:lnTo>
                <a:lnTo>
                  <a:pt x="107580" y="192635"/>
                </a:lnTo>
                <a:lnTo>
                  <a:pt x="108177" y="193204"/>
                </a:lnTo>
                <a:lnTo>
                  <a:pt x="112296" y="188965"/>
                </a:lnTo>
                <a:lnTo>
                  <a:pt x="115273" y="185902"/>
                </a:lnTo>
                <a:lnTo>
                  <a:pt x="115551" y="185615"/>
                </a:lnTo>
                <a:lnTo>
                  <a:pt x="115007" y="185086"/>
                </a:lnTo>
                <a:lnTo>
                  <a:pt x="119160" y="180770"/>
                </a:lnTo>
                <a:lnTo>
                  <a:pt x="124522" y="175227"/>
                </a:lnTo>
                <a:lnTo>
                  <a:pt x="129843" y="169727"/>
                </a:lnTo>
                <a:lnTo>
                  <a:pt x="135139" y="164261"/>
                </a:lnTo>
                <a:lnTo>
                  <a:pt x="140440" y="158821"/>
                </a:lnTo>
                <a:lnTo>
                  <a:pt x="145613" y="153401"/>
                </a:lnTo>
                <a:lnTo>
                  <a:pt x="150553" y="148225"/>
                </a:lnTo>
                <a:lnTo>
                  <a:pt x="155264" y="143419"/>
                </a:lnTo>
                <a:lnTo>
                  <a:pt x="158230" y="140339"/>
                </a:lnTo>
                <a:lnTo>
                  <a:pt x="159675" y="138842"/>
                </a:lnTo>
                <a:lnTo>
                  <a:pt x="159862" y="138651"/>
                </a:lnTo>
                <a:lnTo>
                  <a:pt x="164084" y="134384"/>
                </a:lnTo>
                <a:lnTo>
                  <a:pt x="164616" y="133505"/>
                </a:lnTo>
                <a:lnTo>
                  <a:pt x="165108" y="132279"/>
                </a:lnTo>
                <a:lnTo>
                  <a:pt x="165287" y="130604"/>
                </a:lnTo>
                <a:lnTo>
                  <a:pt x="165298" y="129654"/>
                </a:lnTo>
                <a:lnTo>
                  <a:pt x="165048" y="128483"/>
                </a:lnTo>
                <a:lnTo>
                  <a:pt x="164661" y="127408"/>
                </a:lnTo>
                <a:lnTo>
                  <a:pt x="164028" y="126450"/>
                </a:lnTo>
                <a:lnTo>
                  <a:pt x="163339" y="125705"/>
                </a:lnTo>
                <a:lnTo>
                  <a:pt x="157967" y="120532"/>
                </a:lnTo>
                <a:lnTo>
                  <a:pt x="152625" y="115342"/>
                </a:lnTo>
                <a:lnTo>
                  <a:pt x="147279" y="110152"/>
                </a:lnTo>
                <a:lnTo>
                  <a:pt x="141939" y="105004"/>
                </a:lnTo>
                <a:lnTo>
                  <a:pt x="136588" y="99874"/>
                </a:lnTo>
                <a:lnTo>
                  <a:pt x="131270" y="94742"/>
                </a:lnTo>
                <a:lnTo>
                  <a:pt x="126018" y="89600"/>
                </a:lnTo>
                <a:lnTo>
                  <a:pt x="120760" y="84408"/>
                </a:lnTo>
                <a:lnTo>
                  <a:pt x="110242" y="74167"/>
                </a:lnTo>
                <a:lnTo>
                  <a:pt x="99412" y="63688"/>
                </a:lnTo>
                <a:lnTo>
                  <a:pt x="88603" y="53252"/>
                </a:lnTo>
                <a:lnTo>
                  <a:pt x="77423" y="42706"/>
                </a:lnTo>
                <a:lnTo>
                  <a:pt x="66090" y="31877"/>
                </a:lnTo>
                <a:lnTo>
                  <a:pt x="59991" y="26495"/>
                </a:lnTo>
                <a:lnTo>
                  <a:pt x="54116" y="21708"/>
                </a:lnTo>
                <a:lnTo>
                  <a:pt x="48897" y="17617"/>
                </a:lnTo>
                <a:lnTo>
                  <a:pt x="45963" y="15432"/>
                </a:lnTo>
                <a:lnTo>
                  <a:pt x="40691" y="11681"/>
                </a:lnTo>
                <a:lnTo>
                  <a:pt x="36188" y="8689"/>
                </a:lnTo>
                <a:lnTo>
                  <a:pt x="33427" y="6999"/>
                </a:lnTo>
                <a:lnTo>
                  <a:pt x="32142" y="6126"/>
                </a:lnTo>
                <a:lnTo>
                  <a:pt x="31174" y="5643"/>
                </a:lnTo>
                <a:lnTo>
                  <a:pt x="29720" y="5046"/>
                </a:lnTo>
                <a:lnTo>
                  <a:pt x="28386" y="4319"/>
                </a:lnTo>
                <a:lnTo>
                  <a:pt x="30743" y="0"/>
                </a:lnTo>
                <a:lnTo>
                  <a:pt x="37464" y="456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3E7E52F-A7BA-4BEF-96CF-EF28DAD1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5169" y="4345569"/>
            <a:ext cx="20505" cy="32090"/>
          </a:xfrm>
          <a:custGeom xmlns:a="http://schemas.openxmlformats.org/drawingml/2006/main">
            <a:pathLst>
              <a:path w="20505" h="32090">
                <a:moveTo>
                  <a:pt x="0" y="28621"/>
                </a:moveTo>
                <a:lnTo>
                  <a:pt x="7598" y="0"/>
                </a:lnTo>
                <a:lnTo>
                  <a:pt x="20505" y="3573"/>
                </a:lnTo>
                <a:lnTo>
                  <a:pt x="12691" y="32090"/>
                </a:lnTo>
                <a:lnTo>
                  <a:pt x="0" y="2862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C6F9C8B-F19E-453A-842D-FC127903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4425" y="3882149"/>
            <a:ext cx="372398" cy="294019"/>
          </a:xfrm>
          <a:custGeom xmlns:a="http://schemas.openxmlformats.org/drawingml/2006/main">
            <a:pathLst>
              <a:path w="372398" h="294019">
                <a:moveTo>
                  <a:pt x="370881" y="294019"/>
                </a:moveTo>
                <a:lnTo>
                  <a:pt x="366682" y="288689"/>
                </a:lnTo>
                <a:lnTo>
                  <a:pt x="359128" y="279065"/>
                </a:lnTo>
                <a:lnTo>
                  <a:pt x="351523" y="269459"/>
                </a:lnTo>
                <a:lnTo>
                  <a:pt x="344154" y="260152"/>
                </a:lnTo>
                <a:lnTo>
                  <a:pt x="337346" y="251602"/>
                </a:lnTo>
                <a:lnTo>
                  <a:pt x="331361" y="243962"/>
                </a:lnTo>
                <a:lnTo>
                  <a:pt x="327856" y="239300"/>
                </a:lnTo>
                <a:lnTo>
                  <a:pt x="320170" y="229798"/>
                </a:lnTo>
                <a:lnTo>
                  <a:pt x="312498" y="220381"/>
                </a:lnTo>
                <a:lnTo>
                  <a:pt x="304935" y="211011"/>
                </a:lnTo>
                <a:lnTo>
                  <a:pt x="297029" y="201202"/>
                </a:lnTo>
                <a:lnTo>
                  <a:pt x="289087" y="191257"/>
                </a:lnTo>
                <a:lnTo>
                  <a:pt x="282933" y="183851"/>
                </a:lnTo>
                <a:lnTo>
                  <a:pt x="279773" y="180248"/>
                </a:lnTo>
                <a:lnTo>
                  <a:pt x="276583" y="176916"/>
                </a:lnTo>
                <a:lnTo>
                  <a:pt x="268934" y="169533"/>
                </a:lnTo>
                <a:lnTo>
                  <a:pt x="257745" y="158717"/>
                </a:lnTo>
                <a:lnTo>
                  <a:pt x="246560" y="147851"/>
                </a:lnTo>
                <a:lnTo>
                  <a:pt x="235334" y="137036"/>
                </a:lnTo>
                <a:lnTo>
                  <a:pt x="224041" y="126207"/>
                </a:lnTo>
                <a:lnTo>
                  <a:pt x="212710" y="115318"/>
                </a:lnTo>
                <a:lnTo>
                  <a:pt x="201421" y="104438"/>
                </a:lnTo>
                <a:lnTo>
                  <a:pt x="190194" y="93555"/>
                </a:lnTo>
                <a:lnTo>
                  <a:pt x="178987" y="82672"/>
                </a:lnTo>
                <a:lnTo>
                  <a:pt x="167730" y="71824"/>
                </a:lnTo>
                <a:lnTo>
                  <a:pt x="156416" y="60961"/>
                </a:lnTo>
                <a:lnTo>
                  <a:pt x="145107" y="50097"/>
                </a:lnTo>
                <a:lnTo>
                  <a:pt x="133814" y="39267"/>
                </a:lnTo>
                <a:lnTo>
                  <a:pt x="122664" y="28518"/>
                </a:lnTo>
                <a:lnTo>
                  <a:pt x="111461" y="17753"/>
                </a:lnTo>
                <a:lnTo>
                  <a:pt x="100201" y="6956"/>
                </a:lnTo>
                <a:lnTo>
                  <a:pt x="99082" y="6104"/>
                </a:lnTo>
                <a:lnTo>
                  <a:pt x="98129" y="5621"/>
                </a:lnTo>
                <a:lnTo>
                  <a:pt x="96870" y="5307"/>
                </a:lnTo>
                <a:lnTo>
                  <a:pt x="95751" y="5235"/>
                </a:lnTo>
                <a:lnTo>
                  <a:pt x="94694" y="5297"/>
                </a:lnTo>
                <a:lnTo>
                  <a:pt x="93497" y="5592"/>
                </a:lnTo>
                <a:lnTo>
                  <a:pt x="92211" y="6254"/>
                </a:lnTo>
                <a:lnTo>
                  <a:pt x="91242" y="7094"/>
                </a:lnTo>
                <a:lnTo>
                  <a:pt x="89653" y="8840"/>
                </a:lnTo>
                <a:lnTo>
                  <a:pt x="78586" y="20285"/>
                </a:lnTo>
                <a:lnTo>
                  <a:pt x="67459" y="31781"/>
                </a:lnTo>
                <a:lnTo>
                  <a:pt x="56291" y="43296"/>
                </a:lnTo>
                <a:lnTo>
                  <a:pt x="45127" y="54794"/>
                </a:lnTo>
                <a:lnTo>
                  <a:pt x="34031" y="66315"/>
                </a:lnTo>
                <a:lnTo>
                  <a:pt x="22930" y="77811"/>
                </a:lnTo>
                <a:lnTo>
                  <a:pt x="11764" y="89241"/>
                </a:lnTo>
                <a:lnTo>
                  <a:pt x="5379" y="95922"/>
                </a:lnTo>
                <a:lnTo>
                  <a:pt x="5001" y="98713"/>
                </a:lnTo>
                <a:lnTo>
                  <a:pt x="7909" y="102001"/>
                </a:lnTo>
                <a:lnTo>
                  <a:pt x="12760" y="106925"/>
                </a:lnTo>
                <a:lnTo>
                  <a:pt x="23891" y="117709"/>
                </a:lnTo>
                <a:lnTo>
                  <a:pt x="35043" y="128543"/>
                </a:lnTo>
                <a:lnTo>
                  <a:pt x="46164" y="139361"/>
                </a:lnTo>
                <a:lnTo>
                  <a:pt x="57121" y="150065"/>
                </a:lnTo>
                <a:lnTo>
                  <a:pt x="67944" y="160814"/>
                </a:lnTo>
                <a:lnTo>
                  <a:pt x="68746" y="162844"/>
                </a:lnTo>
                <a:lnTo>
                  <a:pt x="68889" y="163324"/>
                </a:lnTo>
                <a:lnTo>
                  <a:pt x="68880" y="163578"/>
                </a:lnTo>
                <a:lnTo>
                  <a:pt x="69099" y="163802"/>
                </a:lnTo>
                <a:lnTo>
                  <a:pt x="68269" y="164595"/>
                </a:lnTo>
                <a:lnTo>
                  <a:pt x="68092" y="164405"/>
                </a:lnTo>
                <a:lnTo>
                  <a:pt x="67903" y="164520"/>
                </a:lnTo>
                <a:lnTo>
                  <a:pt x="67432" y="164584"/>
                </a:lnTo>
                <a:lnTo>
                  <a:pt x="66477" y="164575"/>
                </a:lnTo>
                <a:lnTo>
                  <a:pt x="65581" y="164302"/>
                </a:lnTo>
                <a:lnTo>
                  <a:pt x="64715" y="163766"/>
                </a:lnTo>
                <a:lnTo>
                  <a:pt x="62554" y="161763"/>
                </a:lnTo>
                <a:lnTo>
                  <a:pt x="51763" y="151454"/>
                </a:lnTo>
                <a:lnTo>
                  <a:pt x="41398" y="141523"/>
                </a:lnTo>
                <a:lnTo>
                  <a:pt x="31910" y="132374"/>
                </a:lnTo>
                <a:lnTo>
                  <a:pt x="31957" y="132169"/>
                </a:lnTo>
                <a:lnTo>
                  <a:pt x="23396" y="123903"/>
                </a:lnTo>
                <a:lnTo>
                  <a:pt x="14801" y="115696"/>
                </a:lnTo>
                <a:lnTo>
                  <a:pt x="6440" y="107670"/>
                </a:lnTo>
                <a:lnTo>
                  <a:pt x="4548" y="105864"/>
                </a:lnTo>
                <a:lnTo>
                  <a:pt x="3167" y="104298"/>
                </a:lnTo>
                <a:lnTo>
                  <a:pt x="2221" y="102899"/>
                </a:lnTo>
                <a:lnTo>
                  <a:pt x="1541" y="101561"/>
                </a:lnTo>
                <a:lnTo>
                  <a:pt x="952" y="100296"/>
                </a:lnTo>
                <a:lnTo>
                  <a:pt x="414" y="99039"/>
                </a:lnTo>
                <a:lnTo>
                  <a:pt x="101" y="97818"/>
                </a:lnTo>
                <a:lnTo>
                  <a:pt x="0" y="96549"/>
                </a:lnTo>
                <a:lnTo>
                  <a:pt x="70" y="95267"/>
                </a:lnTo>
                <a:lnTo>
                  <a:pt x="349" y="94073"/>
                </a:lnTo>
                <a:lnTo>
                  <a:pt x="1009" y="92724"/>
                </a:lnTo>
                <a:lnTo>
                  <a:pt x="3105" y="90320"/>
                </a:lnTo>
                <a:lnTo>
                  <a:pt x="5798" y="87501"/>
                </a:lnTo>
                <a:lnTo>
                  <a:pt x="14947" y="77939"/>
                </a:lnTo>
                <a:lnTo>
                  <a:pt x="15962" y="76869"/>
                </a:lnTo>
                <a:lnTo>
                  <a:pt x="16111" y="76619"/>
                </a:lnTo>
                <a:lnTo>
                  <a:pt x="16029" y="76257"/>
                </a:lnTo>
                <a:lnTo>
                  <a:pt x="15848" y="75914"/>
                </a:lnTo>
                <a:lnTo>
                  <a:pt x="17678" y="74060"/>
                </a:lnTo>
                <a:lnTo>
                  <a:pt x="18068" y="74261"/>
                </a:lnTo>
                <a:lnTo>
                  <a:pt x="18430" y="74209"/>
                </a:lnTo>
                <a:lnTo>
                  <a:pt x="18583" y="74086"/>
                </a:lnTo>
                <a:lnTo>
                  <a:pt x="24684" y="67845"/>
                </a:lnTo>
                <a:lnTo>
                  <a:pt x="33817" y="58292"/>
                </a:lnTo>
                <a:lnTo>
                  <a:pt x="39168" y="52748"/>
                </a:lnTo>
                <a:lnTo>
                  <a:pt x="43171" y="48640"/>
                </a:lnTo>
                <a:lnTo>
                  <a:pt x="43525" y="48274"/>
                </a:lnTo>
                <a:lnTo>
                  <a:pt x="44094" y="48776"/>
                </a:lnTo>
                <a:lnTo>
                  <a:pt x="45301" y="47693"/>
                </a:lnTo>
                <a:lnTo>
                  <a:pt x="56402" y="36366"/>
                </a:lnTo>
                <a:lnTo>
                  <a:pt x="67517" y="24989"/>
                </a:lnTo>
                <a:lnTo>
                  <a:pt x="77973" y="14239"/>
                </a:lnTo>
                <a:lnTo>
                  <a:pt x="85109" y="6893"/>
                </a:lnTo>
                <a:lnTo>
                  <a:pt x="89780" y="1961"/>
                </a:lnTo>
                <a:lnTo>
                  <a:pt x="91017" y="622"/>
                </a:lnTo>
                <a:lnTo>
                  <a:pt x="92201" y="48"/>
                </a:lnTo>
                <a:lnTo>
                  <a:pt x="93368" y="0"/>
                </a:lnTo>
                <a:lnTo>
                  <a:pt x="96432" y="11"/>
                </a:lnTo>
                <a:lnTo>
                  <a:pt x="97736" y="44"/>
                </a:lnTo>
                <a:lnTo>
                  <a:pt x="99161" y="507"/>
                </a:lnTo>
                <a:lnTo>
                  <a:pt x="100320" y="925"/>
                </a:lnTo>
                <a:lnTo>
                  <a:pt x="101236" y="1392"/>
                </a:lnTo>
                <a:lnTo>
                  <a:pt x="101911" y="1790"/>
                </a:lnTo>
                <a:lnTo>
                  <a:pt x="104455" y="3926"/>
                </a:lnTo>
                <a:lnTo>
                  <a:pt x="111445" y="10725"/>
                </a:lnTo>
                <a:lnTo>
                  <a:pt x="117969" y="17045"/>
                </a:lnTo>
                <a:lnTo>
                  <a:pt x="118220" y="16725"/>
                </a:lnTo>
                <a:lnTo>
                  <a:pt x="120027" y="18449"/>
                </a:lnTo>
                <a:lnTo>
                  <a:pt x="130727" y="28667"/>
                </a:lnTo>
                <a:lnTo>
                  <a:pt x="141320" y="38787"/>
                </a:lnTo>
                <a:lnTo>
                  <a:pt x="151668" y="48650"/>
                </a:lnTo>
                <a:lnTo>
                  <a:pt x="161944" y="58532"/>
                </a:lnTo>
                <a:lnTo>
                  <a:pt x="172087" y="68147"/>
                </a:lnTo>
                <a:lnTo>
                  <a:pt x="182084" y="77485"/>
                </a:lnTo>
                <a:lnTo>
                  <a:pt x="191833" y="86517"/>
                </a:lnTo>
                <a:lnTo>
                  <a:pt x="201126" y="95552"/>
                </a:lnTo>
                <a:lnTo>
                  <a:pt x="210242" y="104397"/>
                </a:lnTo>
                <a:lnTo>
                  <a:pt x="219213" y="113067"/>
                </a:lnTo>
                <a:lnTo>
                  <a:pt x="228125" y="121460"/>
                </a:lnTo>
                <a:lnTo>
                  <a:pt x="236737" y="129496"/>
                </a:lnTo>
                <a:lnTo>
                  <a:pt x="244792" y="137106"/>
                </a:lnTo>
                <a:lnTo>
                  <a:pt x="252241" y="144189"/>
                </a:lnTo>
                <a:lnTo>
                  <a:pt x="254473" y="146283"/>
                </a:lnTo>
                <a:lnTo>
                  <a:pt x="255600" y="147465"/>
                </a:lnTo>
                <a:lnTo>
                  <a:pt x="258691" y="150977"/>
                </a:lnTo>
                <a:lnTo>
                  <a:pt x="265447" y="157587"/>
                </a:lnTo>
                <a:lnTo>
                  <a:pt x="270188" y="162251"/>
                </a:lnTo>
                <a:lnTo>
                  <a:pt x="274932" y="167219"/>
                </a:lnTo>
                <a:lnTo>
                  <a:pt x="278956" y="171868"/>
                </a:lnTo>
                <a:lnTo>
                  <a:pt x="280213" y="173208"/>
                </a:lnTo>
                <a:lnTo>
                  <a:pt x="281118" y="173862"/>
                </a:lnTo>
                <a:lnTo>
                  <a:pt x="286142" y="178797"/>
                </a:lnTo>
                <a:lnTo>
                  <a:pt x="290599" y="184078"/>
                </a:lnTo>
                <a:lnTo>
                  <a:pt x="296690" y="191071"/>
                </a:lnTo>
                <a:lnTo>
                  <a:pt x="302300" y="197729"/>
                </a:lnTo>
                <a:lnTo>
                  <a:pt x="308632" y="205927"/>
                </a:lnTo>
                <a:lnTo>
                  <a:pt x="314723" y="213700"/>
                </a:lnTo>
                <a:lnTo>
                  <a:pt x="320161" y="220311"/>
                </a:lnTo>
                <a:lnTo>
                  <a:pt x="323851" y="224884"/>
                </a:lnTo>
                <a:lnTo>
                  <a:pt x="326445" y="228113"/>
                </a:lnTo>
                <a:lnTo>
                  <a:pt x="331309" y="234841"/>
                </a:lnTo>
                <a:lnTo>
                  <a:pt x="334067" y="239117"/>
                </a:lnTo>
                <a:lnTo>
                  <a:pt x="335978" y="241813"/>
                </a:lnTo>
                <a:lnTo>
                  <a:pt x="341218" y="249201"/>
                </a:lnTo>
                <a:lnTo>
                  <a:pt x="348415" y="259275"/>
                </a:lnTo>
                <a:lnTo>
                  <a:pt x="355611" y="269307"/>
                </a:lnTo>
                <a:lnTo>
                  <a:pt x="362633" y="279251"/>
                </a:lnTo>
                <a:lnTo>
                  <a:pt x="369442" y="288962"/>
                </a:lnTo>
                <a:lnTo>
                  <a:pt x="372398" y="292113"/>
                </a:lnTo>
                <a:lnTo>
                  <a:pt x="371741" y="292970"/>
                </a:lnTo>
                <a:lnTo>
                  <a:pt x="372366" y="292843"/>
                </a:lnTo>
                <a:lnTo>
                  <a:pt x="371460" y="293546"/>
                </a:lnTo>
                <a:lnTo>
                  <a:pt x="370881" y="29401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C6BA791-F087-4ACC-B938-8E0B34CA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4388" y="4105583"/>
            <a:ext cx="276647" cy="497212"/>
          </a:xfrm>
          <a:custGeom xmlns:a="http://schemas.openxmlformats.org/drawingml/2006/main">
            <a:pathLst>
              <a:path w="276647" h="497212">
                <a:moveTo>
                  <a:pt x="105932" y="221547"/>
                </a:moveTo>
                <a:lnTo>
                  <a:pt x="85200" y="186744"/>
                </a:lnTo>
                <a:lnTo>
                  <a:pt x="63566" y="148896"/>
                </a:lnTo>
                <a:lnTo>
                  <a:pt x="55121" y="134013"/>
                </a:lnTo>
                <a:lnTo>
                  <a:pt x="49662" y="123984"/>
                </a:lnTo>
                <a:lnTo>
                  <a:pt x="21441" y="71924"/>
                </a:lnTo>
                <a:lnTo>
                  <a:pt x="1071" y="31525"/>
                </a:lnTo>
                <a:lnTo>
                  <a:pt x="0" y="27585"/>
                </a:lnTo>
                <a:lnTo>
                  <a:pt x="2904" y="22947"/>
                </a:lnTo>
                <a:lnTo>
                  <a:pt x="15720" y="15892"/>
                </a:lnTo>
                <a:lnTo>
                  <a:pt x="47769" y="0"/>
                </a:lnTo>
                <a:lnTo>
                  <a:pt x="50241" y="5301"/>
                </a:lnTo>
                <a:lnTo>
                  <a:pt x="47984" y="6319"/>
                </a:lnTo>
                <a:lnTo>
                  <a:pt x="41713" y="9139"/>
                </a:lnTo>
                <a:lnTo>
                  <a:pt x="25046" y="18806"/>
                </a:lnTo>
                <a:lnTo>
                  <a:pt x="9016" y="27829"/>
                </a:lnTo>
                <a:lnTo>
                  <a:pt x="24864" y="59845"/>
                </a:lnTo>
                <a:lnTo>
                  <a:pt x="26787" y="64016"/>
                </a:lnTo>
                <a:lnTo>
                  <a:pt x="40878" y="93196"/>
                </a:lnTo>
                <a:lnTo>
                  <a:pt x="50523" y="109701"/>
                </a:lnTo>
                <a:lnTo>
                  <a:pt x="57427" y="121514"/>
                </a:lnTo>
                <a:lnTo>
                  <a:pt x="73339" y="148654"/>
                </a:lnTo>
                <a:lnTo>
                  <a:pt x="88624" y="175114"/>
                </a:lnTo>
                <a:lnTo>
                  <a:pt x="107316" y="207987"/>
                </a:lnTo>
                <a:lnTo>
                  <a:pt x="118779" y="227775"/>
                </a:lnTo>
                <a:lnTo>
                  <a:pt x="126895" y="241218"/>
                </a:lnTo>
                <a:lnTo>
                  <a:pt x="160601" y="299846"/>
                </a:lnTo>
                <a:lnTo>
                  <a:pt x="161362" y="300928"/>
                </a:lnTo>
                <a:lnTo>
                  <a:pt x="188322" y="284967"/>
                </a:lnTo>
                <a:lnTo>
                  <a:pt x="191107" y="289886"/>
                </a:lnTo>
                <a:lnTo>
                  <a:pt x="171889" y="300919"/>
                </a:lnTo>
                <a:lnTo>
                  <a:pt x="163949" y="305429"/>
                </a:lnTo>
                <a:lnTo>
                  <a:pt x="167073" y="310806"/>
                </a:lnTo>
                <a:lnTo>
                  <a:pt x="168173" y="312523"/>
                </a:lnTo>
                <a:lnTo>
                  <a:pt x="222683" y="404060"/>
                </a:lnTo>
                <a:lnTo>
                  <a:pt x="257644" y="462527"/>
                </a:lnTo>
                <a:lnTo>
                  <a:pt x="271993" y="486078"/>
                </a:lnTo>
                <a:lnTo>
                  <a:pt x="276647" y="496230"/>
                </a:lnTo>
                <a:lnTo>
                  <a:pt x="273520" y="497212"/>
                </a:lnTo>
                <a:lnTo>
                  <a:pt x="270198" y="493943"/>
                </a:lnTo>
                <a:lnTo>
                  <a:pt x="261318" y="480547"/>
                </a:lnTo>
                <a:lnTo>
                  <a:pt x="173297" y="334718"/>
                </a:lnTo>
                <a:lnTo>
                  <a:pt x="161474" y="313922"/>
                </a:lnTo>
                <a:lnTo>
                  <a:pt x="158516" y="308719"/>
                </a:lnTo>
                <a:lnTo>
                  <a:pt x="105932" y="22154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4E6D0AD-9D9A-4575-8C07-328803FB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443" y="3790024"/>
            <a:ext cx="223440" cy="243694"/>
          </a:xfrm>
          <a:custGeom xmlns:a="http://schemas.openxmlformats.org/drawingml/2006/main">
            <a:pathLst>
              <a:path w="223440" h="243694">
                <a:moveTo>
                  <a:pt x="172546" y="130431"/>
                </a:moveTo>
                <a:lnTo>
                  <a:pt x="172861" y="130177"/>
                </a:lnTo>
                <a:lnTo>
                  <a:pt x="176527" y="126484"/>
                </a:lnTo>
                <a:lnTo>
                  <a:pt x="180315" y="122670"/>
                </a:lnTo>
                <a:lnTo>
                  <a:pt x="184251" y="118775"/>
                </a:lnTo>
                <a:lnTo>
                  <a:pt x="184245" y="119335"/>
                </a:lnTo>
                <a:lnTo>
                  <a:pt x="184632" y="118849"/>
                </a:lnTo>
                <a:lnTo>
                  <a:pt x="184839" y="118454"/>
                </a:lnTo>
                <a:lnTo>
                  <a:pt x="184900" y="118011"/>
                </a:lnTo>
                <a:lnTo>
                  <a:pt x="184910" y="117409"/>
                </a:lnTo>
                <a:lnTo>
                  <a:pt x="184707" y="116787"/>
                </a:lnTo>
                <a:lnTo>
                  <a:pt x="184266" y="116231"/>
                </a:lnTo>
                <a:lnTo>
                  <a:pt x="140789" y="74611"/>
                </a:lnTo>
                <a:lnTo>
                  <a:pt x="140607" y="73632"/>
                </a:lnTo>
                <a:lnTo>
                  <a:pt x="138608" y="71710"/>
                </a:lnTo>
                <a:lnTo>
                  <a:pt x="137784" y="71588"/>
                </a:lnTo>
                <a:lnTo>
                  <a:pt x="127339" y="61743"/>
                </a:lnTo>
                <a:lnTo>
                  <a:pt x="122076" y="56746"/>
                </a:lnTo>
                <a:lnTo>
                  <a:pt x="121767" y="55288"/>
                </a:lnTo>
                <a:lnTo>
                  <a:pt x="121591" y="54546"/>
                </a:lnTo>
                <a:lnTo>
                  <a:pt x="121404" y="53941"/>
                </a:lnTo>
                <a:lnTo>
                  <a:pt x="122354" y="52966"/>
                </a:lnTo>
                <a:lnTo>
                  <a:pt x="122737" y="53329"/>
                </a:lnTo>
                <a:lnTo>
                  <a:pt x="166864" y="95559"/>
                </a:lnTo>
                <a:lnTo>
                  <a:pt x="184193" y="112146"/>
                </a:lnTo>
                <a:lnTo>
                  <a:pt x="184881" y="111458"/>
                </a:lnTo>
                <a:lnTo>
                  <a:pt x="185513" y="111984"/>
                </a:lnTo>
                <a:lnTo>
                  <a:pt x="186129" y="112307"/>
                </a:lnTo>
                <a:lnTo>
                  <a:pt x="186831" y="112525"/>
                </a:lnTo>
                <a:lnTo>
                  <a:pt x="187537" y="112524"/>
                </a:lnTo>
                <a:lnTo>
                  <a:pt x="188179" y="112455"/>
                </a:lnTo>
                <a:lnTo>
                  <a:pt x="188879" y="112233"/>
                </a:lnTo>
                <a:lnTo>
                  <a:pt x="189591" y="111841"/>
                </a:lnTo>
                <a:lnTo>
                  <a:pt x="196765" y="104774"/>
                </a:lnTo>
                <a:lnTo>
                  <a:pt x="201268" y="100338"/>
                </a:lnTo>
                <a:lnTo>
                  <a:pt x="205067" y="96379"/>
                </a:lnTo>
                <a:lnTo>
                  <a:pt x="209789" y="91963"/>
                </a:lnTo>
                <a:lnTo>
                  <a:pt x="212101" y="89663"/>
                </a:lnTo>
                <a:lnTo>
                  <a:pt x="213401" y="88204"/>
                </a:lnTo>
                <a:lnTo>
                  <a:pt x="216044" y="85268"/>
                </a:lnTo>
                <a:lnTo>
                  <a:pt x="216647" y="84531"/>
                </a:lnTo>
                <a:lnTo>
                  <a:pt x="216994" y="83886"/>
                </a:lnTo>
                <a:lnTo>
                  <a:pt x="217270" y="83150"/>
                </a:lnTo>
                <a:lnTo>
                  <a:pt x="217416" y="82400"/>
                </a:lnTo>
                <a:lnTo>
                  <a:pt x="217446" y="81763"/>
                </a:lnTo>
                <a:lnTo>
                  <a:pt x="217421" y="81230"/>
                </a:lnTo>
                <a:lnTo>
                  <a:pt x="217360" y="80867"/>
                </a:lnTo>
                <a:lnTo>
                  <a:pt x="217044" y="79917"/>
                </a:lnTo>
                <a:lnTo>
                  <a:pt x="217546" y="79480"/>
                </a:lnTo>
                <a:lnTo>
                  <a:pt x="217616" y="79376"/>
                </a:lnTo>
                <a:lnTo>
                  <a:pt x="211049" y="70514"/>
                </a:lnTo>
                <a:lnTo>
                  <a:pt x="182804" y="33456"/>
                </a:lnTo>
                <a:lnTo>
                  <a:pt x="172986" y="20661"/>
                </a:lnTo>
                <a:lnTo>
                  <a:pt x="169484" y="16075"/>
                </a:lnTo>
                <a:lnTo>
                  <a:pt x="167916" y="13946"/>
                </a:lnTo>
                <a:lnTo>
                  <a:pt x="166843" y="12669"/>
                </a:lnTo>
                <a:lnTo>
                  <a:pt x="165642" y="11616"/>
                </a:lnTo>
                <a:lnTo>
                  <a:pt x="164292" y="10669"/>
                </a:lnTo>
                <a:lnTo>
                  <a:pt x="162949" y="9950"/>
                </a:lnTo>
                <a:lnTo>
                  <a:pt x="162452" y="9243"/>
                </a:lnTo>
                <a:lnTo>
                  <a:pt x="161502" y="7861"/>
                </a:lnTo>
                <a:lnTo>
                  <a:pt x="161143" y="7463"/>
                </a:lnTo>
                <a:lnTo>
                  <a:pt x="160779" y="7235"/>
                </a:lnTo>
                <a:lnTo>
                  <a:pt x="159517" y="6837"/>
                </a:lnTo>
                <a:lnTo>
                  <a:pt x="158442" y="6645"/>
                </a:lnTo>
                <a:lnTo>
                  <a:pt x="157400" y="6529"/>
                </a:lnTo>
                <a:lnTo>
                  <a:pt x="156548" y="6518"/>
                </a:lnTo>
                <a:lnTo>
                  <a:pt x="155382" y="6769"/>
                </a:lnTo>
                <a:lnTo>
                  <a:pt x="154262" y="7036"/>
                </a:lnTo>
                <a:lnTo>
                  <a:pt x="153042" y="7620"/>
                </a:lnTo>
                <a:lnTo>
                  <a:pt x="151109" y="8943"/>
                </a:lnTo>
                <a:lnTo>
                  <a:pt x="148595" y="10876"/>
                </a:lnTo>
                <a:lnTo>
                  <a:pt x="143393" y="15169"/>
                </a:lnTo>
                <a:lnTo>
                  <a:pt x="142268" y="16216"/>
                </a:lnTo>
                <a:lnTo>
                  <a:pt x="133861" y="24774"/>
                </a:lnTo>
                <a:lnTo>
                  <a:pt x="121455" y="37373"/>
                </a:lnTo>
                <a:lnTo>
                  <a:pt x="115955" y="43556"/>
                </a:lnTo>
                <a:lnTo>
                  <a:pt x="115769" y="43782"/>
                </a:lnTo>
                <a:lnTo>
                  <a:pt x="115523" y="46450"/>
                </a:lnTo>
                <a:lnTo>
                  <a:pt x="115501" y="47748"/>
                </a:lnTo>
                <a:lnTo>
                  <a:pt x="113428" y="46362"/>
                </a:lnTo>
                <a:lnTo>
                  <a:pt x="113204" y="44198"/>
                </a:lnTo>
                <a:lnTo>
                  <a:pt x="114450" y="41078"/>
                </a:lnTo>
                <a:lnTo>
                  <a:pt x="154077" y="1276"/>
                </a:lnTo>
                <a:lnTo>
                  <a:pt x="155067" y="249"/>
                </a:lnTo>
                <a:lnTo>
                  <a:pt x="156785" y="0"/>
                </a:lnTo>
                <a:lnTo>
                  <a:pt x="157970" y="435"/>
                </a:lnTo>
                <a:lnTo>
                  <a:pt x="159836" y="1487"/>
                </a:lnTo>
                <a:lnTo>
                  <a:pt x="161886" y="2407"/>
                </a:lnTo>
                <a:lnTo>
                  <a:pt x="163016" y="2555"/>
                </a:lnTo>
                <a:lnTo>
                  <a:pt x="164895" y="2505"/>
                </a:lnTo>
                <a:lnTo>
                  <a:pt x="165114" y="2372"/>
                </a:lnTo>
                <a:lnTo>
                  <a:pt x="200080" y="49205"/>
                </a:lnTo>
                <a:lnTo>
                  <a:pt x="214280" y="68206"/>
                </a:lnTo>
                <a:lnTo>
                  <a:pt x="214886" y="67749"/>
                </a:lnTo>
                <a:lnTo>
                  <a:pt x="219995" y="74548"/>
                </a:lnTo>
                <a:lnTo>
                  <a:pt x="221782" y="76925"/>
                </a:lnTo>
                <a:lnTo>
                  <a:pt x="222595" y="77980"/>
                </a:lnTo>
                <a:lnTo>
                  <a:pt x="223004" y="79122"/>
                </a:lnTo>
                <a:lnTo>
                  <a:pt x="223318" y="80360"/>
                </a:lnTo>
                <a:lnTo>
                  <a:pt x="223440" y="81629"/>
                </a:lnTo>
                <a:lnTo>
                  <a:pt x="223436" y="82841"/>
                </a:lnTo>
                <a:lnTo>
                  <a:pt x="223315" y="84133"/>
                </a:lnTo>
                <a:lnTo>
                  <a:pt x="222981" y="85456"/>
                </a:lnTo>
                <a:lnTo>
                  <a:pt x="222494" y="86656"/>
                </a:lnTo>
                <a:lnTo>
                  <a:pt x="221947" y="87764"/>
                </a:lnTo>
                <a:lnTo>
                  <a:pt x="221313" y="88697"/>
                </a:lnTo>
                <a:lnTo>
                  <a:pt x="209412" y="100579"/>
                </a:lnTo>
                <a:lnTo>
                  <a:pt x="194083" y="116130"/>
                </a:lnTo>
                <a:lnTo>
                  <a:pt x="183992" y="126217"/>
                </a:lnTo>
                <a:lnTo>
                  <a:pt x="183755" y="126452"/>
                </a:lnTo>
                <a:lnTo>
                  <a:pt x="182269" y="128196"/>
                </a:lnTo>
                <a:lnTo>
                  <a:pt x="180501" y="130227"/>
                </a:lnTo>
                <a:lnTo>
                  <a:pt x="178773" y="132215"/>
                </a:lnTo>
                <a:lnTo>
                  <a:pt x="177277" y="133959"/>
                </a:lnTo>
                <a:lnTo>
                  <a:pt x="177040" y="134211"/>
                </a:lnTo>
                <a:lnTo>
                  <a:pt x="169178" y="142551"/>
                </a:lnTo>
                <a:lnTo>
                  <a:pt x="164279" y="147735"/>
                </a:lnTo>
                <a:lnTo>
                  <a:pt x="157459" y="154861"/>
                </a:lnTo>
                <a:lnTo>
                  <a:pt x="157256" y="154663"/>
                </a:lnTo>
                <a:lnTo>
                  <a:pt x="156999" y="154932"/>
                </a:lnTo>
                <a:lnTo>
                  <a:pt x="157201" y="155122"/>
                </a:lnTo>
                <a:lnTo>
                  <a:pt x="155574" y="156793"/>
                </a:lnTo>
                <a:lnTo>
                  <a:pt x="155371" y="156595"/>
                </a:lnTo>
                <a:lnTo>
                  <a:pt x="155073" y="156900"/>
                </a:lnTo>
                <a:lnTo>
                  <a:pt x="155275" y="157098"/>
                </a:lnTo>
                <a:lnTo>
                  <a:pt x="121881" y="191342"/>
                </a:lnTo>
                <a:lnTo>
                  <a:pt x="121557" y="191673"/>
                </a:lnTo>
                <a:lnTo>
                  <a:pt x="121233" y="192003"/>
                </a:lnTo>
                <a:lnTo>
                  <a:pt x="112600" y="200830"/>
                </a:lnTo>
                <a:lnTo>
                  <a:pt x="103879" y="209889"/>
                </a:lnTo>
                <a:lnTo>
                  <a:pt x="95256" y="218953"/>
                </a:lnTo>
                <a:lnTo>
                  <a:pt x="80843" y="234021"/>
                </a:lnTo>
                <a:lnTo>
                  <a:pt x="71902" y="242831"/>
                </a:lnTo>
                <a:lnTo>
                  <a:pt x="71553" y="243197"/>
                </a:lnTo>
                <a:lnTo>
                  <a:pt x="71184" y="243368"/>
                </a:lnTo>
                <a:lnTo>
                  <a:pt x="70647" y="243467"/>
                </a:lnTo>
                <a:lnTo>
                  <a:pt x="70204" y="243419"/>
                </a:lnTo>
                <a:lnTo>
                  <a:pt x="69831" y="243251"/>
                </a:lnTo>
                <a:lnTo>
                  <a:pt x="69756" y="243185"/>
                </a:lnTo>
                <a:lnTo>
                  <a:pt x="69315" y="242790"/>
                </a:lnTo>
                <a:lnTo>
                  <a:pt x="69144" y="242625"/>
                </a:lnTo>
                <a:lnTo>
                  <a:pt x="68145" y="243694"/>
                </a:lnTo>
                <a:lnTo>
                  <a:pt x="67500" y="243093"/>
                </a:lnTo>
                <a:lnTo>
                  <a:pt x="66893" y="242524"/>
                </a:lnTo>
                <a:lnTo>
                  <a:pt x="67954" y="241427"/>
                </a:lnTo>
                <a:lnTo>
                  <a:pt x="67741" y="241221"/>
                </a:lnTo>
                <a:lnTo>
                  <a:pt x="67489" y="241482"/>
                </a:lnTo>
                <a:lnTo>
                  <a:pt x="66694" y="240715"/>
                </a:lnTo>
                <a:lnTo>
                  <a:pt x="60516" y="234733"/>
                </a:lnTo>
                <a:lnTo>
                  <a:pt x="60243" y="234215"/>
                </a:lnTo>
                <a:lnTo>
                  <a:pt x="60083" y="233668"/>
                </a:lnTo>
                <a:lnTo>
                  <a:pt x="60010" y="233059"/>
                </a:lnTo>
                <a:lnTo>
                  <a:pt x="60053" y="232541"/>
                </a:lnTo>
                <a:lnTo>
                  <a:pt x="60195" y="232045"/>
                </a:lnTo>
                <a:lnTo>
                  <a:pt x="60495" y="231597"/>
                </a:lnTo>
                <a:lnTo>
                  <a:pt x="60891" y="231043"/>
                </a:lnTo>
                <a:lnTo>
                  <a:pt x="62144" y="229365"/>
                </a:lnTo>
                <a:lnTo>
                  <a:pt x="62513" y="228609"/>
                </a:lnTo>
                <a:lnTo>
                  <a:pt x="62733" y="227705"/>
                </a:lnTo>
                <a:lnTo>
                  <a:pt x="62734" y="226755"/>
                </a:lnTo>
                <a:lnTo>
                  <a:pt x="62561" y="225717"/>
                </a:lnTo>
                <a:lnTo>
                  <a:pt x="62143" y="224855"/>
                </a:lnTo>
                <a:lnTo>
                  <a:pt x="61631" y="224156"/>
                </a:lnTo>
                <a:lnTo>
                  <a:pt x="60880" y="223447"/>
                </a:lnTo>
                <a:lnTo>
                  <a:pt x="52062" y="215052"/>
                </a:lnTo>
                <a:lnTo>
                  <a:pt x="46531" y="209739"/>
                </a:lnTo>
                <a:lnTo>
                  <a:pt x="40957" y="204402"/>
                </a:lnTo>
                <a:lnTo>
                  <a:pt x="625" y="165647"/>
                </a:lnTo>
                <a:lnTo>
                  <a:pt x="241" y="163716"/>
                </a:lnTo>
                <a:lnTo>
                  <a:pt x="2" y="161348"/>
                </a:lnTo>
                <a:lnTo>
                  <a:pt x="0" y="159525"/>
                </a:lnTo>
                <a:lnTo>
                  <a:pt x="83" y="158362"/>
                </a:lnTo>
                <a:lnTo>
                  <a:pt x="333" y="157422"/>
                </a:lnTo>
                <a:lnTo>
                  <a:pt x="773" y="156563"/>
                </a:lnTo>
                <a:lnTo>
                  <a:pt x="1454" y="155621"/>
                </a:lnTo>
                <a:lnTo>
                  <a:pt x="10288" y="146704"/>
                </a:lnTo>
                <a:lnTo>
                  <a:pt x="19737" y="136889"/>
                </a:lnTo>
                <a:lnTo>
                  <a:pt x="29828" y="126429"/>
                </a:lnTo>
                <a:lnTo>
                  <a:pt x="41203" y="114680"/>
                </a:lnTo>
                <a:lnTo>
                  <a:pt x="51389" y="104286"/>
                </a:lnTo>
                <a:lnTo>
                  <a:pt x="61622" y="93873"/>
                </a:lnTo>
                <a:lnTo>
                  <a:pt x="71543" y="83689"/>
                </a:lnTo>
                <a:lnTo>
                  <a:pt x="88827" y="66272"/>
                </a:lnTo>
                <a:lnTo>
                  <a:pt x="89445" y="65688"/>
                </a:lnTo>
                <a:lnTo>
                  <a:pt x="89978" y="65419"/>
                </a:lnTo>
                <a:lnTo>
                  <a:pt x="90566" y="65285"/>
                </a:lnTo>
                <a:lnTo>
                  <a:pt x="91204" y="65268"/>
                </a:lnTo>
                <a:lnTo>
                  <a:pt x="91749" y="65253"/>
                </a:lnTo>
                <a:lnTo>
                  <a:pt x="92796" y="65369"/>
                </a:lnTo>
                <a:lnTo>
                  <a:pt x="93818" y="65724"/>
                </a:lnTo>
                <a:lnTo>
                  <a:pt x="94596" y="66288"/>
                </a:lnTo>
                <a:lnTo>
                  <a:pt x="95347" y="66980"/>
                </a:lnTo>
                <a:lnTo>
                  <a:pt x="95789" y="67774"/>
                </a:lnTo>
                <a:lnTo>
                  <a:pt x="96119" y="68477"/>
                </a:lnTo>
                <a:lnTo>
                  <a:pt x="95137" y="69419"/>
                </a:lnTo>
                <a:lnTo>
                  <a:pt x="94623" y="69229"/>
                </a:lnTo>
                <a:lnTo>
                  <a:pt x="94107" y="69175"/>
                </a:lnTo>
                <a:lnTo>
                  <a:pt x="93386" y="69177"/>
                </a:lnTo>
                <a:lnTo>
                  <a:pt x="92682" y="69281"/>
                </a:lnTo>
                <a:lnTo>
                  <a:pt x="91966" y="69503"/>
                </a:lnTo>
                <a:lnTo>
                  <a:pt x="91252" y="69963"/>
                </a:lnTo>
                <a:lnTo>
                  <a:pt x="90593" y="70557"/>
                </a:lnTo>
                <a:lnTo>
                  <a:pt x="88687" y="72524"/>
                </a:lnTo>
                <a:lnTo>
                  <a:pt x="83706" y="77524"/>
                </a:lnTo>
                <a:lnTo>
                  <a:pt x="73448" y="87937"/>
                </a:lnTo>
                <a:lnTo>
                  <a:pt x="63179" y="98529"/>
                </a:lnTo>
                <a:lnTo>
                  <a:pt x="60446" y="101374"/>
                </a:lnTo>
                <a:lnTo>
                  <a:pt x="52457" y="109683"/>
                </a:lnTo>
                <a:lnTo>
                  <a:pt x="42529" y="120003"/>
                </a:lnTo>
                <a:lnTo>
                  <a:pt x="32368" y="130558"/>
                </a:lnTo>
                <a:lnTo>
                  <a:pt x="22107" y="141471"/>
                </a:lnTo>
                <a:lnTo>
                  <a:pt x="17036" y="146609"/>
                </a:lnTo>
                <a:lnTo>
                  <a:pt x="11690" y="151770"/>
                </a:lnTo>
                <a:lnTo>
                  <a:pt x="8097" y="155308"/>
                </a:lnTo>
                <a:lnTo>
                  <a:pt x="7130" y="156427"/>
                </a:lnTo>
                <a:lnTo>
                  <a:pt x="6382" y="157575"/>
                </a:lnTo>
                <a:lnTo>
                  <a:pt x="5580" y="158860"/>
                </a:lnTo>
                <a:lnTo>
                  <a:pt x="4866" y="160303"/>
                </a:lnTo>
                <a:lnTo>
                  <a:pt x="4542" y="161236"/>
                </a:lnTo>
                <a:lnTo>
                  <a:pt x="4488" y="161737"/>
                </a:lnTo>
                <a:lnTo>
                  <a:pt x="4642" y="162242"/>
                </a:lnTo>
                <a:lnTo>
                  <a:pt x="5041" y="162782"/>
                </a:lnTo>
                <a:lnTo>
                  <a:pt x="6707" y="164510"/>
                </a:lnTo>
                <a:lnTo>
                  <a:pt x="10087" y="168015"/>
                </a:lnTo>
                <a:lnTo>
                  <a:pt x="13107" y="170868"/>
                </a:lnTo>
                <a:lnTo>
                  <a:pt x="20984" y="178424"/>
                </a:lnTo>
                <a:lnTo>
                  <a:pt x="30173" y="187310"/>
                </a:lnTo>
                <a:lnTo>
                  <a:pt x="40142" y="197031"/>
                </a:lnTo>
                <a:lnTo>
                  <a:pt x="50256" y="206698"/>
                </a:lnTo>
                <a:lnTo>
                  <a:pt x="60652" y="216645"/>
                </a:lnTo>
                <a:lnTo>
                  <a:pt x="66018" y="221767"/>
                </a:lnTo>
                <a:lnTo>
                  <a:pt x="71069" y="226584"/>
                </a:lnTo>
                <a:lnTo>
                  <a:pt x="72476" y="227928"/>
                </a:lnTo>
                <a:lnTo>
                  <a:pt x="73399" y="228463"/>
                </a:lnTo>
                <a:lnTo>
                  <a:pt x="74205" y="228705"/>
                </a:lnTo>
                <a:lnTo>
                  <a:pt x="75254" y="228711"/>
                </a:lnTo>
                <a:lnTo>
                  <a:pt x="76189" y="228533"/>
                </a:lnTo>
                <a:lnTo>
                  <a:pt x="77283" y="227893"/>
                </a:lnTo>
                <a:lnTo>
                  <a:pt x="96189" y="208754"/>
                </a:lnTo>
                <a:lnTo>
                  <a:pt x="116600" y="187472"/>
                </a:lnTo>
                <a:lnTo>
                  <a:pt x="116878" y="187185"/>
                </a:lnTo>
                <a:lnTo>
                  <a:pt x="117247" y="186811"/>
                </a:lnTo>
                <a:lnTo>
                  <a:pt x="124667" y="179203"/>
                </a:lnTo>
                <a:lnTo>
                  <a:pt x="143883" y="159445"/>
                </a:lnTo>
                <a:lnTo>
                  <a:pt x="161596" y="141168"/>
                </a:lnTo>
                <a:lnTo>
                  <a:pt x="162339" y="140428"/>
                </a:lnTo>
                <a:lnTo>
                  <a:pt x="162612" y="139742"/>
                </a:lnTo>
                <a:lnTo>
                  <a:pt x="162765" y="139068"/>
                </a:lnTo>
                <a:lnTo>
                  <a:pt x="162796" y="138483"/>
                </a:lnTo>
                <a:lnTo>
                  <a:pt x="162748" y="138035"/>
                </a:lnTo>
                <a:lnTo>
                  <a:pt x="162552" y="137514"/>
                </a:lnTo>
                <a:lnTo>
                  <a:pt x="162302" y="136902"/>
                </a:lnTo>
                <a:lnTo>
                  <a:pt x="161972" y="136385"/>
                </a:lnTo>
                <a:lnTo>
                  <a:pt x="161494" y="135796"/>
                </a:lnTo>
                <a:lnTo>
                  <a:pt x="150989" y="125690"/>
                </a:lnTo>
                <a:lnTo>
                  <a:pt x="137623" y="112847"/>
                </a:lnTo>
                <a:lnTo>
                  <a:pt x="120187" y="96118"/>
                </a:lnTo>
                <a:lnTo>
                  <a:pt x="102952" y="79181"/>
                </a:lnTo>
                <a:lnTo>
                  <a:pt x="101518" y="77778"/>
                </a:lnTo>
                <a:lnTo>
                  <a:pt x="101245" y="77276"/>
                </a:lnTo>
                <a:lnTo>
                  <a:pt x="100985" y="76664"/>
                </a:lnTo>
                <a:lnTo>
                  <a:pt x="100868" y="76159"/>
                </a:lnTo>
                <a:lnTo>
                  <a:pt x="100820" y="75728"/>
                </a:lnTo>
                <a:lnTo>
                  <a:pt x="100796" y="75415"/>
                </a:lnTo>
                <a:lnTo>
                  <a:pt x="100962" y="75029"/>
                </a:lnTo>
                <a:lnTo>
                  <a:pt x="101349" y="74560"/>
                </a:lnTo>
                <a:lnTo>
                  <a:pt x="101790" y="74142"/>
                </a:lnTo>
                <a:lnTo>
                  <a:pt x="102274" y="73798"/>
                </a:lnTo>
                <a:lnTo>
                  <a:pt x="102628" y="73619"/>
                </a:lnTo>
                <a:lnTo>
                  <a:pt x="103038" y="73608"/>
                </a:lnTo>
                <a:lnTo>
                  <a:pt x="103438" y="73640"/>
                </a:lnTo>
                <a:lnTo>
                  <a:pt x="103751" y="73699"/>
                </a:lnTo>
                <a:lnTo>
                  <a:pt x="104291" y="73880"/>
                </a:lnTo>
                <a:lnTo>
                  <a:pt x="104808" y="74375"/>
                </a:lnTo>
                <a:lnTo>
                  <a:pt x="125303" y="94210"/>
                </a:lnTo>
                <a:lnTo>
                  <a:pt x="159021" y="126816"/>
                </a:lnTo>
                <a:lnTo>
                  <a:pt x="165316" y="132896"/>
                </a:lnTo>
                <a:lnTo>
                  <a:pt x="166224" y="133652"/>
                </a:lnTo>
                <a:lnTo>
                  <a:pt x="166860" y="133915"/>
                </a:lnTo>
                <a:lnTo>
                  <a:pt x="167573" y="133997"/>
                </a:lnTo>
                <a:lnTo>
                  <a:pt x="168221" y="133963"/>
                </a:lnTo>
                <a:lnTo>
                  <a:pt x="168738" y="133865"/>
                </a:lnTo>
                <a:lnTo>
                  <a:pt x="169322" y="133569"/>
                </a:lnTo>
                <a:lnTo>
                  <a:pt x="169852" y="133190"/>
                </a:lnTo>
                <a:lnTo>
                  <a:pt x="172546" y="13043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D1BAB1A-ADD5-4DCA-8C8D-36E0895E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6007" y="3095425"/>
            <a:ext cx="45001" cy="47234"/>
          </a:xfrm>
          <a:custGeom xmlns:a="http://schemas.openxmlformats.org/drawingml/2006/main">
            <a:pathLst>
              <a:path w="45001" h="47234">
                <a:moveTo>
                  <a:pt x="5865" y="40356"/>
                </a:moveTo>
                <a:lnTo>
                  <a:pt x="11795" y="35339"/>
                </a:lnTo>
                <a:lnTo>
                  <a:pt x="26389" y="21749"/>
                </a:lnTo>
                <a:lnTo>
                  <a:pt x="28142" y="17404"/>
                </a:lnTo>
                <a:lnTo>
                  <a:pt x="26730" y="11956"/>
                </a:lnTo>
                <a:lnTo>
                  <a:pt x="25375" y="7296"/>
                </a:lnTo>
                <a:lnTo>
                  <a:pt x="30380" y="1270"/>
                </a:lnTo>
                <a:lnTo>
                  <a:pt x="34115" y="0"/>
                </a:lnTo>
                <a:lnTo>
                  <a:pt x="41246" y="8288"/>
                </a:lnTo>
                <a:lnTo>
                  <a:pt x="44097" y="12790"/>
                </a:lnTo>
                <a:lnTo>
                  <a:pt x="45001" y="15733"/>
                </a:lnTo>
                <a:lnTo>
                  <a:pt x="44916" y="23417"/>
                </a:lnTo>
                <a:lnTo>
                  <a:pt x="39750" y="29828"/>
                </a:lnTo>
                <a:lnTo>
                  <a:pt x="35850" y="34833"/>
                </a:lnTo>
                <a:lnTo>
                  <a:pt x="30511" y="40003"/>
                </a:lnTo>
                <a:lnTo>
                  <a:pt x="28805" y="40871"/>
                </a:lnTo>
                <a:lnTo>
                  <a:pt x="23633" y="38677"/>
                </a:lnTo>
                <a:lnTo>
                  <a:pt x="19826" y="39000"/>
                </a:lnTo>
                <a:lnTo>
                  <a:pt x="17150" y="39893"/>
                </a:lnTo>
                <a:lnTo>
                  <a:pt x="14625" y="41563"/>
                </a:lnTo>
                <a:lnTo>
                  <a:pt x="11846" y="44249"/>
                </a:lnTo>
                <a:lnTo>
                  <a:pt x="10462" y="45311"/>
                </a:lnTo>
                <a:lnTo>
                  <a:pt x="5587" y="47061"/>
                </a:lnTo>
                <a:lnTo>
                  <a:pt x="1013" y="47234"/>
                </a:lnTo>
                <a:lnTo>
                  <a:pt x="0" y="47015"/>
                </a:lnTo>
                <a:lnTo>
                  <a:pt x="5865" y="4035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3930B09-9BE4-4E6B-A219-506F0D06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1435" y="3945807"/>
            <a:ext cx="122160" cy="126431"/>
          </a:xfrm>
          <a:custGeom xmlns:a="http://schemas.openxmlformats.org/drawingml/2006/main">
            <a:pathLst>
              <a:path w="122160" h="126431">
                <a:moveTo>
                  <a:pt x="1573" y="75424"/>
                </a:moveTo>
                <a:lnTo>
                  <a:pt x="1371" y="75082"/>
                </a:lnTo>
                <a:lnTo>
                  <a:pt x="1306" y="74973"/>
                </a:lnTo>
                <a:lnTo>
                  <a:pt x="1184" y="74858"/>
                </a:lnTo>
                <a:lnTo>
                  <a:pt x="0" y="73702"/>
                </a:lnTo>
                <a:lnTo>
                  <a:pt x="4700" y="66523"/>
                </a:lnTo>
                <a:lnTo>
                  <a:pt x="8186" y="61310"/>
                </a:lnTo>
                <a:lnTo>
                  <a:pt x="12533" y="55276"/>
                </a:lnTo>
                <a:lnTo>
                  <a:pt x="16795" y="50559"/>
                </a:lnTo>
                <a:lnTo>
                  <a:pt x="23291" y="43510"/>
                </a:lnTo>
                <a:lnTo>
                  <a:pt x="33170" y="33277"/>
                </a:lnTo>
                <a:lnTo>
                  <a:pt x="34967" y="31542"/>
                </a:lnTo>
                <a:lnTo>
                  <a:pt x="35824" y="30375"/>
                </a:lnTo>
                <a:lnTo>
                  <a:pt x="36364" y="29004"/>
                </a:lnTo>
                <a:lnTo>
                  <a:pt x="36657" y="27538"/>
                </a:lnTo>
                <a:lnTo>
                  <a:pt x="36667" y="25961"/>
                </a:lnTo>
                <a:lnTo>
                  <a:pt x="36280" y="24513"/>
                </a:lnTo>
                <a:lnTo>
                  <a:pt x="35760" y="23289"/>
                </a:lnTo>
                <a:lnTo>
                  <a:pt x="35287" y="22504"/>
                </a:lnTo>
                <a:lnTo>
                  <a:pt x="29243" y="16680"/>
                </a:lnTo>
                <a:lnTo>
                  <a:pt x="29650" y="16160"/>
                </a:lnTo>
                <a:lnTo>
                  <a:pt x="28938" y="14178"/>
                </a:lnTo>
                <a:lnTo>
                  <a:pt x="29215" y="7609"/>
                </a:lnTo>
                <a:lnTo>
                  <a:pt x="31586" y="7724"/>
                </a:lnTo>
                <a:lnTo>
                  <a:pt x="33245" y="6077"/>
                </a:lnTo>
                <a:lnTo>
                  <a:pt x="33985" y="3819"/>
                </a:lnTo>
                <a:lnTo>
                  <a:pt x="33851" y="1932"/>
                </a:lnTo>
                <a:lnTo>
                  <a:pt x="36687" y="0"/>
                </a:lnTo>
                <a:lnTo>
                  <a:pt x="38614" y="1000"/>
                </a:lnTo>
                <a:lnTo>
                  <a:pt x="39263" y="1178"/>
                </a:lnTo>
                <a:lnTo>
                  <a:pt x="39906" y="1161"/>
                </a:lnTo>
                <a:lnTo>
                  <a:pt x="40369" y="996"/>
                </a:lnTo>
                <a:lnTo>
                  <a:pt x="40732" y="791"/>
                </a:lnTo>
                <a:lnTo>
                  <a:pt x="40844" y="491"/>
                </a:lnTo>
                <a:lnTo>
                  <a:pt x="41649" y="716"/>
                </a:lnTo>
                <a:lnTo>
                  <a:pt x="47807" y="7690"/>
                </a:lnTo>
                <a:lnTo>
                  <a:pt x="59797" y="19215"/>
                </a:lnTo>
                <a:lnTo>
                  <a:pt x="110439" y="67615"/>
                </a:lnTo>
                <a:lnTo>
                  <a:pt x="111962" y="69024"/>
                </a:lnTo>
                <a:lnTo>
                  <a:pt x="112458" y="69697"/>
                </a:lnTo>
                <a:lnTo>
                  <a:pt x="112694" y="70395"/>
                </a:lnTo>
                <a:lnTo>
                  <a:pt x="112845" y="71171"/>
                </a:lnTo>
                <a:lnTo>
                  <a:pt x="112877" y="71967"/>
                </a:lnTo>
                <a:lnTo>
                  <a:pt x="112739" y="72657"/>
                </a:lnTo>
                <a:lnTo>
                  <a:pt x="112424" y="73285"/>
                </a:lnTo>
                <a:lnTo>
                  <a:pt x="112015" y="73923"/>
                </a:lnTo>
                <a:lnTo>
                  <a:pt x="111076" y="74931"/>
                </a:lnTo>
                <a:lnTo>
                  <a:pt x="107789" y="78241"/>
                </a:lnTo>
                <a:lnTo>
                  <a:pt x="107337" y="78626"/>
                </a:lnTo>
                <a:lnTo>
                  <a:pt x="106987" y="78957"/>
                </a:lnTo>
                <a:lnTo>
                  <a:pt x="106720" y="79465"/>
                </a:lnTo>
                <a:lnTo>
                  <a:pt x="106550" y="80292"/>
                </a:lnTo>
                <a:lnTo>
                  <a:pt x="106477" y="81421"/>
                </a:lnTo>
                <a:lnTo>
                  <a:pt x="106551" y="82453"/>
                </a:lnTo>
                <a:lnTo>
                  <a:pt x="107044" y="83441"/>
                </a:lnTo>
                <a:lnTo>
                  <a:pt x="107519" y="84293"/>
                </a:lnTo>
                <a:lnTo>
                  <a:pt x="111609" y="88109"/>
                </a:lnTo>
                <a:lnTo>
                  <a:pt x="115765" y="92068"/>
                </a:lnTo>
                <a:lnTo>
                  <a:pt x="119698" y="95676"/>
                </a:lnTo>
                <a:lnTo>
                  <a:pt x="121037" y="95624"/>
                </a:lnTo>
                <a:lnTo>
                  <a:pt x="121330" y="95896"/>
                </a:lnTo>
                <a:lnTo>
                  <a:pt x="121617" y="96159"/>
                </a:lnTo>
                <a:lnTo>
                  <a:pt x="121418" y="97055"/>
                </a:lnTo>
                <a:lnTo>
                  <a:pt x="121833" y="97451"/>
                </a:lnTo>
                <a:lnTo>
                  <a:pt x="122081" y="97800"/>
                </a:lnTo>
                <a:lnTo>
                  <a:pt x="122160" y="98231"/>
                </a:lnTo>
                <a:lnTo>
                  <a:pt x="122158" y="98739"/>
                </a:lnTo>
                <a:lnTo>
                  <a:pt x="121983" y="99159"/>
                </a:lnTo>
                <a:lnTo>
                  <a:pt x="114342" y="107273"/>
                </a:lnTo>
                <a:lnTo>
                  <a:pt x="112797" y="107552"/>
                </a:lnTo>
                <a:lnTo>
                  <a:pt x="105260" y="115654"/>
                </a:lnTo>
                <a:lnTo>
                  <a:pt x="99854" y="121318"/>
                </a:lnTo>
                <a:lnTo>
                  <a:pt x="95098" y="125997"/>
                </a:lnTo>
                <a:lnTo>
                  <a:pt x="94757" y="126261"/>
                </a:lnTo>
                <a:lnTo>
                  <a:pt x="94428" y="126380"/>
                </a:lnTo>
                <a:lnTo>
                  <a:pt x="94081" y="126431"/>
                </a:lnTo>
                <a:lnTo>
                  <a:pt x="93738" y="126398"/>
                </a:lnTo>
                <a:lnTo>
                  <a:pt x="93435" y="126338"/>
                </a:lnTo>
                <a:lnTo>
                  <a:pt x="93035" y="126128"/>
                </a:lnTo>
                <a:lnTo>
                  <a:pt x="92859" y="125964"/>
                </a:lnTo>
                <a:lnTo>
                  <a:pt x="92596" y="125657"/>
                </a:lnTo>
                <a:lnTo>
                  <a:pt x="92472" y="125270"/>
                </a:lnTo>
                <a:lnTo>
                  <a:pt x="92407" y="124797"/>
                </a:lnTo>
                <a:lnTo>
                  <a:pt x="92419" y="124458"/>
                </a:lnTo>
                <a:lnTo>
                  <a:pt x="92714" y="123856"/>
                </a:lnTo>
                <a:lnTo>
                  <a:pt x="94874" y="121510"/>
                </a:lnTo>
                <a:lnTo>
                  <a:pt x="97683" y="118561"/>
                </a:lnTo>
                <a:lnTo>
                  <a:pt x="105276" y="110787"/>
                </a:lnTo>
                <a:lnTo>
                  <a:pt x="107749" y="108136"/>
                </a:lnTo>
                <a:lnTo>
                  <a:pt x="110629" y="105888"/>
                </a:lnTo>
                <a:lnTo>
                  <a:pt x="117311" y="99233"/>
                </a:lnTo>
                <a:lnTo>
                  <a:pt x="100869" y="83987"/>
                </a:lnTo>
                <a:lnTo>
                  <a:pt x="99704" y="82763"/>
                </a:lnTo>
                <a:lnTo>
                  <a:pt x="98652" y="81655"/>
                </a:lnTo>
                <a:lnTo>
                  <a:pt x="98170" y="80710"/>
                </a:lnTo>
                <a:lnTo>
                  <a:pt x="97814" y="79643"/>
                </a:lnTo>
                <a:lnTo>
                  <a:pt x="97716" y="78687"/>
                </a:lnTo>
                <a:lnTo>
                  <a:pt x="97919" y="77715"/>
                </a:lnTo>
                <a:lnTo>
                  <a:pt x="98247" y="76994"/>
                </a:lnTo>
                <a:lnTo>
                  <a:pt x="98757" y="76438"/>
                </a:lnTo>
                <a:lnTo>
                  <a:pt x="103196" y="71911"/>
                </a:lnTo>
                <a:lnTo>
                  <a:pt x="103528" y="71326"/>
                </a:lnTo>
                <a:lnTo>
                  <a:pt x="103615" y="70679"/>
                </a:lnTo>
                <a:lnTo>
                  <a:pt x="103563" y="70113"/>
                </a:lnTo>
                <a:lnTo>
                  <a:pt x="103310" y="69560"/>
                </a:lnTo>
                <a:lnTo>
                  <a:pt x="102771" y="69040"/>
                </a:lnTo>
                <a:lnTo>
                  <a:pt x="85320" y="51769"/>
                </a:lnTo>
                <a:lnTo>
                  <a:pt x="81623" y="48256"/>
                </a:lnTo>
                <a:lnTo>
                  <a:pt x="80781" y="46871"/>
                </a:lnTo>
                <a:lnTo>
                  <a:pt x="79047" y="45128"/>
                </a:lnTo>
                <a:lnTo>
                  <a:pt x="78400" y="44450"/>
                </a:lnTo>
                <a:lnTo>
                  <a:pt x="76511" y="43305"/>
                </a:lnTo>
                <a:lnTo>
                  <a:pt x="72890" y="40697"/>
                </a:lnTo>
                <a:lnTo>
                  <a:pt x="72154" y="39199"/>
                </a:lnTo>
                <a:lnTo>
                  <a:pt x="71515" y="38233"/>
                </a:lnTo>
                <a:lnTo>
                  <a:pt x="70033" y="36771"/>
                </a:lnTo>
                <a:lnTo>
                  <a:pt x="68201" y="35260"/>
                </a:lnTo>
                <a:lnTo>
                  <a:pt x="66326" y="33487"/>
                </a:lnTo>
                <a:lnTo>
                  <a:pt x="64366" y="31268"/>
                </a:lnTo>
                <a:lnTo>
                  <a:pt x="58674" y="24815"/>
                </a:lnTo>
                <a:lnTo>
                  <a:pt x="58405" y="24457"/>
                </a:lnTo>
                <a:lnTo>
                  <a:pt x="57509" y="24134"/>
                </a:lnTo>
                <a:lnTo>
                  <a:pt x="56669" y="23986"/>
                </a:lnTo>
                <a:lnTo>
                  <a:pt x="55834" y="24026"/>
                </a:lnTo>
                <a:lnTo>
                  <a:pt x="55074" y="24165"/>
                </a:lnTo>
                <a:lnTo>
                  <a:pt x="54334" y="24447"/>
                </a:lnTo>
                <a:lnTo>
                  <a:pt x="53665" y="24880"/>
                </a:lnTo>
                <a:lnTo>
                  <a:pt x="52897" y="25494"/>
                </a:lnTo>
                <a:lnTo>
                  <a:pt x="45576" y="32913"/>
                </a:lnTo>
                <a:lnTo>
                  <a:pt x="41353" y="37552"/>
                </a:lnTo>
                <a:lnTo>
                  <a:pt x="40334" y="38673"/>
                </a:lnTo>
                <a:lnTo>
                  <a:pt x="35766" y="43390"/>
                </a:lnTo>
                <a:lnTo>
                  <a:pt x="34194" y="45009"/>
                </a:lnTo>
                <a:lnTo>
                  <a:pt x="32649" y="46491"/>
                </a:lnTo>
                <a:lnTo>
                  <a:pt x="31332" y="47917"/>
                </a:lnTo>
                <a:lnTo>
                  <a:pt x="28009" y="51236"/>
                </a:lnTo>
                <a:lnTo>
                  <a:pt x="25434" y="53992"/>
                </a:lnTo>
                <a:lnTo>
                  <a:pt x="23709" y="55911"/>
                </a:lnTo>
                <a:lnTo>
                  <a:pt x="22161" y="57852"/>
                </a:lnTo>
                <a:lnTo>
                  <a:pt x="18405" y="62657"/>
                </a:lnTo>
                <a:lnTo>
                  <a:pt x="15855" y="66353"/>
                </a:lnTo>
                <a:lnTo>
                  <a:pt x="12061" y="72254"/>
                </a:lnTo>
                <a:lnTo>
                  <a:pt x="8441" y="77522"/>
                </a:lnTo>
                <a:lnTo>
                  <a:pt x="7649" y="78382"/>
                </a:lnTo>
                <a:lnTo>
                  <a:pt x="6421" y="78881"/>
                </a:lnTo>
                <a:lnTo>
                  <a:pt x="5498" y="79101"/>
                </a:lnTo>
                <a:lnTo>
                  <a:pt x="5000" y="78749"/>
                </a:lnTo>
                <a:lnTo>
                  <a:pt x="4840" y="78592"/>
                </a:lnTo>
                <a:lnTo>
                  <a:pt x="3446" y="80071"/>
                </a:lnTo>
                <a:lnTo>
                  <a:pt x="1379" y="78100"/>
                </a:lnTo>
                <a:lnTo>
                  <a:pt x="313" y="77085"/>
                </a:lnTo>
                <a:lnTo>
                  <a:pt x="1748" y="75589"/>
                </a:lnTo>
                <a:lnTo>
                  <a:pt x="1573" y="7542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227E01F-0FC4-4D69-BE07-3B957347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782" y="4211782"/>
            <a:ext cx="76758" cy="153678"/>
          </a:xfrm>
          <a:custGeom xmlns:a="http://schemas.openxmlformats.org/drawingml/2006/main">
            <a:pathLst>
              <a:path w="76758" h="153678">
                <a:moveTo>
                  <a:pt x="7328" y="0"/>
                </a:moveTo>
                <a:lnTo>
                  <a:pt x="76758" y="116193"/>
                </a:lnTo>
                <a:lnTo>
                  <a:pt x="71548" y="131575"/>
                </a:lnTo>
                <a:lnTo>
                  <a:pt x="71729" y="133317"/>
                </a:lnTo>
                <a:lnTo>
                  <a:pt x="74305" y="142880"/>
                </a:lnTo>
                <a:lnTo>
                  <a:pt x="54671" y="153678"/>
                </a:lnTo>
                <a:lnTo>
                  <a:pt x="50018" y="145264"/>
                </a:lnTo>
                <a:lnTo>
                  <a:pt x="64359" y="137167"/>
                </a:lnTo>
                <a:lnTo>
                  <a:pt x="61149" y="131504"/>
                </a:lnTo>
                <a:lnTo>
                  <a:pt x="64143" y="129822"/>
                </a:lnTo>
                <a:lnTo>
                  <a:pt x="35273" y="78874"/>
                </a:lnTo>
                <a:lnTo>
                  <a:pt x="19300" y="87888"/>
                </a:lnTo>
                <a:lnTo>
                  <a:pt x="15636" y="81364"/>
                </a:lnTo>
                <a:lnTo>
                  <a:pt x="19244" y="79335"/>
                </a:lnTo>
                <a:lnTo>
                  <a:pt x="18291" y="77503"/>
                </a:lnTo>
                <a:lnTo>
                  <a:pt x="20019" y="76474"/>
                </a:lnTo>
                <a:lnTo>
                  <a:pt x="17907" y="72622"/>
                </a:lnTo>
                <a:lnTo>
                  <a:pt x="33811" y="62949"/>
                </a:lnTo>
                <a:lnTo>
                  <a:pt x="23606" y="45171"/>
                </a:lnTo>
                <a:lnTo>
                  <a:pt x="0" y="4264"/>
                </a:lnTo>
                <a:lnTo>
                  <a:pt x="7328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5C9F380-CA6A-424D-80FC-FA2B3EA8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3158" y="3153774"/>
            <a:ext cx="38794" cy="35965"/>
          </a:xfrm>
          <a:custGeom xmlns:a="http://schemas.openxmlformats.org/drawingml/2006/main">
            <a:pathLst>
              <a:path w="38794" h="35965">
                <a:moveTo>
                  <a:pt x="0" y="12222"/>
                </a:moveTo>
                <a:lnTo>
                  <a:pt x="201" y="5163"/>
                </a:lnTo>
                <a:lnTo>
                  <a:pt x="3784" y="930"/>
                </a:lnTo>
                <a:lnTo>
                  <a:pt x="7819" y="0"/>
                </a:lnTo>
                <a:lnTo>
                  <a:pt x="9388" y="204"/>
                </a:lnTo>
                <a:lnTo>
                  <a:pt x="17195" y="3073"/>
                </a:lnTo>
                <a:lnTo>
                  <a:pt x="26113" y="3064"/>
                </a:lnTo>
                <a:lnTo>
                  <a:pt x="28527" y="2440"/>
                </a:lnTo>
                <a:lnTo>
                  <a:pt x="32467" y="1072"/>
                </a:lnTo>
                <a:lnTo>
                  <a:pt x="34419" y="884"/>
                </a:lnTo>
                <a:lnTo>
                  <a:pt x="38794" y="3760"/>
                </a:lnTo>
                <a:lnTo>
                  <a:pt x="37568" y="10134"/>
                </a:lnTo>
                <a:lnTo>
                  <a:pt x="36016" y="8192"/>
                </a:lnTo>
                <a:lnTo>
                  <a:pt x="33293" y="7730"/>
                </a:lnTo>
                <a:lnTo>
                  <a:pt x="30618" y="8633"/>
                </a:lnTo>
                <a:lnTo>
                  <a:pt x="27962" y="10077"/>
                </a:lnTo>
                <a:lnTo>
                  <a:pt x="27372" y="13628"/>
                </a:lnTo>
                <a:lnTo>
                  <a:pt x="25666" y="15098"/>
                </a:lnTo>
                <a:lnTo>
                  <a:pt x="20189" y="15304"/>
                </a:lnTo>
                <a:lnTo>
                  <a:pt x="17729" y="14928"/>
                </a:lnTo>
                <a:lnTo>
                  <a:pt x="15938" y="14154"/>
                </a:lnTo>
                <a:lnTo>
                  <a:pt x="14958" y="12459"/>
                </a:lnTo>
                <a:lnTo>
                  <a:pt x="15147" y="6901"/>
                </a:lnTo>
                <a:lnTo>
                  <a:pt x="12829" y="4639"/>
                </a:lnTo>
                <a:lnTo>
                  <a:pt x="6814" y="5139"/>
                </a:lnTo>
                <a:lnTo>
                  <a:pt x="5176" y="8328"/>
                </a:lnTo>
                <a:lnTo>
                  <a:pt x="5134" y="13747"/>
                </a:lnTo>
                <a:lnTo>
                  <a:pt x="7020" y="17690"/>
                </a:lnTo>
                <a:lnTo>
                  <a:pt x="9679" y="22596"/>
                </a:lnTo>
                <a:lnTo>
                  <a:pt x="12799" y="24157"/>
                </a:lnTo>
                <a:lnTo>
                  <a:pt x="22108" y="26689"/>
                </a:lnTo>
                <a:lnTo>
                  <a:pt x="32655" y="32029"/>
                </a:lnTo>
                <a:lnTo>
                  <a:pt x="30963" y="35965"/>
                </a:lnTo>
                <a:lnTo>
                  <a:pt x="21643" y="31433"/>
                </a:lnTo>
                <a:lnTo>
                  <a:pt x="6496" y="26292"/>
                </a:lnTo>
                <a:lnTo>
                  <a:pt x="1975" y="19885"/>
                </a:lnTo>
                <a:lnTo>
                  <a:pt x="0" y="1222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34BE568-8FDE-439E-9582-C66668CF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117" y="3138746"/>
            <a:ext cx="109120" cy="80451"/>
          </a:xfrm>
          <a:custGeom xmlns:a="http://schemas.openxmlformats.org/drawingml/2006/main">
            <a:pathLst>
              <a:path w="109120" h="80451">
                <a:moveTo>
                  <a:pt x="69774" y="2541"/>
                </a:moveTo>
                <a:lnTo>
                  <a:pt x="82340" y="16847"/>
                </a:lnTo>
                <a:lnTo>
                  <a:pt x="64744" y="35892"/>
                </a:lnTo>
                <a:lnTo>
                  <a:pt x="92882" y="63315"/>
                </a:lnTo>
                <a:lnTo>
                  <a:pt x="109120" y="64620"/>
                </a:lnTo>
                <a:lnTo>
                  <a:pt x="104348" y="68486"/>
                </a:lnTo>
                <a:lnTo>
                  <a:pt x="93821" y="71454"/>
                </a:lnTo>
                <a:lnTo>
                  <a:pt x="92749" y="73323"/>
                </a:lnTo>
                <a:lnTo>
                  <a:pt x="88661" y="80451"/>
                </a:lnTo>
                <a:lnTo>
                  <a:pt x="41069" y="38363"/>
                </a:lnTo>
                <a:lnTo>
                  <a:pt x="3676" y="74323"/>
                </a:lnTo>
                <a:lnTo>
                  <a:pt x="0" y="70614"/>
                </a:lnTo>
                <a:lnTo>
                  <a:pt x="67759" y="0"/>
                </a:lnTo>
                <a:lnTo>
                  <a:pt x="69774" y="254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533A68C-5977-43BD-BCF5-9E887D99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80" y="4363552"/>
            <a:ext cx="36687" cy="37002"/>
          </a:xfrm>
          <a:custGeom xmlns:a="http://schemas.openxmlformats.org/drawingml/2006/main">
            <a:pathLst>
              <a:path w="36687" h="37002">
                <a:moveTo>
                  <a:pt x="0" y="8799"/>
                </a:moveTo>
                <a:lnTo>
                  <a:pt x="14920" y="0"/>
                </a:lnTo>
                <a:lnTo>
                  <a:pt x="9636" y="18437"/>
                </a:lnTo>
                <a:lnTo>
                  <a:pt x="14623" y="19872"/>
                </a:lnTo>
                <a:lnTo>
                  <a:pt x="13340" y="24340"/>
                </a:lnTo>
                <a:lnTo>
                  <a:pt x="29485" y="28980"/>
                </a:lnTo>
                <a:lnTo>
                  <a:pt x="30773" y="24478"/>
                </a:lnTo>
                <a:lnTo>
                  <a:pt x="35996" y="26000"/>
                </a:lnTo>
                <a:lnTo>
                  <a:pt x="36687" y="27932"/>
                </a:lnTo>
                <a:lnTo>
                  <a:pt x="36048" y="29899"/>
                </a:lnTo>
                <a:lnTo>
                  <a:pt x="32985" y="32261"/>
                </a:lnTo>
                <a:lnTo>
                  <a:pt x="24626" y="36655"/>
                </a:lnTo>
                <a:lnTo>
                  <a:pt x="20211" y="37002"/>
                </a:lnTo>
                <a:lnTo>
                  <a:pt x="18033" y="36161"/>
                </a:lnTo>
                <a:lnTo>
                  <a:pt x="15781" y="34856"/>
                </a:lnTo>
                <a:lnTo>
                  <a:pt x="0" y="879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2712D1E-C809-4652-BC3A-5D874EF6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483" y="4118026"/>
            <a:ext cx="54141" cy="53173"/>
          </a:xfrm>
          <a:custGeom xmlns:a="http://schemas.openxmlformats.org/drawingml/2006/main">
            <a:pathLst>
              <a:path w="54141" h="53173">
                <a:moveTo>
                  <a:pt x="47126" y="48376"/>
                </a:moveTo>
                <a:lnTo>
                  <a:pt x="35708" y="37558"/>
                </a:lnTo>
                <a:lnTo>
                  <a:pt x="21376" y="23783"/>
                </a:lnTo>
                <a:lnTo>
                  <a:pt x="8989" y="11854"/>
                </a:lnTo>
                <a:lnTo>
                  <a:pt x="6826" y="9810"/>
                </a:lnTo>
                <a:lnTo>
                  <a:pt x="4978" y="7892"/>
                </a:lnTo>
                <a:lnTo>
                  <a:pt x="3401" y="6035"/>
                </a:lnTo>
                <a:lnTo>
                  <a:pt x="290" y="3108"/>
                </a:lnTo>
                <a:lnTo>
                  <a:pt x="103" y="2884"/>
                </a:lnTo>
                <a:lnTo>
                  <a:pt x="19" y="2683"/>
                </a:lnTo>
                <a:lnTo>
                  <a:pt x="0" y="1963"/>
                </a:lnTo>
                <a:lnTo>
                  <a:pt x="62" y="1775"/>
                </a:lnTo>
                <a:lnTo>
                  <a:pt x="263" y="1490"/>
                </a:lnTo>
                <a:lnTo>
                  <a:pt x="1248" y="463"/>
                </a:lnTo>
                <a:lnTo>
                  <a:pt x="1652" y="45"/>
                </a:lnTo>
                <a:lnTo>
                  <a:pt x="1760" y="0"/>
                </a:lnTo>
                <a:lnTo>
                  <a:pt x="1838" y="23"/>
                </a:lnTo>
                <a:lnTo>
                  <a:pt x="4458" y="2454"/>
                </a:lnTo>
                <a:lnTo>
                  <a:pt x="5344" y="2948"/>
                </a:lnTo>
                <a:lnTo>
                  <a:pt x="14511" y="11766"/>
                </a:lnTo>
                <a:lnTo>
                  <a:pt x="25645" y="22431"/>
                </a:lnTo>
                <a:lnTo>
                  <a:pt x="36599" y="33024"/>
                </a:lnTo>
                <a:lnTo>
                  <a:pt x="47199" y="43355"/>
                </a:lnTo>
                <a:lnTo>
                  <a:pt x="51717" y="47626"/>
                </a:lnTo>
                <a:lnTo>
                  <a:pt x="53128" y="49496"/>
                </a:lnTo>
                <a:lnTo>
                  <a:pt x="53829" y="51063"/>
                </a:lnTo>
                <a:lnTo>
                  <a:pt x="53956" y="51551"/>
                </a:lnTo>
                <a:lnTo>
                  <a:pt x="54141" y="52250"/>
                </a:lnTo>
                <a:lnTo>
                  <a:pt x="53226" y="53173"/>
                </a:lnTo>
                <a:lnTo>
                  <a:pt x="50460" y="52840"/>
                </a:lnTo>
                <a:lnTo>
                  <a:pt x="47126" y="4837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C5F87B3-3976-42CD-9A17-1CF897F6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995" y="3287175"/>
            <a:ext cx="13549" cy="13260"/>
          </a:xfrm>
          <a:custGeom xmlns:a="http://schemas.openxmlformats.org/drawingml/2006/main">
            <a:pathLst>
              <a:path w="13549" h="13260">
                <a:moveTo>
                  <a:pt x="0" y="9906"/>
                </a:moveTo>
                <a:lnTo>
                  <a:pt x="10607" y="0"/>
                </a:lnTo>
                <a:lnTo>
                  <a:pt x="13549" y="3220"/>
                </a:lnTo>
                <a:lnTo>
                  <a:pt x="3620" y="13260"/>
                </a:lnTo>
                <a:lnTo>
                  <a:pt x="0" y="990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365A66D-7F20-44EC-AE18-517F441F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0852" y="3234629"/>
            <a:ext cx="18271" cy="17570"/>
          </a:xfrm>
          <a:custGeom xmlns:a="http://schemas.openxmlformats.org/drawingml/2006/main">
            <a:pathLst>
              <a:path w="18271" h="17570">
                <a:moveTo>
                  <a:pt x="7617" y="1679"/>
                </a:moveTo>
                <a:lnTo>
                  <a:pt x="9526" y="3163"/>
                </a:lnTo>
                <a:lnTo>
                  <a:pt x="10336" y="4328"/>
                </a:lnTo>
                <a:lnTo>
                  <a:pt x="10832" y="6180"/>
                </a:lnTo>
                <a:lnTo>
                  <a:pt x="11651" y="9058"/>
                </a:lnTo>
                <a:lnTo>
                  <a:pt x="13872" y="10576"/>
                </a:lnTo>
                <a:lnTo>
                  <a:pt x="15851" y="11591"/>
                </a:lnTo>
                <a:lnTo>
                  <a:pt x="16698" y="12001"/>
                </a:lnTo>
                <a:lnTo>
                  <a:pt x="17725" y="12524"/>
                </a:lnTo>
                <a:lnTo>
                  <a:pt x="18271" y="15291"/>
                </a:lnTo>
                <a:lnTo>
                  <a:pt x="16480" y="17441"/>
                </a:lnTo>
                <a:lnTo>
                  <a:pt x="14495" y="17570"/>
                </a:lnTo>
                <a:lnTo>
                  <a:pt x="12734" y="17516"/>
                </a:lnTo>
                <a:lnTo>
                  <a:pt x="10857" y="17040"/>
                </a:lnTo>
                <a:lnTo>
                  <a:pt x="8943" y="15557"/>
                </a:lnTo>
                <a:lnTo>
                  <a:pt x="5998" y="12583"/>
                </a:lnTo>
                <a:lnTo>
                  <a:pt x="3033" y="9068"/>
                </a:lnTo>
                <a:lnTo>
                  <a:pt x="0" y="5333"/>
                </a:lnTo>
                <a:lnTo>
                  <a:pt x="86" y="2728"/>
                </a:lnTo>
                <a:lnTo>
                  <a:pt x="1329" y="872"/>
                </a:lnTo>
                <a:lnTo>
                  <a:pt x="3518" y="0"/>
                </a:lnTo>
                <a:lnTo>
                  <a:pt x="6044" y="704"/>
                </a:lnTo>
                <a:lnTo>
                  <a:pt x="7617" y="167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290F3AE-9596-4171-819F-88616E3D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452" y="2083628"/>
            <a:ext cx="17354" cy="81506"/>
          </a:xfrm>
          <a:custGeom xmlns:a="http://schemas.openxmlformats.org/drawingml/2006/main">
            <a:pathLst>
              <a:path w="17354" h="81506">
                <a:moveTo>
                  <a:pt x="6918" y="80714"/>
                </a:moveTo>
                <a:lnTo>
                  <a:pt x="5362" y="78975"/>
                </a:lnTo>
                <a:lnTo>
                  <a:pt x="4755" y="76981"/>
                </a:lnTo>
                <a:lnTo>
                  <a:pt x="0" y="4483"/>
                </a:lnTo>
                <a:lnTo>
                  <a:pt x="366" y="2422"/>
                </a:lnTo>
                <a:lnTo>
                  <a:pt x="1511" y="951"/>
                </a:lnTo>
                <a:lnTo>
                  <a:pt x="3173" y="0"/>
                </a:lnTo>
                <a:lnTo>
                  <a:pt x="8358" y="25"/>
                </a:lnTo>
                <a:lnTo>
                  <a:pt x="10042" y="498"/>
                </a:lnTo>
                <a:lnTo>
                  <a:pt x="11452" y="2021"/>
                </a:lnTo>
                <a:lnTo>
                  <a:pt x="12117" y="4013"/>
                </a:lnTo>
                <a:lnTo>
                  <a:pt x="17354" y="76897"/>
                </a:lnTo>
                <a:lnTo>
                  <a:pt x="17027" y="78872"/>
                </a:lnTo>
                <a:lnTo>
                  <a:pt x="15094" y="81144"/>
                </a:lnTo>
                <a:lnTo>
                  <a:pt x="8096" y="81506"/>
                </a:lnTo>
                <a:lnTo>
                  <a:pt x="6918" y="8071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46B0152-C3D6-4875-9056-99C41AE9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418" y="2138679"/>
            <a:ext cx="99646" cy="52312"/>
          </a:xfrm>
          <a:custGeom xmlns:a="http://schemas.openxmlformats.org/drawingml/2006/main">
            <a:pathLst>
              <a:path w="99646" h="52312">
                <a:moveTo>
                  <a:pt x="2842" y="29778"/>
                </a:moveTo>
                <a:lnTo>
                  <a:pt x="89919" y="0"/>
                </a:lnTo>
                <a:lnTo>
                  <a:pt x="97440" y="4194"/>
                </a:lnTo>
                <a:lnTo>
                  <a:pt x="97676" y="4875"/>
                </a:lnTo>
                <a:lnTo>
                  <a:pt x="99638" y="11996"/>
                </a:lnTo>
                <a:lnTo>
                  <a:pt x="99646" y="12284"/>
                </a:lnTo>
                <a:lnTo>
                  <a:pt x="95323" y="21214"/>
                </a:lnTo>
                <a:lnTo>
                  <a:pt x="4657" y="51477"/>
                </a:lnTo>
                <a:lnTo>
                  <a:pt x="2882" y="52066"/>
                </a:lnTo>
                <a:lnTo>
                  <a:pt x="594" y="52312"/>
                </a:lnTo>
                <a:lnTo>
                  <a:pt x="0" y="34202"/>
                </a:lnTo>
                <a:lnTo>
                  <a:pt x="2019" y="30063"/>
                </a:lnTo>
                <a:lnTo>
                  <a:pt x="2842" y="2977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5044EF9-0109-4F80-A2EA-9FF1DFDB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6932" y="2085661"/>
            <a:ext cx="136293" cy="59494"/>
          </a:xfrm>
          <a:custGeom xmlns:a="http://schemas.openxmlformats.org/drawingml/2006/main">
            <a:pathLst>
              <a:path w="136293" h="59494">
                <a:moveTo>
                  <a:pt x="4486" y="40226"/>
                </a:moveTo>
                <a:lnTo>
                  <a:pt x="120933" y="465"/>
                </a:lnTo>
                <a:lnTo>
                  <a:pt x="123884" y="583"/>
                </a:lnTo>
                <a:lnTo>
                  <a:pt x="125547" y="2048"/>
                </a:lnTo>
                <a:lnTo>
                  <a:pt x="131218" y="0"/>
                </a:lnTo>
                <a:lnTo>
                  <a:pt x="136293" y="14364"/>
                </a:lnTo>
                <a:lnTo>
                  <a:pt x="130920" y="16320"/>
                </a:lnTo>
                <a:lnTo>
                  <a:pt x="130802" y="17933"/>
                </a:lnTo>
                <a:lnTo>
                  <a:pt x="130353" y="19624"/>
                </a:lnTo>
                <a:lnTo>
                  <a:pt x="129331" y="20829"/>
                </a:lnTo>
                <a:lnTo>
                  <a:pt x="128538" y="21240"/>
                </a:lnTo>
                <a:lnTo>
                  <a:pt x="11012" y="59494"/>
                </a:lnTo>
                <a:lnTo>
                  <a:pt x="1642" y="55043"/>
                </a:lnTo>
                <a:lnTo>
                  <a:pt x="0" y="49847"/>
                </a:lnTo>
                <a:lnTo>
                  <a:pt x="4486" y="4022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5C550DD-4F0D-41E5-897A-1F2DB396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0311" y="2127207"/>
            <a:ext cx="488717" cy="171110"/>
          </a:xfrm>
          <a:custGeom xmlns:a="http://schemas.openxmlformats.org/drawingml/2006/main">
            <a:pathLst>
              <a:path w="488717" h="171110">
                <a:moveTo>
                  <a:pt x="472237" y="18195"/>
                </a:moveTo>
                <a:lnTo>
                  <a:pt x="387193" y="48116"/>
                </a:lnTo>
                <a:lnTo>
                  <a:pt x="334432" y="66679"/>
                </a:lnTo>
                <a:lnTo>
                  <a:pt x="332960" y="66921"/>
                </a:lnTo>
                <a:lnTo>
                  <a:pt x="331493" y="66621"/>
                </a:lnTo>
                <a:lnTo>
                  <a:pt x="330455" y="66046"/>
                </a:lnTo>
                <a:lnTo>
                  <a:pt x="329741" y="64938"/>
                </a:lnTo>
                <a:lnTo>
                  <a:pt x="329078" y="63039"/>
                </a:lnTo>
                <a:lnTo>
                  <a:pt x="318306" y="66681"/>
                </a:lnTo>
                <a:lnTo>
                  <a:pt x="318808" y="68397"/>
                </a:lnTo>
                <a:lnTo>
                  <a:pt x="319080" y="69450"/>
                </a:lnTo>
                <a:lnTo>
                  <a:pt x="318963" y="70326"/>
                </a:lnTo>
                <a:lnTo>
                  <a:pt x="318618" y="71191"/>
                </a:lnTo>
                <a:lnTo>
                  <a:pt x="318048" y="72029"/>
                </a:lnTo>
                <a:lnTo>
                  <a:pt x="317155" y="72595"/>
                </a:lnTo>
                <a:lnTo>
                  <a:pt x="164226" y="125160"/>
                </a:lnTo>
                <a:lnTo>
                  <a:pt x="137026" y="134686"/>
                </a:lnTo>
                <a:lnTo>
                  <a:pt x="84087" y="153088"/>
                </a:lnTo>
                <a:lnTo>
                  <a:pt x="82390" y="151505"/>
                </a:lnTo>
                <a:lnTo>
                  <a:pt x="65773" y="157293"/>
                </a:lnTo>
                <a:lnTo>
                  <a:pt x="65706" y="159507"/>
                </a:lnTo>
                <a:lnTo>
                  <a:pt x="47912" y="165521"/>
                </a:lnTo>
                <a:lnTo>
                  <a:pt x="43944" y="166821"/>
                </a:lnTo>
                <a:lnTo>
                  <a:pt x="34187" y="170384"/>
                </a:lnTo>
                <a:lnTo>
                  <a:pt x="31282" y="171054"/>
                </a:lnTo>
                <a:lnTo>
                  <a:pt x="29498" y="171110"/>
                </a:lnTo>
                <a:lnTo>
                  <a:pt x="27972" y="170302"/>
                </a:lnTo>
                <a:lnTo>
                  <a:pt x="26630" y="167031"/>
                </a:lnTo>
                <a:lnTo>
                  <a:pt x="16151" y="135319"/>
                </a:lnTo>
                <a:lnTo>
                  <a:pt x="7655" y="108524"/>
                </a:lnTo>
                <a:lnTo>
                  <a:pt x="2447" y="94062"/>
                </a:lnTo>
                <a:lnTo>
                  <a:pt x="0" y="85495"/>
                </a:lnTo>
                <a:lnTo>
                  <a:pt x="2775" y="83871"/>
                </a:lnTo>
                <a:lnTo>
                  <a:pt x="2695" y="83585"/>
                </a:lnTo>
                <a:lnTo>
                  <a:pt x="999" y="77517"/>
                </a:lnTo>
                <a:lnTo>
                  <a:pt x="8382" y="75254"/>
                </a:lnTo>
                <a:lnTo>
                  <a:pt x="10416" y="81313"/>
                </a:lnTo>
                <a:lnTo>
                  <a:pt x="10612" y="81892"/>
                </a:lnTo>
                <a:lnTo>
                  <a:pt x="12828" y="81665"/>
                </a:lnTo>
                <a:lnTo>
                  <a:pt x="14051" y="82565"/>
                </a:lnTo>
                <a:lnTo>
                  <a:pt x="37390" y="151292"/>
                </a:lnTo>
                <a:lnTo>
                  <a:pt x="39745" y="151247"/>
                </a:lnTo>
                <a:lnTo>
                  <a:pt x="43175" y="150241"/>
                </a:lnTo>
                <a:lnTo>
                  <a:pt x="45496" y="149493"/>
                </a:lnTo>
                <a:lnTo>
                  <a:pt x="131041" y="119889"/>
                </a:lnTo>
                <a:lnTo>
                  <a:pt x="158390" y="110503"/>
                </a:lnTo>
                <a:lnTo>
                  <a:pt x="311883" y="58313"/>
                </a:lnTo>
                <a:lnTo>
                  <a:pt x="313172" y="58186"/>
                </a:lnTo>
                <a:lnTo>
                  <a:pt x="314121" y="58356"/>
                </a:lnTo>
                <a:lnTo>
                  <a:pt x="315304" y="58935"/>
                </a:lnTo>
                <a:lnTo>
                  <a:pt x="316065" y="59847"/>
                </a:lnTo>
                <a:lnTo>
                  <a:pt x="316707" y="62136"/>
                </a:lnTo>
                <a:lnTo>
                  <a:pt x="327682" y="58303"/>
                </a:lnTo>
                <a:lnTo>
                  <a:pt x="326911" y="56051"/>
                </a:lnTo>
                <a:lnTo>
                  <a:pt x="326865" y="55069"/>
                </a:lnTo>
                <a:lnTo>
                  <a:pt x="327171" y="54094"/>
                </a:lnTo>
                <a:lnTo>
                  <a:pt x="327722" y="53342"/>
                </a:lnTo>
                <a:lnTo>
                  <a:pt x="328750" y="52764"/>
                </a:lnTo>
                <a:lnTo>
                  <a:pt x="382394" y="34636"/>
                </a:lnTo>
                <a:lnTo>
                  <a:pt x="458158" y="9038"/>
                </a:lnTo>
                <a:lnTo>
                  <a:pt x="481847" y="866"/>
                </a:lnTo>
                <a:lnTo>
                  <a:pt x="484762" y="0"/>
                </a:lnTo>
                <a:lnTo>
                  <a:pt x="488717" y="12367"/>
                </a:lnTo>
                <a:lnTo>
                  <a:pt x="486167" y="13290"/>
                </a:lnTo>
                <a:lnTo>
                  <a:pt x="472237" y="1819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49BF1F3-715C-4064-ADD8-85CC5E04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8377" y="1967229"/>
            <a:ext cx="171358" cy="156809"/>
          </a:xfrm>
          <a:custGeom xmlns:a="http://schemas.openxmlformats.org/drawingml/2006/main">
            <a:pathLst>
              <a:path w="171358" h="156809">
                <a:moveTo>
                  <a:pt x="162250" y="156809"/>
                </a:moveTo>
                <a:lnTo>
                  <a:pt x="121852" y="120052"/>
                </a:lnTo>
                <a:lnTo>
                  <a:pt x="86533" y="88809"/>
                </a:lnTo>
                <a:lnTo>
                  <a:pt x="34769" y="42640"/>
                </a:lnTo>
                <a:lnTo>
                  <a:pt x="11623" y="23974"/>
                </a:lnTo>
                <a:lnTo>
                  <a:pt x="11746" y="22131"/>
                </a:lnTo>
                <a:lnTo>
                  <a:pt x="13330" y="20564"/>
                </a:lnTo>
                <a:lnTo>
                  <a:pt x="10754" y="18316"/>
                </a:lnTo>
                <a:lnTo>
                  <a:pt x="9963" y="17625"/>
                </a:lnTo>
                <a:lnTo>
                  <a:pt x="8216" y="16093"/>
                </a:lnTo>
                <a:lnTo>
                  <a:pt x="7430" y="15410"/>
                </a:lnTo>
                <a:lnTo>
                  <a:pt x="6612" y="14694"/>
                </a:lnTo>
                <a:lnTo>
                  <a:pt x="5916" y="14085"/>
                </a:lnTo>
                <a:lnTo>
                  <a:pt x="5194" y="13459"/>
                </a:lnTo>
                <a:lnTo>
                  <a:pt x="3362" y="11854"/>
                </a:lnTo>
                <a:lnTo>
                  <a:pt x="2448" y="11064"/>
                </a:lnTo>
                <a:lnTo>
                  <a:pt x="0" y="8923"/>
                </a:lnTo>
                <a:lnTo>
                  <a:pt x="10905" y="0"/>
                </a:lnTo>
                <a:lnTo>
                  <a:pt x="13098" y="1918"/>
                </a:lnTo>
                <a:lnTo>
                  <a:pt x="14246" y="2948"/>
                </a:lnTo>
                <a:lnTo>
                  <a:pt x="16041" y="4537"/>
                </a:lnTo>
                <a:lnTo>
                  <a:pt x="16769" y="5180"/>
                </a:lnTo>
                <a:lnTo>
                  <a:pt x="17455" y="5789"/>
                </a:lnTo>
                <a:lnTo>
                  <a:pt x="18347" y="6580"/>
                </a:lnTo>
                <a:lnTo>
                  <a:pt x="19080" y="7222"/>
                </a:lnTo>
                <a:lnTo>
                  <a:pt x="19771" y="7831"/>
                </a:lnTo>
                <a:lnTo>
                  <a:pt x="20796" y="8737"/>
                </a:lnTo>
                <a:lnTo>
                  <a:pt x="21624" y="9470"/>
                </a:lnTo>
                <a:lnTo>
                  <a:pt x="24100" y="11661"/>
                </a:lnTo>
                <a:lnTo>
                  <a:pt x="27373" y="11601"/>
                </a:lnTo>
                <a:lnTo>
                  <a:pt x="68651" y="46716"/>
                </a:lnTo>
                <a:lnTo>
                  <a:pt x="135980" y="105991"/>
                </a:lnTo>
                <a:lnTo>
                  <a:pt x="152947" y="120740"/>
                </a:lnTo>
                <a:lnTo>
                  <a:pt x="170812" y="136874"/>
                </a:lnTo>
                <a:lnTo>
                  <a:pt x="171358" y="138911"/>
                </a:lnTo>
                <a:lnTo>
                  <a:pt x="162250" y="15680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C19784F-30D6-4C9A-9FD5-1888E12B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3098" y="2230657"/>
            <a:ext cx="349540" cy="251943"/>
          </a:xfrm>
          <a:custGeom xmlns:a="http://schemas.openxmlformats.org/drawingml/2006/main">
            <a:pathLst>
              <a:path w="349540" h="251943">
                <a:moveTo>
                  <a:pt x="238728" y="174558"/>
                </a:moveTo>
                <a:lnTo>
                  <a:pt x="240766" y="173267"/>
                </a:lnTo>
                <a:lnTo>
                  <a:pt x="264455" y="189562"/>
                </a:lnTo>
                <a:lnTo>
                  <a:pt x="262657" y="191890"/>
                </a:lnTo>
                <a:lnTo>
                  <a:pt x="295964" y="215716"/>
                </a:lnTo>
                <a:lnTo>
                  <a:pt x="312813" y="227688"/>
                </a:lnTo>
                <a:lnTo>
                  <a:pt x="320769" y="233406"/>
                </a:lnTo>
                <a:lnTo>
                  <a:pt x="349540" y="237961"/>
                </a:lnTo>
                <a:lnTo>
                  <a:pt x="349354" y="240374"/>
                </a:lnTo>
                <a:lnTo>
                  <a:pt x="348847" y="248602"/>
                </a:lnTo>
                <a:lnTo>
                  <a:pt x="348182" y="251943"/>
                </a:lnTo>
                <a:lnTo>
                  <a:pt x="344999" y="251712"/>
                </a:lnTo>
                <a:lnTo>
                  <a:pt x="344432" y="251057"/>
                </a:lnTo>
                <a:lnTo>
                  <a:pt x="320243" y="249036"/>
                </a:lnTo>
                <a:lnTo>
                  <a:pt x="309884" y="246297"/>
                </a:lnTo>
                <a:lnTo>
                  <a:pt x="305021" y="242728"/>
                </a:lnTo>
                <a:lnTo>
                  <a:pt x="291123" y="233087"/>
                </a:lnTo>
                <a:lnTo>
                  <a:pt x="291662" y="232250"/>
                </a:lnTo>
                <a:lnTo>
                  <a:pt x="287661" y="228514"/>
                </a:lnTo>
                <a:lnTo>
                  <a:pt x="282983" y="224287"/>
                </a:lnTo>
                <a:lnTo>
                  <a:pt x="278838" y="220572"/>
                </a:lnTo>
                <a:lnTo>
                  <a:pt x="272016" y="215172"/>
                </a:lnTo>
                <a:lnTo>
                  <a:pt x="268083" y="212621"/>
                </a:lnTo>
                <a:lnTo>
                  <a:pt x="267678" y="213208"/>
                </a:lnTo>
                <a:lnTo>
                  <a:pt x="263381" y="210277"/>
                </a:lnTo>
                <a:lnTo>
                  <a:pt x="263643" y="209778"/>
                </a:lnTo>
                <a:lnTo>
                  <a:pt x="259254" y="206874"/>
                </a:lnTo>
                <a:lnTo>
                  <a:pt x="258920" y="207375"/>
                </a:lnTo>
                <a:lnTo>
                  <a:pt x="254764" y="204253"/>
                </a:lnTo>
                <a:lnTo>
                  <a:pt x="255343" y="203780"/>
                </a:lnTo>
                <a:lnTo>
                  <a:pt x="246932" y="197514"/>
                </a:lnTo>
                <a:lnTo>
                  <a:pt x="246546" y="197855"/>
                </a:lnTo>
                <a:lnTo>
                  <a:pt x="239145" y="192292"/>
                </a:lnTo>
                <a:lnTo>
                  <a:pt x="237009" y="194993"/>
                </a:lnTo>
                <a:lnTo>
                  <a:pt x="233399" y="192476"/>
                </a:lnTo>
                <a:lnTo>
                  <a:pt x="224693" y="203750"/>
                </a:lnTo>
                <a:lnTo>
                  <a:pt x="221150" y="201062"/>
                </a:lnTo>
                <a:lnTo>
                  <a:pt x="229542" y="189669"/>
                </a:lnTo>
                <a:lnTo>
                  <a:pt x="229232" y="189338"/>
                </a:lnTo>
                <a:lnTo>
                  <a:pt x="230219" y="185988"/>
                </a:lnTo>
                <a:lnTo>
                  <a:pt x="226193" y="183075"/>
                </a:lnTo>
                <a:lnTo>
                  <a:pt x="207914" y="169606"/>
                </a:lnTo>
                <a:lnTo>
                  <a:pt x="198208" y="162255"/>
                </a:lnTo>
                <a:lnTo>
                  <a:pt x="181236" y="149956"/>
                </a:lnTo>
                <a:lnTo>
                  <a:pt x="175324" y="145557"/>
                </a:lnTo>
                <a:lnTo>
                  <a:pt x="156709" y="132724"/>
                </a:lnTo>
                <a:lnTo>
                  <a:pt x="155754" y="131333"/>
                </a:lnTo>
                <a:lnTo>
                  <a:pt x="155549" y="130041"/>
                </a:lnTo>
                <a:lnTo>
                  <a:pt x="155763" y="128891"/>
                </a:lnTo>
                <a:lnTo>
                  <a:pt x="156910" y="126928"/>
                </a:lnTo>
                <a:lnTo>
                  <a:pt x="150125" y="122086"/>
                </a:lnTo>
                <a:lnTo>
                  <a:pt x="149594" y="123016"/>
                </a:lnTo>
                <a:lnTo>
                  <a:pt x="128026" y="106623"/>
                </a:lnTo>
                <a:lnTo>
                  <a:pt x="111678" y="94349"/>
                </a:lnTo>
                <a:lnTo>
                  <a:pt x="96009" y="82600"/>
                </a:lnTo>
                <a:lnTo>
                  <a:pt x="80315" y="70691"/>
                </a:lnTo>
                <a:lnTo>
                  <a:pt x="48162" y="46621"/>
                </a:lnTo>
                <a:lnTo>
                  <a:pt x="14828" y="21233"/>
                </a:lnTo>
                <a:lnTo>
                  <a:pt x="505" y="10534"/>
                </a:lnTo>
                <a:lnTo>
                  <a:pt x="0" y="6690"/>
                </a:lnTo>
                <a:lnTo>
                  <a:pt x="4795" y="478"/>
                </a:lnTo>
                <a:lnTo>
                  <a:pt x="8488" y="0"/>
                </a:lnTo>
                <a:lnTo>
                  <a:pt x="42268" y="25410"/>
                </a:lnTo>
                <a:lnTo>
                  <a:pt x="98681" y="67821"/>
                </a:lnTo>
                <a:lnTo>
                  <a:pt x="145869" y="103181"/>
                </a:lnTo>
                <a:lnTo>
                  <a:pt x="149857" y="103874"/>
                </a:lnTo>
                <a:lnTo>
                  <a:pt x="149991" y="103642"/>
                </a:lnTo>
                <a:lnTo>
                  <a:pt x="153785" y="106612"/>
                </a:lnTo>
                <a:lnTo>
                  <a:pt x="154461" y="112817"/>
                </a:lnTo>
                <a:lnTo>
                  <a:pt x="153217" y="115478"/>
                </a:lnTo>
                <a:lnTo>
                  <a:pt x="159957" y="120346"/>
                </a:lnTo>
                <a:lnTo>
                  <a:pt x="160716" y="119021"/>
                </a:lnTo>
                <a:lnTo>
                  <a:pt x="161463" y="118391"/>
                </a:lnTo>
                <a:lnTo>
                  <a:pt x="162288" y="117988"/>
                </a:lnTo>
                <a:lnTo>
                  <a:pt x="163621" y="117767"/>
                </a:lnTo>
                <a:lnTo>
                  <a:pt x="165119" y="118067"/>
                </a:lnTo>
                <a:lnTo>
                  <a:pt x="182555" y="130863"/>
                </a:lnTo>
                <a:lnTo>
                  <a:pt x="198804" y="142545"/>
                </a:lnTo>
                <a:lnTo>
                  <a:pt x="235338" y="169933"/>
                </a:lnTo>
                <a:lnTo>
                  <a:pt x="234775" y="171652"/>
                </a:lnTo>
                <a:lnTo>
                  <a:pt x="238728" y="17455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0671BD4-4F74-45B5-AC04-DE7C84F8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1839" y="2268059"/>
            <a:ext cx="12252" cy="54548"/>
          </a:xfrm>
          <a:custGeom xmlns:a="http://schemas.openxmlformats.org/drawingml/2006/main">
            <a:pathLst>
              <a:path w="12252" h="54548">
                <a:moveTo>
                  <a:pt x="8843" y="0"/>
                </a:moveTo>
                <a:lnTo>
                  <a:pt x="10735" y="4266"/>
                </a:lnTo>
                <a:lnTo>
                  <a:pt x="12252" y="41139"/>
                </a:lnTo>
                <a:lnTo>
                  <a:pt x="11833" y="46161"/>
                </a:lnTo>
                <a:lnTo>
                  <a:pt x="11500" y="47102"/>
                </a:lnTo>
                <a:lnTo>
                  <a:pt x="10004" y="47879"/>
                </a:lnTo>
                <a:lnTo>
                  <a:pt x="10592" y="53849"/>
                </a:lnTo>
                <a:lnTo>
                  <a:pt x="3323" y="54548"/>
                </a:lnTo>
                <a:lnTo>
                  <a:pt x="2974" y="48555"/>
                </a:lnTo>
                <a:lnTo>
                  <a:pt x="1697" y="47978"/>
                </a:lnTo>
                <a:lnTo>
                  <a:pt x="1345" y="47190"/>
                </a:lnTo>
                <a:lnTo>
                  <a:pt x="0" y="2631"/>
                </a:lnTo>
                <a:lnTo>
                  <a:pt x="1259" y="182"/>
                </a:lnTo>
                <a:lnTo>
                  <a:pt x="8843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101431C-B588-4B94-AF67-D1189999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8084" y="2316702"/>
            <a:ext cx="1096122" cy="336140"/>
          </a:xfrm>
          <a:custGeom xmlns:a="http://schemas.openxmlformats.org/drawingml/2006/main">
            <a:pathLst>
              <a:path w="1096122" h="336140">
                <a:moveTo>
                  <a:pt x="3653" y="2430"/>
                </a:moveTo>
                <a:lnTo>
                  <a:pt x="7729" y="1697"/>
                </a:lnTo>
                <a:lnTo>
                  <a:pt x="11682" y="0"/>
                </a:lnTo>
                <a:lnTo>
                  <a:pt x="23798" y="693"/>
                </a:lnTo>
                <a:lnTo>
                  <a:pt x="41716" y="1727"/>
                </a:lnTo>
                <a:lnTo>
                  <a:pt x="45975" y="2456"/>
                </a:lnTo>
                <a:lnTo>
                  <a:pt x="54197" y="3869"/>
                </a:lnTo>
                <a:lnTo>
                  <a:pt x="58010" y="5186"/>
                </a:lnTo>
                <a:lnTo>
                  <a:pt x="73465" y="10701"/>
                </a:lnTo>
                <a:lnTo>
                  <a:pt x="75687" y="11525"/>
                </a:lnTo>
                <a:lnTo>
                  <a:pt x="90411" y="22264"/>
                </a:lnTo>
                <a:lnTo>
                  <a:pt x="109143" y="36197"/>
                </a:lnTo>
                <a:lnTo>
                  <a:pt x="144648" y="62613"/>
                </a:lnTo>
                <a:lnTo>
                  <a:pt x="177695" y="86888"/>
                </a:lnTo>
                <a:lnTo>
                  <a:pt x="178373" y="87608"/>
                </a:lnTo>
                <a:lnTo>
                  <a:pt x="187838" y="95093"/>
                </a:lnTo>
                <a:lnTo>
                  <a:pt x="188543" y="95270"/>
                </a:lnTo>
                <a:lnTo>
                  <a:pt x="193553" y="98895"/>
                </a:lnTo>
                <a:lnTo>
                  <a:pt x="199341" y="103712"/>
                </a:lnTo>
                <a:lnTo>
                  <a:pt x="205485" y="108825"/>
                </a:lnTo>
                <a:lnTo>
                  <a:pt x="244892" y="138682"/>
                </a:lnTo>
                <a:lnTo>
                  <a:pt x="259942" y="148742"/>
                </a:lnTo>
                <a:lnTo>
                  <a:pt x="267131" y="158915"/>
                </a:lnTo>
                <a:lnTo>
                  <a:pt x="282321" y="181663"/>
                </a:lnTo>
                <a:lnTo>
                  <a:pt x="303379" y="212490"/>
                </a:lnTo>
                <a:lnTo>
                  <a:pt x="313227" y="226247"/>
                </a:lnTo>
                <a:lnTo>
                  <a:pt x="326042" y="241130"/>
                </a:lnTo>
                <a:lnTo>
                  <a:pt x="335140" y="249235"/>
                </a:lnTo>
                <a:lnTo>
                  <a:pt x="343959" y="256024"/>
                </a:lnTo>
                <a:lnTo>
                  <a:pt x="356585" y="264851"/>
                </a:lnTo>
                <a:lnTo>
                  <a:pt x="370715" y="273044"/>
                </a:lnTo>
                <a:lnTo>
                  <a:pt x="387284" y="281369"/>
                </a:lnTo>
                <a:lnTo>
                  <a:pt x="392446" y="283464"/>
                </a:lnTo>
                <a:lnTo>
                  <a:pt x="403765" y="286364"/>
                </a:lnTo>
                <a:lnTo>
                  <a:pt x="403756" y="287212"/>
                </a:lnTo>
                <a:lnTo>
                  <a:pt x="432447" y="290481"/>
                </a:lnTo>
                <a:lnTo>
                  <a:pt x="432487" y="289818"/>
                </a:lnTo>
                <a:lnTo>
                  <a:pt x="447870" y="290925"/>
                </a:lnTo>
                <a:lnTo>
                  <a:pt x="517050" y="295635"/>
                </a:lnTo>
                <a:lnTo>
                  <a:pt x="695183" y="308646"/>
                </a:lnTo>
                <a:lnTo>
                  <a:pt x="753784" y="312137"/>
                </a:lnTo>
                <a:lnTo>
                  <a:pt x="795704" y="314089"/>
                </a:lnTo>
                <a:lnTo>
                  <a:pt x="828395" y="305592"/>
                </a:lnTo>
                <a:lnTo>
                  <a:pt x="835122" y="303389"/>
                </a:lnTo>
                <a:lnTo>
                  <a:pt x="836870" y="309465"/>
                </a:lnTo>
                <a:lnTo>
                  <a:pt x="866659" y="299187"/>
                </a:lnTo>
                <a:lnTo>
                  <a:pt x="865325" y="294441"/>
                </a:lnTo>
                <a:lnTo>
                  <a:pt x="875175" y="291783"/>
                </a:lnTo>
                <a:lnTo>
                  <a:pt x="956937" y="263081"/>
                </a:lnTo>
                <a:lnTo>
                  <a:pt x="965413" y="259713"/>
                </a:lnTo>
                <a:lnTo>
                  <a:pt x="973933" y="256819"/>
                </a:lnTo>
                <a:lnTo>
                  <a:pt x="980509" y="254823"/>
                </a:lnTo>
                <a:lnTo>
                  <a:pt x="985652" y="253000"/>
                </a:lnTo>
                <a:lnTo>
                  <a:pt x="1063698" y="224954"/>
                </a:lnTo>
                <a:lnTo>
                  <a:pt x="1092613" y="215605"/>
                </a:lnTo>
                <a:lnTo>
                  <a:pt x="1093964" y="214891"/>
                </a:lnTo>
                <a:lnTo>
                  <a:pt x="1094636" y="214000"/>
                </a:lnTo>
                <a:lnTo>
                  <a:pt x="1096122" y="234944"/>
                </a:lnTo>
                <a:lnTo>
                  <a:pt x="1095289" y="234042"/>
                </a:lnTo>
                <a:lnTo>
                  <a:pt x="1094064" y="233667"/>
                </a:lnTo>
                <a:lnTo>
                  <a:pt x="1093024" y="233991"/>
                </a:lnTo>
                <a:lnTo>
                  <a:pt x="1055158" y="247968"/>
                </a:lnTo>
                <a:lnTo>
                  <a:pt x="991298" y="271707"/>
                </a:lnTo>
                <a:lnTo>
                  <a:pt x="985301" y="273620"/>
                </a:lnTo>
                <a:lnTo>
                  <a:pt x="979325" y="275523"/>
                </a:lnTo>
                <a:lnTo>
                  <a:pt x="971176" y="278128"/>
                </a:lnTo>
                <a:lnTo>
                  <a:pt x="970235" y="279230"/>
                </a:lnTo>
                <a:lnTo>
                  <a:pt x="871400" y="314849"/>
                </a:lnTo>
                <a:lnTo>
                  <a:pt x="870034" y="310468"/>
                </a:lnTo>
                <a:lnTo>
                  <a:pt x="840285" y="320549"/>
                </a:lnTo>
                <a:lnTo>
                  <a:pt x="841637" y="325160"/>
                </a:lnTo>
                <a:lnTo>
                  <a:pt x="823806" y="330486"/>
                </a:lnTo>
                <a:lnTo>
                  <a:pt x="812768" y="332361"/>
                </a:lnTo>
                <a:lnTo>
                  <a:pt x="804645" y="333964"/>
                </a:lnTo>
                <a:lnTo>
                  <a:pt x="800377" y="334721"/>
                </a:lnTo>
                <a:lnTo>
                  <a:pt x="793147" y="336140"/>
                </a:lnTo>
                <a:lnTo>
                  <a:pt x="784454" y="335613"/>
                </a:lnTo>
                <a:lnTo>
                  <a:pt x="767826" y="334328"/>
                </a:lnTo>
                <a:lnTo>
                  <a:pt x="618577" y="324447"/>
                </a:lnTo>
                <a:lnTo>
                  <a:pt x="613956" y="324212"/>
                </a:lnTo>
                <a:lnTo>
                  <a:pt x="531666" y="318406"/>
                </a:lnTo>
                <a:lnTo>
                  <a:pt x="527162" y="318269"/>
                </a:lnTo>
                <a:lnTo>
                  <a:pt x="511216" y="318483"/>
                </a:lnTo>
                <a:lnTo>
                  <a:pt x="471885" y="315672"/>
                </a:lnTo>
                <a:lnTo>
                  <a:pt x="462637" y="315142"/>
                </a:lnTo>
                <a:lnTo>
                  <a:pt x="446400" y="313337"/>
                </a:lnTo>
                <a:lnTo>
                  <a:pt x="431727" y="310974"/>
                </a:lnTo>
                <a:lnTo>
                  <a:pt x="431934" y="307399"/>
                </a:lnTo>
                <a:lnTo>
                  <a:pt x="424449" y="306993"/>
                </a:lnTo>
                <a:lnTo>
                  <a:pt x="410041" y="306250"/>
                </a:lnTo>
                <a:lnTo>
                  <a:pt x="403396" y="305814"/>
                </a:lnTo>
                <a:lnTo>
                  <a:pt x="403526" y="307226"/>
                </a:lnTo>
                <a:lnTo>
                  <a:pt x="382909" y="301093"/>
                </a:lnTo>
                <a:lnTo>
                  <a:pt x="357399" y="289424"/>
                </a:lnTo>
                <a:lnTo>
                  <a:pt x="343382" y="279625"/>
                </a:lnTo>
                <a:lnTo>
                  <a:pt x="328674" y="268996"/>
                </a:lnTo>
                <a:lnTo>
                  <a:pt x="318828" y="262039"/>
                </a:lnTo>
                <a:lnTo>
                  <a:pt x="312695" y="256383"/>
                </a:lnTo>
                <a:lnTo>
                  <a:pt x="300945" y="243507"/>
                </a:lnTo>
                <a:lnTo>
                  <a:pt x="294980" y="234710"/>
                </a:lnTo>
                <a:lnTo>
                  <a:pt x="281076" y="214700"/>
                </a:lnTo>
                <a:lnTo>
                  <a:pt x="274448" y="204589"/>
                </a:lnTo>
                <a:lnTo>
                  <a:pt x="256767" y="181821"/>
                </a:lnTo>
                <a:lnTo>
                  <a:pt x="238521" y="164680"/>
                </a:lnTo>
                <a:lnTo>
                  <a:pt x="231144" y="158464"/>
                </a:lnTo>
                <a:lnTo>
                  <a:pt x="229476" y="158371"/>
                </a:lnTo>
                <a:lnTo>
                  <a:pt x="228365" y="158968"/>
                </a:lnTo>
                <a:lnTo>
                  <a:pt x="227432" y="158425"/>
                </a:lnTo>
                <a:lnTo>
                  <a:pt x="222272" y="154202"/>
                </a:lnTo>
                <a:lnTo>
                  <a:pt x="220504" y="152696"/>
                </a:lnTo>
                <a:lnTo>
                  <a:pt x="221158" y="152315"/>
                </a:lnTo>
                <a:lnTo>
                  <a:pt x="221160" y="151399"/>
                </a:lnTo>
                <a:lnTo>
                  <a:pt x="220599" y="150583"/>
                </a:lnTo>
                <a:lnTo>
                  <a:pt x="217444" y="148232"/>
                </a:lnTo>
                <a:lnTo>
                  <a:pt x="209102" y="142015"/>
                </a:lnTo>
                <a:lnTo>
                  <a:pt x="202010" y="135977"/>
                </a:lnTo>
                <a:lnTo>
                  <a:pt x="181489" y="118548"/>
                </a:lnTo>
                <a:lnTo>
                  <a:pt x="174869" y="112887"/>
                </a:lnTo>
                <a:lnTo>
                  <a:pt x="174880" y="112116"/>
                </a:lnTo>
                <a:lnTo>
                  <a:pt x="164867" y="104713"/>
                </a:lnTo>
                <a:lnTo>
                  <a:pt x="163919" y="104593"/>
                </a:lnTo>
                <a:lnTo>
                  <a:pt x="144943" y="90243"/>
                </a:lnTo>
                <a:lnTo>
                  <a:pt x="117601" y="69159"/>
                </a:lnTo>
                <a:lnTo>
                  <a:pt x="101510" y="56192"/>
                </a:lnTo>
                <a:lnTo>
                  <a:pt x="85301" y="43677"/>
                </a:lnTo>
                <a:lnTo>
                  <a:pt x="80783" y="39988"/>
                </a:lnTo>
                <a:lnTo>
                  <a:pt x="68939" y="30827"/>
                </a:lnTo>
                <a:lnTo>
                  <a:pt x="64656" y="27801"/>
                </a:lnTo>
                <a:lnTo>
                  <a:pt x="60535" y="25815"/>
                </a:lnTo>
                <a:lnTo>
                  <a:pt x="55730" y="23854"/>
                </a:lnTo>
                <a:lnTo>
                  <a:pt x="43495" y="20595"/>
                </a:lnTo>
                <a:lnTo>
                  <a:pt x="35454" y="19168"/>
                </a:lnTo>
                <a:lnTo>
                  <a:pt x="25159" y="18275"/>
                </a:lnTo>
                <a:lnTo>
                  <a:pt x="1892" y="16516"/>
                </a:lnTo>
                <a:lnTo>
                  <a:pt x="0" y="16415"/>
                </a:lnTo>
                <a:lnTo>
                  <a:pt x="0" y="2654"/>
                </a:lnTo>
                <a:lnTo>
                  <a:pt x="3653" y="243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43DDE53-696A-459B-BF09-B432201B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757" y="2284804"/>
            <a:ext cx="223858" cy="65842"/>
          </a:xfrm>
          <a:custGeom xmlns:a="http://schemas.openxmlformats.org/drawingml/2006/main">
            <a:pathLst>
              <a:path w="223858" h="65842">
                <a:moveTo>
                  <a:pt x="210033" y="59382"/>
                </a:moveTo>
                <a:lnTo>
                  <a:pt x="208470" y="59177"/>
                </a:lnTo>
                <a:lnTo>
                  <a:pt x="143663" y="46454"/>
                </a:lnTo>
                <a:lnTo>
                  <a:pt x="1758" y="18411"/>
                </a:lnTo>
                <a:lnTo>
                  <a:pt x="0" y="16286"/>
                </a:lnTo>
                <a:lnTo>
                  <a:pt x="2824" y="1639"/>
                </a:lnTo>
                <a:lnTo>
                  <a:pt x="6482" y="0"/>
                </a:lnTo>
                <a:lnTo>
                  <a:pt x="134553" y="25803"/>
                </a:lnTo>
                <a:lnTo>
                  <a:pt x="207612" y="40311"/>
                </a:lnTo>
                <a:lnTo>
                  <a:pt x="211383" y="40017"/>
                </a:lnTo>
                <a:lnTo>
                  <a:pt x="211491" y="39166"/>
                </a:lnTo>
                <a:lnTo>
                  <a:pt x="211466" y="38641"/>
                </a:lnTo>
                <a:lnTo>
                  <a:pt x="212405" y="37803"/>
                </a:lnTo>
                <a:lnTo>
                  <a:pt x="219674" y="37104"/>
                </a:lnTo>
                <a:lnTo>
                  <a:pt x="221267" y="37689"/>
                </a:lnTo>
                <a:lnTo>
                  <a:pt x="223858" y="40122"/>
                </a:lnTo>
                <a:lnTo>
                  <a:pt x="223594" y="51244"/>
                </a:lnTo>
                <a:lnTo>
                  <a:pt x="223548" y="53229"/>
                </a:lnTo>
                <a:lnTo>
                  <a:pt x="223574" y="56781"/>
                </a:lnTo>
                <a:lnTo>
                  <a:pt x="222614" y="58773"/>
                </a:lnTo>
                <a:lnTo>
                  <a:pt x="222558" y="64972"/>
                </a:lnTo>
                <a:lnTo>
                  <a:pt x="214915" y="65842"/>
                </a:lnTo>
                <a:lnTo>
                  <a:pt x="213920" y="59959"/>
                </a:lnTo>
                <a:lnTo>
                  <a:pt x="210033" y="5938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446C49D-8717-478B-944D-E574B7E6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1" y="2078693"/>
            <a:ext cx="398595" cy="143612"/>
          </a:xfrm>
          <a:custGeom xmlns:a="http://schemas.openxmlformats.org/drawingml/2006/main">
            <a:pathLst>
              <a:path w="398595" h="143612">
                <a:moveTo>
                  <a:pt x="0" y="124650"/>
                </a:moveTo>
                <a:lnTo>
                  <a:pt x="559" y="124779"/>
                </a:lnTo>
                <a:lnTo>
                  <a:pt x="1064" y="125062"/>
                </a:lnTo>
                <a:lnTo>
                  <a:pt x="1588" y="125642"/>
                </a:lnTo>
                <a:lnTo>
                  <a:pt x="1975" y="126319"/>
                </a:lnTo>
                <a:lnTo>
                  <a:pt x="10860" y="123363"/>
                </a:lnTo>
                <a:lnTo>
                  <a:pt x="10674" y="122800"/>
                </a:lnTo>
                <a:lnTo>
                  <a:pt x="10819" y="122169"/>
                </a:lnTo>
                <a:lnTo>
                  <a:pt x="11179" y="121676"/>
                </a:lnTo>
                <a:lnTo>
                  <a:pt x="11711" y="121357"/>
                </a:lnTo>
                <a:lnTo>
                  <a:pt x="153153" y="75445"/>
                </a:lnTo>
                <a:lnTo>
                  <a:pt x="153791" y="77209"/>
                </a:lnTo>
                <a:lnTo>
                  <a:pt x="181956" y="68090"/>
                </a:lnTo>
                <a:lnTo>
                  <a:pt x="181284" y="66607"/>
                </a:lnTo>
                <a:lnTo>
                  <a:pt x="307277" y="24072"/>
                </a:lnTo>
                <a:lnTo>
                  <a:pt x="322333" y="19156"/>
                </a:lnTo>
                <a:lnTo>
                  <a:pt x="337807" y="14101"/>
                </a:lnTo>
                <a:lnTo>
                  <a:pt x="342959" y="17602"/>
                </a:lnTo>
                <a:lnTo>
                  <a:pt x="350898" y="14968"/>
                </a:lnTo>
                <a:lnTo>
                  <a:pt x="353345" y="9181"/>
                </a:lnTo>
                <a:lnTo>
                  <a:pt x="381866" y="0"/>
                </a:lnTo>
                <a:lnTo>
                  <a:pt x="382487" y="136"/>
                </a:lnTo>
                <a:lnTo>
                  <a:pt x="383128" y="814"/>
                </a:lnTo>
                <a:lnTo>
                  <a:pt x="383914" y="2455"/>
                </a:lnTo>
                <a:lnTo>
                  <a:pt x="384722" y="5164"/>
                </a:lnTo>
                <a:lnTo>
                  <a:pt x="385052" y="5087"/>
                </a:lnTo>
                <a:lnTo>
                  <a:pt x="385429" y="5001"/>
                </a:lnTo>
                <a:lnTo>
                  <a:pt x="397179" y="1062"/>
                </a:lnTo>
                <a:lnTo>
                  <a:pt x="398595" y="6925"/>
                </a:lnTo>
                <a:lnTo>
                  <a:pt x="386669" y="10903"/>
                </a:lnTo>
                <a:lnTo>
                  <a:pt x="386407" y="10986"/>
                </a:lnTo>
                <a:lnTo>
                  <a:pt x="386052" y="11097"/>
                </a:lnTo>
                <a:lnTo>
                  <a:pt x="386599" y="13720"/>
                </a:lnTo>
                <a:lnTo>
                  <a:pt x="386702" y="16057"/>
                </a:lnTo>
                <a:lnTo>
                  <a:pt x="386286" y="17204"/>
                </a:lnTo>
                <a:lnTo>
                  <a:pt x="385422" y="17913"/>
                </a:lnTo>
                <a:lnTo>
                  <a:pt x="187899" y="83262"/>
                </a:lnTo>
                <a:lnTo>
                  <a:pt x="187429" y="81977"/>
                </a:lnTo>
                <a:lnTo>
                  <a:pt x="159322" y="91153"/>
                </a:lnTo>
                <a:lnTo>
                  <a:pt x="159805" y="92311"/>
                </a:lnTo>
                <a:lnTo>
                  <a:pt x="68073" y="122213"/>
                </a:lnTo>
                <a:lnTo>
                  <a:pt x="67662" y="123767"/>
                </a:lnTo>
                <a:lnTo>
                  <a:pt x="60279" y="126030"/>
                </a:lnTo>
                <a:lnTo>
                  <a:pt x="58787" y="123967"/>
                </a:lnTo>
                <a:lnTo>
                  <a:pt x="55277" y="125704"/>
                </a:lnTo>
                <a:lnTo>
                  <a:pt x="17926" y="139192"/>
                </a:lnTo>
                <a:lnTo>
                  <a:pt x="17268" y="139261"/>
                </a:lnTo>
                <a:lnTo>
                  <a:pt x="16635" y="139065"/>
                </a:lnTo>
                <a:lnTo>
                  <a:pt x="16179" y="138687"/>
                </a:lnTo>
                <a:lnTo>
                  <a:pt x="15807" y="138188"/>
                </a:lnTo>
                <a:lnTo>
                  <a:pt x="6922" y="141144"/>
                </a:lnTo>
                <a:lnTo>
                  <a:pt x="7202" y="141721"/>
                </a:lnTo>
                <a:lnTo>
                  <a:pt x="7189" y="142425"/>
                </a:lnTo>
                <a:lnTo>
                  <a:pt x="6967" y="143059"/>
                </a:lnTo>
                <a:lnTo>
                  <a:pt x="6572" y="143612"/>
                </a:lnTo>
                <a:lnTo>
                  <a:pt x="0" y="12465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2FCFCFB-0701-4F1E-87C4-82A3CD97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319" y="2278323"/>
            <a:ext cx="27475" cy="13518"/>
          </a:xfrm>
          <a:custGeom xmlns:a="http://schemas.openxmlformats.org/drawingml/2006/main">
            <a:pathLst>
              <a:path w="27475" h="13518">
                <a:moveTo>
                  <a:pt x="1210" y="13518"/>
                </a:moveTo>
                <a:lnTo>
                  <a:pt x="0" y="8752"/>
                </a:lnTo>
                <a:lnTo>
                  <a:pt x="26241" y="0"/>
                </a:lnTo>
                <a:lnTo>
                  <a:pt x="27475" y="5105"/>
                </a:lnTo>
                <a:lnTo>
                  <a:pt x="18046" y="8134"/>
                </a:lnTo>
                <a:lnTo>
                  <a:pt x="1210" y="1351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A7FBA06-1D31-439A-88BA-48FE1F2B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007" y="2061889"/>
            <a:ext cx="375961" cy="236913"/>
          </a:xfrm>
          <a:custGeom xmlns:a="http://schemas.openxmlformats.org/drawingml/2006/main">
            <a:pathLst>
              <a:path w="375961" h="236913">
                <a:moveTo>
                  <a:pt x="181035" y="196646"/>
                </a:moveTo>
                <a:lnTo>
                  <a:pt x="179522" y="195363"/>
                </a:lnTo>
                <a:lnTo>
                  <a:pt x="175229" y="190939"/>
                </a:lnTo>
                <a:lnTo>
                  <a:pt x="169113" y="185105"/>
                </a:lnTo>
                <a:lnTo>
                  <a:pt x="153401" y="168949"/>
                </a:lnTo>
                <a:lnTo>
                  <a:pt x="135996" y="151328"/>
                </a:lnTo>
                <a:lnTo>
                  <a:pt x="72626" y="85887"/>
                </a:lnTo>
                <a:lnTo>
                  <a:pt x="63804" y="76799"/>
                </a:lnTo>
                <a:lnTo>
                  <a:pt x="55054" y="67829"/>
                </a:lnTo>
                <a:lnTo>
                  <a:pt x="37478" y="49822"/>
                </a:lnTo>
                <a:lnTo>
                  <a:pt x="2092" y="13713"/>
                </a:lnTo>
                <a:lnTo>
                  <a:pt x="1435" y="13018"/>
                </a:lnTo>
                <a:lnTo>
                  <a:pt x="86" y="11637"/>
                </a:lnTo>
                <a:lnTo>
                  <a:pt x="212" y="11506"/>
                </a:lnTo>
                <a:lnTo>
                  <a:pt x="165" y="10092"/>
                </a:lnTo>
                <a:lnTo>
                  <a:pt x="0" y="9927"/>
                </a:lnTo>
                <a:lnTo>
                  <a:pt x="437" y="9152"/>
                </a:lnTo>
                <a:lnTo>
                  <a:pt x="656" y="8816"/>
                </a:lnTo>
                <a:lnTo>
                  <a:pt x="1112" y="8202"/>
                </a:lnTo>
                <a:lnTo>
                  <a:pt x="1713" y="7567"/>
                </a:lnTo>
                <a:lnTo>
                  <a:pt x="2418" y="6922"/>
                </a:lnTo>
                <a:lnTo>
                  <a:pt x="4619" y="5143"/>
                </a:lnTo>
                <a:lnTo>
                  <a:pt x="8573" y="1937"/>
                </a:lnTo>
                <a:lnTo>
                  <a:pt x="8910" y="1717"/>
                </a:lnTo>
                <a:lnTo>
                  <a:pt x="9763" y="1186"/>
                </a:lnTo>
                <a:lnTo>
                  <a:pt x="11229" y="503"/>
                </a:lnTo>
                <a:lnTo>
                  <a:pt x="12172" y="216"/>
                </a:lnTo>
                <a:lnTo>
                  <a:pt x="13297" y="0"/>
                </a:lnTo>
                <a:lnTo>
                  <a:pt x="13416" y="158"/>
                </a:lnTo>
                <a:lnTo>
                  <a:pt x="14843" y="163"/>
                </a:lnTo>
                <a:lnTo>
                  <a:pt x="14985" y="49"/>
                </a:lnTo>
                <a:lnTo>
                  <a:pt x="15647" y="744"/>
                </a:lnTo>
                <a:lnTo>
                  <a:pt x="16287" y="1414"/>
                </a:lnTo>
                <a:lnTo>
                  <a:pt x="16948" y="2092"/>
                </a:lnTo>
                <a:lnTo>
                  <a:pt x="17563" y="2763"/>
                </a:lnTo>
                <a:lnTo>
                  <a:pt x="17690" y="2675"/>
                </a:lnTo>
                <a:lnTo>
                  <a:pt x="23021" y="8462"/>
                </a:lnTo>
                <a:lnTo>
                  <a:pt x="28508" y="14101"/>
                </a:lnTo>
                <a:lnTo>
                  <a:pt x="79495" y="66310"/>
                </a:lnTo>
                <a:lnTo>
                  <a:pt x="96551" y="83660"/>
                </a:lnTo>
                <a:lnTo>
                  <a:pt x="189288" y="179576"/>
                </a:lnTo>
                <a:lnTo>
                  <a:pt x="190393" y="182125"/>
                </a:lnTo>
                <a:lnTo>
                  <a:pt x="193684" y="183955"/>
                </a:lnTo>
                <a:lnTo>
                  <a:pt x="196982" y="185632"/>
                </a:lnTo>
                <a:lnTo>
                  <a:pt x="199251" y="184259"/>
                </a:lnTo>
                <a:lnTo>
                  <a:pt x="296471" y="203059"/>
                </a:lnTo>
                <a:lnTo>
                  <a:pt x="374487" y="218594"/>
                </a:lnTo>
                <a:lnTo>
                  <a:pt x="375961" y="220794"/>
                </a:lnTo>
                <a:lnTo>
                  <a:pt x="373136" y="235433"/>
                </a:lnTo>
                <a:lnTo>
                  <a:pt x="370326" y="236913"/>
                </a:lnTo>
                <a:lnTo>
                  <a:pt x="307856" y="223608"/>
                </a:lnTo>
                <a:lnTo>
                  <a:pt x="199118" y="202431"/>
                </a:lnTo>
                <a:lnTo>
                  <a:pt x="192100" y="201614"/>
                </a:lnTo>
                <a:lnTo>
                  <a:pt x="189839" y="199875"/>
                </a:lnTo>
                <a:lnTo>
                  <a:pt x="186225" y="198028"/>
                </a:lnTo>
                <a:lnTo>
                  <a:pt x="182699" y="196179"/>
                </a:lnTo>
                <a:lnTo>
                  <a:pt x="181035" y="19664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C8D31B9-7E68-4B5C-B194-A17D49DD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417" y="2227128"/>
            <a:ext cx="146222" cy="60825"/>
          </a:xfrm>
          <a:custGeom xmlns:a="http://schemas.openxmlformats.org/drawingml/2006/main">
            <a:pathLst>
              <a:path w="146222" h="60825">
                <a:moveTo>
                  <a:pt x="139288" y="17807"/>
                </a:moveTo>
                <a:lnTo>
                  <a:pt x="9889" y="60825"/>
                </a:lnTo>
                <a:lnTo>
                  <a:pt x="1590" y="56702"/>
                </a:lnTo>
                <a:lnTo>
                  <a:pt x="1377" y="56301"/>
                </a:lnTo>
                <a:lnTo>
                  <a:pt x="143" y="51196"/>
                </a:lnTo>
                <a:lnTo>
                  <a:pt x="0" y="50691"/>
                </a:lnTo>
                <a:lnTo>
                  <a:pt x="4494" y="43163"/>
                </a:lnTo>
                <a:lnTo>
                  <a:pt x="133071" y="1048"/>
                </a:lnTo>
                <a:lnTo>
                  <a:pt x="135895" y="1694"/>
                </a:lnTo>
                <a:lnTo>
                  <a:pt x="141327" y="0"/>
                </a:lnTo>
                <a:lnTo>
                  <a:pt x="146222" y="14827"/>
                </a:lnTo>
                <a:lnTo>
                  <a:pt x="140560" y="16425"/>
                </a:lnTo>
                <a:lnTo>
                  <a:pt x="139288" y="1780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4B58FED-36F8-4EFC-81DB-69D690E9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554" y="2349775"/>
            <a:ext cx="19498" cy="130746"/>
          </a:xfrm>
          <a:custGeom xmlns:a="http://schemas.openxmlformats.org/drawingml/2006/main">
            <a:pathLst>
              <a:path w="19498" h="130746">
                <a:moveTo>
                  <a:pt x="11480" y="130465"/>
                </a:moveTo>
                <a:lnTo>
                  <a:pt x="9351" y="128452"/>
                </a:lnTo>
                <a:lnTo>
                  <a:pt x="8959" y="127979"/>
                </a:lnTo>
                <a:lnTo>
                  <a:pt x="8812" y="127305"/>
                </a:lnTo>
                <a:lnTo>
                  <a:pt x="4487" y="63104"/>
                </a:lnTo>
                <a:lnTo>
                  <a:pt x="0" y="3613"/>
                </a:lnTo>
                <a:lnTo>
                  <a:pt x="67" y="2806"/>
                </a:lnTo>
                <a:lnTo>
                  <a:pt x="2118" y="870"/>
                </a:lnTo>
                <a:lnTo>
                  <a:pt x="9762" y="0"/>
                </a:lnTo>
                <a:lnTo>
                  <a:pt x="11817" y="1794"/>
                </a:lnTo>
                <a:lnTo>
                  <a:pt x="11923" y="2665"/>
                </a:lnTo>
                <a:lnTo>
                  <a:pt x="19149" y="124228"/>
                </a:lnTo>
                <a:lnTo>
                  <a:pt x="19498" y="128466"/>
                </a:lnTo>
                <a:lnTo>
                  <a:pt x="19374" y="129283"/>
                </a:lnTo>
                <a:lnTo>
                  <a:pt x="18822" y="129781"/>
                </a:lnTo>
                <a:lnTo>
                  <a:pt x="17269" y="130746"/>
                </a:lnTo>
                <a:lnTo>
                  <a:pt x="11480" y="13046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CC63CDC-8111-4584-BF1C-66ACBFA0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1970" y="1946024"/>
            <a:ext cx="1008038" cy="224542"/>
          </a:xfrm>
          <a:custGeom xmlns:a="http://schemas.openxmlformats.org/drawingml/2006/main">
            <a:pathLst>
              <a:path w="1008038" h="224542">
                <a:moveTo>
                  <a:pt x="843481" y="148149"/>
                </a:moveTo>
                <a:lnTo>
                  <a:pt x="855642" y="139551"/>
                </a:lnTo>
                <a:lnTo>
                  <a:pt x="862224" y="135307"/>
                </a:lnTo>
                <a:lnTo>
                  <a:pt x="876062" y="125377"/>
                </a:lnTo>
                <a:lnTo>
                  <a:pt x="884418" y="119093"/>
                </a:lnTo>
                <a:lnTo>
                  <a:pt x="920268" y="91427"/>
                </a:lnTo>
                <a:lnTo>
                  <a:pt x="926342" y="87018"/>
                </a:lnTo>
                <a:lnTo>
                  <a:pt x="933688" y="75556"/>
                </a:lnTo>
                <a:lnTo>
                  <a:pt x="959136" y="50183"/>
                </a:lnTo>
                <a:lnTo>
                  <a:pt x="966339" y="41369"/>
                </a:lnTo>
                <a:lnTo>
                  <a:pt x="971759" y="33451"/>
                </a:lnTo>
                <a:lnTo>
                  <a:pt x="974522" y="27460"/>
                </a:lnTo>
                <a:lnTo>
                  <a:pt x="979199" y="16755"/>
                </a:lnTo>
                <a:lnTo>
                  <a:pt x="980833" y="7911"/>
                </a:lnTo>
                <a:lnTo>
                  <a:pt x="981105" y="4496"/>
                </a:lnTo>
                <a:lnTo>
                  <a:pt x="978640" y="0"/>
                </a:lnTo>
                <a:lnTo>
                  <a:pt x="992298" y="315"/>
                </a:lnTo>
                <a:lnTo>
                  <a:pt x="996342" y="1921"/>
                </a:lnTo>
                <a:lnTo>
                  <a:pt x="1002039" y="8094"/>
                </a:lnTo>
                <a:lnTo>
                  <a:pt x="1005533" y="13215"/>
                </a:lnTo>
                <a:lnTo>
                  <a:pt x="1008038" y="20016"/>
                </a:lnTo>
                <a:lnTo>
                  <a:pt x="972336" y="59065"/>
                </a:lnTo>
                <a:lnTo>
                  <a:pt x="952277" y="80183"/>
                </a:lnTo>
                <a:lnTo>
                  <a:pt x="928137" y="103571"/>
                </a:lnTo>
                <a:lnTo>
                  <a:pt x="902582" y="122791"/>
                </a:lnTo>
                <a:lnTo>
                  <a:pt x="873411" y="144591"/>
                </a:lnTo>
                <a:lnTo>
                  <a:pt x="851107" y="160748"/>
                </a:lnTo>
                <a:lnTo>
                  <a:pt x="849217" y="158340"/>
                </a:lnTo>
                <a:lnTo>
                  <a:pt x="848870" y="158595"/>
                </a:lnTo>
                <a:lnTo>
                  <a:pt x="837735" y="165333"/>
                </a:lnTo>
                <a:lnTo>
                  <a:pt x="835813" y="166470"/>
                </a:lnTo>
                <a:lnTo>
                  <a:pt x="835547" y="166604"/>
                </a:lnTo>
                <a:lnTo>
                  <a:pt x="835369" y="166744"/>
                </a:lnTo>
                <a:lnTo>
                  <a:pt x="835591" y="167069"/>
                </a:lnTo>
                <a:lnTo>
                  <a:pt x="837742" y="170903"/>
                </a:lnTo>
                <a:lnTo>
                  <a:pt x="813065" y="183088"/>
                </a:lnTo>
                <a:lnTo>
                  <a:pt x="750589" y="213180"/>
                </a:lnTo>
                <a:lnTo>
                  <a:pt x="742547" y="217403"/>
                </a:lnTo>
                <a:lnTo>
                  <a:pt x="732596" y="221855"/>
                </a:lnTo>
                <a:lnTo>
                  <a:pt x="725075" y="223971"/>
                </a:lnTo>
                <a:lnTo>
                  <a:pt x="719189" y="224542"/>
                </a:lnTo>
                <a:lnTo>
                  <a:pt x="713436" y="224092"/>
                </a:lnTo>
                <a:lnTo>
                  <a:pt x="710598" y="223540"/>
                </a:lnTo>
                <a:lnTo>
                  <a:pt x="704949" y="221876"/>
                </a:lnTo>
                <a:lnTo>
                  <a:pt x="700039" y="220123"/>
                </a:lnTo>
                <a:lnTo>
                  <a:pt x="699060" y="219607"/>
                </a:lnTo>
                <a:lnTo>
                  <a:pt x="655217" y="196436"/>
                </a:lnTo>
                <a:lnTo>
                  <a:pt x="656502" y="193799"/>
                </a:lnTo>
                <a:lnTo>
                  <a:pt x="627542" y="178525"/>
                </a:lnTo>
                <a:lnTo>
                  <a:pt x="624792" y="183854"/>
                </a:lnTo>
                <a:lnTo>
                  <a:pt x="597058" y="193550"/>
                </a:lnTo>
                <a:lnTo>
                  <a:pt x="593103" y="181183"/>
                </a:lnTo>
                <a:lnTo>
                  <a:pt x="603369" y="177639"/>
                </a:lnTo>
                <a:lnTo>
                  <a:pt x="605029" y="176060"/>
                </a:lnTo>
                <a:lnTo>
                  <a:pt x="605953" y="174306"/>
                </a:lnTo>
                <a:lnTo>
                  <a:pt x="606028" y="172422"/>
                </a:lnTo>
                <a:lnTo>
                  <a:pt x="605435" y="170819"/>
                </a:lnTo>
                <a:lnTo>
                  <a:pt x="604159" y="169462"/>
                </a:lnTo>
                <a:lnTo>
                  <a:pt x="601835" y="167913"/>
                </a:lnTo>
                <a:lnTo>
                  <a:pt x="599671" y="166766"/>
                </a:lnTo>
                <a:lnTo>
                  <a:pt x="570161" y="151091"/>
                </a:lnTo>
                <a:lnTo>
                  <a:pt x="563102" y="147344"/>
                </a:lnTo>
                <a:lnTo>
                  <a:pt x="521911" y="125475"/>
                </a:lnTo>
                <a:lnTo>
                  <a:pt x="519911" y="124408"/>
                </a:lnTo>
                <a:lnTo>
                  <a:pt x="517901" y="123588"/>
                </a:lnTo>
                <a:lnTo>
                  <a:pt x="516050" y="123459"/>
                </a:lnTo>
                <a:lnTo>
                  <a:pt x="513604" y="123778"/>
                </a:lnTo>
                <a:lnTo>
                  <a:pt x="508454" y="125712"/>
                </a:lnTo>
                <a:lnTo>
                  <a:pt x="489657" y="132220"/>
                </a:lnTo>
                <a:lnTo>
                  <a:pt x="484739" y="133893"/>
                </a:lnTo>
                <a:lnTo>
                  <a:pt x="454880" y="144050"/>
                </a:lnTo>
                <a:lnTo>
                  <a:pt x="453591" y="144203"/>
                </a:lnTo>
                <a:lnTo>
                  <a:pt x="452047" y="144091"/>
                </a:lnTo>
                <a:lnTo>
                  <a:pt x="450339" y="143288"/>
                </a:lnTo>
                <a:lnTo>
                  <a:pt x="449159" y="142429"/>
                </a:lnTo>
                <a:lnTo>
                  <a:pt x="448529" y="141369"/>
                </a:lnTo>
                <a:lnTo>
                  <a:pt x="447962" y="139561"/>
                </a:lnTo>
                <a:lnTo>
                  <a:pt x="447657" y="139595"/>
                </a:lnTo>
                <a:lnTo>
                  <a:pt x="446240" y="133732"/>
                </a:lnTo>
                <a:lnTo>
                  <a:pt x="446553" y="133579"/>
                </a:lnTo>
                <a:lnTo>
                  <a:pt x="444612" y="125729"/>
                </a:lnTo>
                <a:lnTo>
                  <a:pt x="444745" y="123479"/>
                </a:lnTo>
                <a:lnTo>
                  <a:pt x="445227" y="121296"/>
                </a:lnTo>
                <a:lnTo>
                  <a:pt x="456956" y="98485"/>
                </a:lnTo>
                <a:lnTo>
                  <a:pt x="459298" y="96007"/>
                </a:lnTo>
                <a:lnTo>
                  <a:pt x="457088" y="90724"/>
                </a:lnTo>
                <a:lnTo>
                  <a:pt x="451911" y="89267"/>
                </a:lnTo>
                <a:lnTo>
                  <a:pt x="431753" y="79617"/>
                </a:lnTo>
                <a:lnTo>
                  <a:pt x="430025" y="78281"/>
                </a:lnTo>
                <a:lnTo>
                  <a:pt x="428914" y="76496"/>
                </a:lnTo>
                <a:lnTo>
                  <a:pt x="428738" y="73949"/>
                </a:lnTo>
                <a:lnTo>
                  <a:pt x="428990" y="70729"/>
                </a:lnTo>
                <a:lnTo>
                  <a:pt x="424560" y="68235"/>
                </a:lnTo>
                <a:lnTo>
                  <a:pt x="423070" y="67426"/>
                </a:lnTo>
                <a:lnTo>
                  <a:pt x="421579" y="66584"/>
                </a:lnTo>
                <a:lnTo>
                  <a:pt x="416231" y="63775"/>
                </a:lnTo>
                <a:lnTo>
                  <a:pt x="414270" y="65768"/>
                </a:lnTo>
                <a:lnTo>
                  <a:pt x="412958" y="66591"/>
                </a:lnTo>
                <a:lnTo>
                  <a:pt x="411229" y="66934"/>
                </a:lnTo>
                <a:lnTo>
                  <a:pt x="408810" y="66150"/>
                </a:lnTo>
                <a:lnTo>
                  <a:pt x="329348" y="24696"/>
                </a:lnTo>
                <a:lnTo>
                  <a:pt x="181129" y="75260"/>
                </a:lnTo>
                <a:lnTo>
                  <a:pt x="179499" y="71318"/>
                </a:lnTo>
                <a:lnTo>
                  <a:pt x="158663" y="78471"/>
                </a:lnTo>
                <a:lnTo>
                  <a:pt x="152065" y="80739"/>
                </a:lnTo>
                <a:lnTo>
                  <a:pt x="153738" y="84570"/>
                </a:lnTo>
                <a:lnTo>
                  <a:pt x="17092" y="131337"/>
                </a:lnTo>
                <a:lnTo>
                  <a:pt x="15272" y="129020"/>
                </a:lnTo>
                <a:lnTo>
                  <a:pt x="11634" y="130218"/>
                </a:lnTo>
                <a:lnTo>
                  <a:pt x="9458" y="130936"/>
                </a:lnTo>
                <a:lnTo>
                  <a:pt x="9351" y="134186"/>
                </a:lnTo>
                <a:lnTo>
                  <a:pt x="7152" y="135414"/>
                </a:lnTo>
                <a:lnTo>
                  <a:pt x="0" y="114500"/>
                </a:lnTo>
                <a:lnTo>
                  <a:pt x="2905" y="113864"/>
                </a:lnTo>
                <a:lnTo>
                  <a:pt x="4530" y="116060"/>
                </a:lnTo>
                <a:lnTo>
                  <a:pt x="10339" y="114144"/>
                </a:lnTo>
                <a:lnTo>
                  <a:pt x="10478" y="110918"/>
                </a:lnTo>
                <a:lnTo>
                  <a:pt x="131889" y="70410"/>
                </a:lnTo>
                <a:lnTo>
                  <a:pt x="145489" y="65584"/>
                </a:lnTo>
                <a:lnTo>
                  <a:pt x="147165" y="69499"/>
                </a:lnTo>
                <a:lnTo>
                  <a:pt x="154301" y="66954"/>
                </a:lnTo>
                <a:lnTo>
                  <a:pt x="174359" y="59796"/>
                </a:lnTo>
                <a:lnTo>
                  <a:pt x="172714" y="55880"/>
                </a:lnTo>
                <a:lnTo>
                  <a:pt x="291784" y="16048"/>
                </a:lnTo>
                <a:lnTo>
                  <a:pt x="297956" y="14138"/>
                </a:lnTo>
                <a:lnTo>
                  <a:pt x="299288" y="13688"/>
                </a:lnTo>
                <a:lnTo>
                  <a:pt x="300145" y="14869"/>
                </a:lnTo>
                <a:lnTo>
                  <a:pt x="313134" y="10711"/>
                </a:lnTo>
                <a:lnTo>
                  <a:pt x="320336" y="8071"/>
                </a:lnTo>
                <a:lnTo>
                  <a:pt x="326815" y="6577"/>
                </a:lnTo>
                <a:lnTo>
                  <a:pt x="335093" y="6596"/>
                </a:lnTo>
                <a:lnTo>
                  <a:pt x="342339" y="8024"/>
                </a:lnTo>
                <a:lnTo>
                  <a:pt x="348185" y="9676"/>
                </a:lnTo>
                <a:lnTo>
                  <a:pt x="355029" y="13158"/>
                </a:lnTo>
                <a:lnTo>
                  <a:pt x="355234" y="13254"/>
                </a:lnTo>
                <a:lnTo>
                  <a:pt x="422400" y="48758"/>
                </a:lnTo>
                <a:lnTo>
                  <a:pt x="423323" y="49717"/>
                </a:lnTo>
                <a:lnTo>
                  <a:pt x="423713" y="51106"/>
                </a:lnTo>
                <a:lnTo>
                  <a:pt x="422973" y="52982"/>
                </a:lnTo>
                <a:lnTo>
                  <a:pt x="427212" y="55092"/>
                </a:lnTo>
                <a:lnTo>
                  <a:pt x="428559" y="55768"/>
                </a:lnTo>
                <a:lnTo>
                  <a:pt x="429889" y="56428"/>
                </a:lnTo>
                <a:lnTo>
                  <a:pt x="433997" y="58677"/>
                </a:lnTo>
                <a:lnTo>
                  <a:pt x="435428" y="57062"/>
                </a:lnTo>
                <a:lnTo>
                  <a:pt x="436950" y="56521"/>
                </a:lnTo>
                <a:lnTo>
                  <a:pt x="438344" y="56824"/>
                </a:lnTo>
                <a:lnTo>
                  <a:pt x="505273" y="91756"/>
                </a:lnTo>
                <a:lnTo>
                  <a:pt x="505520" y="91284"/>
                </a:lnTo>
                <a:lnTo>
                  <a:pt x="583604" y="132507"/>
                </a:lnTo>
                <a:lnTo>
                  <a:pt x="610225" y="147072"/>
                </a:lnTo>
                <a:lnTo>
                  <a:pt x="610709" y="147313"/>
                </a:lnTo>
                <a:lnTo>
                  <a:pt x="612693" y="148321"/>
                </a:lnTo>
                <a:lnTo>
                  <a:pt x="613124" y="148538"/>
                </a:lnTo>
                <a:lnTo>
                  <a:pt x="661231" y="174233"/>
                </a:lnTo>
                <a:lnTo>
                  <a:pt x="666132" y="176817"/>
                </a:lnTo>
                <a:lnTo>
                  <a:pt x="687064" y="187818"/>
                </a:lnTo>
                <a:lnTo>
                  <a:pt x="707418" y="199123"/>
                </a:lnTo>
                <a:lnTo>
                  <a:pt x="720058" y="202510"/>
                </a:lnTo>
                <a:lnTo>
                  <a:pt x="727094" y="202645"/>
                </a:lnTo>
                <a:lnTo>
                  <a:pt x="733265" y="201270"/>
                </a:lnTo>
                <a:lnTo>
                  <a:pt x="737483" y="199818"/>
                </a:lnTo>
                <a:lnTo>
                  <a:pt x="741439" y="198493"/>
                </a:lnTo>
                <a:lnTo>
                  <a:pt x="741794" y="198975"/>
                </a:lnTo>
                <a:lnTo>
                  <a:pt x="769235" y="185683"/>
                </a:lnTo>
                <a:lnTo>
                  <a:pt x="803744" y="167261"/>
                </a:lnTo>
                <a:lnTo>
                  <a:pt x="828687" y="155875"/>
                </a:lnTo>
                <a:lnTo>
                  <a:pt x="831232" y="159665"/>
                </a:lnTo>
                <a:lnTo>
                  <a:pt x="831024" y="159848"/>
                </a:lnTo>
                <a:lnTo>
                  <a:pt x="831268" y="160249"/>
                </a:lnTo>
                <a:lnTo>
                  <a:pt x="831677" y="160026"/>
                </a:lnTo>
                <a:lnTo>
                  <a:pt x="845049" y="152066"/>
                </a:lnTo>
                <a:lnTo>
                  <a:pt x="843481" y="14814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BFD4CE1-50C9-4BE7-9699-7BF76D73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52" y="2282765"/>
            <a:ext cx="134876" cy="57150"/>
          </a:xfrm>
          <a:custGeom xmlns:a="http://schemas.openxmlformats.org/drawingml/2006/main">
            <a:pathLst>
              <a:path w="134876" h="57150">
                <a:moveTo>
                  <a:pt x="132367" y="2198"/>
                </a:moveTo>
                <a:lnTo>
                  <a:pt x="132967" y="4310"/>
                </a:lnTo>
                <a:lnTo>
                  <a:pt x="134177" y="9077"/>
                </a:lnTo>
                <a:lnTo>
                  <a:pt x="134876" y="11161"/>
                </a:lnTo>
                <a:lnTo>
                  <a:pt x="131471" y="16710"/>
                </a:lnTo>
                <a:lnTo>
                  <a:pt x="7710" y="57150"/>
                </a:lnTo>
                <a:lnTo>
                  <a:pt x="6292" y="52559"/>
                </a:lnTo>
                <a:lnTo>
                  <a:pt x="0" y="53283"/>
                </a:lnTo>
                <a:lnTo>
                  <a:pt x="238" y="43341"/>
                </a:lnTo>
                <a:lnTo>
                  <a:pt x="6026" y="42409"/>
                </a:lnTo>
                <a:lnTo>
                  <a:pt x="6609" y="40868"/>
                </a:lnTo>
                <a:lnTo>
                  <a:pt x="8025" y="38872"/>
                </a:lnTo>
                <a:lnTo>
                  <a:pt x="127607" y="0"/>
                </a:lnTo>
                <a:lnTo>
                  <a:pt x="132367" y="219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2722CD7-EB47-4F80-8B37-88239503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195" y="2412337"/>
            <a:ext cx="64184" cy="33727"/>
          </a:xfrm>
          <a:custGeom xmlns:a="http://schemas.openxmlformats.org/drawingml/2006/main">
            <a:pathLst>
              <a:path w="64184" h="33727">
                <a:moveTo>
                  <a:pt x="0" y="20560"/>
                </a:moveTo>
                <a:lnTo>
                  <a:pt x="59622" y="0"/>
                </a:lnTo>
                <a:lnTo>
                  <a:pt x="62790" y="9166"/>
                </a:lnTo>
                <a:lnTo>
                  <a:pt x="64184" y="13199"/>
                </a:lnTo>
                <a:lnTo>
                  <a:pt x="4509" y="33727"/>
                </a:lnTo>
                <a:lnTo>
                  <a:pt x="0" y="2056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360E840-B24F-4A2B-8D5A-198FDD6A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345" y="4260875"/>
            <a:ext cx="524739" cy="502460"/>
          </a:xfrm>
          <a:custGeom xmlns:a="http://schemas.openxmlformats.org/drawingml/2006/main">
            <a:pathLst>
              <a:path w="524739" h="502460">
                <a:moveTo>
                  <a:pt x="0" y="502460"/>
                </a:moveTo>
                <a:lnTo>
                  <a:pt x="9015" y="489892"/>
                </a:lnTo>
                <a:lnTo>
                  <a:pt x="33149" y="474032"/>
                </a:lnTo>
                <a:lnTo>
                  <a:pt x="61857" y="463461"/>
                </a:lnTo>
                <a:lnTo>
                  <a:pt x="95686" y="453679"/>
                </a:lnTo>
                <a:lnTo>
                  <a:pt x="175877" y="453903"/>
                </a:lnTo>
                <a:lnTo>
                  <a:pt x="214566" y="452411"/>
                </a:lnTo>
                <a:lnTo>
                  <a:pt x="255966" y="446124"/>
                </a:lnTo>
                <a:lnTo>
                  <a:pt x="324604" y="407634"/>
                </a:lnTo>
                <a:lnTo>
                  <a:pt x="371942" y="333044"/>
                </a:lnTo>
                <a:lnTo>
                  <a:pt x="404483" y="236232"/>
                </a:lnTo>
                <a:lnTo>
                  <a:pt x="415858" y="202393"/>
                </a:lnTo>
                <a:lnTo>
                  <a:pt x="442019" y="74432"/>
                </a:lnTo>
                <a:lnTo>
                  <a:pt x="471568" y="33077"/>
                </a:lnTo>
                <a:lnTo>
                  <a:pt x="52473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AA210A1-7EF1-4CB0-A73A-C7D2F453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6813" y="3298997"/>
            <a:ext cx="1191619" cy="202460"/>
          </a:xfrm>
          <a:custGeom xmlns:a="http://schemas.openxmlformats.org/drawingml/2006/main">
            <a:pathLst>
              <a:path w="1191619" h="202460">
                <a:moveTo>
                  <a:pt x="610137" y="169237"/>
                </a:moveTo>
                <a:lnTo>
                  <a:pt x="590040" y="174011"/>
                </a:lnTo>
                <a:lnTo>
                  <a:pt x="513131" y="195147"/>
                </a:lnTo>
                <a:lnTo>
                  <a:pt x="482228" y="202460"/>
                </a:lnTo>
                <a:lnTo>
                  <a:pt x="437442" y="198487"/>
                </a:lnTo>
                <a:lnTo>
                  <a:pt x="420832" y="197244"/>
                </a:lnTo>
                <a:lnTo>
                  <a:pt x="407450" y="197136"/>
                </a:lnTo>
                <a:lnTo>
                  <a:pt x="355137" y="194386"/>
                </a:lnTo>
                <a:lnTo>
                  <a:pt x="307509" y="192318"/>
                </a:lnTo>
                <a:lnTo>
                  <a:pt x="276072" y="190732"/>
                </a:lnTo>
                <a:lnTo>
                  <a:pt x="244203" y="189311"/>
                </a:lnTo>
                <a:lnTo>
                  <a:pt x="240703" y="187495"/>
                </a:lnTo>
                <a:lnTo>
                  <a:pt x="239617" y="183276"/>
                </a:lnTo>
                <a:lnTo>
                  <a:pt x="234991" y="180514"/>
                </a:lnTo>
                <a:lnTo>
                  <a:pt x="211635" y="179395"/>
                </a:lnTo>
                <a:lnTo>
                  <a:pt x="206785" y="181167"/>
                </a:lnTo>
                <a:lnTo>
                  <a:pt x="204348" y="185825"/>
                </a:lnTo>
                <a:lnTo>
                  <a:pt x="193661" y="185384"/>
                </a:lnTo>
                <a:lnTo>
                  <a:pt x="174299" y="185526"/>
                </a:lnTo>
                <a:lnTo>
                  <a:pt x="137059" y="182573"/>
                </a:lnTo>
                <a:lnTo>
                  <a:pt x="91949" y="179877"/>
                </a:lnTo>
                <a:lnTo>
                  <a:pt x="91635" y="180190"/>
                </a:lnTo>
                <a:lnTo>
                  <a:pt x="89763" y="179688"/>
                </a:lnTo>
                <a:lnTo>
                  <a:pt x="10330" y="175208"/>
                </a:lnTo>
                <a:lnTo>
                  <a:pt x="3868" y="175257"/>
                </a:lnTo>
                <a:lnTo>
                  <a:pt x="0" y="175859"/>
                </a:lnTo>
                <a:lnTo>
                  <a:pt x="1710" y="150465"/>
                </a:lnTo>
                <a:lnTo>
                  <a:pt x="4932" y="151186"/>
                </a:lnTo>
                <a:lnTo>
                  <a:pt x="15499" y="152013"/>
                </a:lnTo>
                <a:lnTo>
                  <a:pt x="20292" y="152083"/>
                </a:lnTo>
                <a:lnTo>
                  <a:pt x="41677" y="153271"/>
                </a:lnTo>
                <a:lnTo>
                  <a:pt x="50951" y="153902"/>
                </a:lnTo>
                <a:lnTo>
                  <a:pt x="69945" y="154780"/>
                </a:lnTo>
                <a:lnTo>
                  <a:pt x="116766" y="158195"/>
                </a:lnTo>
                <a:lnTo>
                  <a:pt x="159670" y="160542"/>
                </a:lnTo>
                <a:lnTo>
                  <a:pt x="201602" y="163236"/>
                </a:lnTo>
                <a:lnTo>
                  <a:pt x="206062" y="163407"/>
                </a:lnTo>
                <a:lnTo>
                  <a:pt x="207550" y="168709"/>
                </a:lnTo>
                <a:lnTo>
                  <a:pt x="212100" y="170752"/>
                </a:lnTo>
                <a:lnTo>
                  <a:pt x="235322" y="172129"/>
                </a:lnTo>
                <a:lnTo>
                  <a:pt x="240022" y="169980"/>
                </a:lnTo>
                <a:lnTo>
                  <a:pt x="241632" y="166606"/>
                </a:lnTo>
                <a:lnTo>
                  <a:pt x="242164" y="165736"/>
                </a:lnTo>
                <a:lnTo>
                  <a:pt x="245896" y="165503"/>
                </a:lnTo>
                <a:lnTo>
                  <a:pt x="252596" y="166769"/>
                </a:lnTo>
                <a:lnTo>
                  <a:pt x="285545" y="167619"/>
                </a:lnTo>
                <a:lnTo>
                  <a:pt x="296721" y="167929"/>
                </a:lnTo>
                <a:lnTo>
                  <a:pt x="298876" y="168169"/>
                </a:lnTo>
                <a:lnTo>
                  <a:pt x="312909" y="168921"/>
                </a:lnTo>
                <a:lnTo>
                  <a:pt x="333256" y="170101"/>
                </a:lnTo>
                <a:lnTo>
                  <a:pt x="338409" y="170399"/>
                </a:lnTo>
                <a:lnTo>
                  <a:pt x="356707" y="171683"/>
                </a:lnTo>
                <a:lnTo>
                  <a:pt x="361511" y="171947"/>
                </a:lnTo>
                <a:lnTo>
                  <a:pt x="372269" y="172531"/>
                </a:lnTo>
                <a:lnTo>
                  <a:pt x="393583" y="173583"/>
                </a:lnTo>
                <a:lnTo>
                  <a:pt x="406420" y="174485"/>
                </a:lnTo>
                <a:lnTo>
                  <a:pt x="423773" y="175124"/>
                </a:lnTo>
                <a:lnTo>
                  <a:pt x="439626" y="177583"/>
                </a:lnTo>
                <a:lnTo>
                  <a:pt x="451189" y="178212"/>
                </a:lnTo>
                <a:lnTo>
                  <a:pt x="482311" y="178287"/>
                </a:lnTo>
                <a:lnTo>
                  <a:pt x="575887" y="154638"/>
                </a:lnTo>
                <a:lnTo>
                  <a:pt x="584740" y="152659"/>
                </a:lnTo>
                <a:lnTo>
                  <a:pt x="605181" y="147544"/>
                </a:lnTo>
                <a:lnTo>
                  <a:pt x="608988" y="146020"/>
                </a:lnTo>
                <a:lnTo>
                  <a:pt x="618210" y="143896"/>
                </a:lnTo>
                <a:lnTo>
                  <a:pt x="634380" y="140224"/>
                </a:lnTo>
                <a:lnTo>
                  <a:pt x="643284" y="138244"/>
                </a:lnTo>
                <a:lnTo>
                  <a:pt x="661548" y="133856"/>
                </a:lnTo>
                <a:lnTo>
                  <a:pt x="664039" y="133214"/>
                </a:lnTo>
                <a:lnTo>
                  <a:pt x="693810" y="123980"/>
                </a:lnTo>
                <a:lnTo>
                  <a:pt x="696955" y="123143"/>
                </a:lnTo>
                <a:lnTo>
                  <a:pt x="703091" y="121345"/>
                </a:lnTo>
                <a:lnTo>
                  <a:pt x="765285" y="105349"/>
                </a:lnTo>
                <a:lnTo>
                  <a:pt x="770854" y="103914"/>
                </a:lnTo>
                <a:lnTo>
                  <a:pt x="831359" y="88486"/>
                </a:lnTo>
                <a:lnTo>
                  <a:pt x="833097" y="88042"/>
                </a:lnTo>
                <a:lnTo>
                  <a:pt x="840870" y="86117"/>
                </a:lnTo>
                <a:lnTo>
                  <a:pt x="852819" y="82860"/>
                </a:lnTo>
                <a:lnTo>
                  <a:pt x="868954" y="78689"/>
                </a:lnTo>
                <a:lnTo>
                  <a:pt x="873027" y="77979"/>
                </a:lnTo>
                <a:lnTo>
                  <a:pt x="873011" y="78166"/>
                </a:lnTo>
                <a:lnTo>
                  <a:pt x="873120" y="78359"/>
                </a:lnTo>
                <a:lnTo>
                  <a:pt x="873522" y="78653"/>
                </a:lnTo>
                <a:lnTo>
                  <a:pt x="873912" y="78863"/>
                </a:lnTo>
                <a:lnTo>
                  <a:pt x="874489" y="79102"/>
                </a:lnTo>
                <a:lnTo>
                  <a:pt x="874861" y="79203"/>
                </a:lnTo>
                <a:lnTo>
                  <a:pt x="875358" y="79342"/>
                </a:lnTo>
                <a:lnTo>
                  <a:pt x="876055" y="79417"/>
                </a:lnTo>
                <a:lnTo>
                  <a:pt x="876667" y="79384"/>
                </a:lnTo>
                <a:lnTo>
                  <a:pt x="877050" y="79349"/>
                </a:lnTo>
                <a:lnTo>
                  <a:pt x="877422" y="79254"/>
                </a:lnTo>
                <a:lnTo>
                  <a:pt x="877901" y="79131"/>
                </a:lnTo>
                <a:lnTo>
                  <a:pt x="900260" y="73312"/>
                </a:lnTo>
                <a:lnTo>
                  <a:pt x="902090" y="72636"/>
                </a:lnTo>
                <a:lnTo>
                  <a:pt x="903376" y="71780"/>
                </a:lnTo>
                <a:lnTo>
                  <a:pt x="938494" y="61360"/>
                </a:lnTo>
                <a:lnTo>
                  <a:pt x="972760" y="52887"/>
                </a:lnTo>
                <a:lnTo>
                  <a:pt x="1012882" y="43818"/>
                </a:lnTo>
                <a:lnTo>
                  <a:pt x="1013717" y="43601"/>
                </a:lnTo>
                <a:lnTo>
                  <a:pt x="1034575" y="38176"/>
                </a:lnTo>
                <a:lnTo>
                  <a:pt x="1049342" y="34116"/>
                </a:lnTo>
                <a:lnTo>
                  <a:pt x="1049160" y="33519"/>
                </a:lnTo>
                <a:lnTo>
                  <a:pt x="1064368" y="29633"/>
                </a:lnTo>
                <a:lnTo>
                  <a:pt x="1078772" y="25955"/>
                </a:lnTo>
                <a:lnTo>
                  <a:pt x="1080819" y="25435"/>
                </a:lnTo>
                <a:lnTo>
                  <a:pt x="1084183" y="24626"/>
                </a:lnTo>
                <a:lnTo>
                  <a:pt x="1113361" y="16565"/>
                </a:lnTo>
                <a:lnTo>
                  <a:pt x="1119624" y="15069"/>
                </a:lnTo>
                <a:lnTo>
                  <a:pt x="1127930" y="13077"/>
                </a:lnTo>
                <a:lnTo>
                  <a:pt x="1132338" y="12113"/>
                </a:lnTo>
                <a:lnTo>
                  <a:pt x="1148030" y="8673"/>
                </a:lnTo>
                <a:lnTo>
                  <a:pt x="1149562" y="8285"/>
                </a:lnTo>
                <a:lnTo>
                  <a:pt x="1158164" y="6099"/>
                </a:lnTo>
                <a:lnTo>
                  <a:pt x="1159679" y="5661"/>
                </a:lnTo>
                <a:lnTo>
                  <a:pt x="1159792" y="5793"/>
                </a:lnTo>
                <a:lnTo>
                  <a:pt x="1160033" y="6084"/>
                </a:lnTo>
                <a:lnTo>
                  <a:pt x="1161615" y="5821"/>
                </a:lnTo>
                <a:lnTo>
                  <a:pt x="1162142" y="4366"/>
                </a:lnTo>
                <a:lnTo>
                  <a:pt x="1166705" y="3737"/>
                </a:lnTo>
                <a:lnTo>
                  <a:pt x="1167210" y="5199"/>
                </a:lnTo>
                <a:lnTo>
                  <a:pt x="1186553" y="0"/>
                </a:lnTo>
                <a:lnTo>
                  <a:pt x="1191619" y="19654"/>
                </a:lnTo>
                <a:lnTo>
                  <a:pt x="1172635" y="24250"/>
                </a:lnTo>
                <a:lnTo>
                  <a:pt x="1172988" y="25623"/>
                </a:lnTo>
                <a:lnTo>
                  <a:pt x="1168766" y="27353"/>
                </a:lnTo>
                <a:lnTo>
                  <a:pt x="1167499" y="26361"/>
                </a:lnTo>
                <a:lnTo>
                  <a:pt x="1166015" y="26790"/>
                </a:lnTo>
                <a:lnTo>
                  <a:pt x="1165553" y="28159"/>
                </a:lnTo>
                <a:lnTo>
                  <a:pt x="1087893" y="47368"/>
                </a:lnTo>
                <a:lnTo>
                  <a:pt x="1049263" y="56720"/>
                </a:lnTo>
                <a:lnTo>
                  <a:pt x="968474" y="78027"/>
                </a:lnTo>
                <a:lnTo>
                  <a:pt x="938514" y="84394"/>
                </a:lnTo>
                <a:lnTo>
                  <a:pt x="923290" y="88297"/>
                </a:lnTo>
                <a:lnTo>
                  <a:pt x="905198" y="92266"/>
                </a:lnTo>
                <a:lnTo>
                  <a:pt x="882175" y="98103"/>
                </a:lnTo>
                <a:lnTo>
                  <a:pt x="863855" y="104681"/>
                </a:lnTo>
                <a:lnTo>
                  <a:pt x="838081" y="112336"/>
                </a:lnTo>
                <a:lnTo>
                  <a:pt x="836195" y="112683"/>
                </a:lnTo>
                <a:lnTo>
                  <a:pt x="813171" y="118477"/>
                </a:lnTo>
                <a:lnTo>
                  <a:pt x="812938" y="118890"/>
                </a:lnTo>
                <a:lnTo>
                  <a:pt x="810686" y="119127"/>
                </a:lnTo>
                <a:lnTo>
                  <a:pt x="777319" y="127067"/>
                </a:lnTo>
                <a:lnTo>
                  <a:pt x="777146" y="125011"/>
                </a:lnTo>
                <a:lnTo>
                  <a:pt x="765882" y="128851"/>
                </a:lnTo>
                <a:lnTo>
                  <a:pt x="730231" y="138190"/>
                </a:lnTo>
                <a:lnTo>
                  <a:pt x="730454" y="139371"/>
                </a:lnTo>
                <a:lnTo>
                  <a:pt x="682093" y="149713"/>
                </a:lnTo>
                <a:lnTo>
                  <a:pt x="666568" y="153232"/>
                </a:lnTo>
                <a:lnTo>
                  <a:pt x="648244" y="158088"/>
                </a:lnTo>
                <a:lnTo>
                  <a:pt x="639147" y="161209"/>
                </a:lnTo>
                <a:lnTo>
                  <a:pt x="628477" y="164762"/>
                </a:lnTo>
                <a:lnTo>
                  <a:pt x="610137" y="16923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704079D-0FC4-4166-9AAE-6861B23C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5342" y="3512633"/>
            <a:ext cx="524239" cy="774767"/>
          </a:xfrm>
          <a:custGeom xmlns:a="http://schemas.openxmlformats.org/drawingml/2006/main">
            <a:pathLst>
              <a:path w="524239" h="774767">
                <a:moveTo>
                  <a:pt x="267274" y="153388"/>
                </a:moveTo>
                <a:lnTo>
                  <a:pt x="267887" y="156356"/>
                </a:lnTo>
                <a:lnTo>
                  <a:pt x="267161" y="160716"/>
                </a:lnTo>
                <a:lnTo>
                  <a:pt x="265700" y="164384"/>
                </a:lnTo>
                <a:lnTo>
                  <a:pt x="249775" y="180642"/>
                </a:lnTo>
                <a:lnTo>
                  <a:pt x="244346" y="186797"/>
                </a:lnTo>
                <a:lnTo>
                  <a:pt x="249533" y="206252"/>
                </a:lnTo>
                <a:lnTo>
                  <a:pt x="268411" y="261326"/>
                </a:lnTo>
                <a:lnTo>
                  <a:pt x="285262" y="304763"/>
                </a:lnTo>
                <a:lnTo>
                  <a:pt x="288512" y="303566"/>
                </a:lnTo>
                <a:lnTo>
                  <a:pt x="303967" y="325819"/>
                </a:lnTo>
                <a:lnTo>
                  <a:pt x="312167" y="338200"/>
                </a:lnTo>
                <a:lnTo>
                  <a:pt x="313476" y="340175"/>
                </a:lnTo>
                <a:lnTo>
                  <a:pt x="322568" y="353889"/>
                </a:lnTo>
                <a:lnTo>
                  <a:pt x="325688" y="357978"/>
                </a:lnTo>
                <a:lnTo>
                  <a:pt x="326464" y="358856"/>
                </a:lnTo>
                <a:lnTo>
                  <a:pt x="334087" y="367522"/>
                </a:lnTo>
                <a:lnTo>
                  <a:pt x="335346" y="368955"/>
                </a:lnTo>
                <a:lnTo>
                  <a:pt x="339864" y="374092"/>
                </a:lnTo>
                <a:lnTo>
                  <a:pt x="341727" y="376213"/>
                </a:lnTo>
                <a:lnTo>
                  <a:pt x="341914" y="376412"/>
                </a:lnTo>
                <a:lnTo>
                  <a:pt x="350980" y="385998"/>
                </a:lnTo>
                <a:lnTo>
                  <a:pt x="353058" y="388198"/>
                </a:lnTo>
                <a:lnTo>
                  <a:pt x="355093" y="390348"/>
                </a:lnTo>
                <a:lnTo>
                  <a:pt x="358931" y="393121"/>
                </a:lnTo>
                <a:lnTo>
                  <a:pt x="366123" y="396627"/>
                </a:lnTo>
                <a:lnTo>
                  <a:pt x="369991" y="397406"/>
                </a:lnTo>
                <a:lnTo>
                  <a:pt x="380348" y="399497"/>
                </a:lnTo>
                <a:lnTo>
                  <a:pt x="388232" y="401094"/>
                </a:lnTo>
                <a:lnTo>
                  <a:pt x="398579" y="403177"/>
                </a:lnTo>
                <a:lnTo>
                  <a:pt x="401236" y="403717"/>
                </a:lnTo>
                <a:lnTo>
                  <a:pt x="406869" y="404856"/>
                </a:lnTo>
                <a:lnTo>
                  <a:pt x="409155" y="405313"/>
                </a:lnTo>
                <a:lnTo>
                  <a:pt x="413419" y="406132"/>
                </a:lnTo>
                <a:lnTo>
                  <a:pt x="433051" y="409792"/>
                </a:lnTo>
                <a:lnTo>
                  <a:pt x="439568" y="410789"/>
                </a:lnTo>
                <a:lnTo>
                  <a:pt x="454346" y="415476"/>
                </a:lnTo>
                <a:lnTo>
                  <a:pt x="460033" y="415325"/>
                </a:lnTo>
                <a:lnTo>
                  <a:pt x="466361" y="413487"/>
                </a:lnTo>
                <a:lnTo>
                  <a:pt x="475569" y="411005"/>
                </a:lnTo>
                <a:lnTo>
                  <a:pt x="489359" y="405840"/>
                </a:lnTo>
                <a:lnTo>
                  <a:pt x="494570" y="403973"/>
                </a:lnTo>
                <a:lnTo>
                  <a:pt x="494660" y="404064"/>
                </a:lnTo>
                <a:lnTo>
                  <a:pt x="494796" y="404111"/>
                </a:lnTo>
                <a:lnTo>
                  <a:pt x="494916" y="404099"/>
                </a:lnTo>
                <a:lnTo>
                  <a:pt x="495162" y="404008"/>
                </a:lnTo>
                <a:lnTo>
                  <a:pt x="498561" y="402748"/>
                </a:lnTo>
                <a:lnTo>
                  <a:pt x="502269" y="401369"/>
                </a:lnTo>
                <a:lnTo>
                  <a:pt x="508084" y="399206"/>
                </a:lnTo>
                <a:lnTo>
                  <a:pt x="511519" y="397928"/>
                </a:lnTo>
                <a:lnTo>
                  <a:pt x="514537" y="396805"/>
                </a:lnTo>
                <a:lnTo>
                  <a:pt x="515436" y="396442"/>
                </a:lnTo>
                <a:lnTo>
                  <a:pt x="515657" y="396360"/>
                </a:lnTo>
                <a:lnTo>
                  <a:pt x="515752" y="396213"/>
                </a:lnTo>
                <a:lnTo>
                  <a:pt x="515726" y="396027"/>
                </a:lnTo>
                <a:lnTo>
                  <a:pt x="516878" y="395598"/>
                </a:lnTo>
                <a:lnTo>
                  <a:pt x="518644" y="400299"/>
                </a:lnTo>
                <a:lnTo>
                  <a:pt x="516006" y="401293"/>
                </a:lnTo>
                <a:lnTo>
                  <a:pt x="496670" y="408572"/>
                </a:lnTo>
                <a:lnTo>
                  <a:pt x="494043" y="409557"/>
                </a:lnTo>
                <a:lnTo>
                  <a:pt x="493649" y="409779"/>
                </a:lnTo>
                <a:lnTo>
                  <a:pt x="493515" y="410020"/>
                </a:lnTo>
                <a:lnTo>
                  <a:pt x="493471" y="410318"/>
                </a:lnTo>
                <a:lnTo>
                  <a:pt x="493484" y="410623"/>
                </a:lnTo>
                <a:lnTo>
                  <a:pt x="493647" y="410898"/>
                </a:lnTo>
                <a:lnTo>
                  <a:pt x="493915" y="411197"/>
                </a:lnTo>
                <a:lnTo>
                  <a:pt x="494154" y="411411"/>
                </a:lnTo>
                <a:lnTo>
                  <a:pt x="494413" y="411590"/>
                </a:lnTo>
                <a:lnTo>
                  <a:pt x="494703" y="411752"/>
                </a:lnTo>
                <a:lnTo>
                  <a:pt x="494986" y="411863"/>
                </a:lnTo>
                <a:lnTo>
                  <a:pt x="495313" y="411846"/>
                </a:lnTo>
                <a:lnTo>
                  <a:pt x="495742" y="411767"/>
                </a:lnTo>
                <a:lnTo>
                  <a:pt x="497682" y="419329"/>
                </a:lnTo>
                <a:lnTo>
                  <a:pt x="497409" y="419590"/>
                </a:lnTo>
                <a:lnTo>
                  <a:pt x="497160" y="420012"/>
                </a:lnTo>
                <a:lnTo>
                  <a:pt x="497034" y="420533"/>
                </a:lnTo>
                <a:lnTo>
                  <a:pt x="497007" y="421093"/>
                </a:lnTo>
                <a:lnTo>
                  <a:pt x="497060" y="421533"/>
                </a:lnTo>
                <a:lnTo>
                  <a:pt x="497245" y="421850"/>
                </a:lnTo>
                <a:lnTo>
                  <a:pt x="497520" y="422038"/>
                </a:lnTo>
                <a:lnTo>
                  <a:pt x="497829" y="422114"/>
                </a:lnTo>
                <a:lnTo>
                  <a:pt x="498164" y="422037"/>
                </a:lnTo>
                <a:lnTo>
                  <a:pt x="500791" y="421052"/>
                </a:lnTo>
                <a:lnTo>
                  <a:pt x="520092" y="413783"/>
                </a:lnTo>
                <a:lnTo>
                  <a:pt x="522621" y="412826"/>
                </a:lnTo>
                <a:lnTo>
                  <a:pt x="524239" y="417251"/>
                </a:lnTo>
                <a:lnTo>
                  <a:pt x="523082" y="417672"/>
                </a:lnTo>
                <a:lnTo>
                  <a:pt x="521550" y="418229"/>
                </a:lnTo>
                <a:lnTo>
                  <a:pt x="518465" y="419388"/>
                </a:lnTo>
                <a:lnTo>
                  <a:pt x="515257" y="420601"/>
                </a:lnTo>
                <a:lnTo>
                  <a:pt x="509678" y="422699"/>
                </a:lnTo>
                <a:lnTo>
                  <a:pt x="505617" y="424231"/>
                </a:lnTo>
                <a:lnTo>
                  <a:pt x="502259" y="425490"/>
                </a:lnTo>
                <a:lnTo>
                  <a:pt x="500812" y="426122"/>
                </a:lnTo>
                <a:lnTo>
                  <a:pt x="500198" y="426468"/>
                </a:lnTo>
                <a:lnTo>
                  <a:pt x="499232" y="427062"/>
                </a:lnTo>
                <a:lnTo>
                  <a:pt x="497142" y="428542"/>
                </a:lnTo>
                <a:lnTo>
                  <a:pt x="495458" y="430214"/>
                </a:lnTo>
                <a:lnTo>
                  <a:pt x="492636" y="434240"/>
                </a:lnTo>
                <a:lnTo>
                  <a:pt x="490548" y="441858"/>
                </a:lnTo>
                <a:lnTo>
                  <a:pt x="491440" y="446726"/>
                </a:lnTo>
                <a:lnTo>
                  <a:pt x="497457" y="466626"/>
                </a:lnTo>
                <a:lnTo>
                  <a:pt x="488795" y="471527"/>
                </a:lnTo>
                <a:lnTo>
                  <a:pt x="497915" y="487427"/>
                </a:lnTo>
                <a:lnTo>
                  <a:pt x="457154" y="509457"/>
                </a:lnTo>
                <a:lnTo>
                  <a:pt x="453527" y="505255"/>
                </a:lnTo>
                <a:lnTo>
                  <a:pt x="451531" y="507122"/>
                </a:lnTo>
                <a:lnTo>
                  <a:pt x="421748" y="538577"/>
                </a:lnTo>
                <a:lnTo>
                  <a:pt x="400856" y="561258"/>
                </a:lnTo>
                <a:lnTo>
                  <a:pt x="382226" y="576817"/>
                </a:lnTo>
                <a:lnTo>
                  <a:pt x="386831" y="580697"/>
                </a:lnTo>
                <a:lnTo>
                  <a:pt x="385950" y="581949"/>
                </a:lnTo>
                <a:lnTo>
                  <a:pt x="385039" y="583254"/>
                </a:lnTo>
                <a:lnTo>
                  <a:pt x="375722" y="589486"/>
                </a:lnTo>
                <a:lnTo>
                  <a:pt x="369156" y="579376"/>
                </a:lnTo>
                <a:lnTo>
                  <a:pt x="361926" y="583823"/>
                </a:lnTo>
                <a:lnTo>
                  <a:pt x="367433" y="592156"/>
                </a:lnTo>
                <a:lnTo>
                  <a:pt x="366344" y="592803"/>
                </a:lnTo>
                <a:lnTo>
                  <a:pt x="353552" y="600976"/>
                </a:lnTo>
                <a:lnTo>
                  <a:pt x="346954" y="590680"/>
                </a:lnTo>
                <a:lnTo>
                  <a:pt x="341429" y="594201"/>
                </a:lnTo>
                <a:lnTo>
                  <a:pt x="340542" y="594835"/>
                </a:lnTo>
                <a:lnTo>
                  <a:pt x="343052" y="599423"/>
                </a:lnTo>
                <a:lnTo>
                  <a:pt x="326387" y="611326"/>
                </a:lnTo>
                <a:lnTo>
                  <a:pt x="317005" y="619849"/>
                </a:lnTo>
                <a:lnTo>
                  <a:pt x="296132" y="642690"/>
                </a:lnTo>
                <a:lnTo>
                  <a:pt x="297090" y="644352"/>
                </a:lnTo>
                <a:lnTo>
                  <a:pt x="273659" y="666506"/>
                </a:lnTo>
                <a:lnTo>
                  <a:pt x="259420" y="677701"/>
                </a:lnTo>
                <a:lnTo>
                  <a:pt x="250799" y="683389"/>
                </a:lnTo>
                <a:lnTo>
                  <a:pt x="230120" y="695127"/>
                </a:lnTo>
                <a:lnTo>
                  <a:pt x="220661" y="699345"/>
                </a:lnTo>
                <a:lnTo>
                  <a:pt x="209809" y="703930"/>
                </a:lnTo>
                <a:lnTo>
                  <a:pt x="205048" y="706523"/>
                </a:lnTo>
                <a:lnTo>
                  <a:pt x="202803" y="709202"/>
                </a:lnTo>
                <a:lnTo>
                  <a:pt x="146337" y="732305"/>
                </a:lnTo>
                <a:lnTo>
                  <a:pt x="131661" y="734448"/>
                </a:lnTo>
                <a:lnTo>
                  <a:pt x="117677" y="738226"/>
                </a:lnTo>
                <a:lnTo>
                  <a:pt x="101551" y="744434"/>
                </a:lnTo>
                <a:lnTo>
                  <a:pt x="97595" y="746081"/>
                </a:lnTo>
                <a:lnTo>
                  <a:pt x="92857" y="748741"/>
                </a:lnTo>
                <a:lnTo>
                  <a:pt x="75148" y="760900"/>
                </a:lnTo>
                <a:lnTo>
                  <a:pt x="64280" y="768249"/>
                </a:lnTo>
                <a:lnTo>
                  <a:pt x="64019" y="768197"/>
                </a:lnTo>
                <a:lnTo>
                  <a:pt x="63817" y="768210"/>
                </a:lnTo>
                <a:lnTo>
                  <a:pt x="63637" y="768258"/>
                </a:lnTo>
                <a:lnTo>
                  <a:pt x="63437" y="768381"/>
                </a:lnTo>
                <a:lnTo>
                  <a:pt x="54721" y="774767"/>
                </a:lnTo>
                <a:lnTo>
                  <a:pt x="41016" y="756078"/>
                </a:lnTo>
                <a:lnTo>
                  <a:pt x="49465" y="749972"/>
                </a:lnTo>
                <a:lnTo>
                  <a:pt x="49754" y="749701"/>
                </a:lnTo>
                <a:lnTo>
                  <a:pt x="50025" y="749338"/>
                </a:lnTo>
                <a:lnTo>
                  <a:pt x="50270" y="748789"/>
                </a:lnTo>
                <a:lnTo>
                  <a:pt x="50367" y="748337"/>
                </a:lnTo>
                <a:lnTo>
                  <a:pt x="50391" y="747861"/>
                </a:lnTo>
                <a:lnTo>
                  <a:pt x="50369" y="747430"/>
                </a:lnTo>
                <a:lnTo>
                  <a:pt x="50318" y="747261"/>
                </a:lnTo>
                <a:lnTo>
                  <a:pt x="50049" y="747099"/>
                </a:lnTo>
                <a:lnTo>
                  <a:pt x="49557" y="746959"/>
                </a:lnTo>
                <a:lnTo>
                  <a:pt x="49129" y="746894"/>
                </a:lnTo>
                <a:lnTo>
                  <a:pt x="48621" y="746908"/>
                </a:lnTo>
                <a:lnTo>
                  <a:pt x="48100" y="747040"/>
                </a:lnTo>
                <a:lnTo>
                  <a:pt x="47679" y="747246"/>
                </a:lnTo>
                <a:lnTo>
                  <a:pt x="39222" y="753625"/>
                </a:lnTo>
                <a:lnTo>
                  <a:pt x="15546" y="721329"/>
                </a:lnTo>
                <a:lnTo>
                  <a:pt x="23929" y="715284"/>
                </a:lnTo>
                <a:lnTo>
                  <a:pt x="24259" y="714970"/>
                </a:lnTo>
                <a:lnTo>
                  <a:pt x="24535" y="714606"/>
                </a:lnTo>
                <a:lnTo>
                  <a:pt x="24775" y="714057"/>
                </a:lnTo>
                <a:lnTo>
                  <a:pt x="24872" y="713614"/>
                </a:lnTo>
                <a:lnTo>
                  <a:pt x="24896" y="713130"/>
                </a:lnTo>
                <a:lnTo>
                  <a:pt x="24874" y="712698"/>
                </a:lnTo>
                <a:lnTo>
                  <a:pt x="24828" y="712530"/>
                </a:lnTo>
                <a:lnTo>
                  <a:pt x="24554" y="712376"/>
                </a:lnTo>
                <a:lnTo>
                  <a:pt x="24067" y="712236"/>
                </a:lnTo>
                <a:lnTo>
                  <a:pt x="23634" y="712163"/>
                </a:lnTo>
                <a:lnTo>
                  <a:pt x="23126" y="712176"/>
                </a:lnTo>
                <a:lnTo>
                  <a:pt x="22605" y="712309"/>
                </a:lnTo>
                <a:lnTo>
                  <a:pt x="22190" y="712523"/>
                </a:lnTo>
                <a:lnTo>
                  <a:pt x="13747" y="718876"/>
                </a:lnTo>
                <a:lnTo>
                  <a:pt x="0" y="700129"/>
                </a:lnTo>
                <a:lnTo>
                  <a:pt x="8635" y="693805"/>
                </a:lnTo>
                <a:lnTo>
                  <a:pt x="8863" y="693596"/>
                </a:lnTo>
                <a:lnTo>
                  <a:pt x="8977" y="693389"/>
                </a:lnTo>
                <a:lnTo>
                  <a:pt x="9045" y="693193"/>
                </a:lnTo>
                <a:lnTo>
                  <a:pt x="9081" y="693005"/>
                </a:lnTo>
                <a:lnTo>
                  <a:pt x="9072" y="692836"/>
                </a:lnTo>
                <a:lnTo>
                  <a:pt x="8929" y="692526"/>
                </a:lnTo>
                <a:lnTo>
                  <a:pt x="11123" y="690866"/>
                </a:lnTo>
                <a:lnTo>
                  <a:pt x="14884" y="688155"/>
                </a:lnTo>
                <a:lnTo>
                  <a:pt x="19209" y="684998"/>
                </a:lnTo>
                <a:lnTo>
                  <a:pt x="21854" y="683080"/>
                </a:lnTo>
                <a:lnTo>
                  <a:pt x="25584" y="680387"/>
                </a:lnTo>
                <a:lnTo>
                  <a:pt x="29522" y="677494"/>
                </a:lnTo>
                <a:lnTo>
                  <a:pt x="31338" y="676276"/>
                </a:lnTo>
                <a:lnTo>
                  <a:pt x="34186" y="674369"/>
                </a:lnTo>
                <a:lnTo>
                  <a:pt x="37721" y="672351"/>
                </a:lnTo>
                <a:lnTo>
                  <a:pt x="39977" y="671071"/>
                </a:lnTo>
                <a:lnTo>
                  <a:pt x="44350" y="668921"/>
                </a:lnTo>
                <a:lnTo>
                  <a:pt x="46304" y="667996"/>
                </a:lnTo>
                <a:lnTo>
                  <a:pt x="50530" y="666189"/>
                </a:lnTo>
                <a:lnTo>
                  <a:pt x="55542" y="664047"/>
                </a:lnTo>
                <a:lnTo>
                  <a:pt x="60918" y="661752"/>
                </a:lnTo>
                <a:lnTo>
                  <a:pt x="67017" y="659090"/>
                </a:lnTo>
                <a:lnTo>
                  <a:pt x="73025" y="656329"/>
                </a:lnTo>
                <a:lnTo>
                  <a:pt x="79085" y="653557"/>
                </a:lnTo>
                <a:lnTo>
                  <a:pt x="85049" y="651094"/>
                </a:lnTo>
                <a:lnTo>
                  <a:pt x="88460" y="649698"/>
                </a:lnTo>
                <a:lnTo>
                  <a:pt x="93702" y="647830"/>
                </a:lnTo>
                <a:lnTo>
                  <a:pt x="99474" y="645948"/>
                </a:lnTo>
                <a:lnTo>
                  <a:pt x="103922" y="644483"/>
                </a:lnTo>
                <a:lnTo>
                  <a:pt x="108242" y="642885"/>
                </a:lnTo>
                <a:lnTo>
                  <a:pt x="113543" y="640897"/>
                </a:lnTo>
                <a:lnTo>
                  <a:pt x="122077" y="637043"/>
                </a:lnTo>
                <a:lnTo>
                  <a:pt x="125459" y="635504"/>
                </a:lnTo>
                <a:lnTo>
                  <a:pt x="130641" y="633145"/>
                </a:lnTo>
                <a:lnTo>
                  <a:pt x="137020" y="629882"/>
                </a:lnTo>
                <a:lnTo>
                  <a:pt x="141152" y="627662"/>
                </a:lnTo>
                <a:lnTo>
                  <a:pt x="146866" y="624188"/>
                </a:lnTo>
                <a:lnTo>
                  <a:pt x="151516" y="621352"/>
                </a:lnTo>
                <a:lnTo>
                  <a:pt x="158620" y="616806"/>
                </a:lnTo>
                <a:lnTo>
                  <a:pt x="162309" y="614132"/>
                </a:lnTo>
                <a:lnTo>
                  <a:pt x="163995" y="612722"/>
                </a:lnTo>
                <a:lnTo>
                  <a:pt x="166201" y="610883"/>
                </a:lnTo>
                <a:lnTo>
                  <a:pt x="169994" y="607629"/>
                </a:lnTo>
                <a:lnTo>
                  <a:pt x="173723" y="604335"/>
                </a:lnTo>
                <a:lnTo>
                  <a:pt x="177406" y="601032"/>
                </a:lnTo>
                <a:lnTo>
                  <a:pt x="180984" y="597699"/>
                </a:lnTo>
                <a:lnTo>
                  <a:pt x="184523" y="594274"/>
                </a:lnTo>
                <a:lnTo>
                  <a:pt x="187996" y="590867"/>
                </a:lnTo>
                <a:lnTo>
                  <a:pt x="191520" y="587484"/>
                </a:lnTo>
                <a:lnTo>
                  <a:pt x="195015" y="584153"/>
                </a:lnTo>
                <a:lnTo>
                  <a:pt x="198521" y="580441"/>
                </a:lnTo>
                <a:lnTo>
                  <a:pt x="201949" y="576721"/>
                </a:lnTo>
                <a:lnTo>
                  <a:pt x="205376" y="573002"/>
                </a:lnTo>
                <a:lnTo>
                  <a:pt x="208819" y="569274"/>
                </a:lnTo>
                <a:lnTo>
                  <a:pt x="212262" y="565554"/>
                </a:lnTo>
                <a:lnTo>
                  <a:pt x="215366" y="562140"/>
                </a:lnTo>
                <a:lnTo>
                  <a:pt x="218223" y="559047"/>
                </a:lnTo>
                <a:lnTo>
                  <a:pt x="220964" y="556092"/>
                </a:lnTo>
                <a:lnTo>
                  <a:pt x="222379" y="554393"/>
                </a:lnTo>
                <a:lnTo>
                  <a:pt x="223855" y="551488"/>
                </a:lnTo>
                <a:lnTo>
                  <a:pt x="226682" y="547081"/>
                </a:lnTo>
                <a:lnTo>
                  <a:pt x="229476" y="542378"/>
                </a:lnTo>
                <a:lnTo>
                  <a:pt x="232437" y="536721"/>
                </a:lnTo>
                <a:lnTo>
                  <a:pt x="235285" y="531110"/>
                </a:lnTo>
                <a:lnTo>
                  <a:pt x="237307" y="526851"/>
                </a:lnTo>
                <a:lnTo>
                  <a:pt x="241688" y="517189"/>
                </a:lnTo>
                <a:lnTo>
                  <a:pt x="245293" y="508599"/>
                </a:lnTo>
                <a:lnTo>
                  <a:pt x="246467" y="505651"/>
                </a:lnTo>
                <a:lnTo>
                  <a:pt x="248476" y="500341"/>
                </a:lnTo>
                <a:lnTo>
                  <a:pt x="248719" y="499708"/>
                </a:lnTo>
                <a:lnTo>
                  <a:pt x="251307" y="493306"/>
                </a:lnTo>
                <a:lnTo>
                  <a:pt x="253862" y="487245"/>
                </a:lnTo>
                <a:lnTo>
                  <a:pt x="256451" y="481284"/>
                </a:lnTo>
                <a:lnTo>
                  <a:pt x="257334" y="479302"/>
                </a:lnTo>
                <a:lnTo>
                  <a:pt x="257461" y="478815"/>
                </a:lnTo>
                <a:lnTo>
                  <a:pt x="259291" y="473400"/>
                </a:lnTo>
                <a:lnTo>
                  <a:pt x="259955" y="469432"/>
                </a:lnTo>
                <a:lnTo>
                  <a:pt x="260849" y="464381"/>
                </a:lnTo>
                <a:lnTo>
                  <a:pt x="261385" y="459127"/>
                </a:lnTo>
                <a:lnTo>
                  <a:pt x="261591" y="453755"/>
                </a:lnTo>
                <a:lnTo>
                  <a:pt x="261453" y="450512"/>
                </a:lnTo>
                <a:lnTo>
                  <a:pt x="261338" y="447352"/>
                </a:lnTo>
                <a:lnTo>
                  <a:pt x="261023" y="444054"/>
                </a:lnTo>
                <a:lnTo>
                  <a:pt x="260697" y="440765"/>
                </a:lnTo>
                <a:lnTo>
                  <a:pt x="260377" y="437493"/>
                </a:lnTo>
                <a:lnTo>
                  <a:pt x="260151" y="435633"/>
                </a:lnTo>
                <a:lnTo>
                  <a:pt x="259771" y="433058"/>
                </a:lnTo>
                <a:lnTo>
                  <a:pt x="259532" y="431682"/>
                </a:lnTo>
                <a:lnTo>
                  <a:pt x="259079" y="429083"/>
                </a:lnTo>
                <a:lnTo>
                  <a:pt x="258633" y="426534"/>
                </a:lnTo>
                <a:lnTo>
                  <a:pt x="258167" y="424639"/>
                </a:lnTo>
                <a:lnTo>
                  <a:pt x="257447" y="421758"/>
                </a:lnTo>
                <a:lnTo>
                  <a:pt x="256827" y="418748"/>
                </a:lnTo>
                <a:lnTo>
                  <a:pt x="256031" y="415921"/>
                </a:lnTo>
                <a:lnTo>
                  <a:pt x="255278" y="413177"/>
                </a:lnTo>
                <a:lnTo>
                  <a:pt x="254443" y="410681"/>
                </a:lnTo>
                <a:lnTo>
                  <a:pt x="252391" y="405538"/>
                </a:lnTo>
                <a:lnTo>
                  <a:pt x="251189" y="402501"/>
                </a:lnTo>
                <a:lnTo>
                  <a:pt x="250019" y="399471"/>
                </a:lnTo>
                <a:lnTo>
                  <a:pt x="248890" y="396856"/>
                </a:lnTo>
                <a:lnTo>
                  <a:pt x="247806" y="394358"/>
                </a:lnTo>
                <a:lnTo>
                  <a:pt x="246742" y="392012"/>
                </a:lnTo>
                <a:lnTo>
                  <a:pt x="246855" y="391374"/>
                </a:lnTo>
                <a:lnTo>
                  <a:pt x="245714" y="388665"/>
                </a:lnTo>
                <a:lnTo>
                  <a:pt x="244430" y="385681"/>
                </a:lnTo>
                <a:lnTo>
                  <a:pt x="243279" y="382804"/>
                </a:lnTo>
                <a:lnTo>
                  <a:pt x="242157" y="379840"/>
                </a:lnTo>
                <a:lnTo>
                  <a:pt x="241131" y="377172"/>
                </a:lnTo>
                <a:lnTo>
                  <a:pt x="240042" y="374275"/>
                </a:lnTo>
                <a:lnTo>
                  <a:pt x="238948" y="371388"/>
                </a:lnTo>
                <a:lnTo>
                  <a:pt x="237402" y="367130"/>
                </a:lnTo>
                <a:lnTo>
                  <a:pt x="230841" y="350517"/>
                </a:lnTo>
                <a:lnTo>
                  <a:pt x="218276" y="319150"/>
                </a:lnTo>
                <a:lnTo>
                  <a:pt x="213690" y="307741"/>
                </a:lnTo>
                <a:lnTo>
                  <a:pt x="211711" y="302393"/>
                </a:lnTo>
                <a:lnTo>
                  <a:pt x="206050" y="286833"/>
                </a:lnTo>
                <a:lnTo>
                  <a:pt x="203213" y="279091"/>
                </a:lnTo>
                <a:lnTo>
                  <a:pt x="200812" y="271779"/>
                </a:lnTo>
                <a:lnTo>
                  <a:pt x="197706" y="262120"/>
                </a:lnTo>
                <a:lnTo>
                  <a:pt x="194827" y="252963"/>
                </a:lnTo>
                <a:lnTo>
                  <a:pt x="200375" y="250935"/>
                </a:lnTo>
                <a:lnTo>
                  <a:pt x="200519" y="250880"/>
                </a:lnTo>
                <a:lnTo>
                  <a:pt x="200360" y="250367"/>
                </a:lnTo>
                <a:lnTo>
                  <a:pt x="199929" y="248979"/>
                </a:lnTo>
                <a:lnTo>
                  <a:pt x="199485" y="247491"/>
                </a:lnTo>
                <a:lnTo>
                  <a:pt x="193499" y="249489"/>
                </a:lnTo>
                <a:lnTo>
                  <a:pt x="190429" y="238235"/>
                </a:lnTo>
                <a:lnTo>
                  <a:pt x="188623" y="231602"/>
                </a:lnTo>
                <a:lnTo>
                  <a:pt x="187484" y="227028"/>
                </a:lnTo>
                <a:lnTo>
                  <a:pt x="186196" y="220517"/>
                </a:lnTo>
                <a:lnTo>
                  <a:pt x="185623" y="217328"/>
                </a:lnTo>
                <a:lnTo>
                  <a:pt x="184702" y="211536"/>
                </a:lnTo>
                <a:lnTo>
                  <a:pt x="183500" y="202827"/>
                </a:lnTo>
                <a:lnTo>
                  <a:pt x="182917" y="198434"/>
                </a:lnTo>
                <a:lnTo>
                  <a:pt x="182353" y="193981"/>
                </a:lnTo>
                <a:lnTo>
                  <a:pt x="181676" y="188802"/>
                </a:lnTo>
                <a:lnTo>
                  <a:pt x="179405" y="170854"/>
                </a:lnTo>
                <a:lnTo>
                  <a:pt x="179281" y="169916"/>
                </a:lnTo>
                <a:lnTo>
                  <a:pt x="178550" y="164832"/>
                </a:lnTo>
                <a:lnTo>
                  <a:pt x="177241" y="155795"/>
                </a:lnTo>
                <a:lnTo>
                  <a:pt x="175714" y="146730"/>
                </a:lnTo>
                <a:lnTo>
                  <a:pt x="173244" y="135392"/>
                </a:lnTo>
                <a:lnTo>
                  <a:pt x="172581" y="131739"/>
                </a:lnTo>
                <a:lnTo>
                  <a:pt x="172041" y="129362"/>
                </a:lnTo>
                <a:lnTo>
                  <a:pt x="170553" y="123357"/>
                </a:lnTo>
                <a:lnTo>
                  <a:pt x="167396" y="110783"/>
                </a:lnTo>
                <a:lnTo>
                  <a:pt x="164395" y="98204"/>
                </a:lnTo>
                <a:lnTo>
                  <a:pt x="159749" y="78997"/>
                </a:lnTo>
                <a:lnTo>
                  <a:pt x="156791" y="66706"/>
                </a:lnTo>
                <a:lnTo>
                  <a:pt x="154623" y="58141"/>
                </a:lnTo>
                <a:lnTo>
                  <a:pt x="154530" y="57779"/>
                </a:lnTo>
                <a:lnTo>
                  <a:pt x="154431" y="57374"/>
                </a:lnTo>
                <a:lnTo>
                  <a:pt x="153208" y="52549"/>
                </a:lnTo>
                <a:lnTo>
                  <a:pt x="150513" y="41929"/>
                </a:lnTo>
                <a:lnTo>
                  <a:pt x="149189" y="36623"/>
                </a:lnTo>
                <a:lnTo>
                  <a:pt x="148915" y="35681"/>
                </a:lnTo>
                <a:lnTo>
                  <a:pt x="148801" y="35489"/>
                </a:lnTo>
                <a:lnTo>
                  <a:pt x="148616" y="35375"/>
                </a:lnTo>
                <a:lnTo>
                  <a:pt x="148409" y="35372"/>
                </a:lnTo>
                <a:lnTo>
                  <a:pt x="148094" y="35448"/>
                </a:lnTo>
                <a:lnTo>
                  <a:pt x="147767" y="34261"/>
                </a:lnTo>
                <a:lnTo>
                  <a:pt x="147138" y="34431"/>
                </a:lnTo>
                <a:lnTo>
                  <a:pt x="147040" y="34086"/>
                </a:lnTo>
                <a:lnTo>
                  <a:pt x="146911" y="33317"/>
                </a:lnTo>
                <a:lnTo>
                  <a:pt x="146825" y="32438"/>
                </a:lnTo>
                <a:lnTo>
                  <a:pt x="146853" y="31717"/>
                </a:lnTo>
                <a:lnTo>
                  <a:pt x="146923" y="30825"/>
                </a:lnTo>
                <a:lnTo>
                  <a:pt x="147084" y="30032"/>
                </a:lnTo>
                <a:lnTo>
                  <a:pt x="147351" y="29160"/>
                </a:lnTo>
                <a:lnTo>
                  <a:pt x="147692" y="28303"/>
                </a:lnTo>
                <a:lnTo>
                  <a:pt x="148133" y="27503"/>
                </a:lnTo>
                <a:lnTo>
                  <a:pt x="148597" y="26804"/>
                </a:lnTo>
                <a:lnTo>
                  <a:pt x="149115" y="26138"/>
                </a:lnTo>
                <a:lnTo>
                  <a:pt x="149747" y="25502"/>
                </a:lnTo>
                <a:lnTo>
                  <a:pt x="150432" y="24899"/>
                </a:lnTo>
                <a:lnTo>
                  <a:pt x="151197" y="24387"/>
                </a:lnTo>
                <a:lnTo>
                  <a:pt x="151827" y="24057"/>
                </a:lnTo>
                <a:lnTo>
                  <a:pt x="151881" y="24318"/>
                </a:lnTo>
                <a:lnTo>
                  <a:pt x="152724" y="24779"/>
                </a:lnTo>
                <a:lnTo>
                  <a:pt x="152937" y="24816"/>
                </a:lnTo>
                <a:lnTo>
                  <a:pt x="153126" y="24701"/>
                </a:lnTo>
                <a:lnTo>
                  <a:pt x="153727" y="23837"/>
                </a:lnTo>
                <a:lnTo>
                  <a:pt x="153594" y="23323"/>
                </a:lnTo>
                <a:lnTo>
                  <a:pt x="153501" y="22970"/>
                </a:lnTo>
                <a:lnTo>
                  <a:pt x="153200" y="21791"/>
                </a:lnTo>
                <a:lnTo>
                  <a:pt x="152720" y="19938"/>
                </a:lnTo>
                <a:lnTo>
                  <a:pt x="151563" y="15450"/>
                </a:lnTo>
                <a:lnTo>
                  <a:pt x="151280" y="14355"/>
                </a:lnTo>
                <a:lnTo>
                  <a:pt x="151164" y="13900"/>
                </a:lnTo>
                <a:lnTo>
                  <a:pt x="159095" y="11860"/>
                </a:lnTo>
                <a:lnTo>
                  <a:pt x="161427" y="20895"/>
                </a:lnTo>
                <a:lnTo>
                  <a:pt x="161519" y="21249"/>
                </a:lnTo>
                <a:lnTo>
                  <a:pt x="161652" y="21762"/>
                </a:lnTo>
                <a:lnTo>
                  <a:pt x="162490" y="22215"/>
                </a:lnTo>
                <a:lnTo>
                  <a:pt x="162642" y="22270"/>
                </a:lnTo>
                <a:lnTo>
                  <a:pt x="162853" y="22214"/>
                </a:lnTo>
                <a:lnTo>
                  <a:pt x="163498" y="21289"/>
                </a:lnTo>
                <a:lnTo>
                  <a:pt x="163360" y="20767"/>
                </a:lnTo>
                <a:lnTo>
                  <a:pt x="163273" y="20414"/>
                </a:lnTo>
                <a:lnTo>
                  <a:pt x="160942" y="11387"/>
                </a:lnTo>
                <a:lnTo>
                  <a:pt x="168853" y="9363"/>
                </a:lnTo>
                <a:lnTo>
                  <a:pt x="171167" y="18348"/>
                </a:lnTo>
                <a:lnTo>
                  <a:pt x="171260" y="18702"/>
                </a:lnTo>
                <a:lnTo>
                  <a:pt x="171376" y="19165"/>
                </a:lnTo>
                <a:lnTo>
                  <a:pt x="172434" y="19349"/>
                </a:lnTo>
                <a:lnTo>
                  <a:pt x="175872" y="19742"/>
                </a:lnTo>
                <a:lnTo>
                  <a:pt x="176079" y="19719"/>
                </a:lnTo>
                <a:lnTo>
                  <a:pt x="176206" y="19631"/>
                </a:lnTo>
                <a:lnTo>
                  <a:pt x="178796" y="17613"/>
                </a:lnTo>
                <a:lnTo>
                  <a:pt x="178946" y="17414"/>
                </a:lnTo>
                <a:lnTo>
                  <a:pt x="178740" y="16503"/>
                </a:lnTo>
                <a:lnTo>
                  <a:pt x="177951" y="13370"/>
                </a:lnTo>
                <a:lnTo>
                  <a:pt x="176511" y="7796"/>
                </a:lnTo>
                <a:lnTo>
                  <a:pt x="176419" y="7451"/>
                </a:lnTo>
                <a:lnTo>
                  <a:pt x="185190" y="5176"/>
                </a:lnTo>
                <a:lnTo>
                  <a:pt x="185288" y="5546"/>
                </a:lnTo>
                <a:lnTo>
                  <a:pt x="185589" y="6717"/>
                </a:lnTo>
                <a:lnTo>
                  <a:pt x="186757" y="11213"/>
                </a:lnTo>
                <a:lnTo>
                  <a:pt x="187232" y="13066"/>
                </a:lnTo>
                <a:lnTo>
                  <a:pt x="187549" y="14270"/>
                </a:lnTo>
                <a:lnTo>
                  <a:pt x="187843" y="15372"/>
                </a:lnTo>
                <a:lnTo>
                  <a:pt x="189149" y="16059"/>
                </a:lnTo>
                <a:lnTo>
                  <a:pt x="189378" y="16069"/>
                </a:lnTo>
                <a:lnTo>
                  <a:pt x="189541" y="15955"/>
                </a:lnTo>
                <a:lnTo>
                  <a:pt x="190354" y="14518"/>
                </a:lnTo>
                <a:lnTo>
                  <a:pt x="190234" y="13893"/>
                </a:lnTo>
                <a:lnTo>
                  <a:pt x="190147" y="13548"/>
                </a:lnTo>
                <a:lnTo>
                  <a:pt x="187800" y="4505"/>
                </a:lnTo>
                <a:lnTo>
                  <a:pt x="195825" y="2487"/>
                </a:lnTo>
                <a:lnTo>
                  <a:pt x="198104" y="11489"/>
                </a:lnTo>
                <a:lnTo>
                  <a:pt x="198301" y="12264"/>
                </a:lnTo>
                <a:lnTo>
                  <a:pt x="199214" y="12817"/>
                </a:lnTo>
                <a:lnTo>
                  <a:pt x="199453" y="12819"/>
                </a:lnTo>
                <a:lnTo>
                  <a:pt x="199631" y="12687"/>
                </a:lnTo>
                <a:lnTo>
                  <a:pt x="200168" y="11791"/>
                </a:lnTo>
                <a:lnTo>
                  <a:pt x="199971" y="11008"/>
                </a:lnTo>
                <a:lnTo>
                  <a:pt x="197698" y="2030"/>
                </a:lnTo>
                <a:lnTo>
                  <a:pt x="205541" y="0"/>
                </a:lnTo>
                <a:lnTo>
                  <a:pt x="205628" y="320"/>
                </a:lnTo>
                <a:lnTo>
                  <a:pt x="205934" y="1499"/>
                </a:lnTo>
                <a:lnTo>
                  <a:pt x="207097" y="5995"/>
                </a:lnTo>
                <a:lnTo>
                  <a:pt x="207576" y="7839"/>
                </a:lnTo>
                <a:lnTo>
                  <a:pt x="207871" y="8968"/>
                </a:lnTo>
                <a:lnTo>
                  <a:pt x="207963" y="9321"/>
                </a:lnTo>
                <a:lnTo>
                  <a:pt x="208122" y="9843"/>
                </a:lnTo>
                <a:lnTo>
                  <a:pt x="208978" y="10405"/>
                </a:lnTo>
                <a:lnTo>
                  <a:pt x="209151" y="10443"/>
                </a:lnTo>
                <a:lnTo>
                  <a:pt x="209311" y="10422"/>
                </a:lnTo>
                <a:lnTo>
                  <a:pt x="209443" y="10308"/>
                </a:lnTo>
                <a:lnTo>
                  <a:pt x="209945" y="9447"/>
                </a:lnTo>
                <a:lnTo>
                  <a:pt x="209841" y="9051"/>
                </a:lnTo>
                <a:lnTo>
                  <a:pt x="210463" y="9018"/>
                </a:lnTo>
                <a:lnTo>
                  <a:pt x="211201" y="9032"/>
                </a:lnTo>
                <a:lnTo>
                  <a:pt x="212316" y="9172"/>
                </a:lnTo>
                <a:lnTo>
                  <a:pt x="213275" y="9342"/>
                </a:lnTo>
                <a:lnTo>
                  <a:pt x="214339" y="9695"/>
                </a:lnTo>
                <a:lnTo>
                  <a:pt x="215404" y="10125"/>
                </a:lnTo>
                <a:lnTo>
                  <a:pt x="216380" y="10709"/>
                </a:lnTo>
                <a:lnTo>
                  <a:pt x="217401" y="11428"/>
                </a:lnTo>
                <a:lnTo>
                  <a:pt x="218369" y="12302"/>
                </a:lnTo>
                <a:lnTo>
                  <a:pt x="219172" y="13213"/>
                </a:lnTo>
                <a:lnTo>
                  <a:pt x="219850" y="14127"/>
                </a:lnTo>
                <a:lnTo>
                  <a:pt x="220390" y="15105"/>
                </a:lnTo>
                <a:lnTo>
                  <a:pt x="220835" y="16229"/>
                </a:lnTo>
                <a:lnTo>
                  <a:pt x="220049" y="16522"/>
                </a:lnTo>
                <a:lnTo>
                  <a:pt x="219673" y="16659"/>
                </a:lnTo>
                <a:lnTo>
                  <a:pt x="219207" y="17688"/>
                </a:lnTo>
                <a:lnTo>
                  <a:pt x="220120" y="19987"/>
                </a:lnTo>
                <a:lnTo>
                  <a:pt x="221140" y="22656"/>
                </a:lnTo>
                <a:lnTo>
                  <a:pt x="222498" y="26283"/>
                </a:lnTo>
                <a:lnTo>
                  <a:pt x="223768" y="29725"/>
                </a:lnTo>
                <a:lnTo>
                  <a:pt x="225070" y="33226"/>
                </a:lnTo>
                <a:lnTo>
                  <a:pt x="226416" y="36794"/>
                </a:lnTo>
                <a:lnTo>
                  <a:pt x="227768" y="40412"/>
                </a:lnTo>
                <a:lnTo>
                  <a:pt x="229171" y="44393"/>
                </a:lnTo>
                <a:lnTo>
                  <a:pt x="233872" y="57427"/>
                </a:lnTo>
                <a:lnTo>
                  <a:pt x="237710" y="68059"/>
                </a:lnTo>
                <a:lnTo>
                  <a:pt x="241880" y="79852"/>
                </a:lnTo>
                <a:lnTo>
                  <a:pt x="245532" y="90344"/>
                </a:lnTo>
                <a:lnTo>
                  <a:pt x="247674" y="96900"/>
                </a:lnTo>
                <a:lnTo>
                  <a:pt x="248730" y="100136"/>
                </a:lnTo>
                <a:lnTo>
                  <a:pt x="249906" y="103378"/>
                </a:lnTo>
                <a:lnTo>
                  <a:pt x="251940" y="109004"/>
                </a:lnTo>
                <a:lnTo>
                  <a:pt x="253162" y="112423"/>
                </a:lnTo>
                <a:lnTo>
                  <a:pt x="254449" y="115907"/>
                </a:lnTo>
                <a:lnTo>
                  <a:pt x="255710" y="119434"/>
                </a:lnTo>
                <a:lnTo>
                  <a:pt x="255447" y="119492"/>
                </a:lnTo>
                <a:lnTo>
                  <a:pt x="267274" y="15338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84640A83-A9EA-435D-95C6-763F0840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6141" y="4190334"/>
            <a:ext cx="12509" cy="11709"/>
          </a:xfrm>
          <a:custGeom xmlns:a="http://schemas.openxmlformats.org/drawingml/2006/main">
            <a:pathLst>
              <a:path w="12509" h="11709">
                <a:moveTo>
                  <a:pt x="4053" y="9710"/>
                </a:moveTo>
                <a:lnTo>
                  <a:pt x="1924" y="6782"/>
                </a:lnTo>
                <a:lnTo>
                  <a:pt x="1270" y="5807"/>
                </a:lnTo>
                <a:lnTo>
                  <a:pt x="0" y="5688"/>
                </a:lnTo>
                <a:lnTo>
                  <a:pt x="8620" y="0"/>
                </a:lnTo>
                <a:lnTo>
                  <a:pt x="7898" y="1155"/>
                </a:lnTo>
                <a:lnTo>
                  <a:pt x="8290" y="2442"/>
                </a:lnTo>
                <a:lnTo>
                  <a:pt x="10777" y="6123"/>
                </a:lnTo>
                <a:lnTo>
                  <a:pt x="12509" y="6230"/>
                </a:lnTo>
                <a:lnTo>
                  <a:pt x="4106" y="11709"/>
                </a:lnTo>
                <a:lnTo>
                  <a:pt x="4053" y="971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EBE9611-9F5A-43EF-A29B-945D2B93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1084" y="3879066"/>
            <a:ext cx="1102832" cy="484991"/>
          </a:xfrm>
          <a:custGeom xmlns:a="http://schemas.openxmlformats.org/drawingml/2006/main">
            <a:pathLst>
              <a:path w="1102832" h="484991">
                <a:moveTo>
                  <a:pt x="314486" y="178014"/>
                </a:moveTo>
                <a:lnTo>
                  <a:pt x="285757" y="157244"/>
                </a:lnTo>
                <a:lnTo>
                  <a:pt x="228349" y="116159"/>
                </a:lnTo>
                <a:lnTo>
                  <a:pt x="212669" y="103511"/>
                </a:lnTo>
                <a:lnTo>
                  <a:pt x="211811" y="102881"/>
                </a:lnTo>
                <a:lnTo>
                  <a:pt x="201159" y="95221"/>
                </a:lnTo>
                <a:lnTo>
                  <a:pt x="200394" y="94749"/>
                </a:lnTo>
                <a:lnTo>
                  <a:pt x="190619" y="88794"/>
                </a:lnTo>
                <a:lnTo>
                  <a:pt x="181109" y="82265"/>
                </a:lnTo>
                <a:lnTo>
                  <a:pt x="120931" y="39472"/>
                </a:lnTo>
                <a:lnTo>
                  <a:pt x="113637" y="34824"/>
                </a:lnTo>
                <a:lnTo>
                  <a:pt x="107734" y="33497"/>
                </a:lnTo>
                <a:lnTo>
                  <a:pt x="104687" y="37656"/>
                </a:lnTo>
                <a:lnTo>
                  <a:pt x="100946" y="37366"/>
                </a:lnTo>
                <a:lnTo>
                  <a:pt x="88509" y="36560"/>
                </a:lnTo>
                <a:lnTo>
                  <a:pt x="86177" y="31450"/>
                </a:lnTo>
                <a:lnTo>
                  <a:pt x="79532" y="34229"/>
                </a:lnTo>
                <a:lnTo>
                  <a:pt x="80342" y="36598"/>
                </a:lnTo>
                <a:lnTo>
                  <a:pt x="77193" y="37097"/>
                </a:lnTo>
                <a:lnTo>
                  <a:pt x="68778" y="38533"/>
                </a:lnTo>
                <a:lnTo>
                  <a:pt x="67819" y="35668"/>
                </a:lnTo>
                <a:lnTo>
                  <a:pt x="60179" y="38744"/>
                </a:lnTo>
                <a:lnTo>
                  <a:pt x="59442" y="38179"/>
                </a:lnTo>
                <a:lnTo>
                  <a:pt x="58665" y="38047"/>
                </a:lnTo>
                <a:lnTo>
                  <a:pt x="58350" y="38089"/>
                </a:lnTo>
                <a:lnTo>
                  <a:pt x="50517" y="41146"/>
                </a:lnTo>
                <a:lnTo>
                  <a:pt x="50077" y="41386"/>
                </a:lnTo>
                <a:lnTo>
                  <a:pt x="49817" y="41783"/>
                </a:lnTo>
                <a:lnTo>
                  <a:pt x="49683" y="42211"/>
                </a:lnTo>
                <a:lnTo>
                  <a:pt x="49635" y="42721"/>
                </a:lnTo>
                <a:lnTo>
                  <a:pt x="45481" y="44314"/>
                </a:lnTo>
                <a:lnTo>
                  <a:pt x="44973" y="44523"/>
                </a:lnTo>
                <a:lnTo>
                  <a:pt x="44610" y="44558"/>
                </a:lnTo>
                <a:lnTo>
                  <a:pt x="44236" y="44551"/>
                </a:lnTo>
                <a:lnTo>
                  <a:pt x="37014" y="46752"/>
                </a:lnTo>
                <a:lnTo>
                  <a:pt x="36362" y="47007"/>
                </a:lnTo>
                <a:lnTo>
                  <a:pt x="36101" y="47166"/>
                </a:lnTo>
                <a:lnTo>
                  <a:pt x="35839" y="47453"/>
                </a:lnTo>
                <a:lnTo>
                  <a:pt x="35723" y="47973"/>
                </a:lnTo>
                <a:lnTo>
                  <a:pt x="31257" y="49728"/>
                </a:lnTo>
                <a:lnTo>
                  <a:pt x="28497" y="50818"/>
                </a:lnTo>
                <a:lnTo>
                  <a:pt x="26879" y="46393"/>
                </a:lnTo>
                <a:lnTo>
                  <a:pt x="27018" y="46339"/>
                </a:lnTo>
                <a:lnTo>
                  <a:pt x="27395" y="46074"/>
                </a:lnTo>
                <a:lnTo>
                  <a:pt x="27529" y="45825"/>
                </a:lnTo>
                <a:lnTo>
                  <a:pt x="27573" y="45527"/>
                </a:lnTo>
                <a:lnTo>
                  <a:pt x="27554" y="45222"/>
                </a:lnTo>
                <a:lnTo>
                  <a:pt x="27391" y="44955"/>
                </a:lnTo>
                <a:lnTo>
                  <a:pt x="27124" y="44657"/>
                </a:lnTo>
                <a:lnTo>
                  <a:pt x="26885" y="44443"/>
                </a:lnTo>
                <a:lnTo>
                  <a:pt x="26625" y="44264"/>
                </a:lnTo>
                <a:lnTo>
                  <a:pt x="26335" y="44102"/>
                </a:lnTo>
                <a:lnTo>
                  <a:pt x="26052" y="43991"/>
                </a:lnTo>
                <a:lnTo>
                  <a:pt x="25720" y="44008"/>
                </a:lnTo>
                <a:lnTo>
                  <a:pt x="25297" y="44087"/>
                </a:lnTo>
                <a:lnTo>
                  <a:pt x="23507" y="44762"/>
                </a:lnTo>
                <a:lnTo>
                  <a:pt x="4202" y="52039"/>
                </a:lnTo>
                <a:lnTo>
                  <a:pt x="1940" y="52896"/>
                </a:lnTo>
                <a:lnTo>
                  <a:pt x="0" y="45334"/>
                </a:lnTo>
                <a:lnTo>
                  <a:pt x="1763" y="44669"/>
                </a:lnTo>
                <a:lnTo>
                  <a:pt x="21106" y="37433"/>
                </a:lnTo>
                <a:lnTo>
                  <a:pt x="23379" y="36584"/>
                </a:lnTo>
                <a:lnTo>
                  <a:pt x="23647" y="36331"/>
                </a:lnTo>
                <a:lnTo>
                  <a:pt x="23901" y="35900"/>
                </a:lnTo>
                <a:lnTo>
                  <a:pt x="24027" y="35380"/>
                </a:lnTo>
                <a:lnTo>
                  <a:pt x="24059" y="34828"/>
                </a:lnTo>
                <a:lnTo>
                  <a:pt x="24001" y="34380"/>
                </a:lnTo>
                <a:lnTo>
                  <a:pt x="23821" y="34063"/>
                </a:lnTo>
                <a:lnTo>
                  <a:pt x="23546" y="33875"/>
                </a:lnTo>
                <a:lnTo>
                  <a:pt x="23237" y="33798"/>
                </a:lnTo>
                <a:lnTo>
                  <a:pt x="22902" y="33867"/>
                </a:lnTo>
                <a:lnTo>
                  <a:pt x="21136" y="29166"/>
                </a:lnTo>
                <a:lnTo>
                  <a:pt x="28970" y="26364"/>
                </a:lnTo>
                <a:lnTo>
                  <a:pt x="29051" y="26489"/>
                </a:lnTo>
                <a:lnTo>
                  <a:pt x="29451" y="26690"/>
                </a:lnTo>
                <a:lnTo>
                  <a:pt x="29843" y="26756"/>
                </a:lnTo>
                <a:lnTo>
                  <a:pt x="30241" y="26711"/>
                </a:lnTo>
                <a:lnTo>
                  <a:pt x="37679" y="24437"/>
                </a:lnTo>
                <a:lnTo>
                  <a:pt x="38152" y="24263"/>
                </a:lnTo>
                <a:lnTo>
                  <a:pt x="38508" y="23991"/>
                </a:lnTo>
                <a:lnTo>
                  <a:pt x="38716" y="23587"/>
                </a:lnTo>
                <a:lnTo>
                  <a:pt x="38741" y="23188"/>
                </a:lnTo>
                <a:lnTo>
                  <a:pt x="38654" y="22834"/>
                </a:lnTo>
                <a:lnTo>
                  <a:pt x="41199" y="22063"/>
                </a:lnTo>
                <a:lnTo>
                  <a:pt x="41532" y="22495"/>
                </a:lnTo>
                <a:lnTo>
                  <a:pt x="41966" y="22789"/>
                </a:lnTo>
                <a:lnTo>
                  <a:pt x="42530" y="22901"/>
                </a:lnTo>
                <a:lnTo>
                  <a:pt x="43031" y="22828"/>
                </a:lnTo>
                <a:lnTo>
                  <a:pt x="50571" y="19695"/>
                </a:lnTo>
                <a:lnTo>
                  <a:pt x="51075" y="19512"/>
                </a:lnTo>
                <a:lnTo>
                  <a:pt x="51262" y="19312"/>
                </a:lnTo>
                <a:lnTo>
                  <a:pt x="51484" y="18882"/>
                </a:lnTo>
                <a:lnTo>
                  <a:pt x="51626" y="18539"/>
                </a:lnTo>
                <a:lnTo>
                  <a:pt x="51627" y="17996"/>
                </a:lnTo>
                <a:lnTo>
                  <a:pt x="51408" y="17392"/>
                </a:lnTo>
                <a:lnTo>
                  <a:pt x="69083" y="9733"/>
                </a:lnTo>
                <a:lnTo>
                  <a:pt x="70759" y="13784"/>
                </a:lnTo>
                <a:lnTo>
                  <a:pt x="77521" y="10917"/>
                </a:lnTo>
                <a:lnTo>
                  <a:pt x="75737" y="6683"/>
                </a:lnTo>
                <a:lnTo>
                  <a:pt x="80531" y="4572"/>
                </a:lnTo>
                <a:lnTo>
                  <a:pt x="85426" y="2382"/>
                </a:lnTo>
                <a:lnTo>
                  <a:pt x="89859" y="373"/>
                </a:lnTo>
                <a:lnTo>
                  <a:pt x="90847" y="203"/>
                </a:lnTo>
                <a:lnTo>
                  <a:pt x="91742" y="103"/>
                </a:lnTo>
                <a:lnTo>
                  <a:pt x="92753" y="17"/>
                </a:lnTo>
                <a:lnTo>
                  <a:pt x="94019" y="0"/>
                </a:lnTo>
                <a:lnTo>
                  <a:pt x="94679" y="25"/>
                </a:lnTo>
                <a:lnTo>
                  <a:pt x="95412" y="65"/>
                </a:lnTo>
                <a:lnTo>
                  <a:pt x="96402" y="157"/>
                </a:lnTo>
                <a:lnTo>
                  <a:pt x="97752" y="384"/>
                </a:lnTo>
                <a:lnTo>
                  <a:pt x="98687" y="588"/>
                </a:lnTo>
                <a:lnTo>
                  <a:pt x="99676" y="850"/>
                </a:lnTo>
                <a:lnTo>
                  <a:pt x="100838" y="1218"/>
                </a:lnTo>
                <a:lnTo>
                  <a:pt x="102213" y="1766"/>
                </a:lnTo>
                <a:lnTo>
                  <a:pt x="103263" y="2205"/>
                </a:lnTo>
                <a:lnTo>
                  <a:pt x="105122" y="2978"/>
                </a:lnTo>
                <a:lnTo>
                  <a:pt x="109122" y="5771"/>
                </a:lnTo>
                <a:lnTo>
                  <a:pt x="109382" y="5391"/>
                </a:lnTo>
                <a:lnTo>
                  <a:pt x="108895" y="5056"/>
                </a:lnTo>
                <a:lnTo>
                  <a:pt x="109105" y="4754"/>
                </a:lnTo>
                <a:lnTo>
                  <a:pt x="112634" y="7229"/>
                </a:lnTo>
                <a:lnTo>
                  <a:pt x="112403" y="7524"/>
                </a:lnTo>
                <a:lnTo>
                  <a:pt x="111409" y="6838"/>
                </a:lnTo>
                <a:lnTo>
                  <a:pt x="111148" y="7192"/>
                </a:lnTo>
                <a:lnTo>
                  <a:pt x="112143" y="7887"/>
                </a:lnTo>
                <a:lnTo>
                  <a:pt x="114413" y="9471"/>
                </a:lnTo>
                <a:lnTo>
                  <a:pt x="117995" y="11996"/>
                </a:lnTo>
                <a:lnTo>
                  <a:pt x="121635" y="14536"/>
                </a:lnTo>
                <a:lnTo>
                  <a:pt x="130317" y="20613"/>
                </a:lnTo>
                <a:lnTo>
                  <a:pt x="138799" y="26560"/>
                </a:lnTo>
                <a:lnTo>
                  <a:pt x="169027" y="47749"/>
                </a:lnTo>
                <a:lnTo>
                  <a:pt x="188541" y="61406"/>
                </a:lnTo>
                <a:lnTo>
                  <a:pt x="241358" y="98205"/>
                </a:lnTo>
                <a:lnTo>
                  <a:pt x="241588" y="97876"/>
                </a:lnTo>
                <a:lnTo>
                  <a:pt x="241392" y="97737"/>
                </a:lnTo>
                <a:lnTo>
                  <a:pt x="241622" y="97409"/>
                </a:lnTo>
                <a:lnTo>
                  <a:pt x="247183" y="101288"/>
                </a:lnTo>
                <a:lnTo>
                  <a:pt x="246973" y="101616"/>
                </a:lnTo>
                <a:lnTo>
                  <a:pt x="245190" y="100375"/>
                </a:lnTo>
                <a:lnTo>
                  <a:pt x="244730" y="100057"/>
                </a:lnTo>
                <a:lnTo>
                  <a:pt x="244495" y="100385"/>
                </a:lnTo>
                <a:lnTo>
                  <a:pt x="244960" y="100712"/>
                </a:lnTo>
                <a:lnTo>
                  <a:pt x="262113" y="112668"/>
                </a:lnTo>
                <a:lnTo>
                  <a:pt x="271652" y="119307"/>
                </a:lnTo>
                <a:lnTo>
                  <a:pt x="295441" y="135935"/>
                </a:lnTo>
                <a:lnTo>
                  <a:pt x="307319" y="144225"/>
                </a:lnTo>
                <a:lnTo>
                  <a:pt x="327423" y="158357"/>
                </a:lnTo>
                <a:lnTo>
                  <a:pt x="346638" y="171869"/>
                </a:lnTo>
                <a:lnTo>
                  <a:pt x="345986" y="172742"/>
                </a:lnTo>
                <a:lnTo>
                  <a:pt x="343810" y="171181"/>
                </a:lnTo>
                <a:lnTo>
                  <a:pt x="343580" y="171534"/>
                </a:lnTo>
                <a:lnTo>
                  <a:pt x="359865" y="183242"/>
                </a:lnTo>
                <a:lnTo>
                  <a:pt x="363579" y="184245"/>
                </a:lnTo>
                <a:lnTo>
                  <a:pt x="363479" y="184392"/>
                </a:lnTo>
                <a:lnTo>
                  <a:pt x="365358" y="185741"/>
                </a:lnTo>
                <a:lnTo>
                  <a:pt x="367264" y="187097"/>
                </a:lnTo>
                <a:lnTo>
                  <a:pt x="367344" y="186977"/>
                </a:lnTo>
                <a:lnTo>
                  <a:pt x="369613" y="190087"/>
                </a:lnTo>
                <a:lnTo>
                  <a:pt x="377854" y="195565"/>
                </a:lnTo>
                <a:lnTo>
                  <a:pt x="390101" y="203836"/>
                </a:lnTo>
                <a:lnTo>
                  <a:pt x="390626" y="203059"/>
                </a:lnTo>
                <a:lnTo>
                  <a:pt x="394665" y="205952"/>
                </a:lnTo>
                <a:lnTo>
                  <a:pt x="394229" y="206557"/>
                </a:lnTo>
                <a:lnTo>
                  <a:pt x="403416" y="213028"/>
                </a:lnTo>
                <a:lnTo>
                  <a:pt x="415794" y="221532"/>
                </a:lnTo>
                <a:lnTo>
                  <a:pt x="428320" y="230338"/>
                </a:lnTo>
                <a:lnTo>
                  <a:pt x="442144" y="240093"/>
                </a:lnTo>
                <a:lnTo>
                  <a:pt x="456781" y="250368"/>
                </a:lnTo>
                <a:lnTo>
                  <a:pt x="457252" y="249703"/>
                </a:lnTo>
                <a:lnTo>
                  <a:pt x="461713" y="252831"/>
                </a:lnTo>
                <a:lnTo>
                  <a:pt x="461192" y="253557"/>
                </a:lnTo>
                <a:lnTo>
                  <a:pt x="469879" y="259744"/>
                </a:lnTo>
                <a:lnTo>
                  <a:pt x="483900" y="269688"/>
                </a:lnTo>
                <a:lnTo>
                  <a:pt x="498364" y="279875"/>
                </a:lnTo>
                <a:lnTo>
                  <a:pt x="510554" y="288545"/>
                </a:lnTo>
                <a:lnTo>
                  <a:pt x="510119" y="289159"/>
                </a:lnTo>
                <a:lnTo>
                  <a:pt x="521489" y="297249"/>
                </a:lnTo>
                <a:lnTo>
                  <a:pt x="522134" y="296316"/>
                </a:lnTo>
                <a:lnTo>
                  <a:pt x="526107" y="299067"/>
                </a:lnTo>
                <a:lnTo>
                  <a:pt x="532045" y="303046"/>
                </a:lnTo>
                <a:lnTo>
                  <a:pt x="537525" y="306190"/>
                </a:lnTo>
                <a:lnTo>
                  <a:pt x="543285" y="309368"/>
                </a:lnTo>
                <a:lnTo>
                  <a:pt x="547083" y="311386"/>
                </a:lnTo>
                <a:lnTo>
                  <a:pt x="552450" y="313626"/>
                </a:lnTo>
                <a:lnTo>
                  <a:pt x="558420" y="316052"/>
                </a:lnTo>
                <a:lnTo>
                  <a:pt x="564133" y="318020"/>
                </a:lnTo>
                <a:lnTo>
                  <a:pt x="571011" y="320074"/>
                </a:lnTo>
                <a:lnTo>
                  <a:pt x="575659" y="321459"/>
                </a:lnTo>
                <a:lnTo>
                  <a:pt x="585237" y="324036"/>
                </a:lnTo>
                <a:lnTo>
                  <a:pt x="599456" y="327751"/>
                </a:lnTo>
                <a:lnTo>
                  <a:pt x="614256" y="331646"/>
                </a:lnTo>
                <a:lnTo>
                  <a:pt x="617343" y="332505"/>
                </a:lnTo>
                <a:lnTo>
                  <a:pt x="617641" y="331429"/>
                </a:lnTo>
                <a:lnTo>
                  <a:pt x="622706" y="332837"/>
                </a:lnTo>
                <a:lnTo>
                  <a:pt x="622464" y="333700"/>
                </a:lnTo>
                <a:lnTo>
                  <a:pt x="638976" y="338278"/>
                </a:lnTo>
                <a:lnTo>
                  <a:pt x="655767" y="342841"/>
                </a:lnTo>
                <a:lnTo>
                  <a:pt x="672671" y="347341"/>
                </a:lnTo>
                <a:lnTo>
                  <a:pt x="689735" y="351955"/>
                </a:lnTo>
                <a:lnTo>
                  <a:pt x="706892" y="356592"/>
                </a:lnTo>
                <a:lnTo>
                  <a:pt x="724164" y="361269"/>
                </a:lnTo>
                <a:lnTo>
                  <a:pt x="741489" y="365952"/>
                </a:lnTo>
                <a:lnTo>
                  <a:pt x="759066" y="370730"/>
                </a:lnTo>
                <a:lnTo>
                  <a:pt x="764642" y="372252"/>
                </a:lnTo>
                <a:lnTo>
                  <a:pt x="764836" y="371534"/>
                </a:lnTo>
                <a:lnTo>
                  <a:pt x="771079" y="373292"/>
                </a:lnTo>
                <a:lnTo>
                  <a:pt x="770907" y="374051"/>
                </a:lnTo>
                <a:lnTo>
                  <a:pt x="815737" y="386393"/>
                </a:lnTo>
                <a:lnTo>
                  <a:pt x="846930" y="395046"/>
                </a:lnTo>
                <a:lnTo>
                  <a:pt x="846751" y="395720"/>
                </a:lnTo>
                <a:lnTo>
                  <a:pt x="910800" y="413057"/>
                </a:lnTo>
                <a:lnTo>
                  <a:pt x="933016" y="419033"/>
                </a:lnTo>
                <a:lnTo>
                  <a:pt x="933110" y="418683"/>
                </a:lnTo>
                <a:lnTo>
                  <a:pt x="933271" y="418094"/>
                </a:lnTo>
                <a:lnTo>
                  <a:pt x="938398" y="419491"/>
                </a:lnTo>
                <a:lnTo>
                  <a:pt x="938241" y="420055"/>
                </a:lnTo>
                <a:lnTo>
                  <a:pt x="938157" y="420388"/>
                </a:lnTo>
                <a:lnTo>
                  <a:pt x="968085" y="428523"/>
                </a:lnTo>
                <a:lnTo>
                  <a:pt x="996552" y="436179"/>
                </a:lnTo>
                <a:lnTo>
                  <a:pt x="1010776" y="440037"/>
                </a:lnTo>
                <a:lnTo>
                  <a:pt x="1024843" y="443662"/>
                </a:lnTo>
                <a:lnTo>
                  <a:pt x="1055128" y="451533"/>
                </a:lnTo>
                <a:lnTo>
                  <a:pt x="1055071" y="451738"/>
                </a:lnTo>
                <a:lnTo>
                  <a:pt x="1066262" y="454617"/>
                </a:lnTo>
                <a:lnTo>
                  <a:pt x="1068197" y="455116"/>
                </a:lnTo>
                <a:lnTo>
                  <a:pt x="1075827" y="457082"/>
                </a:lnTo>
                <a:lnTo>
                  <a:pt x="1075850" y="456980"/>
                </a:lnTo>
                <a:lnTo>
                  <a:pt x="1102832" y="464111"/>
                </a:lnTo>
                <a:lnTo>
                  <a:pt x="1102832" y="484991"/>
                </a:lnTo>
                <a:lnTo>
                  <a:pt x="1092614" y="482380"/>
                </a:lnTo>
                <a:lnTo>
                  <a:pt x="1078490" y="478749"/>
                </a:lnTo>
                <a:lnTo>
                  <a:pt x="1075736" y="477915"/>
                </a:lnTo>
                <a:lnTo>
                  <a:pt x="1067112" y="475306"/>
                </a:lnTo>
                <a:lnTo>
                  <a:pt x="1055989" y="472442"/>
                </a:lnTo>
                <a:lnTo>
                  <a:pt x="1056022" y="472306"/>
                </a:lnTo>
                <a:lnTo>
                  <a:pt x="1034122" y="466110"/>
                </a:lnTo>
                <a:lnTo>
                  <a:pt x="984811" y="453289"/>
                </a:lnTo>
                <a:lnTo>
                  <a:pt x="892868" y="428391"/>
                </a:lnTo>
                <a:lnTo>
                  <a:pt x="857280" y="418720"/>
                </a:lnTo>
                <a:lnTo>
                  <a:pt x="654703" y="363886"/>
                </a:lnTo>
                <a:lnTo>
                  <a:pt x="590581" y="346827"/>
                </a:lnTo>
                <a:lnTo>
                  <a:pt x="587885" y="346602"/>
                </a:lnTo>
                <a:lnTo>
                  <a:pt x="584741" y="347703"/>
                </a:lnTo>
                <a:lnTo>
                  <a:pt x="581480" y="350427"/>
                </a:lnTo>
                <a:lnTo>
                  <a:pt x="579918" y="354555"/>
                </a:lnTo>
                <a:lnTo>
                  <a:pt x="573984" y="376654"/>
                </a:lnTo>
                <a:lnTo>
                  <a:pt x="568155" y="374038"/>
                </a:lnTo>
                <a:lnTo>
                  <a:pt x="566566" y="371511"/>
                </a:lnTo>
                <a:lnTo>
                  <a:pt x="559476" y="359373"/>
                </a:lnTo>
                <a:lnTo>
                  <a:pt x="550323" y="344077"/>
                </a:lnTo>
                <a:lnTo>
                  <a:pt x="549181" y="343522"/>
                </a:lnTo>
                <a:lnTo>
                  <a:pt x="548223" y="343412"/>
                </a:lnTo>
                <a:lnTo>
                  <a:pt x="522386" y="335199"/>
                </a:lnTo>
                <a:lnTo>
                  <a:pt x="522318" y="333785"/>
                </a:lnTo>
                <a:lnTo>
                  <a:pt x="521527" y="332195"/>
                </a:lnTo>
                <a:lnTo>
                  <a:pt x="511969" y="316104"/>
                </a:lnTo>
                <a:lnTo>
                  <a:pt x="501518" y="308777"/>
                </a:lnTo>
                <a:lnTo>
                  <a:pt x="482821" y="295643"/>
                </a:lnTo>
                <a:lnTo>
                  <a:pt x="473507" y="290084"/>
                </a:lnTo>
                <a:lnTo>
                  <a:pt x="472522" y="290559"/>
                </a:lnTo>
                <a:lnTo>
                  <a:pt x="463273" y="284116"/>
                </a:lnTo>
                <a:lnTo>
                  <a:pt x="461055" y="282522"/>
                </a:lnTo>
                <a:lnTo>
                  <a:pt x="458719" y="280609"/>
                </a:lnTo>
                <a:lnTo>
                  <a:pt x="455390" y="273771"/>
                </a:lnTo>
                <a:lnTo>
                  <a:pt x="429239" y="255273"/>
                </a:lnTo>
                <a:lnTo>
                  <a:pt x="415600" y="246429"/>
                </a:lnTo>
                <a:lnTo>
                  <a:pt x="404792" y="238951"/>
                </a:lnTo>
                <a:lnTo>
                  <a:pt x="392552" y="230171"/>
                </a:lnTo>
                <a:lnTo>
                  <a:pt x="379161" y="220863"/>
                </a:lnTo>
                <a:lnTo>
                  <a:pt x="379261" y="220707"/>
                </a:lnTo>
                <a:lnTo>
                  <a:pt x="359787" y="207220"/>
                </a:lnTo>
                <a:lnTo>
                  <a:pt x="359656" y="207385"/>
                </a:lnTo>
                <a:lnTo>
                  <a:pt x="356720" y="205352"/>
                </a:lnTo>
                <a:lnTo>
                  <a:pt x="356842" y="205052"/>
                </a:lnTo>
                <a:lnTo>
                  <a:pt x="352964" y="202349"/>
                </a:lnTo>
                <a:lnTo>
                  <a:pt x="351659" y="203867"/>
                </a:lnTo>
                <a:lnTo>
                  <a:pt x="350994" y="204046"/>
                </a:lnTo>
                <a:lnTo>
                  <a:pt x="350298" y="203861"/>
                </a:lnTo>
                <a:lnTo>
                  <a:pt x="344076" y="199321"/>
                </a:lnTo>
                <a:lnTo>
                  <a:pt x="345249" y="197747"/>
                </a:lnTo>
                <a:lnTo>
                  <a:pt x="333471" y="189336"/>
                </a:lnTo>
                <a:lnTo>
                  <a:pt x="333191" y="189725"/>
                </a:lnTo>
                <a:lnTo>
                  <a:pt x="332399" y="190806"/>
                </a:lnTo>
                <a:lnTo>
                  <a:pt x="314486" y="17801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55FB5D7A-6296-4B1E-91C5-90F863D2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680" y="2202123"/>
            <a:ext cx="14609" cy="58992"/>
          </a:xfrm>
          <a:custGeom xmlns:a="http://schemas.openxmlformats.org/drawingml/2006/main">
            <a:pathLst>
              <a:path w="14609" h="58992">
                <a:moveTo>
                  <a:pt x="6242" y="58992"/>
                </a:moveTo>
                <a:lnTo>
                  <a:pt x="4306" y="57618"/>
                </a:lnTo>
                <a:lnTo>
                  <a:pt x="159" y="2187"/>
                </a:lnTo>
                <a:lnTo>
                  <a:pt x="0" y="64"/>
                </a:lnTo>
                <a:lnTo>
                  <a:pt x="10514" y="0"/>
                </a:lnTo>
                <a:lnTo>
                  <a:pt x="10630" y="1684"/>
                </a:lnTo>
                <a:lnTo>
                  <a:pt x="14609" y="58238"/>
                </a:lnTo>
                <a:lnTo>
                  <a:pt x="13825" y="58810"/>
                </a:lnTo>
                <a:lnTo>
                  <a:pt x="6242" y="5899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2B840C56-1BEA-4144-9CC9-3414E699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832" y="4322876"/>
            <a:ext cx="530493" cy="373217"/>
          </a:xfrm>
          <a:custGeom xmlns:a="http://schemas.openxmlformats.org/drawingml/2006/main">
            <a:pathLst>
              <a:path w="530493" h="373217">
                <a:moveTo>
                  <a:pt x="394126" y="87262"/>
                </a:moveTo>
                <a:lnTo>
                  <a:pt x="393238" y="89048"/>
                </a:lnTo>
                <a:lnTo>
                  <a:pt x="386244" y="85739"/>
                </a:lnTo>
                <a:lnTo>
                  <a:pt x="385610" y="85519"/>
                </a:lnTo>
                <a:lnTo>
                  <a:pt x="384835" y="85285"/>
                </a:lnTo>
                <a:lnTo>
                  <a:pt x="384302" y="85180"/>
                </a:lnTo>
                <a:lnTo>
                  <a:pt x="383531" y="85056"/>
                </a:lnTo>
                <a:lnTo>
                  <a:pt x="382870" y="85023"/>
                </a:lnTo>
                <a:lnTo>
                  <a:pt x="382060" y="85035"/>
                </a:lnTo>
                <a:lnTo>
                  <a:pt x="381309" y="85115"/>
                </a:lnTo>
                <a:lnTo>
                  <a:pt x="380674" y="85224"/>
                </a:lnTo>
                <a:lnTo>
                  <a:pt x="380116" y="85358"/>
                </a:lnTo>
                <a:lnTo>
                  <a:pt x="379457" y="85579"/>
                </a:lnTo>
                <a:lnTo>
                  <a:pt x="378491" y="85969"/>
                </a:lnTo>
                <a:lnTo>
                  <a:pt x="377597" y="86509"/>
                </a:lnTo>
                <a:lnTo>
                  <a:pt x="376913" y="86977"/>
                </a:lnTo>
                <a:lnTo>
                  <a:pt x="376313" y="87645"/>
                </a:lnTo>
                <a:lnTo>
                  <a:pt x="375329" y="88960"/>
                </a:lnTo>
                <a:lnTo>
                  <a:pt x="374755" y="89840"/>
                </a:lnTo>
                <a:lnTo>
                  <a:pt x="374234" y="90972"/>
                </a:lnTo>
                <a:lnTo>
                  <a:pt x="373782" y="92146"/>
                </a:lnTo>
                <a:lnTo>
                  <a:pt x="373253" y="94135"/>
                </a:lnTo>
                <a:lnTo>
                  <a:pt x="373141" y="94994"/>
                </a:lnTo>
                <a:lnTo>
                  <a:pt x="373110" y="96190"/>
                </a:lnTo>
                <a:lnTo>
                  <a:pt x="373356" y="97676"/>
                </a:lnTo>
                <a:lnTo>
                  <a:pt x="373832" y="98969"/>
                </a:lnTo>
                <a:lnTo>
                  <a:pt x="374464" y="100097"/>
                </a:lnTo>
                <a:lnTo>
                  <a:pt x="375181" y="100909"/>
                </a:lnTo>
                <a:lnTo>
                  <a:pt x="376220" y="101704"/>
                </a:lnTo>
                <a:lnTo>
                  <a:pt x="377313" y="102388"/>
                </a:lnTo>
                <a:lnTo>
                  <a:pt x="390217" y="109450"/>
                </a:lnTo>
                <a:lnTo>
                  <a:pt x="395328" y="112257"/>
                </a:lnTo>
                <a:lnTo>
                  <a:pt x="416542" y="123873"/>
                </a:lnTo>
                <a:lnTo>
                  <a:pt x="423801" y="127591"/>
                </a:lnTo>
                <a:lnTo>
                  <a:pt x="432373" y="131647"/>
                </a:lnTo>
                <a:lnTo>
                  <a:pt x="437301" y="133815"/>
                </a:lnTo>
                <a:lnTo>
                  <a:pt x="440379" y="134912"/>
                </a:lnTo>
                <a:lnTo>
                  <a:pt x="443576" y="136820"/>
                </a:lnTo>
                <a:lnTo>
                  <a:pt x="449530" y="140648"/>
                </a:lnTo>
                <a:lnTo>
                  <a:pt x="454486" y="143697"/>
                </a:lnTo>
                <a:lnTo>
                  <a:pt x="458329" y="145461"/>
                </a:lnTo>
                <a:lnTo>
                  <a:pt x="467286" y="149346"/>
                </a:lnTo>
                <a:lnTo>
                  <a:pt x="477599" y="154644"/>
                </a:lnTo>
                <a:lnTo>
                  <a:pt x="488088" y="159921"/>
                </a:lnTo>
                <a:lnTo>
                  <a:pt x="498789" y="165337"/>
                </a:lnTo>
                <a:lnTo>
                  <a:pt x="509311" y="170672"/>
                </a:lnTo>
                <a:lnTo>
                  <a:pt x="516389" y="174420"/>
                </a:lnTo>
                <a:lnTo>
                  <a:pt x="525704" y="179270"/>
                </a:lnTo>
                <a:lnTo>
                  <a:pt x="527396" y="182184"/>
                </a:lnTo>
                <a:lnTo>
                  <a:pt x="528007" y="182499"/>
                </a:lnTo>
                <a:lnTo>
                  <a:pt x="529180" y="183078"/>
                </a:lnTo>
                <a:lnTo>
                  <a:pt x="530238" y="183618"/>
                </a:lnTo>
                <a:lnTo>
                  <a:pt x="530493" y="184230"/>
                </a:lnTo>
                <a:lnTo>
                  <a:pt x="527499" y="190049"/>
                </a:lnTo>
                <a:lnTo>
                  <a:pt x="526854" y="190185"/>
                </a:lnTo>
                <a:lnTo>
                  <a:pt x="525822" y="189661"/>
                </a:lnTo>
                <a:lnTo>
                  <a:pt x="524658" y="189064"/>
                </a:lnTo>
                <a:lnTo>
                  <a:pt x="524069" y="188766"/>
                </a:lnTo>
                <a:lnTo>
                  <a:pt x="522671" y="191490"/>
                </a:lnTo>
                <a:lnTo>
                  <a:pt x="520848" y="190504"/>
                </a:lnTo>
                <a:lnTo>
                  <a:pt x="512798" y="186138"/>
                </a:lnTo>
                <a:lnTo>
                  <a:pt x="490108" y="174298"/>
                </a:lnTo>
                <a:lnTo>
                  <a:pt x="480584" y="169394"/>
                </a:lnTo>
                <a:lnTo>
                  <a:pt x="470876" y="164410"/>
                </a:lnTo>
                <a:lnTo>
                  <a:pt x="459215" y="158206"/>
                </a:lnTo>
                <a:lnTo>
                  <a:pt x="447343" y="151897"/>
                </a:lnTo>
                <a:lnTo>
                  <a:pt x="443603" y="149884"/>
                </a:lnTo>
                <a:lnTo>
                  <a:pt x="432039" y="144220"/>
                </a:lnTo>
                <a:lnTo>
                  <a:pt x="427398" y="141917"/>
                </a:lnTo>
                <a:lnTo>
                  <a:pt x="417537" y="136632"/>
                </a:lnTo>
                <a:lnTo>
                  <a:pt x="406330" y="130509"/>
                </a:lnTo>
                <a:lnTo>
                  <a:pt x="402532" y="129057"/>
                </a:lnTo>
                <a:lnTo>
                  <a:pt x="394378" y="124889"/>
                </a:lnTo>
                <a:lnTo>
                  <a:pt x="386158" y="120196"/>
                </a:lnTo>
                <a:lnTo>
                  <a:pt x="376388" y="113442"/>
                </a:lnTo>
                <a:lnTo>
                  <a:pt x="370621" y="110168"/>
                </a:lnTo>
                <a:lnTo>
                  <a:pt x="363134" y="106474"/>
                </a:lnTo>
                <a:lnTo>
                  <a:pt x="359356" y="104428"/>
                </a:lnTo>
                <a:lnTo>
                  <a:pt x="349442" y="99670"/>
                </a:lnTo>
                <a:lnTo>
                  <a:pt x="341687" y="94863"/>
                </a:lnTo>
                <a:lnTo>
                  <a:pt x="319831" y="81322"/>
                </a:lnTo>
                <a:lnTo>
                  <a:pt x="308519" y="74557"/>
                </a:lnTo>
                <a:lnTo>
                  <a:pt x="289188" y="63611"/>
                </a:lnTo>
                <a:lnTo>
                  <a:pt x="284081" y="60574"/>
                </a:lnTo>
                <a:lnTo>
                  <a:pt x="277645" y="56750"/>
                </a:lnTo>
                <a:lnTo>
                  <a:pt x="267843" y="50904"/>
                </a:lnTo>
                <a:lnTo>
                  <a:pt x="265628" y="49249"/>
                </a:lnTo>
                <a:lnTo>
                  <a:pt x="261001" y="46870"/>
                </a:lnTo>
                <a:lnTo>
                  <a:pt x="256770" y="44353"/>
                </a:lnTo>
                <a:lnTo>
                  <a:pt x="244636" y="37321"/>
                </a:lnTo>
                <a:lnTo>
                  <a:pt x="236066" y="32340"/>
                </a:lnTo>
                <a:lnTo>
                  <a:pt x="225821" y="26412"/>
                </a:lnTo>
                <a:lnTo>
                  <a:pt x="215247" y="20280"/>
                </a:lnTo>
                <a:lnTo>
                  <a:pt x="206334" y="15063"/>
                </a:lnTo>
                <a:lnTo>
                  <a:pt x="203319" y="13557"/>
                </a:lnTo>
                <a:lnTo>
                  <a:pt x="200369" y="12752"/>
                </a:lnTo>
                <a:lnTo>
                  <a:pt x="196773" y="13449"/>
                </a:lnTo>
                <a:lnTo>
                  <a:pt x="195250" y="14591"/>
                </a:lnTo>
                <a:lnTo>
                  <a:pt x="190316" y="19697"/>
                </a:lnTo>
                <a:lnTo>
                  <a:pt x="182723" y="26823"/>
                </a:lnTo>
                <a:lnTo>
                  <a:pt x="182647" y="26892"/>
                </a:lnTo>
                <a:lnTo>
                  <a:pt x="174950" y="34386"/>
                </a:lnTo>
                <a:lnTo>
                  <a:pt x="167578" y="41768"/>
                </a:lnTo>
                <a:lnTo>
                  <a:pt x="163934" y="45416"/>
                </a:lnTo>
                <a:lnTo>
                  <a:pt x="157200" y="51587"/>
                </a:lnTo>
                <a:lnTo>
                  <a:pt x="152156" y="55297"/>
                </a:lnTo>
                <a:lnTo>
                  <a:pt x="148601" y="58561"/>
                </a:lnTo>
                <a:lnTo>
                  <a:pt x="143391" y="63284"/>
                </a:lnTo>
                <a:lnTo>
                  <a:pt x="138214" y="68244"/>
                </a:lnTo>
                <a:lnTo>
                  <a:pt x="132793" y="73592"/>
                </a:lnTo>
                <a:lnTo>
                  <a:pt x="121707" y="83946"/>
                </a:lnTo>
                <a:lnTo>
                  <a:pt x="113711" y="91921"/>
                </a:lnTo>
                <a:lnTo>
                  <a:pt x="107401" y="98267"/>
                </a:lnTo>
                <a:lnTo>
                  <a:pt x="99081" y="105980"/>
                </a:lnTo>
                <a:lnTo>
                  <a:pt x="90710" y="113719"/>
                </a:lnTo>
                <a:lnTo>
                  <a:pt x="82175" y="121539"/>
                </a:lnTo>
                <a:lnTo>
                  <a:pt x="73574" y="129437"/>
                </a:lnTo>
                <a:lnTo>
                  <a:pt x="65075" y="137451"/>
                </a:lnTo>
                <a:lnTo>
                  <a:pt x="56728" y="145529"/>
                </a:lnTo>
                <a:lnTo>
                  <a:pt x="53170" y="149056"/>
                </a:lnTo>
                <a:lnTo>
                  <a:pt x="49227" y="153186"/>
                </a:lnTo>
                <a:lnTo>
                  <a:pt x="43372" y="159240"/>
                </a:lnTo>
                <a:lnTo>
                  <a:pt x="36621" y="165208"/>
                </a:lnTo>
                <a:lnTo>
                  <a:pt x="29029" y="172147"/>
                </a:lnTo>
                <a:lnTo>
                  <a:pt x="22233" y="178768"/>
                </a:lnTo>
                <a:lnTo>
                  <a:pt x="18714" y="185804"/>
                </a:lnTo>
                <a:lnTo>
                  <a:pt x="24430" y="191258"/>
                </a:lnTo>
                <a:lnTo>
                  <a:pt x="31635" y="197292"/>
                </a:lnTo>
                <a:lnTo>
                  <a:pt x="40365" y="204600"/>
                </a:lnTo>
                <a:lnTo>
                  <a:pt x="53594" y="216182"/>
                </a:lnTo>
                <a:lnTo>
                  <a:pt x="71669" y="230926"/>
                </a:lnTo>
                <a:lnTo>
                  <a:pt x="89482" y="245363"/>
                </a:lnTo>
                <a:lnTo>
                  <a:pt x="107425" y="259823"/>
                </a:lnTo>
                <a:lnTo>
                  <a:pt x="124681" y="274393"/>
                </a:lnTo>
                <a:lnTo>
                  <a:pt x="133569" y="281612"/>
                </a:lnTo>
                <a:lnTo>
                  <a:pt x="138845" y="285721"/>
                </a:lnTo>
                <a:lnTo>
                  <a:pt x="141725" y="287807"/>
                </a:lnTo>
                <a:lnTo>
                  <a:pt x="145916" y="291182"/>
                </a:lnTo>
                <a:lnTo>
                  <a:pt x="153366" y="297413"/>
                </a:lnTo>
                <a:lnTo>
                  <a:pt x="161946" y="304165"/>
                </a:lnTo>
                <a:lnTo>
                  <a:pt x="170494" y="311071"/>
                </a:lnTo>
                <a:lnTo>
                  <a:pt x="179176" y="318151"/>
                </a:lnTo>
                <a:lnTo>
                  <a:pt x="188235" y="325501"/>
                </a:lnTo>
                <a:lnTo>
                  <a:pt x="197394" y="332942"/>
                </a:lnTo>
                <a:lnTo>
                  <a:pt x="209408" y="342707"/>
                </a:lnTo>
                <a:lnTo>
                  <a:pt x="224442" y="354504"/>
                </a:lnTo>
                <a:lnTo>
                  <a:pt x="226519" y="355102"/>
                </a:lnTo>
                <a:lnTo>
                  <a:pt x="231721" y="353431"/>
                </a:lnTo>
                <a:lnTo>
                  <a:pt x="235993" y="351369"/>
                </a:lnTo>
                <a:lnTo>
                  <a:pt x="236534" y="353584"/>
                </a:lnTo>
                <a:lnTo>
                  <a:pt x="227261" y="356439"/>
                </a:lnTo>
                <a:lnTo>
                  <a:pt x="224364" y="356896"/>
                </a:lnTo>
                <a:lnTo>
                  <a:pt x="223964" y="356101"/>
                </a:lnTo>
                <a:lnTo>
                  <a:pt x="217234" y="354735"/>
                </a:lnTo>
                <a:lnTo>
                  <a:pt x="214258" y="356119"/>
                </a:lnTo>
                <a:lnTo>
                  <a:pt x="211902" y="358961"/>
                </a:lnTo>
                <a:lnTo>
                  <a:pt x="206404" y="361793"/>
                </a:lnTo>
                <a:lnTo>
                  <a:pt x="197007" y="366694"/>
                </a:lnTo>
                <a:lnTo>
                  <a:pt x="195894" y="367198"/>
                </a:lnTo>
                <a:lnTo>
                  <a:pt x="194980" y="367824"/>
                </a:lnTo>
                <a:lnTo>
                  <a:pt x="194265" y="368470"/>
                </a:lnTo>
                <a:lnTo>
                  <a:pt x="192713" y="370698"/>
                </a:lnTo>
                <a:lnTo>
                  <a:pt x="190749" y="373217"/>
                </a:lnTo>
                <a:lnTo>
                  <a:pt x="184902" y="368699"/>
                </a:lnTo>
                <a:lnTo>
                  <a:pt x="178624" y="363811"/>
                </a:lnTo>
                <a:lnTo>
                  <a:pt x="181234" y="360139"/>
                </a:lnTo>
                <a:lnTo>
                  <a:pt x="188737" y="350795"/>
                </a:lnTo>
                <a:lnTo>
                  <a:pt x="190258" y="348194"/>
                </a:lnTo>
                <a:lnTo>
                  <a:pt x="190677" y="346539"/>
                </a:lnTo>
                <a:lnTo>
                  <a:pt x="190091" y="344799"/>
                </a:lnTo>
                <a:lnTo>
                  <a:pt x="189860" y="344492"/>
                </a:lnTo>
                <a:lnTo>
                  <a:pt x="189534" y="344152"/>
                </a:lnTo>
                <a:lnTo>
                  <a:pt x="185087" y="340522"/>
                </a:lnTo>
                <a:lnTo>
                  <a:pt x="180581" y="336850"/>
                </a:lnTo>
                <a:lnTo>
                  <a:pt x="176064" y="333145"/>
                </a:lnTo>
                <a:lnTo>
                  <a:pt x="175035" y="332308"/>
                </a:lnTo>
                <a:lnTo>
                  <a:pt x="174902" y="332201"/>
                </a:lnTo>
                <a:lnTo>
                  <a:pt x="171521" y="329433"/>
                </a:lnTo>
                <a:lnTo>
                  <a:pt x="166983" y="325728"/>
                </a:lnTo>
                <a:lnTo>
                  <a:pt x="162494" y="322082"/>
                </a:lnTo>
                <a:lnTo>
                  <a:pt x="157898" y="318328"/>
                </a:lnTo>
                <a:lnTo>
                  <a:pt x="153397" y="314639"/>
                </a:lnTo>
                <a:lnTo>
                  <a:pt x="148897" y="310976"/>
                </a:lnTo>
                <a:lnTo>
                  <a:pt x="144412" y="307287"/>
                </a:lnTo>
                <a:lnTo>
                  <a:pt x="139895" y="303608"/>
                </a:lnTo>
                <a:lnTo>
                  <a:pt x="135426" y="299944"/>
                </a:lnTo>
                <a:lnTo>
                  <a:pt x="130921" y="296289"/>
                </a:lnTo>
                <a:lnTo>
                  <a:pt x="126415" y="292592"/>
                </a:lnTo>
                <a:lnTo>
                  <a:pt x="121878" y="288896"/>
                </a:lnTo>
                <a:lnTo>
                  <a:pt x="117282" y="285151"/>
                </a:lnTo>
                <a:lnTo>
                  <a:pt x="112786" y="281462"/>
                </a:lnTo>
                <a:lnTo>
                  <a:pt x="108372" y="277898"/>
                </a:lnTo>
                <a:lnTo>
                  <a:pt x="103841" y="274236"/>
                </a:lnTo>
                <a:lnTo>
                  <a:pt x="99293" y="270540"/>
                </a:lnTo>
                <a:lnTo>
                  <a:pt x="94698" y="266837"/>
                </a:lnTo>
                <a:lnTo>
                  <a:pt x="90199" y="263182"/>
                </a:lnTo>
                <a:lnTo>
                  <a:pt x="85577" y="259429"/>
                </a:lnTo>
                <a:lnTo>
                  <a:pt x="80961" y="255701"/>
                </a:lnTo>
                <a:lnTo>
                  <a:pt x="76370" y="251947"/>
                </a:lnTo>
                <a:lnTo>
                  <a:pt x="71774" y="248193"/>
                </a:lnTo>
                <a:lnTo>
                  <a:pt x="67184" y="244447"/>
                </a:lnTo>
                <a:lnTo>
                  <a:pt x="62493" y="240645"/>
                </a:lnTo>
                <a:lnTo>
                  <a:pt x="57856" y="236917"/>
                </a:lnTo>
                <a:lnTo>
                  <a:pt x="53208" y="233139"/>
                </a:lnTo>
                <a:lnTo>
                  <a:pt x="48701" y="229417"/>
                </a:lnTo>
                <a:lnTo>
                  <a:pt x="44220" y="225685"/>
                </a:lnTo>
                <a:lnTo>
                  <a:pt x="39645" y="221922"/>
                </a:lnTo>
                <a:lnTo>
                  <a:pt x="35096" y="218193"/>
                </a:lnTo>
                <a:lnTo>
                  <a:pt x="30491" y="214473"/>
                </a:lnTo>
                <a:lnTo>
                  <a:pt x="28798" y="213076"/>
                </a:lnTo>
                <a:lnTo>
                  <a:pt x="27769" y="213077"/>
                </a:lnTo>
                <a:lnTo>
                  <a:pt x="27231" y="212549"/>
                </a:lnTo>
                <a:lnTo>
                  <a:pt x="26928" y="211667"/>
                </a:lnTo>
                <a:lnTo>
                  <a:pt x="22543" y="208051"/>
                </a:lnTo>
                <a:lnTo>
                  <a:pt x="18111" y="204395"/>
                </a:lnTo>
                <a:lnTo>
                  <a:pt x="13584" y="200707"/>
                </a:lnTo>
                <a:lnTo>
                  <a:pt x="8904" y="196912"/>
                </a:lnTo>
                <a:lnTo>
                  <a:pt x="4561" y="191888"/>
                </a:lnTo>
                <a:lnTo>
                  <a:pt x="3142" y="190272"/>
                </a:lnTo>
                <a:lnTo>
                  <a:pt x="2047" y="189089"/>
                </a:lnTo>
                <a:lnTo>
                  <a:pt x="983" y="187548"/>
                </a:lnTo>
                <a:lnTo>
                  <a:pt x="94" y="186698"/>
                </a:lnTo>
                <a:lnTo>
                  <a:pt x="0" y="185098"/>
                </a:lnTo>
                <a:lnTo>
                  <a:pt x="426" y="183120"/>
                </a:lnTo>
                <a:lnTo>
                  <a:pt x="934" y="181886"/>
                </a:lnTo>
                <a:lnTo>
                  <a:pt x="1491" y="180939"/>
                </a:lnTo>
                <a:lnTo>
                  <a:pt x="2571" y="179554"/>
                </a:lnTo>
                <a:lnTo>
                  <a:pt x="7814" y="174330"/>
                </a:lnTo>
                <a:lnTo>
                  <a:pt x="10210" y="172021"/>
                </a:lnTo>
                <a:lnTo>
                  <a:pt x="26218" y="156824"/>
                </a:lnTo>
                <a:lnTo>
                  <a:pt x="34326" y="149151"/>
                </a:lnTo>
                <a:lnTo>
                  <a:pt x="36611" y="146989"/>
                </a:lnTo>
                <a:lnTo>
                  <a:pt x="52193" y="132185"/>
                </a:lnTo>
                <a:lnTo>
                  <a:pt x="81072" y="105223"/>
                </a:lnTo>
                <a:lnTo>
                  <a:pt x="109333" y="77886"/>
                </a:lnTo>
                <a:lnTo>
                  <a:pt x="131277" y="57574"/>
                </a:lnTo>
                <a:lnTo>
                  <a:pt x="133185" y="55871"/>
                </a:lnTo>
                <a:lnTo>
                  <a:pt x="143237" y="47095"/>
                </a:lnTo>
                <a:lnTo>
                  <a:pt x="147208" y="43074"/>
                </a:lnTo>
                <a:lnTo>
                  <a:pt x="148725" y="41517"/>
                </a:lnTo>
                <a:lnTo>
                  <a:pt x="149959" y="40264"/>
                </a:lnTo>
                <a:lnTo>
                  <a:pt x="151189" y="38841"/>
                </a:lnTo>
                <a:lnTo>
                  <a:pt x="151945" y="37558"/>
                </a:lnTo>
                <a:lnTo>
                  <a:pt x="162511" y="27590"/>
                </a:lnTo>
                <a:lnTo>
                  <a:pt x="191382" y="0"/>
                </a:lnTo>
                <a:lnTo>
                  <a:pt x="263013" y="3460"/>
                </a:lnTo>
                <a:lnTo>
                  <a:pt x="263354" y="4749"/>
                </a:lnTo>
                <a:lnTo>
                  <a:pt x="263509" y="5923"/>
                </a:lnTo>
                <a:lnTo>
                  <a:pt x="263464" y="7170"/>
                </a:lnTo>
                <a:lnTo>
                  <a:pt x="263736" y="8240"/>
                </a:lnTo>
                <a:lnTo>
                  <a:pt x="264001" y="9640"/>
                </a:lnTo>
                <a:lnTo>
                  <a:pt x="264059" y="10461"/>
                </a:lnTo>
                <a:lnTo>
                  <a:pt x="264453" y="11604"/>
                </a:lnTo>
                <a:lnTo>
                  <a:pt x="264804" y="12731"/>
                </a:lnTo>
                <a:lnTo>
                  <a:pt x="265162" y="13874"/>
                </a:lnTo>
                <a:lnTo>
                  <a:pt x="265759" y="15079"/>
                </a:lnTo>
                <a:lnTo>
                  <a:pt x="266550" y="16330"/>
                </a:lnTo>
                <a:lnTo>
                  <a:pt x="267154" y="17747"/>
                </a:lnTo>
                <a:lnTo>
                  <a:pt x="267700" y="19174"/>
                </a:lnTo>
                <a:lnTo>
                  <a:pt x="268248" y="20262"/>
                </a:lnTo>
                <a:lnTo>
                  <a:pt x="268738" y="21512"/>
                </a:lnTo>
                <a:lnTo>
                  <a:pt x="269526" y="22874"/>
                </a:lnTo>
                <a:lnTo>
                  <a:pt x="270053" y="24140"/>
                </a:lnTo>
                <a:lnTo>
                  <a:pt x="271024" y="25717"/>
                </a:lnTo>
                <a:lnTo>
                  <a:pt x="271610" y="26871"/>
                </a:lnTo>
                <a:lnTo>
                  <a:pt x="272668" y="27818"/>
                </a:lnTo>
                <a:lnTo>
                  <a:pt x="273376" y="29258"/>
                </a:lnTo>
                <a:lnTo>
                  <a:pt x="276640" y="31529"/>
                </a:lnTo>
                <a:lnTo>
                  <a:pt x="306728" y="47898"/>
                </a:lnTo>
                <a:lnTo>
                  <a:pt x="326548" y="59458"/>
                </a:lnTo>
                <a:lnTo>
                  <a:pt x="333979" y="63799"/>
                </a:lnTo>
                <a:lnTo>
                  <a:pt x="335440" y="64473"/>
                </a:lnTo>
                <a:lnTo>
                  <a:pt x="336750" y="64888"/>
                </a:lnTo>
                <a:lnTo>
                  <a:pt x="338139" y="65182"/>
                </a:lnTo>
                <a:lnTo>
                  <a:pt x="339041" y="65311"/>
                </a:lnTo>
                <a:lnTo>
                  <a:pt x="340081" y="65385"/>
                </a:lnTo>
                <a:lnTo>
                  <a:pt x="347089" y="65862"/>
                </a:lnTo>
                <a:lnTo>
                  <a:pt x="352386" y="66240"/>
                </a:lnTo>
                <a:lnTo>
                  <a:pt x="355073" y="66949"/>
                </a:lnTo>
                <a:lnTo>
                  <a:pt x="358212" y="67613"/>
                </a:lnTo>
                <a:lnTo>
                  <a:pt x="363091" y="68900"/>
                </a:lnTo>
                <a:lnTo>
                  <a:pt x="367007" y="69900"/>
                </a:lnTo>
                <a:lnTo>
                  <a:pt x="369561" y="70443"/>
                </a:lnTo>
                <a:lnTo>
                  <a:pt x="375605" y="71411"/>
                </a:lnTo>
                <a:lnTo>
                  <a:pt x="378186" y="72369"/>
                </a:lnTo>
                <a:lnTo>
                  <a:pt x="378715" y="72567"/>
                </a:lnTo>
                <a:lnTo>
                  <a:pt x="383246" y="74831"/>
                </a:lnTo>
                <a:lnTo>
                  <a:pt x="391181" y="78759"/>
                </a:lnTo>
                <a:lnTo>
                  <a:pt x="396826" y="81544"/>
                </a:lnTo>
                <a:lnTo>
                  <a:pt x="397063" y="81665"/>
                </a:lnTo>
                <a:lnTo>
                  <a:pt x="396383" y="83048"/>
                </a:lnTo>
                <a:lnTo>
                  <a:pt x="398005" y="83895"/>
                </a:lnTo>
                <a:lnTo>
                  <a:pt x="397791" y="86419"/>
                </a:lnTo>
                <a:lnTo>
                  <a:pt x="395826" y="88141"/>
                </a:lnTo>
                <a:lnTo>
                  <a:pt x="394126" y="8726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7E68119D-505F-4B7E-970D-73B63ADC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209" y="4189846"/>
            <a:ext cx="78303" cy="53311"/>
          </a:xfrm>
          <a:custGeom xmlns:a="http://schemas.openxmlformats.org/drawingml/2006/main">
            <a:pathLst>
              <a:path w="78303" h="53311">
                <a:moveTo>
                  <a:pt x="45422" y="44231"/>
                </a:moveTo>
                <a:lnTo>
                  <a:pt x="15120" y="27518"/>
                </a:lnTo>
                <a:lnTo>
                  <a:pt x="4709" y="22460"/>
                </a:lnTo>
                <a:lnTo>
                  <a:pt x="323" y="20185"/>
                </a:lnTo>
                <a:lnTo>
                  <a:pt x="0" y="18973"/>
                </a:lnTo>
                <a:lnTo>
                  <a:pt x="398" y="17742"/>
                </a:lnTo>
                <a:lnTo>
                  <a:pt x="9038" y="12197"/>
                </a:lnTo>
                <a:lnTo>
                  <a:pt x="17441" y="6719"/>
                </a:lnTo>
                <a:lnTo>
                  <a:pt x="27213" y="0"/>
                </a:lnTo>
                <a:lnTo>
                  <a:pt x="35531" y="4273"/>
                </a:lnTo>
                <a:lnTo>
                  <a:pt x="36116" y="4597"/>
                </a:lnTo>
                <a:lnTo>
                  <a:pt x="78303" y="25354"/>
                </a:lnTo>
                <a:lnTo>
                  <a:pt x="64004" y="53311"/>
                </a:lnTo>
                <a:lnTo>
                  <a:pt x="45422" y="4423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D1A0C95-D68B-473A-9429-186C1F5B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0627" y="2106140"/>
            <a:ext cx="153189" cy="49703"/>
          </a:xfrm>
          <a:custGeom xmlns:a="http://schemas.openxmlformats.org/drawingml/2006/main">
            <a:pathLst>
              <a:path w="153189" h="49703">
                <a:moveTo>
                  <a:pt x="108554" y="41698"/>
                </a:moveTo>
                <a:lnTo>
                  <a:pt x="76687" y="35342"/>
                </a:lnTo>
                <a:lnTo>
                  <a:pt x="60451" y="32307"/>
                </a:lnTo>
                <a:lnTo>
                  <a:pt x="28727" y="26634"/>
                </a:lnTo>
                <a:lnTo>
                  <a:pt x="14190" y="23665"/>
                </a:lnTo>
                <a:lnTo>
                  <a:pt x="9700" y="22672"/>
                </a:lnTo>
                <a:lnTo>
                  <a:pt x="8442" y="22196"/>
                </a:lnTo>
                <a:lnTo>
                  <a:pt x="8070" y="22053"/>
                </a:lnTo>
                <a:lnTo>
                  <a:pt x="3845" y="19840"/>
                </a:lnTo>
                <a:lnTo>
                  <a:pt x="0" y="17898"/>
                </a:lnTo>
                <a:lnTo>
                  <a:pt x="9108" y="0"/>
                </a:lnTo>
                <a:lnTo>
                  <a:pt x="13431" y="2185"/>
                </a:lnTo>
                <a:lnTo>
                  <a:pt x="17409" y="4268"/>
                </a:lnTo>
                <a:lnTo>
                  <a:pt x="18938" y="3796"/>
                </a:lnTo>
                <a:lnTo>
                  <a:pt x="28634" y="6196"/>
                </a:lnTo>
                <a:lnTo>
                  <a:pt x="96585" y="19646"/>
                </a:lnTo>
                <a:lnTo>
                  <a:pt x="150511" y="29452"/>
                </a:lnTo>
                <a:lnTo>
                  <a:pt x="153189" y="33409"/>
                </a:lnTo>
                <a:lnTo>
                  <a:pt x="150527" y="47501"/>
                </a:lnTo>
                <a:lnTo>
                  <a:pt x="147066" y="49703"/>
                </a:lnTo>
                <a:lnTo>
                  <a:pt x="108554" y="4169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F4DC86B-4BA6-4299-88A3-0C9FBAF3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159" y="4500706"/>
            <a:ext cx="109441" cy="105932"/>
          </a:xfrm>
          <a:custGeom xmlns:a="http://schemas.openxmlformats.org/drawingml/2006/main">
            <a:pathLst>
              <a:path w="109441" h="105932">
                <a:moveTo>
                  <a:pt x="42680" y="2983"/>
                </a:moveTo>
                <a:lnTo>
                  <a:pt x="45397" y="5175"/>
                </a:lnTo>
                <a:lnTo>
                  <a:pt x="76590" y="19179"/>
                </a:lnTo>
                <a:lnTo>
                  <a:pt x="100472" y="29138"/>
                </a:lnTo>
                <a:lnTo>
                  <a:pt x="106328" y="27847"/>
                </a:lnTo>
                <a:lnTo>
                  <a:pt x="107555" y="25958"/>
                </a:lnTo>
                <a:lnTo>
                  <a:pt x="109441" y="30698"/>
                </a:lnTo>
                <a:lnTo>
                  <a:pt x="100111" y="32759"/>
                </a:lnTo>
                <a:lnTo>
                  <a:pt x="38436" y="5291"/>
                </a:lnTo>
                <a:lnTo>
                  <a:pt x="36367" y="6219"/>
                </a:lnTo>
                <a:lnTo>
                  <a:pt x="32071" y="17981"/>
                </a:lnTo>
                <a:lnTo>
                  <a:pt x="27278" y="38463"/>
                </a:lnTo>
                <a:lnTo>
                  <a:pt x="25825" y="42223"/>
                </a:lnTo>
                <a:lnTo>
                  <a:pt x="24316" y="48206"/>
                </a:lnTo>
                <a:lnTo>
                  <a:pt x="24101" y="51688"/>
                </a:lnTo>
                <a:lnTo>
                  <a:pt x="21310" y="62224"/>
                </a:lnTo>
                <a:lnTo>
                  <a:pt x="18479" y="74396"/>
                </a:lnTo>
                <a:lnTo>
                  <a:pt x="16987" y="78098"/>
                </a:lnTo>
                <a:lnTo>
                  <a:pt x="13454" y="93783"/>
                </a:lnTo>
                <a:lnTo>
                  <a:pt x="11903" y="98978"/>
                </a:lnTo>
                <a:lnTo>
                  <a:pt x="12793" y="105932"/>
                </a:lnTo>
                <a:lnTo>
                  <a:pt x="0" y="101352"/>
                </a:lnTo>
                <a:lnTo>
                  <a:pt x="3018" y="98628"/>
                </a:lnTo>
                <a:lnTo>
                  <a:pt x="7056" y="94002"/>
                </a:lnTo>
                <a:lnTo>
                  <a:pt x="7331" y="89281"/>
                </a:lnTo>
                <a:lnTo>
                  <a:pt x="7966" y="83991"/>
                </a:lnTo>
                <a:lnTo>
                  <a:pt x="8082" y="81919"/>
                </a:lnTo>
                <a:lnTo>
                  <a:pt x="10960" y="69338"/>
                </a:lnTo>
                <a:lnTo>
                  <a:pt x="15021" y="61440"/>
                </a:lnTo>
                <a:lnTo>
                  <a:pt x="14721" y="56793"/>
                </a:lnTo>
                <a:lnTo>
                  <a:pt x="17542" y="50522"/>
                </a:lnTo>
                <a:lnTo>
                  <a:pt x="19820" y="48291"/>
                </a:lnTo>
                <a:lnTo>
                  <a:pt x="22371" y="39474"/>
                </a:lnTo>
                <a:lnTo>
                  <a:pt x="23382" y="29944"/>
                </a:lnTo>
                <a:lnTo>
                  <a:pt x="25157" y="27142"/>
                </a:lnTo>
                <a:lnTo>
                  <a:pt x="23656" y="23799"/>
                </a:lnTo>
                <a:lnTo>
                  <a:pt x="26291" y="17989"/>
                </a:lnTo>
                <a:lnTo>
                  <a:pt x="25095" y="14765"/>
                </a:lnTo>
                <a:lnTo>
                  <a:pt x="25531" y="11024"/>
                </a:lnTo>
                <a:lnTo>
                  <a:pt x="27764" y="3148"/>
                </a:lnTo>
                <a:lnTo>
                  <a:pt x="27190" y="679"/>
                </a:lnTo>
                <a:lnTo>
                  <a:pt x="34604" y="0"/>
                </a:lnTo>
                <a:lnTo>
                  <a:pt x="37434" y="1375"/>
                </a:lnTo>
                <a:lnTo>
                  <a:pt x="42680" y="298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E5B2AB33-AAF3-489E-BCC2-3AD40F39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896" y="4239810"/>
            <a:ext cx="126425" cy="58144"/>
          </a:xfrm>
          <a:custGeom xmlns:a="http://schemas.openxmlformats.org/drawingml/2006/main">
            <a:pathLst>
              <a:path w="126425" h="58144">
                <a:moveTo>
                  <a:pt x="126425" y="35982"/>
                </a:moveTo>
                <a:lnTo>
                  <a:pt x="120364" y="58144"/>
                </a:lnTo>
                <a:lnTo>
                  <a:pt x="111762" y="55924"/>
                </a:lnTo>
                <a:lnTo>
                  <a:pt x="112505" y="53208"/>
                </a:lnTo>
                <a:lnTo>
                  <a:pt x="106045" y="51447"/>
                </a:lnTo>
                <a:lnTo>
                  <a:pt x="114510" y="39208"/>
                </a:lnTo>
                <a:lnTo>
                  <a:pt x="118705" y="40359"/>
                </a:lnTo>
                <a:lnTo>
                  <a:pt x="122245" y="35220"/>
                </a:lnTo>
                <a:lnTo>
                  <a:pt x="111924" y="32410"/>
                </a:lnTo>
                <a:lnTo>
                  <a:pt x="108533" y="32051"/>
                </a:lnTo>
                <a:lnTo>
                  <a:pt x="106861" y="32036"/>
                </a:lnTo>
                <a:lnTo>
                  <a:pt x="104903" y="32809"/>
                </a:lnTo>
                <a:lnTo>
                  <a:pt x="102799" y="32975"/>
                </a:lnTo>
                <a:lnTo>
                  <a:pt x="100742" y="32564"/>
                </a:lnTo>
                <a:lnTo>
                  <a:pt x="98882" y="31554"/>
                </a:lnTo>
                <a:lnTo>
                  <a:pt x="97383" y="30085"/>
                </a:lnTo>
                <a:lnTo>
                  <a:pt x="95948" y="28055"/>
                </a:lnTo>
                <a:lnTo>
                  <a:pt x="92371" y="25200"/>
                </a:lnTo>
                <a:lnTo>
                  <a:pt x="87493" y="25525"/>
                </a:lnTo>
                <a:lnTo>
                  <a:pt x="84501" y="25121"/>
                </a:lnTo>
                <a:lnTo>
                  <a:pt x="81660" y="24121"/>
                </a:lnTo>
                <a:lnTo>
                  <a:pt x="79069" y="22562"/>
                </a:lnTo>
                <a:lnTo>
                  <a:pt x="76806" y="20469"/>
                </a:lnTo>
                <a:lnTo>
                  <a:pt x="72134" y="21314"/>
                </a:lnTo>
                <a:lnTo>
                  <a:pt x="68406" y="22728"/>
                </a:lnTo>
                <a:lnTo>
                  <a:pt x="66308" y="22911"/>
                </a:lnTo>
                <a:lnTo>
                  <a:pt x="64245" y="22483"/>
                </a:lnTo>
                <a:lnTo>
                  <a:pt x="62386" y="21498"/>
                </a:lnTo>
                <a:lnTo>
                  <a:pt x="60892" y="20020"/>
                </a:lnTo>
                <a:lnTo>
                  <a:pt x="59457" y="17999"/>
                </a:lnTo>
                <a:lnTo>
                  <a:pt x="55783" y="15189"/>
                </a:lnTo>
                <a:lnTo>
                  <a:pt x="51314" y="15477"/>
                </a:lnTo>
                <a:lnTo>
                  <a:pt x="48328" y="15074"/>
                </a:lnTo>
                <a:lnTo>
                  <a:pt x="45481" y="14073"/>
                </a:lnTo>
                <a:lnTo>
                  <a:pt x="40588" y="11118"/>
                </a:lnTo>
                <a:lnTo>
                  <a:pt x="35916" y="11963"/>
                </a:lnTo>
                <a:lnTo>
                  <a:pt x="32189" y="13368"/>
                </a:lnTo>
                <a:lnTo>
                  <a:pt x="30085" y="13560"/>
                </a:lnTo>
                <a:lnTo>
                  <a:pt x="28022" y="13123"/>
                </a:lnTo>
                <a:lnTo>
                  <a:pt x="26168" y="12138"/>
                </a:lnTo>
                <a:lnTo>
                  <a:pt x="24670" y="10669"/>
                </a:lnTo>
                <a:lnTo>
                  <a:pt x="23234" y="8639"/>
                </a:lnTo>
                <a:lnTo>
                  <a:pt x="20289" y="7429"/>
                </a:lnTo>
                <a:lnTo>
                  <a:pt x="9439" y="4479"/>
                </a:lnTo>
                <a:lnTo>
                  <a:pt x="9927" y="10698"/>
                </a:lnTo>
                <a:lnTo>
                  <a:pt x="10260" y="20837"/>
                </a:lnTo>
                <a:lnTo>
                  <a:pt x="15634" y="21991"/>
                </a:lnTo>
                <a:lnTo>
                  <a:pt x="16044" y="27237"/>
                </a:lnTo>
                <a:lnTo>
                  <a:pt x="8920" y="25307"/>
                </a:lnTo>
                <a:lnTo>
                  <a:pt x="0" y="22849"/>
                </a:lnTo>
                <a:lnTo>
                  <a:pt x="6022" y="2536"/>
                </a:lnTo>
                <a:lnTo>
                  <a:pt x="7369" y="1220"/>
                </a:lnTo>
                <a:lnTo>
                  <a:pt x="9325" y="769"/>
                </a:lnTo>
                <a:lnTo>
                  <a:pt x="12093" y="0"/>
                </a:lnTo>
                <a:lnTo>
                  <a:pt x="119989" y="27955"/>
                </a:lnTo>
                <a:lnTo>
                  <a:pt x="126425" y="3598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CB0419F-47E0-484A-9E53-0433D715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1706" y="3084388"/>
            <a:ext cx="291808" cy="230736"/>
          </a:xfrm>
          <a:custGeom xmlns:a="http://schemas.openxmlformats.org/drawingml/2006/main">
            <a:pathLst>
              <a:path w="291808" h="230736">
                <a:moveTo>
                  <a:pt x="37255" y="189004"/>
                </a:moveTo>
                <a:lnTo>
                  <a:pt x="54321" y="176505"/>
                </a:lnTo>
                <a:lnTo>
                  <a:pt x="238209" y="34062"/>
                </a:lnTo>
                <a:lnTo>
                  <a:pt x="282455" y="0"/>
                </a:lnTo>
                <a:lnTo>
                  <a:pt x="291808" y="11833"/>
                </a:lnTo>
                <a:lnTo>
                  <a:pt x="264705" y="33400"/>
                </a:lnTo>
                <a:lnTo>
                  <a:pt x="261771" y="35733"/>
                </a:lnTo>
                <a:lnTo>
                  <a:pt x="186741" y="92960"/>
                </a:lnTo>
                <a:lnTo>
                  <a:pt x="87079" y="170753"/>
                </a:lnTo>
                <a:lnTo>
                  <a:pt x="84853" y="171779"/>
                </a:lnTo>
                <a:lnTo>
                  <a:pt x="74497" y="180056"/>
                </a:lnTo>
                <a:lnTo>
                  <a:pt x="48481" y="200432"/>
                </a:lnTo>
                <a:lnTo>
                  <a:pt x="45188" y="197060"/>
                </a:lnTo>
                <a:lnTo>
                  <a:pt x="24931" y="212578"/>
                </a:lnTo>
                <a:lnTo>
                  <a:pt x="27593" y="215271"/>
                </a:lnTo>
                <a:lnTo>
                  <a:pt x="16754" y="223765"/>
                </a:lnTo>
                <a:lnTo>
                  <a:pt x="13905" y="220263"/>
                </a:lnTo>
                <a:lnTo>
                  <a:pt x="12014" y="221796"/>
                </a:lnTo>
                <a:lnTo>
                  <a:pt x="14786" y="225309"/>
                </a:lnTo>
                <a:lnTo>
                  <a:pt x="7703" y="230736"/>
                </a:lnTo>
                <a:lnTo>
                  <a:pt x="5497" y="229404"/>
                </a:lnTo>
                <a:lnTo>
                  <a:pt x="5111" y="228923"/>
                </a:lnTo>
                <a:lnTo>
                  <a:pt x="2836" y="226151"/>
                </a:lnTo>
                <a:lnTo>
                  <a:pt x="591" y="223311"/>
                </a:lnTo>
                <a:lnTo>
                  <a:pt x="0" y="220410"/>
                </a:lnTo>
                <a:lnTo>
                  <a:pt x="6840" y="215032"/>
                </a:lnTo>
                <a:lnTo>
                  <a:pt x="9735" y="218856"/>
                </a:lnTo>
                <a:lnTo>
                  <a:pt x="11603" y="217246"/>
                </a:lnTo>
                <a:lnTo>
                  <a:pt x="8785" y="213565"/>
                </a:lnTo>
                <a:lnTo>
                  <a:pt x="18466" y="206060"/>
                </a:lnTo>
                <a:lnTo>
                  <a:pt x="20648" y="208257"/>
                </a:lnTo>
                <a:lnTo>
                  <a:pt x="40906" y="192799"/>
                </a:lnTo>
                <a:lnTo>
                  <a:pt x="37255" y="18900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5BC28652-435F-48B8-BA5C-0163F646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106" y="2536897"/>
            <a:ext cx="378810" cy="159188"/>
          </a:xfrm>
          <a:custGeom xmlns:a="http://schemas.openxmlformats.org/drawingml/2006/main">
            <a:pathLst>
              <a:path w="378810" h="159188">
                <a:moveTo>
                  <a:pt x="364888" y="20497"/>
                </a:moveTo>
                <a:lnTo>
                  <a:pt x="349042" y="26560"/>
                </a:lnTo>
                <a:lnTo>
                  <a:pt x="317392" y="38719"/>
                </a:lnTo>
                <a:lnTo>
                  <a:pt x="254237" y="63201"/>
                </a:lnTo>
                <a:lnTo>
                  <a:pt x="252313" y="64049"/>
                </a:lnTo>
                <a:lnTo>
                  <a:pt x="239284" y="69307"/>
                </a:lnTo>
                <a:lnTo>
                  <a:pt x="236428" y="69460"/>
                </a:lnTo>
                <a:lnTo>
                  <a:pt x="231991" y="69282"/>
                </a:lnTo>
                <a:lnTo>
                  <a:pt x="227645" y="69840"/>
                </a:lnTo>
                <a:lnTo>
                  <a:pt x="227030" y="69542"/>
                </a:lnTo>
                <a:lnTo>
                  <a:pt x="223012" y="70888"/>
                </a:lnTo>
                <a:lnTo>
                  <a:pt x="222852" y="71129"/>
                </a:lnTo>
                <a:lnTo>
                  <a:pt x="222020" y="72415"/>
                </a:lnTo>
                <a:lnTo>
                  <a:pt x="222358" y="72635"/>
                </a:lnTo>
                <a:lnTo>
                  <a:pt x="221540" y="73895"/>
                </a:lnTo>
                <a:lnTo>
                  <a:pt x="218767" y="72087"/>
                </a:lnTo>
                <a:lnTo>
                  <a:pt x="217465" y="74088"/>
                </a:lnTo>
                <a:lnTo>
                  <a:pt x="216812" y="75081"/>
                </a:lnTo>
                <a:lnTo>
                  <a:pt x="214977" y="74214"/>
                </a:lnTo>
                <a:lnTo>
                  <a:pt x="212673" y="74819"/>
                </a:lnTo>
                <a:lnTo>
                  <a:pt x="208100" y="76001"/>
                </a:lnTo>
                <a:lnTo>
                  <a:pt x="206435" y="76436"/>
                </a:lnTo>
                <a:lnTo>
                  <a:pt x="205422" y="75801"/>
                </a:lnTo>
                <a:lnTo>
                  <a:pt x="205277" y="76034"/>
                </a:lnTo>
                <a:lnTo>
                  <a:pt x="204347" y="77526"/>
                </a:lnTo>
                <a:lnTo>
                  <a:pt x="202759" y="80070"/>
                </a:lnTo>
                <a:lnTo>
                  <a:pt x="202052" y="81199"/>
                </a:lnTo>
                <a:lnTo>
                  <a:pt x="201577" y="80907"/>
                </a:lnTo>
                <a:lnTo>
                  <a:pt x="200756" y="82226"/>
                </a:lnTo>
                <a:lnTo>
                  <a:pt x="200104" y="83269"/>
                </a:lnTo>
                <a:lnTo>
                  <a:pt x="182177" y="92855"/>
                </a:lnTo>
                <a:lnTo>
                  <a:pt x="171516" y="96582"/>
                </a:lnTo>
                <a:lnTo>
                  <a:pt x="162879" y="98772"/>
                </a:lnTo>
                <a:lnTo>
                  <a:pt x="162017" y="99126"/>
                </a:lnTo>
                <a:lnTo>
                  <a:pt x="117725" y="116488"/>
                </a:lnTo>
                <a:lnTo>
                  <a:pt x="100685" y="123166"/>
                </a:lnTo>
                <a:lnTo>
                  <a:pt x="35370" y="148093"/>
                </a:lnTo>
                <a:lnTo>
                  <a:pt x="4717" y="159188"/>
                </a:lnTo>
                <a:lnTo>
                  <a:pt x="0" y="145443"/>
                </a:lnTo>
                <a:lnTo>
                  <a:pt x="34524" y="132015"/>
                </a:lnTo>
                <a:lnTo>
                  <a:pt x="48449" y="126853"/>
                </a:lnTo>
                <a:lnTo>
                  <a:pt x="117728" y="100888"/>
                </a:lnTo>
                <a:lnTo>
                  <a:pt x="127513" y="97184"/>
                </a:lnTo>
                <a:lnTo>
                  <a:pt x="131567" y="95642"/>
                </a:lnTo>
                <a:lnTo>
                  <a:pt x="145001" y="90603"/>
                </a:lnTo>
                <a:lnTo>
                  <a:pt x="165886" y="83092"/>
                </a:lnTo>
                <a:lnTo>
                  <a:pt x="174840" y="79783"/>
                </a:lnTo>
                <a:lnTo>
                  <a:pt x="183065" y="78723"/>
                </a:lnTo>
                <a:lnTo>
                  <a:pt x="188508" y="78433"/>
                </a:lnTo>
                <a:lnTo>
                  <a:pt x="192167" y="78412"/>
                </a:lnTo>
                <a:lnTo>
                  <a:pt x="194030" y="78023"/>
                </a:lnTo>
                <a:lnTo>
                  <a:pt x="195155" y="78730"/>
                </a:lnTo>
                <a:lnTo>
                  <a:pt x="196703" y="76255"/>
                </a:lnTo>
                <a:lnTo>
                  <a:pt x="198320" y="73660"/>
                </a:lnTo>
                <a:lnTo>
                  <a:pt x="199201" y="72246"/>
                </a:lnTo>
                <a:lnTo>
                  <a:pt x="198768" y="71969"/>
                </a:lnTo>
                <a:lnTo>
                  <a:pt x="199675" y="70572"/>
                </a:lnTo>
                <a:lnTo>
                  <a:pt x="201564" y="67647"/>
                </a:lnTo>
                <a:lnTo>
                  <a:pt x="202496" y="66198"/>
                </a:lnTo>
                <a:lnTo>
                  <a:pt x="204657" y="67590"/>
                </a:lnTo>
                <a:lnTo>
                  <a:pt x="205454" y="66339"/>
                </a:lnTo>
                <a:lnTo>
                  <a:pt x="206071" y="65364"/>
                </a:lnTo>
                <a:lnTo>
                  <a:pt x="208491" y="66766"/>
                </a:lnTo>
                <a:lnTo>
                  <a:pt x="209013" y="65879"/>
                </a:lnTo>
                <a:lnTo>
                  <a:pt x="209192" y="65984"/>
                </a:lnTo>
                <a:lnTo>
                  <a:pt x="209630" y="65294"/>
                </a:lnTo>
                <a:lnTo>
                  <a:pt x="210019" y="64682"/>
                </a:lnTo>
                <a:lnTo>
                  <a:pt x="212679" y="66332"/>
                </a:lnTo>
                <a:lnTo>
                  <a:pt x="213460" y="65048"/>
                </a:lnTo>
                <a:lnTo>
                  <a:pt x="213603" y="64790"/>
                </a:lnTo>
                <a:lnTo>
                  <a:pt x="243435" y="52960"/>
                </a:lnTo>
                <a:lnTo>
                  <a:pt x="247058" y="51600"/>
                </a:lnTo>
                <a:lnTo>
                  <a:pt x="248979" y="50828"/>
                </a:lnTo>
                <a:lnTo>
                  <a:pt x="368919" y="3585"/>
                </a:lnTo>
                <a:lnTo>
                  <a:pt x="377591" y="427"/>
                </a:lnTo>
                <a:lnTo>
                  <a:pt x="378810" y="0"/>
                </a:lnTo>
                <a:lnTo>
                  <a:pt x="378810" y="15415"/>
                </a:lnTo>
                <a:lnTo>
                  <a:pt x="364888" y="2049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0B6C83FA-AEB1-4AD2-A0A0-D162F755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6737" y="3340585"/>
            <a:ext cx="109922" cy="96112"/>
          </a:xfrm>
          <a:custGeom xmlns:a="http://schemas.openxmlformats.org/drawingml/2006/main">
            <a:pathLst>
              <a:path w="109922" h="96112">
                <a:moveTo>
                  <a:pt x="6771" y="93441"/>
                </a:moveTo>
                <a:lnTo>
                  <a:pt x="6010" y="93707"/>
                </a:lnTo>
                <a:lnTo>
                  <a:pt x="6313" y="94564"/>
                </a:lnTo>
                <a:lnTo>
                  <a:pt x="6118" y="94637"/>
                </a:lnTo>
                <a:lnTo>
                  <a:pt x="5918" y="94761"/>
                </a:lnTo>
                <a:lnTo>
                  <a:pt x="5781" y="94883"/>
                </a:lnTo>
                <a:lnTo>
                  <a:pt x="5605" y="95075"/>
                </a:lnTo>
                <a:lnTo>
                  <a:pt x="5471" y="95299"/>
                </a:lnTo>
                <a:lnTo>
                  <a:pt x="5388" y="95513"/>
                </a:lnTo>
                <a:lnTo>
                  <a:pt x="5326" y="95735"/>
                </a:lnTo>
                <a:lnTo>
                  <a:pt x="5318" y="96023"/>
                </a:lnTo>
                <a:lnTo>
                  <a:pt x="5170" y="96112"/>
                </a:lnTo>
                <a:lnTo>
                  <a:pt x="0" y="81031"/>
                </a:lnTo>
                <a:lnTo>
                  <a:pt x="98" y="81206"/>
                </a:lnTo>
                <a:lnTo>
                  <a:pt x="217" y="81381"/>
                </a:lnTo>
                <a:lnTo>
                  <a:pt x="324" y="81488"/>
                </a:lnTo>
                <a:lnTo>
                  <a:pt x="483" y="81628"/>
                </a:lnTo>
                <a:lnTo>
                  <a:pt x="631" y="81734"/>
                </a:lnTo>
                <a:lnTo>
                  <a:pt x="805" y="81823"/>
                </a:lnTo>
                <a:lnTo>
                  <a:pt x="973" y="81887"/>
                </a:lnTo>
                <a:lnTo>
                  <a:pt x="1129" y="81916"/>
                </a:lnTo>
                <a:lnTo>
                  <a:pt x="1296" y="81946"/>
                </a:lnTo>
                <a:lnTo>
                  <a:pt x="1556" y="81947"/>
                </a:lnTo>
                <a:lnTo>
                  <a:pt x="1716" y="81926"/>
                </a:lnTo>
                <a:lnTo>
                  <a:pt x="1907" y="81879"/>
                </a:lnTo>
                <a:lnTo>
                  <a:pt x="2210" y="82744"/>
                </a:lnTo>
                <a:lnTo>
                  <a:pt x="2998" y="82477"/>
                </a:lnTo>
                <a:lnTo>
                  <a:pt x="3334" y="83401"/>
                </a:lnTo>
                <a:lnTo>
                  <a:pt x="8870" y="79134"/>
                </a:lnTo>
                <a:lnTo>
                  <a:pt x="14003" y="75175"/>
                </a:lnTo>
                <a:lnTo>
                  <a:pt x="14726" y="74622"/>
                </a:lnTo>
                <a:lnTo>
                  <a:pt x="16400" y="73323"/>
                </a:lnTo>
                <a:lnTo>
                  <a:pt x="16797" y="73015"/>
                </a:lnTo>
                <a:lnTo>
                  <a:pt x="22450" y="68669"/>
                </a:lnTo>
                <a:lnTo>
                  <a:pt x="22129" y="67737"/>
                </a:lnTo>
                <a:lnTo>
                  <a:pt x="22885" y="67462"/>
                </a:lnTo>
                <a:lnTo>
                  <a:pt x="22277" y="65656"/>
                </a:lnTo>
                <a:lnTo>
                  <a:pt x="21691" y="65866"/>
                </a:lnTo>
                <a:lnTo>
                  <a:pt x="20650" y="62842"/>
                </a:lnTo>
                <a:lnTo>
                  <a:pt x="66590" y="27587"/>
                </a:lnTo>
                <a:lnTo>
                  <a:pt x="102119" y="0"/>
                </a:lnTo>
                <a:lnTo>
                  <a:pt x="105911" y="5173"/>
                </a:lnTo>
                <a:lnTo>
                  <a:pt x="108719" y="12610"/>
                </a:lnTo>
                <a:lnTo>
                  <a:pt x="109922" y="18420"/>
                </a:lnTo>
                <a:lnTo>
                  <a:pt x="109242" y="20761"/>
                </a:lnTo>
                <a:lnTo>
                  <a:pt x="31472" y="79986"/>
                </a:lnTo>
                <a:lnTo>
                  <a:pt x="28168" y="82464"/>
                </a:lnTo>
                <a:lnTo>
                  <a:pt x="26798" y="80144"/>
                </a:lnTo>
                <a:lnTo>
                  <a:pt x="27378" y="79891"/>
                </a:lnTo>
                <a:lnTo>
                  <a:pt x="26705" y="78205"/>
                </a:lnTo>
                <a:lnTo>
                  <a:pt x="26171" y="78414"/>
                </a:lnTo>
                <a:lnTo>
                  <a:pt x="25547" y="77795"/>
                </a:lnTo>
                <a:lnTo>
                  <a:pt x="24849" y="78313"/>
                </a:lnTo>
                <a:lnTo>
                  <a:pt x="20045" y="81976"/>
                </a:lnTo>
                <a:lnTo>
                  <a:pt x="17090" y="84284"/>
                </a:lnTo>
                <a:lnTo>
                  <a:pt x="15996" y="85126"/>
                </a:lnTo>
                <a:lnTo>
                  <a:pt x="11650" y="88276"/>
                </a:lnTo>
                <a:lnTo>
                  <a:pt x="6456" y="92500"/>
                </a:lnTo>
                <a:lnTo>
                  <a:pt x="6771" y="9344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0A7724CE-4BD8-4313-A4EF-08CAFEB2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7088" y="2822405"/>
            <a:ext cx="328765" cy="263311"/>
          </a:xfrm>
          <a:custGeom xmlns:a="http://schemas.openxmlformats.org/drawingml/2006/main">
            <a:pathLst>
              <a:path w="328765" h="263311">
                <a:moveTo>
                  <a:pt x="328080" y="7942"/>
                </a:moveTo>
                <a:lnTo>
                  <a:pt x="328607" y="9013"/>
                </a:lnTo>
                <a:lnTo>
                  <a:pt x="328765" y="9492"/>
                </a:lnTo>
                <a:lnTo>
                  <a:pt x="328760" y="10094"/>
                </a:lnTo>
                <a:lnTo>
                  <a:pt x="328705" y="10562"/>
                </a:lnTo>
                <a:lnTo>
                  <a:pt x="328556" y="10998"/>
                </a:lnTo>
                <a:lnTo>
                  <a:pt x="328271" y="11413"/>
                </a:lnTo>
                <a:lnTo>
                  <a:pt x="327851" y="11823"/>
                </a:lnTo>
                <a:lnTo>
                  <a:pt x="327020" y="12387"/>
                </a:lnTo>
                <a:lnTo>
                  <a:pt x="326589" y="12585"/>
                </a:lnTo>
                <a:lnTo>
                  <a:pt x="326085" y="12768"/>
                </a:lnTo>
                <a:lnTo>
                  <a:pt x="326176" y="13046"/>
                </a:lnTo>
                <a:lnTo>
                  <a:pt x="313160" y="24677"/>
                </a:lnTo>
                <a:lnTo>
                  <a:pt x="283694" y="48989"/>
                </a:lnTo>
                <a:lnTo>
                  <a:pt x="271600" y="59171"/>
                </a:lnTo>
                <a:lnTo>
                  <a:pt x="244706" y="80100"/>
                </a:lnTo>
                <a:lnTo>
                  <a:pt x="189681" y="123091"/>
                </a:lnTo>
                <a:lnTo>
                  <a:pt x="120094" y="176871"/>
                </a:lnTo>
                <a:lnTo>
                  <a:pt x="62661" y="221763"/>
                </a:lnTo>
                <a:lnTo>
                  <a:pt x="30667" y="246776"/>
                </a:lnTo>
                <a:lnTo>
                  <a:pt x="9504" y="263311"/>
                </a:lnTo>
                <a:lnTo>
                  <a:pt x="0" y="251635"/>
                </a:lnTo>
                <a:lnTo>
                  <a:pt x="281341" y="31816"/>
                </a:lnTo>
                <a:lnTo>
                  <a:pt x="315375" y="5508"/>
                </a:lnTo>
                <a:lnTo>
                  <a:pt x="320191" y="1573"/>
                </a:lnTo>
                <a:lnTo>
                  <a:pt x="320504" y="1065"/>
                </a:lnTo>
                <a:lnTo>
                  <a:pt x="320930" y="655"/>
                </a:lnTo>
                <a:lnTo>
                  <a:pt x="321351" y="313"/>
                </a:lnTo>
                <a:lnTo>
                  <a:pt x="321844" y="105"/>
                </a:lnTo>
                <a:lnTo>
                  <a:pt x="322277" y="0"/>
                </a:lnTo>
                <a:lnTo>
                  <a:pt x="322760" y="4"/>
                </a:lnTo>
                <a:lnTo>
                  <a:pt x="323204" y="94"/>
                </a:lnTo>
                <a:lnTo>
                  <a:pt x="323697" y="301"/>
                </a:lnTo>
                <a:lnTo>
                  <a:pt x="324079" y="605"/>
                </a:lnTo>
                <a:lnTo>
                  <a:pt x="324363" y="919"/>
                </a:lnTo>
                <a:lnTo>
                  <a:pt x="325057" y="2232"/>
                </a:lnTo>
                <a:lnTo>
                  <a:pt x="328080" y="794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7F7212E9-A71C-4141-9581-19CDB85B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2145" y="2685039"/>
            <a:ext cx="261943" cy="145308"/>
          </a:xfrm>
          <a:custGeom xmlns:a="http://schemas.openxmlformats.org/drawingml/2006/main">
            <a:pathLst>
              <a:path w="261943" h="145308">
                <a:moveTo>
                  <a:pt x="227051" y="27291"/>
                </a:moveTo>
                <a:lnTo>
                  <a:pt x="194144" y="39107"/>
                </a:lnTo>
                <a:lnTo>
                  <a:pt x="120774" y="67509"/>
                </a:lnTo>
                <a:lnTo>
                  <a:pt x="100861" y="77604"/>
                </a:lnTo>
                <a:lnTo>
                  <a:pt x="94918" y="81154"/>
                </a:lnTo>
                <a:lnTo>
                  <a:pt x="89262" y="84916"/>
                </a:lnTo>
                <a:lnTo>
                  <a:pt x="77793" y="93039"/>
                </a:lnTo>
                <a:lnTo>
                  <a:pt x="63798" y="103145"/>
                </a:lnTo>
                <a:lnTo>
                  <a:pt x="49814" y="113099"/>
                </a:lnTo>
                <a:lnTo>
                  <a:pt x="23857" y="133511"/>
                </a:lnTo>
                <a:lnTo>
                  <a:pt x="23740" y="133217"/>
                </a:lnTo>
                <a:lnTo>
                  <a:pt x="23499" y="132944"/>
                </a:lnTo>
                <a:lnTo>
                  <a:pt x="23300" y="132873"/>
                </a:lnTo>
                <a:lnTo>
                  <a:pt x="23152" y="133148"/>
                </a:lnTo>
                <a:lnTo>
                  <a:pt x="22784" y="133557"/>
                </a:lnTo>
                <a:lnTo>
                  <a:pt x="22102" y="134066"/>
                </a:lnTo>
                <a:lnTo>
                  <a:pt x="21671" y="134256"/>
                </a:lnTo>
                <a:lnTo>
                  <a:pt x="21232" y="134344"/>
                </a:lnTo>
                <a:lnTo>
                  <a:pt x="20754" y="134348"/>
                </a:lnTo>
                <a:lnTo>
                  <a:pt x="20190" y="134219"/>
                </a:lnTo>
                <a:lnTo>
                  <a:pt x="19654" y="133971"/>
                </a:lnTo>
                <a:lnTo>
                  <a:pt x="19281" y="133616"/>
                </a:lnTo>
                <a:lnTo>
                  <a:pt x="18921" y="133134"/>
                </a:lnTo>
                <a:lnTo>
                  <a:pt x="18494" y="132323"/>
                </a:lnTo>
                <a:lnTo>
                  <a:pt x="15817" y="134522"/>
                </a:lnTo>
                <a:lnTo>
                  <a:pt x="12542" y="137255"/>
                </a:lnTo>
                <a:lnTo>
                  <a:pt x="9202" y="140125"/>
                </a:lnTo>
                <a:lnTo>
                  <a:pt x="5648" y="143110"/>
                </a:lnTo>
                <a:lnTo>
                  <a:pt x="3023" y="145308"/>
                </a:lnTo>
                <a:lnTo>
                  <a:pt x="0" y="139598"/>
                </a:lnTo>
                <a:lnTo>
                  <a:pt x="2494" y="137531"/>
                </a:lnTo>
                <a:lnTo>
                  <a:pt x="6148" y="134415"/>
                </a:lnTo>
                <a:lnTo>
                  <a:pt x="6778" y="133881"/>
                </a:lnTo>
                <a:lnTo>
                  <a:pt x="8808" y="132149"/>
                </a:lnTo>
                <a:lnTo>
                  <a:pt x="9332" y="131736"/>
                </a:lnTo>
                <a:lnTo>
                  <a:pt x="12759" y="128856"/>
                </a:lnTo>
                <a:lnTo>
                  <a:pt x="15444" y="126580"/>
                </a:lnTo>
                <a:lnTo>
                  <a:pt x="14444" y="124673"/>
                </a:lnTo>
                <a:lnTo>
                  <a:pt x="14618" y="124592"/>
                </a:lnTo>
                <a:lnTo>
                  <a:pt x="14434" y="124123"/>
                </a:lnTo>
                <a:lnTo>
                  <a:pt x="30506" y="110884"/>
                </a:lnTo>
                <a:lnTo>
                  <a:pt x="50115" y="94829"/>
                </a:lnTo>
                <a:lnTo>
                  <a:pt x="91161" y="60779"/>
                </a:lnTo>
                <a:lnTo>
                  <a:pt x="120625" y="52193"/>
                </a:lnTo>
                <a:lnTo>
                  <a:pt x="153084" y="39508"/>
                </a:lnTo>
                <a:lnTo>
                  <a:pt x="213983" y="16720"/>
                </a:lnTo>
                <a:lnTo>
                  <a:pt x="227525" y="11034"/>
                </a:lnTo>
                <a:lnTo>
                  <a:pt x="256233" y="0"/>
                </a:lnTo>
                <a:lnTo>
                  <a:pt x="261943" y="13412"/>
                </a:lnTo>
                <a:lnTo>
                  <a:pt x="227051" y="2729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94665F8C-D6AC-4030-A7F1-700AE845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8378" y="2682341"/>
            <a:ext cx="11445" cy="16110"/>
          </a:xfrm>
          <a:custGeom xmlns:a="http://schemas.openxmlformats.org/drawingml/2006/main">
            <a:pathLst>
              <a:path w="11445" h="16110">
                <a:moveTo>
                  <a:pt x="0" y="2698"/>
                </a:moveTo>
                <a:lnTo>
                  <a:pt x="6728" y="0"/>
                </a:lnTo>
                <a:lnTo>
                  <a:pt x="11445" y="13744"/>
                </a:lnTo>
                <a:lnTo>
                  <a:pt x="5710" y="16110"/>
                </a:lnTo>
                <a:lnTo>
                  <a:pt x="0" y="269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DB29781E-BB4A-42E4-A4BC-38F7E070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9454" y="4536997"/>
            <a:ext cx="51942" cy="73234"/>
          </a:xfrm>
          <a:custGeom xmlns:a="http://schemas.openxmlformats.org/drawingml/2006/main">
            <a:pathLst>
              <a:path w="51942" h="73234">
                <a:moveTo>
                  <a:pt x="44309" y="21892"/>
                </a:moveTo>
                <a:lnTo>
                  <a:pt x="44102" y="14132"/>
                </a:lnTo>
                <a:lnTo>
                  <a:pt x="49596" y="0"/>
                </a:lnTo>
                <a:lnTo>
                  <a:pt x="51646" y="63599"/>
                </a:lnTo>
                <a:lnTo>
                  <a:pt x="51864" y="67959"/>
                </a:lnTo>
                <a:lnTo>
                  <a:pt x="51942" y="72154"/>
                </a:lnTo>
                <a:lnTo>
                  <a:pt x="8557" y="72964"/>
                </a:lnTo>
                <a:lnTo>
                  <a:pt x="503" y="73234"/>
                </a:lnTo>
                <a:lnTo>
                  <a:pt x="0" y="62302"/>
                </a:lnTo>
                <a:lnTo>
                  <a:pt x="32402" y="61498"/>
                </a:lnTo>
                <a:lnTo>
                  <a:pt x="31231" y="22810"/>
                </a:lnTo>
                <a:lnTo>
                  <a:pt x="44309" y="2189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85BDFA6F-0ABF-42CC-B441-A671F303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539" y="4355752"/>
            <a:ext cx="183714" cy="101483"/>
          </a:xfrm>
          <a:custGeom xmlns:a="http://schemas.openxmlformats.org/drawingml/2006/main">
            <a:pathLst>
              <a:path w="183714" h="101483">
                <a:moveTo>
                  <a:pt x="54298" y="19492"/>
                </a:moveTo>
                <a:lnTo>
                  <a:pt x="77124" y="29910"/>
                </a:lnTo>
                <a:lnTo>
                  <a:pt x="99219" y="41194"/>
                </a:lnTo>
                <a:lnTo>
                  <a:pt x="123963" y="55885"/>
                </a:lnTo>
                <a:lnTo>
                  <a:pt x="154437" y="77005"/>
                </a:lnTo>
                <a:lnTo>
                  <a:pt x="169377" y="88315"/>
                </a:lnTo>
                <a:lnTo>
                  <a:pt x="183714" y="98979"/>
                </a:lnTo>
                <a:lnTo>
                  <a:pt x="181333" y="101483"/>
                </a:lnTo>
                <a:lnTo>
                  <a:pt x="167297" y="91201"/>
                </a:lnTo>
                <a:lnTo>
                  <a:pt x="151736" y="79543"/>
                </a:lnTo>
                <a:lnTo>
                  <a:pt x="124860" y="61211"/>
                </a:lnTo>
                <a:lnTo>
                  <a:pt x="121799" y="59129"/>
                </a:lnTo>
                <a:lnTo>
                  <a:pt x="94927" y="43095"/>
                </a:lnTo>
                <a:lnTo>
                  <a:pt x="91902" y="41410"/>
                </a:lnTo>
                <a:lnTo>
                  <a:pt x="73921" y="32172"/>
                </a:lnTo>
                <a:lnTo>
                  <a:pt x="63725" y="27122"/>
                </a:lnTo>
                <a:lnTo>
                  <a:pt x="53566" y="23080"/>
                </a:lnTo>
                <a:lnTo>
                  <a:pt x="34463" y="15584"/>
                </a:lnTo>
                <a:lnTo>
                  <a:pt x="16960" y="9334"/>
                </a:lnTo>
                <a:lnTo>
                  <a:pt x="0" y="4172"/>
                </a:lnTo>
                <a:lnTo>
                  <a:pt x="1018" y="0"/>
                </a:lnTo>
                <a:lnTo>
                  <a:pt x="18654" y="5204"/>
                </a:lnTo>
                <a:lnTo>
                  <a:pt x="33434" y="10566"/>
                </a:lnTo>
                <a:lnTo>
                  <a:pt x="54298" y="1949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3DB324D-605E-4FF5-953E-F8F45E64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316" y="4482781"/>
            <a:ext cx="212625" cy="99970"/>
          </a:xfrm>
          <a:custGeom xmlns:a="http://schemas.openxmlformats.org/drawingml/2006/main">
            <a:pathLst>
              <a:path w="212625" h="99970">
                <a:moveTo>
                  <a:pt x="212625" y="0"/>
                </a:moveTo>
                <a:lnTo>
                  <a:pt x="164519" y="21157"/>
                </a:lnTo>
                <a:lnTo>
                  <a:pt x="12777" y="94333"/>
                </a:lnTo>
                <a:lnTo>
                  <a:pt x="0" y="9997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EC366A2D-81C2-41DA-A6ED-F6B16D41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441" y="2255525"/>
            <a:ext cx="14143" cy="41789"/>
          </a:xfrm>
          <a:custGeom xmlns:a="http://schemas.openxmlformats.org/drawingml/2006/main">
            <a:pathLst>
              <a:path w="14143" h="41789">
                <a:moveTo>
                  <a:pt x="0" y="0"/>
                </a:moveTo>
                <a:lnTo>
                  <a:pt x="1205" y="3775"/>
                </a:lnTo>
                <a:lnTo>
                  <a:pt x="12545" y="37092"/>
                </a:lnTo>
                <a:lnTo>
                  <a:pt x="14143" y="4178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72DC78D9-51E1-4EC4-B0C9-DE63D84D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7777" y="2252195"/>
            <a:ext cx="14111" cy="41960"/>
          </a:xfrm>
          <a:custGeom xmlns:a="http://schemas.openxmlformats.org/drawingml/2006/main">
            <a:pathLst>
              <a:path w="14111" h="41960">
                <a:moveTo>
                  <a:pt x="0" y="0"/>
                </a:moveTo>
                <a:lnTo>
                  <a:pt x="12855" y="38423"/>
                </a:lnTo>
                <a:lnTo>
                  <a:pt x="14111" y="4196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3EF8032A-339F-439F-A22C-CC90D448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339" y="2245864"/>
            <a:ext cx="14037" cy="42089"/>
          </a:xfrm>
          <a:custGeom xmlns:a="http://schemas.openxmlformats.org/drawingml/2006/main">
            <a:pathLst>
              <a:path w="14037" h="42089">
                <a:moveTo>
                  <a:pt x="14037" y="42089"/>
                </a:moveTo>
                <a:lnTo>
                  <a:pt x="12647" y="37623"/>
                </a:lnTo>
                <a:lnTo>
                  <a:pt x="1348" y="408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59D5BBF1-B7F0-46A6-B600-C692A5AA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8379" y="4406211"/>
            <a:ext cx="143221" cy="289748"/>
          </a:xfrm>
          <a:custGeom xmlns:a="http://schemas.openxmlformats.org/drawingml/2006/main">
            <a:pathLst>
              <a:path w="143221" h="289748">
                <a:moveTo>
                  <a:pt x="9948" y="85073"/>
                </a:moveTo>
                <a:lnTo>
                  <a:pt x="10311" y="84080"/>
                </a:lnTo>
                <a:lnTo>
                  <a:pt x="25780" y="55490"/>
                </a:lnTo>
                <a:lnTo>
                  <a:pt x="26441" y="54532"/>
                </a:lnTo>
                <a:lnTo>
                  <a:pt x="39851" y="27820"/>
                </a:lnTo>
                <a:lnTo>
                  <a:pt x="38657" y="25282"/>
                </a:lnTo>
                <a:lnTo>
                  <a:pt x="22646" y="14073"/>
                </a:lnTo>
                <a:lnTo>
                  <a:pt x="17479" y="11124"/>
                </a:lnTo>
                <a:lnTo>
                  <a:pt x="14774" y="9584"/>
                </a:lnTo>
                <a:lnTo>
                  <a:pt x="8973" y="8601"/>
                </a:lnTo>
                <a:lnTo>
                  <a:pt x="4995" y="13691"/>
                </a:lnTo>
                <a:lnTo>
                  <a:pt x="6931" y="28621"/>
                </a:lnTo>
                <a:lnTo>
                  <a:pt x="7927" y="32130"/>
                </a:lnTo>
                <a:lnTo>
                  <a:pt x="8375" y="36696"/>
                </a:lnTo>
                <a:lnTo>
                  <a:pt x="9729" y="46292"/>
                </a:lnTo>
                <a:lnTo>
                  <a:pt x="9673" y="54983"/>
                </a:lnTo>
                <a:lnTo>
                  <a:pt x="13430" y="65100"/>
                </a:lnTo>
                <a:lnTo>
                  <a:pt x="11695" y="71979"/>
                </a:lnTo>
                <a:lnTo>
                  <a:pt x="9286" y="72212"/>
                </a:lnTo>
                <a:lnTo>
                  <a:pt x="9663" y="66802"/>
                </a:lnTo>
                <a:lnTo>
                  <a:pt x="9286" y="63751"/>
                </a:lnTo>
                <a:lnTo>
                  <a:pt x="7199" y="55710"/>
                </a:lnTo>
                <a:lnTo>
                  <a:pt x="3347" y="29563"/>
                </a:lnTo>
                <a:lnTo>
                  <a:pt x="3110" y="23957"/>
                </a:lnTo>
                <a:lnTo>
                  <a:pt x="2818" y="12876"/>
                </a:lnTo>
                <a:lnTo>
                  <a:pt x="6672" y="6805"/>
                </a:lnTo>
                <a:lnTo>
                  <a:pt x="6720" y="5659"/>
                </a:lnTo>
                <a:lnTo>
                  <a:pt x="0" y="1148"/>
                </a:lnTo>
                <a:lnTo>
                  <a:pt x="1756" y="0"/>
                </a:lnTo>
                <a:lnTo>
                  <a:pt x="8807" y="4875"/>
                </a:lnTo>
                <a:lnTo>
                  <a:pt x="12068" y="4043"/>
                </a:lnTo>
                <a:lnTo>
                  <a:pt x="14307" y="4671"/>
                </a:lnTo>
                <a:lnTo>
                  <a:pt x="17562" y="5017"/>
                </a:lnTo>
                <a:lnTo>
                  <a:pt x="20174" y="6398"/>
                </a:lnTo>
                <a:lnTo>
                  <a:pt x="22775" y="8525"/>
                </a:lnTo>
                <a:lnTo>
                  <a:pt x="25428" y="11448"/>
                </a:lnTo>
                <a:lnTo>
                  <a:pt x="29159" y="14300"/>
                </a:lnTo>
                <a:lnTo>
                  <a:pt x="34937" y="19327"/>
                </a:lnTo>
                <a:lnTo>
                  <a:pt x="47376" y="28613"/>
                </a:lnTo>
                <a:lnTo>
                  <a:pt x="62501" y="39303"/>
                </a:lnTo>
                <a:lnTo>
                  <a:pt x="69481" y="44239"/>
                </a:lnTo>
                <a:lnTo>
                  <a:pt x="70407" y="46071"/>
                </a:lnTo>
                <a:lnTo>
                  <a:pt x="69258" y="46984"/>
                </a:lnTo>
                <a:lnTo>
                  <a:pt x="44160" y="30716"/>
                </a:lnTo>
                <a:lnTo>
                  <a:pt x="40812" y="35111"/>
                </a:lnTo>
                <a:lnTo>
                  <a:pt x="40395" y="37606"/>
                </a:lnTo>
                <a:lnTo>
                  <a:pt x="42683" y="39894"/>
                </a:lnTo>
                <a:lnTo>
                  <a:pt x="47889" y="41740"/>
                </a:lnTo>
                <a:lnTo>
                  <a:pt x="62737" y="50988"/>
                </a:lnTo>
                <a:lnTo>
                  <a:pt x="66732" y="53214"/>
                </a:lnTo>
                <a:lnTo>
                  <a:pt x="88188" y="63524"/>
                </a:lnTo>
                <a:lnTo>
                  <a:pt x="91161" y="66956"/>
                </a:lnTo>
                <a:lnTo>
                  <a:pt x="103709" y="110617"/>
                </a:lnTo>
                <a:lnTo>
                  <a:pt x="102995" y="106007"/>
                </a:lnTo>
                <a:lnTo>
                  <a:pt x="104004" y="108837"/>
                </a:lnTo>
                <a:lnTo>
                  <a:pt x="113137" y="108358"/>
                </a:lnTo>
                <a:lnTo>
                  <a:pt x="118292" y="137760"/>
                </a:lnTo>
                <a:lnTo>
                  <a:pt x="120851" y="149307"/>
                </a:lnTo>
                <a:lnTo>
                  <a:pt x="126609" y="170876"/>
                </a:lnTo>
                <a:lnTo>
                  <a:pt x="130009" y="188869"/>
                </a:lnTo>
                <a:lnTo>
                  <a:pt x="137822" y="254012"/>
                </a:lnTo>
                <a:lnTo>
                  <a:pt x="142603" y="279252"/>
                </a:lnTo>
                <a:lnTo>
                  <a:pt x="143221" y="282618"/>
                </a:lnTo>
                <a:lnTo>
                  <a:pt x="139057" y="289748"/>
                </a:lnTo>
                <a:lnTo>
                  <a:pt x="134914" y="256971"/>
                </a:lnTo>
                <a:lnTo>
                  <a:pt x="134173" y="252328"/>
                </a:lnTo>
                <a:lnTo>
                  <a:pt x="124376" y="178921"/>
                </a:lnTo>
                <a:lnTo>
                  <a:pt x="114831" y="151416"/>
                </a:lnTo>
                <a:lnTo>
                  <a:pt x="105221" y="125193"/>
                </a:lnTo>
                <a:lnTo>
                  <a:pt x="103335" y="120453"/>
                </a:lnTo>
                <a:lnTo>
                  <a:pt x="86476" y="68317"/>
                </a:lnTo>
                <a:lnTo>
                  <a:pt x="36182" y="42278"/>
                </a:lnTo>
                <a:lnTo>
                  <a:pt x="31136" y="52195"/>
                </a:lnTo>
                <a:lnTo>
                  <a:pt x="28165" y="57895"/>
                </a:lnTo>
                <a:lnTo>
                  <a:pt x="34103" y="60900"/>
                </a:lnTo>
                <a:lnTo>
                  <a:pt x="33396" y="62241"/>
                </a:lnTo>
                <a:lnTo>
                  <a:pt x="27254" y="59563"/>
                </a:lnTo>
                <a:lnTo>
                  <a:pt x="21737" y="69154"/>
                </a:lnTo>
                <a:lnTo>
                  <a:pt x="14449" y="85590"/>
                </a:lnTo>
                <a:lnTo>
                  <a:pt x="14247" y="86807"/>
                </a:lnTo>
                <a:lnTo>
                  <a:pt x="27130" y="92860"/>
                </a:lnTo>
                <a:lnTo>
                  <a:pt x="30383" y="94495"/>
                </a:lnTo>
                <a:lnTo>
                  <a:pt x="22969" y="95174"/>
                </a:lnTo>
                <a:lnTo>
                  <a:pt x="14690" y="91806"/>
                </a:lnTo>
                <a:lnTo>
                  <a:pt x="11710" y="90037"/>
                </a:lnTo>
                <a:lnTo>
                  <a:pt x="9832" y="88357"/>
                </a:lnTo>
                <a:lnTo>
                  <a:pt x="9948" y="8507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E78E2DCA-B042-40F7-B173-5D5DB718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481" y="2325988"/>
            <a:ext cx="81479" cy="40293"/>
          </a:xfrm>
          <a:custGeom xmlns:a="http://schemas.openxmlformats.org/drawingml/2006/main">
            <a:pathLst>
              <a:path w="81479" h="40293">
                <a:moveTo>
                  <a:pt x="74438" y="15705"/>
                </a:moveTo>
                <a:lnTo>
                  <a:pt x="72904" y="16788"/>
                </a:lnTo>
                <a:lnTo>
                  <a:pt x="4749" y="40293"/>
                </a:lnTo>
                <a:lnTo>
                  <a:pt x="0" y="24886"/>
                </a:lnTo>
                <a:lnTo>
                  <a:pt x="66625" y="1642"/>
                </a:lnTo>
                <a:lnTo>
                  <a:pt x="69215" y="1269"/>
                </a:lnTo>
                <a:lnTo>
                  <a:pt x="71343" y="2239"/>
                </a:lnTo>
                <a:lnTo>
                  <a:pt x="77486" y="0"/>
                </a:lnTo>
                <a:lnTo>
                  <a:pt x="81479" y="12086"/>
                </a:lnTo>
                <a:lnTo>
                  <a:pt x="75375" y="14061"/>
                </a:lnTo>
                <a:lnTo>
                  <a:pt x="74438" y="1570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F28AD9E7-C715-4EB7-B7C3-2352C1F1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384" y="2140729"/>
            <a:ext cx="186013" cy="55308"/>
          </a:xfrm>
          <a:custGeom xmlns:a="http://schemas.openxmlformats.org/drawingml/2006/main">
            <a:pathLst>
              <a:path w="186013" h="55308">
                <a:moveTo>
                  <a:pt x="165466" y="31247"/>
                </a:moveTo>
                <a:lnTo>
                  <a:pt x="173662" y="32863"/>
                </a:lnTo>
                <a:lnTo>
                  <a:pt x="174574" y="32619"/>
                </a:lnTo>
                <a:lnTo>
                  <a:pt x="175475" y="30730"/>
                </a:lnTo>
                <a:lnTo>
                  <a:pt x="182473" y="30411"/>
                </a:lnTo>
                <a:lnTo>
                  <a:pt x="184639" y="33058"/>
                </a:lnTo>
                <a:lnTo>
                  <a:pt x="186013" y="50818"/>
                </a:lnTo>
                <a:lnTo>
                  <a:pt x="184823" y="55308"/>
                </a:lnTo>
                <a:lnTo>
                  <a:pt x="176352" y="55098"/>
                </a:lnTo>
                <a:lnTo>
                  <a:pt x="173829" y="53486"/>
                </a:lnTo>
                <a:lnTo>
                  <a:pt x="171643" y="53034"/>
                </a:lnTo>
                <a:lnTo>
                  <a:pt x="111083" y="40505"/>
                </a:lnTo>
                <a:lnTo>
                  <a:pt x="2619" y="20616"/>
                </a:lnTo>
                <a:lnTo>
                  <a:pt x="0" y="16530"/>
                </a:lnTo>
                <a:lnTo>
                  <a:pt x="2662" y="2429"/>
                </a:lnTo>
                <a:lnTo>
                  <a:pt x="6719" y="0"/>
                </a:lnTo>
                <a:lnTo>
                  <a:pt x="165466" y="3124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8E359BDD-5EE1-4AAA-86B6-000BA9C1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2513" y="2877819"/>
            <a:ext cx="46609" cy="49790"/>
          </a:xfrm>
          <a:custGeom xmlns:a="http://schemas.openxmlformats.org/drawingml/2006/main">
            <a:pathLst>
              <a:path w="46609" h="49790">
                <a:moveTo>
                  <a:pt x="3279" y="49790"/>
                </a:moveTo>
                <a:lnTo>
                  <a:pt x="0" y="48062"/>
                </a:lnTo>
                <a:lnTo>
                  <a:pt x="717" y="44906"/>
                </a:lnTo>
                <a:lnTo>
                  <a:pt x="2907" y="40356"/>
                </a:lnTo>
                <a:lnTo>
                  <a:pt x="3908" y="37345"/>
                </a:lnTo>
                <a:lnTo>
                  <a:pt x="5574" y="31172"/>
                </a:lnTo>
                <a:lnTo>
                  <a:pt x="8957" y="20240"/>
                </a:lnTo>
                <a:lnTo>
                  <a:pt x="10867" y="16654"/>
                </a:lnTo>
                <a:lnTo>
                  <a:pt x="14807" y="11108"/>
                </a:lnTo>
                <a:lnTo>
                  <a:pt x="17001" y="9287"/>
                </a:lnTo>
                <a:lnTo>
                  <a:pt x="23320" y="4560"/>
                </a:lnTo>
                <a:lnTo>
                  <a:pt x="28929" y="3107"/>
                </a:lnTo>
                <a:lnTo>
                  <a:pt x="32330" y="2933"/>
                </a:lnTo>
                <a:lnTo>
                  <a:pt x="34319" y="3153"/>
                </a:lnTo>
                <a:lnTo>
                  <a:pt x="35070" y="2879"/>
                </a:lnTo>
                <a:lnTo>
                  <a:pt x="35790" y="2817"/>
                </a:lnTo>
                <a:lnTo>
                  <a:pt x="36345" y="3023"/>
                </a:lnTo>
                <a:lnTo>
                  <a:pt x="37469" y="3909"/>
                </a:lnTo>
                <a:lnTo>
                  <a:pt x="41047" y="1179"/>
                </a:lnTo>
                <a:lnTo>
                  <a:pt x="42350" y="0"/>
                </a:lnTo>
                <a:lnTo>
                  <a:pt x="46609" y="1872"/>
                </a:lnTo>
                <a:lnTo>
                  <a:pt x="46180" y="2757"/>
                </a:lnTo>
                <a:lnTo>
                  <a:pt x="44647" y="2280"/>
                </a:lnTo>
                <a:lnTo>
                  <a:pt x="42723" y="3754"/>
                </a:lnTo>
                <a:lnTo>
                  <a:pt x="39202" y="6441"/>
                </a:lnTo>
                <a:lnTo>
                  <a:pt x="39975" y="7633"/>
                </a:lnTo>
                <a:lnTo>
                  <a:pt x="40266" y="8812"/>
                </a:lnTo>
                <a:lnTo>
                  <a:pt x="39873" y="9849"/>
                </a:lnTo>
                <a:lnTo>
                  <a:pt x="40262" y="11424"/>
                </a:lnTo>
                <a:lnTo>
                  <a:pt x="40423" y="14022"/>
                </a:lnTo>
                <a:lnTo>
                  <a:pt x="39566" y="16953"/>
                </a:lnTo>
                <a:lnTo>
                  <a:pt x="37641" y="22522"/>
                </a:lnTo>
                <a:lnTo>
                  <a:pt x="35305" y="25509"/>
                </a:lnTo>
                <a:lnTo>
                  <a:pt x="32706" y="27730"/>
                </a:lnTo>
                <a:lnTo>
                  <a:pt x="29267" y="30830"/>
                </a:lnTo>
                <a:lnTo>
                  <a:pt x="25226" y="32895"/>
                </a:lnTo>
                <a:lnTo>
                  <a:pt x="19100" y="35251"/>
                </a:lnTo>
                <a:lnTo>
                  <a:pt x="13330" y="39319"/>
                </a:lnTo>
                <a:lnTo>
                  <a:pt x="9932" y="42562"/>
                </a:lnTo>
                <a:lnTo>
                  <a:pt x="4607" y="47577"/>
                </a:lnTo>
                <a:lnTo>
                  <a:pt x="3279" y="4979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FB4A598F-9AE2-4D6A-9152-6DACC968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1211" y="3201076"/>
            <a:ext cx="8761" cy="6679"/>
          </a:xfrm>
          <a:custGeom xmlns:a="http://schemas.openxmlformats.org/drawingml/2006/main">
            <a:pathLst>
              <a:path w="8761" h="6679">
                <a:moveTo>
                  <a:pt x="8761" y="3907"/>
                </a:moveTo>
                <a:lnTo>
                  <a:pt x="6888" y="6679"/>
                </a:lnTo>
                <a:lnTo>
                  <a:pt x="5563" y="6214"/>
                </a:lnTo>
                <a:lnTo>
                  <a:pt x="0" y="2437"/>
                </a:lnTo>
                <a:lnTo>
                  <a:pt x="3964" y="0"/>
                </a:lnTo>
                <a:lnTo>
                  <a:pt x="7264" y="2650"/>
                </a:lnTo>
                <a:lnTo>
                  <a:pt x="8761" y="390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056277EB-C6F7-4CA6-81A1-9E6373DD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122" y="3078157"/>
            <a:ext cx="15225" cy="25556"/>
          </a:xfrm>
          <a:custGeom xmlns:a="http://schemas.openxmlformats.org/drawingml/2006/main">
            <a:pathLst>
              <a:path w="15225" h="25556">
                <a:moveTo>
                  <a:pt x="8136" y="18280"/>
                </a:moveTo>
                <a:lnTo>
                  <a:pt x="7131" y="25556"/>
                </a:lnTo>
                <a:lnTo>
                  <a:pt x="0" y="17268"/>
                </a:lnTo>
                <a:lnTo>
                  <a:pt x="2525" y="17141"/>
                </a:lnTo>
                <a:lnTo>
                  <a:pt x="6964" y="11325"/>
                </a:lnTo>
                <a:lnTo>
                  <a:pt x="7786" y="5742"/>
                </a:lnTo>
                <a:lnTo>
                  <a:pt x="11350" y="0"/>
                </a:lnTo>
                <a:lnTo>
                  <a:pt x="15225" y="3771"/>
                </a:lnTo>
                <a:lnTo>
                  <a:pt x="12117" y="6186"/>
                </a:lnTo>
                <a:lnTo>
                  <a:pt x="11216" y="8990"/>
                </a:lnTo>
                <a:lnTo>
                  <a:pt x="8136" y="1828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C1EA0CAF-B182-4A71-9DF3-DD5FDA17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874" y="3224089"/>
            <a:ext cx="41781" cy="31756"/>
          </a:xfrm>
          <a:custGeom xmlns:a="http://schemas.openxmlformats.org/drawingml/2006/main">
            <a:pathLst>
              <a:path w="41781" h="31756">
                <a:moveTo>
                  <a:pt x="4297" y="21216"/>
                </a:moveTo>
                <a:lnTo>
                  <a:pt x="8994" y="26229"/>
                </a:lnTo>
                <a:lnTo>
                  <a:pt x="13897" y="28234"/>
                </a:lnTo>
                <a:lnTo>
                  <a:pt x="17774" y="28198"/>
                </a:lnTo>
                <a:lnTo>
                  <a:pt x="21768" y="26667"/>
                </a:lnTo>
                <a:lnTo>
                  <a:pt x="24858" y="23609"/>
                </a:lnTo>
                <a:lnTo>
                  <a:pt x="26948" y="23918"/>
                </a:lnTo>
                <a:lnTo>
                  <a:pt x="31435" y="23374"/>
                </a:lnTo>
                <a:lnTo>
                  <a:pt x="30543" y="20888"/>
                </a:lnTo>
                <a:lnTo>
                  <a:pt x="30418" y="18933"/>
                </a:lnTo>
                <a:lnTo>
                  <a:pt x="31857" y="17038"/>
                </a:lnTo>
                <a:lnTo>
                  <a:pt x="31977" y="15492"/>
                </a:lnTo>
                <a:lnTo>
                  <a:pt x="33193" y="13603"/>
                </a:lnTo>
                <a:lnTo>
                  <a:pt x="32891" y="12780"/>
                </a:lnTo>
                <a:lnTo>
                  <a:pt x="35989" y="7847"/>
                </a:lnTo>
                <a:lnTo>
                  <a:pt x="39253" y="9753"/>
                </a:lnTo>
                <a:lnTo>
                  <a:pt x="41327" y="7688"/>
                </a:lnTo>
                <a:lnTo>
                  <a:pt x="41781" y="9939"/>
                </a:lnTo>
                <a:lnTo>
                  <a:pt x="32888" y="19096"/>
                </a:lnTo>
                <a:lnTo>
                  <a:pt x="33846" y="22665"/>
                </a:lnTo>
                <a:lnTo>
                  <a:pt x="33833" y="24929"/>
                </a:lnTo>
                <a:lnTo>
                  <a:pt x="31989" y="27208"/>
                </a:lnTo>
                <a:lnTo>
                  <a:pt x="29233" y="28011"/>
                </a:lnTo>
                <a:lnTo>
                  <a:pt x="27187" y="28973"/>
                </a:lnTo>
                <a:lnTo>
                  <a:pt x="23170" y="29606"/>
                </a:lnTo>
                <a:lnTo>
                  <a:pt x="21355" y="30655"/>
                </a:lnTo>
                <a:lnTo>
                  <a:pt x="18956" y="31219"/>
                </a:lnTo>
                <a:lnTo>
                  <a:pt x="15980" y="31756"/>
                </a:lnTo>
                <a:lnTo>
                  <a:pt x="9590" y="30248"/>
                </a:lnTo>
                <a:lnTo>
                  <a:pt x="5357" y="27665"/>
                </a:lnTo>
                <a:lnTo>
                  <a:pt x="2674" y="22252"/>
                </a:lnTo>
                <a:lnTo>
                  <a:pt x="0" y="17007"/>
                </a:lnTo>
                <a:lnTo>
                  <a:pt x="10" y="16804"/>
                </a:lnTo>
                <a:lnTo>
                  <a:pt x="133" y="12858"/>
                </a:lnTo>
                <a:lnTo>
                  <a:pt x="456" y="8017"/>
                </a:lnTo>
                <a:lnTo>
                  <a:pt x="4130" y="0"/>
                </a:lnTo>
                <a:lnTo>
                  <a:pt x="4619" y="8601"/>
                </a:lnTo>
                <a:lnTo>
                  <a:pt x="4832" y="13267"/>
                </a:lnTo>
                <a:lnTo>
                  <a:pt x="4288" y="18554"/>
                </a:lnTo>
                <a:lnTo>
                  <a:pt x="4297" y="2121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F9E2EB4D-1E66-4C75-B8CD-368D65A6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0726" y="3157533"/>
            <a:ext cx="5679" cy="27687"/>
          </a:xfrm>
          <a:custGeom xmlns:a="http://schemas.openxmlformats.org/drawingml/2006/main">
            <a:pathLst>
              <a:path w="5679" h="27687">
                <a:moveTo>
                  <a:pt x="0" y="6374"/>
                </a:moveTo>
                <a:lnTo>
                  <a:pt x="1226" y="0"/>
                </a:lnTo>
                <a:lnTo>
                  <a:pt x="4805" y="14071"/>
                </a:lnTo>
                <a:lnTo>
                  <a:pt x="5679" y="27172"/>
                </a:lnTo>
                <a:lnTo>
                  <a:pt x="683" y="27687"/>
                </a:lnTo>
                <a:lnTo>
                  <a:pt x="3245" y="19802"/>
                </a:lnTo>
                <a:lnTo>
                  <a:pt x="0" y="637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0B1399B8-E21A-4E5C-AD1C-37D8C124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2546" y="3142486"/>
            <a:ext cx="10642" cy="14362"/>
          </a:xfrm>
          <a:custGeom xmlns:a="http://schemas.openxmlformats.org/drawingml/2006/main">
            <a:pathLst>
              <a:path w="10642" h="14362">
                <a:moveTo>
                  <a:pt x="7529" y="10765"/>
                </a:moveTo>
                <a:lnTo>
                  <a:pt x="10642" y="14362"/>
                </a:lnTo>
                <a:lnTo>
                  <a:pt x="7807" y="14361"/>
                </a:lnTo>
                <a:lnTo>
                  <a:pt x="0" y="11492"/>
                </a:lnTo>
                <a:lnTo>
                  <a:pt x="1255" y="9678"/>
                </a:lnTo>
                <a:lnTo>
                  <a:pt x="2851" y="5490"/>
                </a:lnTo>
                <a:lnTo>
                  <a:pt x="4064" y="2524"/>
                </a:lnTo>
                <a:lnTo>
                  <a:pt x="4474" y="173"/>
                </a:lnTo>
                <a:lnTo>
                  <a:pt x="9049" y="0"/>
                </a:lnTo>
                <a:lnTo>
                  <a:pt x="6651" y="5693"/>
                </a:lnTo>
                <a:lnTo>
                  <a:pt x="7529" y="1076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1D7A69EE-34E4-4AA1-9D66-5FAE3DB9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2843" y="2933570"/>
            <a:ext cx="12265" cy="12003"/>
          </a:xfrm>
          <a:custGeom xmlns:a="http://schemas.openxmlformats.org/drawingml/2006/main">
            <a:pathLst>
              <a:path w="12265" h="12003">
                <a:moveTo>
                  <a:pt x="3691" y="0"/>
                </a:moveTo>
                <a:lnTo>
                  <a:pt x="5103" y="794"/>
                </a:lnTo>
                <a:lnTo>
                  <a:pt x="6434" y="479"/>
                </a:lnTo>
                <a:lnTo>
                  <a:pt x="7936" y="330"/>
                </a:lnTo>
                <a:lnTo>
                  <a:pt x="9343" y="742"/>
                </a:lnTo>
                <a:lnTo>
                  <a:pt x="10036" y="1614"/>
                </a:lnTo>
                <a:lnTo>
                  <a:pt x="10627" y="2989"/>
                </a:lnTo>
                <a:lnTo>
                  <a:pt x="12265" y="3667"/>
                </a:lnTo>
                <a:lnTo>
                  <a:pt x="11287" y="4803"/>
                </a:lnTo>
                <a:lnTo>
                  <a:pt x="11771" y="6240"/>
                </a:lnTo>
                <a:lnTo>
                  <a:pt x="11705" y="7853"/>
                </a:lnTo>
                <a:lnTo>
                  <a:pt x="11226" y="8815"/>
                </a:lnTo>
                <a:lnTo>
                  <a:pt x="10360" y="9838"/>
                </a:lnTo>
                <a:lnTo>
                  <a:pt x="8870" y="10428"/>
                </a:lnTo>
                <a:lnTo>
                  <a:pt x="8299" y="12003"/>
                </a:lnTo>
                <a:lnTo>
                  <a:pt x="6830" y="11210"/>
                </a:lnTo>
                <a:lnTo>
                  <a:pt x="5385" y="11528"/>
                </a:lnTo>
                <a:lnTo>
                  <a:pt x="3425" y="11240"/>
                </a:lnTo>
                <a:lnTo>
                  <a:pt x="2061" y="10276"/>
                </a:lnTo>
                <a:lnTo>
                  <a:pt x="1518" y="8569"/>
                </a:lnTo>
                <a:lnTo>
                  <a:pt x="0" y="8108"/>
                </a:lnTo>
                <a:lnTo>
                  <a:pt x="740" y="6639"/>
                </a:lnTo>
                <a:lnTo>
                  <a:pt x="144" y="5095"/>
                </a:lnTo>
                <a:lnTo>
                  <a:pt x="271" y="3591"/>
                </a:lnTo>
                <a:lnTo>
                  <a:pt x="1131" y="2348"/>
                </a:lnTo>
                <a:lnTo>
                  <a:pt x="2059" y="1713"/>
                </a:lnTo>
                <a:lnTo>
                  <a:pt x="3226" y="1453"/>
                </a:lnTo>
                <a:lnTo>
                  <a:pt x="3691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41BC1519-83B9-432D-97F8-2BFC2D1C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0900" y="2467592"/>
            <a:ext cx="264158" cy="36626"/>
          </a:xfrm>
          <a:custGeom xmlns:a="http://schemas.openxmlformats.org/drawingml/2006/main">
            <a:pathLst>
              <a:path w="264158" h="36626">
                <a:moveTo>
                  <a:pt x="1335" y="17989"/>
                </a:moveTo>
                <a:lnTo>
                  <a:pt x="833" y="17451"/>
                </a:lnTo>
                <a:lnTo>
                  <a:pt x="373" y="16725"/>
                </a:lnTo>
                <a:lnTo>
                  <a:pt x="0" y="15557"/>
                </a:lnTo>
                <a:lnTo>
                  <a:pt x="157" y="13221"/>
                </a:lnTo>
                <a:lnTo>
                  <a:pt x="590" y="5173"/>
                </a:lnTo>
                <a:lnTo>
                  <a:pt x="548" y="3563"/>
                </a:lnTo>
                <a:lnTo>
                  <a:pt x="691" y="2483"/>
                </a:lnTo>
                <a:lnTo>
                  <a:pt x="1180" y="1520"/>
                </a:lnTo>
                <a:lnTo>
                  <a:pt x="1917" y="746"/>
                </a:lnTo>
                <a:lnTo>
                  <a:pt x="2549" y="476"/>
                </a:lnTo>
                <a:lnTo>
                  <a:pt x="2578" y="0"/>
                </a:lnTo>
                <a:lnTo>
                  <a:pt x="25214" y="1816"/>
                </a:lnTo>
                <a:lnTo>
                  <a:pt x="55268" y="4039"/>
                </a:lnTo>
                <a:lnTo>
                  <a:pt x="179265" y="13400"/>
                </a:lnTo>
                <a:lnTo>
                  <a:pt x="226142" y="17021"/>
                </a:lnTo>
                <a:lnTo>
                  <a:pt x="245189" y="18497"/>
                </a:lnTo>
                <a:lnTo>
                  <a:pt x="255443" y="19212"/>
                </a:lnTo>
                <a:lnTo>
                  <a:pt x="255853" y="18421"/>
                </a:lnTo>
                <a:lnTo>
                  <a:pt x="261643" y="18702"/>
                </a:lnTo>
                <a:lnTo>
                  <a:pt x="264131" y="20765"/>
                </a:lnTo>
                <a:lnTo>
                  <a:pt x="264158" y="36626"/>
                </a:lnTo>
                <a:lnTo>
                  <a:pt x="244101" y="35211"/>
                </a:lnTo>
                <a:lnTo>
                  <a:pt x="181959" y="30811"/>
                </a:lnTo>
                <a:lnTo>
                  <a:pt x="164699" y="29568"/>
                </a:lnTo>
                <a:lnTo>
                  <a:pt x="160569" y="28853"/>
                </a:lnTo>
                <a:lnTo>
                  <a:pt x="160334" y="29199"/>
                </a:lnTo>
                <a:lnTo>
                  <a:pt x="155330" y="28787"/>
                </a:lnTo>
                <a:lnTo>
                  <a:pt x="155345" y="28363"/>
                </a:lnTo>
                <a:lnTo>
                  <a:pt x="110150" y="25341"/>
                </a:lnTo>
                <a:lnTo>
                  <a:pt x="1335" y="1798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A4235174-9C57-456A-825B-77251A1A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876" y="3103156"/>
            <a:ext cx="48279" cy="52438"/>
          </a:xfrm>
          <a:custGeom xmlns:a="http://schemas.openxmlformats.org/drawingml/2006/main">
            <a:pathLst>
              <a:path w="48279" h="52438">
                <a:moveTo>
                  <a:pt x="12531" y="22878"/>
                </a:moveTo>
                <a:lnTo>
                  <a:pt x="19559" y="14238"/>
                </a:lnTo>
                <a:lnTo>
                  <a:pt x="19594" y="14220"/>
                </a:lnTo>
                <a:lnTo>
                  <a:pt x="24259" y="7687"/>
                </a:lnTo>
                <a:lnTo>
                  <a:pt x="25460" y="6001"/>
                </a:lnTo>
                <a:lnTo>
                  <a:pt x="26519" y="6007"/>
                </a:lnTo>
                <a:lnTo>
                  <a:pt x="28595" y="5214"/>
                </a:lnTo>
                <a:lnTo>
                  <a:pt x="33046" y="0"/>
                </a:lnTo>
                <a:lnTo>
                  <a:pt x="48279" y="16024"/>
                </a:lnTo>
                <a:lnTo>
                  <a:pt x="42017" y="22991"/>
                </a:lnTo>
                <a:lnTo>
                  <a:pt x="40217" y="24997"/>
                </a:lnTo>
                <a:lnTo>
                  <a:pt x="14581" y="52438"/>
                </a:lnTo>
                <a:lnTo>
                  <a:pt x="2015" y="38131"/>
                </a:lnTo>
                <a:lnTo>
                  <a:pt x="0" y="35590"/>
                </a:lnTo>
                <a:lnTo>
                  <a:pt x="4504" y="30833"/>
                </a:lnTo>
                <a:lnTo>
                  <a:pt x="12531" y="2287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0360056D-6873-4587-8CA7-A08A8522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2465" y="3203366"/>
            <a:ext cx="35181" cy="57963"/>
          </a:xfrm>
          <a:custGeom xmlns:a="http://schemas.openxmlformats.org/drawingml/2006/main">
            <a:pathLst>
              <a:path w="35181" h="57963">
                <a:moveTo>
                  <a:pt x="6709" y="7409"/>
                </a:moveTo>
                <a:lnTo>
                  <a:pt x="0" y="3866"/>
                </a:lnTo>
                <a:lnTo>
                  <a:pt x="4772" y="0"/>
                </a:lnTo>
                <a:lnTo>
                  <a:pt x="7840" y="2928"/>
                </a:lnTo>
                <a:lnTo>
                  <a:pt x="14221" y="7209"/>
                </a:lnTo>
                <a:lnTo>
                  <a:pt x="24071" y="23631"/>
                </a:lnTo>
                <a:lnTo>
                  <a:pt x="24718" y="24708"/>
                </a:lnTo>
                <a:lnTo>
                  <a:pt x="25093" y="28445"/>
                </a:lnTo>
                <a:lnTo>
                  <a:pt x="35181" y="46005"/>
                </a:lnTo>
                <a:lnTo>
                  <a:pt x="30912" y="51783"/>
                </a:lnTo>
                <a:lnTo>
                  <a:pt x="24803" y="57685"/>
                </a:lnTo>
                <a:lnTo>
                  <a:pt x="23279" y="57963"/>
                </a:lnTo>
                <a:lnTo>
                  <a:pt x="21233" y="55415"/>
                </a:lnTo>
                <a:lnTo>
                  <a:pt x="16844" y="51853"/>
                </a:lnTo>
                <a:lnTo>
                  <a:pt x="14285" y="48547"/>
                </a:lnTo>
                <a:lnTo>
                  <a:pt x="10539" y="51173"/>
                </a:lnTo>
                <a:lnTo>
                  <a:pt x="7688" y="49782"/>
                </a:lnTo>
                <a:lnTo>
                  <a:pt x="3604" y="43609"/>
                </a:lnTo>
                <a:lnTo>
                  <a:pt x="4123" y="41458"/>
                </a:lnTo>
                <a:lnTo>
                  <a:pt x="5099" y="37397"/>
                </a:lnTo>
                <a:lnTo>
                  <a:pt x="5885" y="33959"/>
                </a:lnTo>
                <a:lnTo>
                  <a:pt x="12148" y="39278"/>
                </a:lnTo>
                <a:lnTo>
                  <a:pt x="17785" y="41560"/>
                </a:lnTo>
                <a:lnTo>
                  <a:pt x="23443" y="39604"/>
                </a:lnTo>
                <a:lnTo>
                  <a:pt x="23828" y="33201"/>
                </a:lnTo>
                <a:lnTo>
                  <a:pt x="19883" y="26227"/>
                </a:lnTo>
                <a:lnTo>
                  <a:pt x="17940" y="20531"/>
                </a:lnTo>
                <a:lnTo>
                  <a:pt x="15313" y="15632"/>
                </a:lnTo>
                <a:lnTo>
                  <a:pt x="6709" y="740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183C3FD3-4E3C-48D4-8785-CF8D426F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161" y="3074040"/>
            <a:ext cx="22431" cy="22180"/>
          </a:xfrm>
          <a:custGeom xmlns:a="http://schemas.openxmlformats.org/drawingml/2006/main">
            <a:pathLst>
              <a:path w="22431" h="22180">
                <a:moveTo>
                  <a:pt x="2985" y="7996"/>
                </a:moveTo>
                <a:lnTo>
                  <a:pt x="6711" y="5015"/>
                </a:lnTo>
                <a:lnTo>
                  <a:pt x="10482" y="1973"/>
                </a:lnTo>
                <a:lnTo>
                  <a:pt x="12927" y="0"/>
                </a:lnTo>
                <a:lnTo>
                  <a:pt x="22431" y="11676"/>
                </a:lnTo>
                <a:lnTo>
                  <a:pt x="19971" y="13649"/>
                </a:lnTo>
                <a:lnTo>
                  <a:pt x="15986" y="16850"/>
                </a:lnTo>
                <a:lnTo>
                  <a:pt x="12250" y="19848"/>
                </a:lnTo>
                <a:lnTo>
                  <a:pt x="9353" y="22180"/>
                </a:lnTo>
                <a:lnTo>
                  <a:pt x="0" y="10348"/>
                </a:lnTo>
                <a:lnTo>
                  <a:pt x="2985" y="799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B088271D-7521-4056-A5E5-AE5C4B0C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094" y="4493555"/>
            <a:ext cx="9096" cy="8894"/>
          </a:xfrm>
          <a:custGeom xmlns:a="http://schemas.openxmlformats.org/drawingml/2006/main">
            <a:pathLst>
              <a:path w="9096" h="8894">
                <a:moveTo>
                  <a:pt x="7147" y="0"/>
                </a:moveTo>
                <a:lnTo>
                  <a:pt x="9096" y="2018"/>
                </a:lnTo>
                <a:lnTo>
                  <a:pt x="1948" y="8894"/>
                </a:lnTo>
                <a:lnTo>
                  <a:pt x="0" y="6885"/>
                </a:lnTo>
                <a:lnTo>
                  <a:pt x="7147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30B5FE31-8913-4C9D-A919-70A4E3BD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254" y="3212069"/>
            <a:ext cx="19097" cy="28694"/>
          </a:xfrm>
          <a:custGeom xmlns:a="http://schemas.openxmlformats.org/drawingml/2006/main">
            <a:pathLst>
              <a:path w="19097" h="28694">
                <a:moveTo>
                  <a:pt x="12561" y="13400"/>
                </a:moveTo>
                <a:lnTo>
                  <a:pt x="19097" y="25257"/>
                </a:lnTo>
                <a:lnTo>
                  <a:pt x="18311" y="28694"/>
                </a:lnTo>
                <a:lnTo>
                  <a:pt x="0" y="10793"/>
                </a:lnTo>
                <a:lnTo>
                  <a:pt x="444" y="6805"/>
                </a:lnTo>
                <a:lnTo>
                  <a:pt x="392" y="2729"/>
                </a:lnTo>
                <a:lnTo>
                  <a:pt x="1612" y="0"/>
                </a:lnTo>
                <a:lnTo>
                  <a:pt x="3431" y="3953"/>
                </a:lnTo>
                <a:lnTo>
                  <a:pt x="5459" y="12818"/>
                </a:lnTo>
                <a:lnTo>
                  <a:pt x="12561" y="1340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976B1BD1-13AF-43C2-BB2A-F26BC0CD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7956" y="3188500"/>
            <a:ext cx="37431" cy="62015"/>
          </a:xfrm>
          <a:custGeom xmlns:a="http://schemas.openxmlformats.org/drawingml/2006/main">
            <a:pathLst>
              <a:path w="37431" h="62015">
                <a:moveTo>
                  <a:pt x="14799" y="62015"/>
                </a:moveTo>
                <a:lnTo>
                  <a:pt x="12590" y="59971"/>
                </a:lnTo>
                <a:lnTo>
                  <a:pt x="31604" y="41363"/>
                </a:lnTo>
                <a:lnTo>
                  <a:pt x="32604" y="40285"/>
                </a:lnTo>
                <a:lnTo>
                  <a:pt x="32249" y="38870"/>
                </a:lnTo>
                <a:lnTo>
                  <a:pt x="13462" y="20245"/>
                </a:lnTo>
                <a:lnTo>
                  <a:pt x="13909" y="19682"/>
                </a:lnTo>
                <a:lnTo>
                  <a:pt x="0" y="6428"/>
                </a:lnTo>
                <a:lnTo>
                  <a:pt x="714" y="5358"/>
                </a:lnTo>
                <a:lnTo>
                  <a:pt x="14739" y="18668"/>
                </a:lnTo>
                <a:lnTo>
                  <a:pt x="33133" y="0"/>
                </a:lnTo>
                <a:lnTo>
                  <a:pt x="34424" y="3043"/>
                </a:lnTo>
                <a:lnTo>
                  <a:pt x="18334" y="19352"/>
                </a:lnTo>
                <a:lnTo>
                  <a:pt x="18199" y="20322"/>
                </a:lnTo>
                <a:lnTo>
                  <a:pt x="35084" y="37125"/>
                </a:lnTo>
                <a:lnTo>
                  <a:pt x="37431" y="39851"/>
                </a:lnTo>
                <a:lnTo>
                  <a:pt x="37194" y="40705"/>
                </a:lnTo>
                <a:lnTo>
                  <a:pt x="14799" y="6201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0EEAD0D2-E50B-462E-B9A7-A0C0C78E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1331" y="4080269"/>
            <a:ext cx="54676" cy="18479"/>
          </a:xfrm>
          <a:custGeom xmlns:a="http://schemas.openxmlformats.org/drawingml/2006/main">
            <a:pathLst>
              <a:path w="54676" h="18479">
                <a:moveTo>
                  <a:pt x="5335" y="1337"/>
                </a:moveTo>
                <a:lnTo>
                  <a:pt x="7491" y="1966"/>
                </a:lnTo>
                <a:lnTo>
                  <a:pt x="8864" y="2447"/>
                </a:lnTo>
                <a:lnTo>
                  <a:pt x="11521" y="3529"/>
                </a:lnTo>
                <a:lnTo>
                  <a:pt x="14299" y="4905"/>
                </a:lnTo>
                <a:lnTo>
                  <a:pt x="17198" y="6506"/>
                </a:lnTo>
                <a:lnTo>
                  <a:pt x="24712" y="10401"/>
                </a:lnTo>
                <a:lnTo>
                  <a:pt x="32104" y="14206"/>
                </a:lnTo>
                <a:lnTo>
                  <a:pt x="33100" y="14569"/>
                </a:lnTo>
                <a:lnTo>
                  <a:pt x="33763" y="14696"/>
                </a:lnTo>
                <a:lnTo>
                  <a:pt x="34377" y="14730"/>
                </a:lnTo>
                <a:lnTo>
                  <a:pt x="35020" y="14696"/>
                </a:lnTo>
                <a:lnTo>
                  <a:pt x="35609" y="14570"/>
                </a:lnTo>
                <a:lnTo>
                  <a:pt x="36092" y="14379"/>
                </a:lnTo>
                <a:lnTo>
                  <a:pt x="36877" y="13841"/>
                </a:lnTo>
                <a:lnTo>
                  <a:pt x="38129" y="12680"/>
                </a:lnTo>
                <a:lnTo>
                  <a:pt x="41209" y="9809"/>
                </a:lnTo>
                <a:lnTo>
                  <a:pt x="50619" y="1055"/>
                </a:lnTo>
                <a:lnTo>
                  <a:pt x="51207" y="488"/>
                </a:lnTo>
                <a:lnTo>
                  <a:pt x="51807" y="209"/>
                </a:lnTo>
                <a:lnTo>
                  <a:pt x="52653" y="0"/>
                </a:lnTo>
                <a:lnTo>
                  <a:pt x="53464" y="38"/>
                </a:lnTo>
                <a:lnTo>
                  <a:pt x="54082" y="225"/>
                </a:lnTo>
                <a:lnTo>
                  <a:pt x="54439" y="393"/>
                </a:lnTo>
                <a:lnTo>
                  <a:pt x="54673" y="574"/>
                </a:lnTo>
                <a:lnTo>
                  <a:pt x="54676" y="887"/>
                </a:lnTo>
                <a:lnTo>
                  <a:pt x="47450" y="8786"/>
                </a:lnTo>
                <a:lnTo>
                  <a:pt x="45781" y="10857"/>
                </a:lnTo>
                <a:lnTo>
                  <a:pt x="43345" y="13559"/>
                </a:lnTo>
                <a:lnTo>
                  <a:pt x="41381" y="15256"/>
                </a:lnTo>
                <a:lnTo>
                  <a:pt x="38236" y="17866"/>
                </a:lnTo>
                <a:lnTo>
                  <a:pt x="37431" y="18082"/>
                </a:lnTo>
                <a:lnTo>
                  <a:pt x="36265" y="18351"/>
                </a:lnTo>
                <a:lnTo>
                  <a:pt x="35084" y="18450"/>
                </a:lnTo>
                <a:lnTo>
                  <a:pt x="33989" y="18479"/>
                </a:lnTo>
                <a:lnTo>
                  <a:pt x="32992" y="18302"/>
                </a:lnTo>
                <a:lnTo>
                  <a:pt x="31748" y="17980"/>
                </a:lnTo>
                <a:lnTo>
                  <a:pt x="30490" y="17564"/>
                </a:lnTo>
                <a:lnTo>
                  <a:pt x="28972" y="16892"/>
                </a:lnTo>
                <a:lnTo>
                  <a:pt x="27910" y="16403"/>
                </a:lnTo>
                <a:lnTo>
                  <a:pt x="23678" y="14100"/>
                </a:lnTo>
                <a:lnTo>
                  <a:pt x="18468" y="11110"/>
                </a:lnTo>
                <a:lnTo>
                  <a:pt x="14755" y="9140"/>
                </a:lnTo>
                <a:lnTo>
                  <a:pt x="7772" y="5494"/>
                </a:lnTo>
                <a:lnTo>
                  <a:pt x="2370" y="2713"/>
                </a:lnTo>
                <a:lnTo>
                  <a:pt x="393" y="2181"/>
                </a:lnTo>
                <a:lnTo>
                  <a:pt x="89" y="1494"/>
                </a:lnTo>
                <a:lnTo>
                  <a:pt x="0" y="1089"/>
                </a:lnTo>
                <a:lnTo>
                  <a:pt x="96" y="790"/>
                </a:lnTo>
                <a:lnTo>
                  <a:pt x="213" y="524"/>
                </a:lnTo>
                <a:lnTo>
                  <a:pt x="599" y="369"/>
                </a:lnTo>
                <a:lnTo>
                  <a:pt x="1126" y="279"/>
                </a:lnTo>
                <a:lnTo>
                  <a:pt x="1605" y="309"/>
                </a:lnTo>
                <a:lnTo>
                  <a:pt x="5335" y="133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32E9E93F-093D-433A-BA0F-EDD3AD32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878" y="2396829"/>
            <a:ext cx="31473" cy="33518"/>
          </a:xfrm>
          <a:custGeom xmlns:a="http://schemas.openxmlformats.org/drawingml/2006/main">
            <a:pathLst>
              <a:path w="31473" h="33518">
                <a:moveTo>
                  <a:pt x="16236" y="703"/>
                </a:moveTo>
                <a:lnTo>
                  <a:pt x="19183" y="4186"/>
                </a:lnTo>
                <a:lnTo>
                  <a:pt x="21510" y="7973"/>
                </a:lnTo>
                <a:lnTo>
                  <a:pt x="23383" y="15189"/>
                </a:lnTo>
                <a:lnTo>
                  <a:pt x="25914" y="21405"/>
                </a:lnTo>
                <a:lnTo>
                  <a:pt x="31473" y="29006"/>
                </a:lnTo>
                <a:lnTo>
                  <a:pt x="27897" y="33518"/>
                </a:lnTo>
                <a:lnTo>
                  <a:pt x="10870" y="22287"/>
                </a:lnTo>
                <a:lnTo>
                  <a:pt x="4513" y="19030"/>
                </a:lnTo>
                <a:lnTo>
                  <a:pt x="1448" y="14804"/>
                </a:lnTo>
                <a:lnTo>
                  <a:pt x="0" y="11290"/>
                </a:lnTo>
                <a:lnTo>
                  <a:pt x="214" y="8411"/>
                </a:lnTo>
                <a:lnTo>
                  <a:pt x="1962" y="2870"/>
                </a:lnTo>
                <a:lnTo>
                  <a:pt x="3852" y="4245"/>
                </a:lnTo>
                <a:lnTo>
                  <a:pt x="11829" y="2075"/>
                </a:lnTo>
                <a:lnTo>
                  <a:pt x="12381" y="0"/>
                </a:lnTo>
                <a:lnTo>
                  <a:pt x="16236" y="70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285CF3D1-03BF-4B31-921C-21987C75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9632" y="3623461"/>
            <a:ext cx="461575" cy="400445"/>
          </a:xfrm>
          <a:custGeom xmlns:a="http://schemas.openxmlformats.org/drawingml/2006/main">
            <a:pathLst>
              <a:path w="461575" h="400445">
                <a:moveTo>
                  <a:pt x="0" y="239854"/>
                </a:moveTo>
                <a:lnTo>
                  <a:pt x="910" y="240279"/>
                </a:lnTo>
                <a:lnTo>
                  <a:pt x="3135" y="241364"/>
                </a:lnTo>
                <a:lnTo>
                  <a:pt x="10313" y="248083"/>
                </a:lnTo>
                <a:lnTo>
                  <a:pt x="18876" y="255919"/>
                </a:lnTo>
                <a:lnTo>
                  <a:pt x="20180" y="256935"/>
                </a:lnTo>
                <a:lnTo>
                  <a:pt x="21126" y="257351"/>
                </a:lnTo>
                <a:lnTo>
                  <a:pt x="22267" y="257677"/>
                </a:lnTo>
                <a:lnTo>
                  <a:pt x="23552" y="257795"/>
                </a:lnTo>
                <a:lnTo>
                  <a:pt x="24713" y="257713"/>
                </a:lnTo>
                <a:lnTo>
                  <a:pt x="25354" y="257603"/>
                </a:lnTo>
                <a:lnTo>
                  <a:pt x="25843" y="257429"/>
                </a:lnTo>
                <a:lnTo>
                  <a:pt x="26793" y="257014"/>
                </a:lnTo>
                <a:lnTo>
                  <a:pt x="27512" y="256545"/>
                </a:lnTo>
                <a:lnTo>
                  <a:pt x="28585" y="255500"/>
                </a:lnTo>
                <a:lnTo>
                  <a:pt x="30716" y="253417"/>
                </a:lnTo>
                <a:lnTo>
                  <a:pt x="44658" y="238947"/>
                </a:lnTo>
                <a:lnTo>
                  <a:pt x="124132" y="157607"/>
                </a:lnTo>
                <a:lnTo>
                  <a:pt x="174001" y="105717"/>
                </a:lnTo>
                <a:lnTo>
                  <a:pt x="225408" y="52759"/>
                </a:lnTo>
                <a:lnTo>
                  <a:pt x="239726" y="38033"/>
                </a:lnTo>
                <a:lnTo>
                  <a:pt x="251791" y="22163"/>
                </a:lnTo>
                <a:lnTo>
                  <a:pt x="254255" y="17392"/>
                </a:lnTo>
                <a:lnTo>
                  <a:pt x="257389" y="13018"/>
                </a:lnTo>
                <a:lnTo>
                  <a:pt x="261123" y="9138"/>
                </a:lnTo>
                <a:lnTo>
                  <a:pt x="264942" y="6128"/>
                </a:lnTo>
                <a:lnTo>
                  <a:pt x="269123" y="3643"/>
                </a:lnTo>
                <a:lnTo>
                  <a:pt x="273594" y="1718"/>
                </a:lnTo>
                <a:lnTo>
                  <a:pt x="275861" y="665"/>
                </a:lnTo>
                <a:lnTo>
                  <a:pt x="278296" y="83"/>
                </a:lnTo>
                <a:lnTo>
                  <a:pt x="280792" y="0"/>
                </a:lnTo>
                <a:lnTo>
                  <a:pt x="283081" y="371"/>
                </a:lnTo>
                <a:lnTo>
                  <a:pt x="285262" y="1153"/>
                </a:lnTo>
                <a:lnTo>
                  <a:pt x="287261" y="2329"/>
                </a:lnTo>
                <a:lnTo>
                  <a:pt x="325615" y="25266"/>
                </a:lnTo>
                <a:lnTo>
                  <a:pt x="334807" y="30998"/>
                </a:lnTo>
                <a:lnTo>
                  <a:pt x="343620" y="37291"/>
                </a:lnTo>
                <a:lnTo>
                  <a:pt x="349928" y="42337"/>
                </a:lnTo>
                <a:lnTo>
                  <a:pt x="355995" y="47661"/>
                </a:lnTo>
                <a:lnTo>
                  <a:pt x="361804" y="53271"/>
                </a:lnTo>
                <a:lnTo>
                  <a:pt x="459784" y="147275"/>
                </a:lnTo>
                <a:lnTo>
                  <a:pt x="460771" y="148664"/>
                </a:lnTo>
                <a:lnTo>
                  <a:pt x="461380" y="150259"/>
                </a:lnTo>
                <a:lnTo>
                  <a:pt x="461575" y="151949"/>
                </a:lnTo>
                <a:lnTo>
                  <a:pt x="461149" y="154267"/>
                </a:lnTo>
                <a:lnTo>
                  <a:pt x="459952" y="156300"/>
                </a:lnTo>
                <a:lnTo>
                  <a:pt x="457794" y="158926"/>
                </a:lnTo>
                <a:lnTo>
                  <a:pt x="412462" y="205782"/>
                </a:lnTo>
                <a:lnTo>
                  <a:pt x="401715" y="217310"/>
                </a:lnTo>
                <a:lnTo>
                  <a:pt x="320798" y="300467"/>
                </a:lnTo>
                <a:lnTo>
                  <a:pt x="297993" y="324135"/>
                </a:lnTo>
                <a:lnTo>
                  <a:pt x="293946" y="329110"/>
                </a:lnTo>
                <a:lnTo>
                  <a:pt x="292929" y="330527"/>
                </a:lnTo>
                <a:lnTo>
                  <a:pt x="292329" y="332162"/>
                </a:lnTo>
                <a:lnTo>
                  <a:pt x="292188" y="333896"/>
                </a:lnTo>
                <a:lnTo>
                  <a:pt x="292520" y="335608"/>
                </a:lnTo>
                <a:lnTo>
                  <a:pt x="293104" y="336872"/>
                </a:lnTo>
                <a:lnTo>
                  <a:pt x="293949" y="337986"/>
                </a:lnTo>
                <a:lnTo>
                  <a:pt x="294932" y="340580"/>
                </a:lnTo>
                <a:lnTo>
                  <a:pt x="295440" y="343304"/>
                </a:lnTo>
                <a:lnTo>
                  <a:pt x="295432" y="346289"/>
                </a:lnTo>
                <a:lnTo>
                  <a:pt x="294850" y="349212"/>
                </a:lnTo>
                <a:lnTo>
                  <a:pt x="293719" y="351964"/>
                </a:lnTo>
                <a:lnTo>
                  <a:pt x="289014" y="357024"/>
                </a:lnTo>
                <a:lnTo>
                  <a:pt x="280704" y="365740"/>
                </a:lnTo>
                <a:lnTo>
                  <a:pt x="272883" y="374893"/>
                </a:lnTo>
                <a:lnTo>
                  <a:pt x="268028" y="381118"/>
                </a:lnTo>
                <a:lnTo>
                  <a:pt x="263400" y="387506"/>
                </a:lnTo>
                <a:lnTo>
                  <a:pt x="256640" y="396529"/>
                </a:lnTo>
                <a:lnTo>
                  <a:pt x="253182" y="40044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D3C7525B-69D4-408B-9D5E-1CD34F78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277" y="4050357"/>
            <a:ext cx="67768" cy="64011"/>
          </a:xfrm>
          <a:custGeom xmlns:a="http://schemas.openxmlformats.org/drawingml/2006/main">
            <a:pathLst>
              <a:path w="67768" h="64011">
                <a:moveTo>
                  <a:pt x="65684" y="60225"/>
                </a:moveTo>
                <a:lnTo>
                  <a:pt x="66050" y="60894"/>
                </a:lnTo>
                <a:lnTo>
                  <a:pt x="67768" y="62603"/>
                </a:lnTo>
                <a:lnTo>
                  <a:pt x="67293" y="63107"/>
                </a:lnTo>
                <a:lnTo>
                  <a:pt x="66450" y="64011"/>
                </a:lnTo>
                <a:lnTo>
                  <a:pt x="65109" y="63979"/>
                </a:lnTo>
                <a:lnTo>
                  <a:pt x="63399" y="62550"/>
                </a:lnTo>
                <a:lnTo>
                  <a:pt x="61918" y="61928"/>
                </a:lnTo>
                <a:lnTo>
                  <a:pt x="60829" y="60804"/>
                </a:lnTo>
                <a:lnTo>
                  <a:pt x="60045" y="60257"/>
                </a:lnTo>
                <a:lnTo>
                  <a:pt x="59079" y="59257"/>
                </a:lnTo>
                <a:lnTo>
                  <a:pt x="57494" y="57875"/>
                </a:lnTo>
                <a:lnTo>
                  <a:pt x="48461" y="49036"/>
                </a:lnTo>
                <a:lnTo>
                  <a:pt x="38025" y="38980"/>
                </a:lnTo>
                <a:lnTo>
                  <a:pt x="24122" y="25524"/>
                </a:lnTo>
                <a:lnTo>
                  <a:pt x="5229" y="7190"/>
                </a:lnTo>
                <a:lnTo>
                  <a:pt x="1012" y="3080"/>
                </a:lnTo>
                <a:lnTo>
                  <a:pt x="81" y="1104"/>
                </a:lnTo>
                <a:lnTo>
                  <a:pt x="208" y="982"/>
                </a:lnTo>
                <a:lnTo>
                  <a:pt x="0" y="776"/>
                </a:lnTo>
                <a:lnTo>
                  <a:pt x="795" y="0"/>
                </a:lnTo>
                <a:lnTo>
                  <a:pt x="982" y="207"/>
                </a:lnTo>
                <a:lnTo>
                  <a:pt x="1200" y="23"/>
                </a:lnTo>
                <a:lnTo>
                  <a:pt x="3930" y="917"/>
                </a:lnTo>
                <a:lnTo>
                  <a:pt x="29907" y="25717"/>
                </a:lnTo>
                <a:lnTo>
                  <a:pt x="42542" y="37800"/>
                </a:lnTo>
                <a:lnTo>
                  <a:pt x="54298" y="49016"/>
                </a:lnTo>
                <a:lnTo>
                  <a:pt x="65684" y="6022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FD651EC8-52B8-4AD7-80A4-CFA75833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775" y="2425836"/>
            <a:ext cx="17197" cy="15047"/>
          </a:xfrm>
          <a:custGeom xmlns:a="http://schemas.openxmlformats.org/drawingml/2006/main">
            <a:pathLst>
              <a:path w="17197" h="15047">
                <a:moveTo>
                  <a:pt x="7389" y="3841"/>
                </a:moveTo>
                <a:lnTo>
                  <a:pt x="12036" y="8008"/>
                </a:lnTo>
                <a:lnTo>
                  <a:pt x="17197" y="11178"/>
                </a:lnTo>
                <a:lnTo>
                  <a:pt x="14823" y="15047"/>
                </a:lnTo>
                <a:lnTo>
                  <a:pt x="7026" y="8946"/>
                </a:lnTo>
                <a:lnTo>
                  <a:pt x="0" y="4512"/>
                </a:lnTo>
                <a:lnTo>
                  <a:pt x="3576" y="0"/>
                </a:lnTo>
                <a:lnTo>
                  <a:pt x="7389" y="384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4271AF42-4FD6-43C7-9011-57EA60FB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888" y="2294154"/>
            <a:ext cx="13436" cy="26971"/>
          </a:xfrm>
          <a:custGeom xmlns:a="http://schemas.openxmlformats.org/drawingml/2006/main">
            <a:pathLst>
              <a:path w="13436" h="26971">
                <a:moveTo>
                  <a:pt x="0" y="0"/>
                </a:moveTo>
                <a:lnTo>
                  <a:pt x="3403" y="9397"/>
                </a:lnTo>
                <a:lnTo>
                  <a:pt x="13436" y="2697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00EFB19B-A101-42AE-B15D-78E88413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355" y="2222786"/>
            <a:ext cx="6182" cy="32740"/>
          </a:xfrm>
          <a:custGeom xmlns:a="http://schemas.openxmlformats.org/drawingml/2006/main">
            <a:pathLst>
              <a:path w="6182" h="32740">
                <a:moveTo>
                  <a:pt x="6182" y="0"/>
                </a:moveTo>
                <a:lnTo>
                  <a:pt x="0" y="26623"/>
                </a:lnTo>
                <a:lnTo>
                  <a:pt x="2086" y="3274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80BB0B03-112E-426D-A0F3-D9AC358D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3584" y="2297315"/>
            <a:ext cx="21741" cy="23811"/>
          </a:xfrm>
          <a:custGeom xmlns:a="http://schemas.openxmlformats.org/drawingml/2006/main">
            <a:pathLst>
              <a:path w="21741" h="23811">
                <a:moveTo>
                  <a:pt x="0" y="0"/>
                </a:moveTo>
                <a:lnTo>
                  <a:pt x="3116" y="9151"/>
                </a:lnTo>
                <a:lnTo>
                  <a:pt x="21741" y="2381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CC2A6164-BEE0-42F9-BA95-29F704CA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37" y="2222786"/>
            <a:ext cx="23802" cy="23078"/>
          </a:xfrm>
          <a:custGeom xmlns:a="http://schemas.openxmlformats.org/drawingml/2006/main">
            <a:pathLst>
              <a:path w="23802" h="23078">
                <a:moveTo>
                  <a:pt x="23802" y="23078"/>
                </a:moveTo>
                <a:lnTo>
                  <a:pt x="22023" y="1780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E50D8639-D76B-4F4B-8E0D-13831610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5325" y="2287953"/>
            <a:ext cx="8608" cy="33173"/>
          </a:xfrm>
          <a:custGeom xmlns:a="http://schemas.openxmlformats.org/drawingml/2006/main">
            <a:pathLst>
              <a:path w="8608" h="33173">
                <a:moveTo>
                  <a:pt x="0" y="33173"/>
                </a:moveTo>
                <a:lnTo>
                  <a:pt x="8608" y="9004"/>
                </a:lnTo>
                <a:lnTo>
                  <a:pt x="6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65B49791-92A0-49E3-A80C-2F595804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045" y="2247547"/>
            <a:ext cx="6319" cy="2402"/>
          </a:xfrm>
          <a:custGeom xmlns:a="http://schemas.openxmlformats.org/drawingml/2006/main">
            <a:pathLst>
              <a:path w="6319" h="2402">
                <a:moveTo>
                  <a:pt x="0" y="2074"/>
                </a:moveTo>
                <a:lnTo>
                  <a:pt x="3642" y="2402"/>
                </a:lnTo>
                <a:lnTo>
                  <a:pt x="63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68E977E2-7753-45DC-95E9-35DDECA4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272" y="2257233"/>
            <a:ext cx="6232" cy="2068"/>
          </a:xfrm>
          <a:custGeom xmlns:a="http://schemas.openxmlformats.org/drawingml/2006/main">
            <a:pathLst>
              <a:path w="6232" h="2068">
                <a:moveTo>
                  <a:pt x="0" y="2046"/>
                </a:moveTo>
                <a:lnTo>
                  <a:pt x="3374" y="2068"/>
                </a:lnTo>
                <a:lnTo>
                  <a:pt x="62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EFA4186B-CD25-4762-AD22-F53C073D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4632" y="2245864"/>
            <a:ext cx="6273" cy="2462"/>
          </a:xfrm>
          <a:custGeom xmlns:a="http://schemas.openxmlformats.org/drawingml/2006/main">
            <a:pathLst>
              <a:path w="6273" h="2462">
                <a:moveTo>
                  <a:pt x="0" y="2462"/>
                </a:moveTo>
                <a:lnTo>
                  <a:pt x="2707" y="0"/>
                </a:lnTo>
                <a:lnTo>
                  <a:pt x="6273" y="42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83B07A2A-A4BE-4B13-9544-6A212C17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773" y="2255525"/>
            <a:ext cx="6189" cy="2334"/>
          </a:xfrm>
          <a:custGeom xmlns:a="http://schemas.openxmlformats.org/drawingml/2006/main">
            <a:pathLst>
              <a:path w="6189" h="2334">
                <a:moveTo>
                  <a:pt x="0" y="2334"/>
                </a:moveTo>
                <a:lnTo>
                  <a:pt x="2669" y="0"/>
                </a:lnTo>
                <a:lnTo>
                  <a:pt x="6189" y="2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0B1001C8-DBFA-4338-BCF2-A64560B7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903" y="2294586"/>
            <a:ext cx="6189" cy="2728"/>
          </a:xfrm>
          <a:custGeom xmlns:a="http://schemas.openxmlformats.org/drawingml/2006/main">
            <a:pathLst>
              <a:path w="6189" h="2728">
                <a:moveTo>
                  <a:pt x="6189" y="0"/>
                </a:moveTo>
                <a:lnTo>
                  <a:pt x="3681" y="2728"/>
                </a:lnTo>
                <a:lnTo>
                  <a:pt x="0" y="210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44D1157B-E689-468C-8E05-F96E938E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985" y="2292094"/>
            <a:ext cx="4847" cy="2060"/>
          </a:xfrm>
          <a:custGeom xmlns:a="http://schemas.openxmlformats.org/drawingml/2006/main">
            <a:pathLst>
              <a:path w="4847" h="2060">
                <a:moveTo>
                  <a:pt x="4847" y="0"/>
                </a:moveTo>
                <a:lnTo>
                  <a:pt x="2903" y="2060"/>
                </a:lnTo>
                <a:lnTo>
                  <a:pt x="0" y="159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2E3A7681-E8C3-4740-A1D3-598AB93D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737" y="2288276"/>
            <a:ext cx="5144" cy="2443"/>
          </a:xfrm>
          <a:custGeom xmlns:a="http://schemas.openxmlformats.org/drawingml/2006/main">
            <a:pathLst>
              <a:path w="5144" h="2443">
                <a:moveTo>
                  <a:pt x="5144" y="0"/>
                </a:moveTo>
                <a:lnTo>
                  <a:pt x="3173" y="2443"/>
                </a:lnTo>
                <a:lnTo>
                  <a:pt x="0" y="177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CDDAEE65-3BB4-4BB8-A889-ABFD78F6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400" y="2292617"/>
            <a:ext cx="6047" cy="2510"/>
          </a:xfrm>
          <a:custGeom xmlns:a="http://schemas.openxmlformats.org/drawingml/2006/main">
            <a:pathLst>
              <a:path w="6047" h="2510">
                <a:moveTo>
                  <a:pt x="6047" y="358"/>
                </a:moveTo>
                <a:lnTo>
                  <a:pt x="2586" y="0"/>
                </a:lnTo>
                <a:lnTo>
                  <a:pt x="0" y="251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0F08D4DB-3816-4142-A85D-E425F535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714" y="2290618"/>
            <a:ext cx="4665" cy="2051"/>
          </a:xfrm>
          <a:custGeom xmlns:a="http://schemas.openxmlformats.org/drawingml/2006/main">
            <a:pathLst>
              <a:path w="4665" h="2051">
                <a:moveTo>
                  <a:pt x="4665" y="55"/>
                </a:moveTo>
                <a:lnTo>
                  <a:pt x="1918" y="0"/>
                </a:lnTo>
                <a:lnTo>
                  <a:pt x="0" y="205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15D4DCF3-1BE9-4DDB-BF75-81A6F78B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325" y="2286602"/>
            <a:ext cx="5079" cy="1981"/>
          </a:xfrm>
          <a:custGeom xmlns:a="http://schemas.openxmlformats.org/drawingml/2006/main">
            <a:pathLst>
              <a:path w="5079" h="1981">
                <a:moveTo>
                  <a:pt x="5079" y="322"/>
                </a:moveTo>
                <a:lnTo>
                  <a:pt x="2164" y="0"/>
                </a:lnTo>
                <a:lnTo>
                  <a:pt x="0" y="198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4CE9EE39-F3CB-4AC1-931F-2AC5C42D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301" y="2283487"/>
            <a:ext cx="5972" cy="2487"/>
          </a:xfrm>
          <a:custGeom xmlns:a="http://schemas.openxmlformats.org/drawingml/2006/main">
            <a:pathLst>
              <a:path w="5972" h="2487">
                <a:moveTo>
                  <a:pt x="5972" y="456"/>
                </a:moveTo>
                <a:lnTo>
                  <a:pt x="2685" y="0"/>
                </a:lnTo>
                <a:lnTo>
                  <a:pt x="0" y="24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0E01471B-511F-4D25-BF56-E8673BA8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743" y="2285432"/>
            <a:ext cx="6302" cy="2520"/>
          </a:xfrm>
          <a:custGeom xmlns:a="http://schemas.openxmlformats.org/drawingml/2006/main">
            <a:pathLst>
              <a:path w="6302" h="2520">
                <a:moveTo>
                  <a:pt x="6302" y="0"/>
                </a:moveTo>
                <a:lnTo>
                  <a:pt x="3633" y="2520"/>
                </a:lnTo>
                <a:lnTo>
                  <a:pt x="0" y="194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8C7E55DD-CAE9-484D-B176-3E97FFE0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730" y="3185516"/>
            <a:ext cx="2488" cy="2457"/>
          </a:xfrm>
          <a:custGeom xmlns:a="http://schemas.openxmlformats.org/drawingml/2006/main">
            <a:pathLst>
              <a:path w="2488" h="2457">
                <a:moveTo>
                  <a:pt x="306" y="2054"/>
                </a:moveTo>
                <a:lnTo>
                  <a:pt x="89" y="1686"/>
                </a:lnTo>
                <a:lnTo>
                  <a:pt x="0" y="1273"/>
                </a:lnTo>
                <a:lnTo>
                  <a:pt x="66" y="848"/>
                </a:lnTo>
                <a:lnTo>
                  <a:pt x="264" y="469"/>
                </a:lnTo>
                <a:lnTo>
                  <a:pt x="584" y="189"/>
                </a:lnTo>
                <a:lnTo>
                  <a:pt x="943" y="36"/>
                </a:lnTo>
                <a:lnTo>
                  <a:pt x="1326" y="0"/>
                </a:lnTo>
                <a:lnTo>
                  <a:pt x="1702" y="92"/>
                </a:lnTo>
                <a:lnTo>
                  <a:pt x="2035" y="286"/>
                </a:lnTo>
                <a:lnTo>
                  <a:pt x="2291" y="568"/>
                </a:lnTo>
                <a:lnTo>
                  <a:pt x="2446" y="928"/>
                </a:lnTo>
                <a:lnTo>
                  <a:pt x="2488" y="1309"/>
                </a:lnTo>
                <a:lnTo>
                  <a:pt x="2404" y="1684"/>
                </a:lnTo>
                <a:lnTo>
                  <a:pt x="2206" y="2020"/>
                </a:lnTo>
                <a:lnTo>
                  <a:pt x="1881" y="2300"/>
                </a:lnTo>
                <a:lnTo>
                  <a:pt x="1480" y="2446"/>
                </a:lnTo>
                <a:lnTo>
                  <a:pt x="1054" y="2457"/>
                </a:lnTo>
                <a:lnTo>
                  <a:pt x="641" y="2324"/>
                </a:lnTo>
                <a:lnTo>
                  <a:pt x="306" y="205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76A29F09-996C-4CFD-8C99-C809E298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618" y="2284237"/>
            <a:ext cx="18678" cy="6196"/>
          </a:xfrm>
          <a:custGeom xmlns:a="http://schemas.openxmlformats.org/drawingml/2006/main">
            <a:pathLst>
              <a:path w="18678" h="6196">
                <a:moveTo>
                  <a:pt x="0" y="6196"/>
                </a:moveTo>
                <a:lnTo>
                  <a:pt x="9843" y="2936"/>
                </a:lnTo>
                <a:lnTo>
                  <a:pt x="186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A57A2C81-1931-45B7-A2A4-2565424A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094" y="2135508"/>
            <a:ext cx="27479" cy="15166"/>
          </a:xfrm>
          <a:custGeom xmlns:a="http://schemas.openxmlformats.org/drawingml/2006/main">
            <a:pathLst>
              <a:path w="27479" h="15166">
                <a:moveTo>
                  <a:pt x="14641" y="9442"/>
                </a:moveTo>
                <a:lnTo>
                  <a:pt x="12465" y="10169"/>
                </a:lnTo>
                <a:lnTo>
                  <a:pt x="10917" y="10709"/>
                </a:lnTo>
                <a:lnTo>
                  <a:pt x="9919" y="11032"/>
                </a:lnTo>
                <a:lnTo>
                  <a:pt x="8854" y="11382"/>
                </a:lnTo>
                <a:lnTo>
                  <a:pt x="7448" y="11801"/>
                </a:lnTo>
                <a:lnTo>
                  <a:pt x="5287" y="12544"/>
                </a:lnTo>
                <a:lnTo>
                  <a:pt x="3006" y="13232"/>
                </a:lnTo>
                <a:lnTo>
                  <a:pt x="3007" y="13655"/>
                </a:lnTo>
                <a:lnTo>
                  <a:pt x="1962" y="15166"/>
                </a:lnTo>
                <a:lnTo>
                  <a:pt x="0" y="8046"/>
                </a:lnTo>
                <a:lnTo>
                  <a:pt x="769" y="7695"/>
                </a:lnTo>
                <a:lnTo>
                  <a:pt x="1157" y="8041"/>
                </a:lnTo>
                <a:lnTo>
                  <a:pt x="3834" y="7182"/>
                </a:lnTo>
                <a:lnTo>
                  <a:pt x="6030" y="6429"/>
                </a:lnTo>
                <a:lnTo>
                  <a:pt x="7424" y="5952"/>
                </a:lnTo>
                <a:lnTo>
                  <a:pt x="8489" y="5602"/>
                </a:lnTo>
                <a:lnTo>
                  <a:pt x="9508" y="5261"/>
                </a:lnTo>
                <a:lnTo>
                  <a:pt x="11051" y="4746"/>
                </a:lnTo>
                <a:lnTo>
                  <a:pt x="13037" y="4083"/>
                </a:lnTo>
                <a:lnTo>
                  <a:pt x="16563" y="2973"/>
                </a:lnTo>
                <a:lnTo>
                  <a:pt x="25838" y="0"/>
                </a:lnTo>
                <a:lnTo>
                  <a:pt x="27479" y="5196"/>
                </a:lnTo>
                <a:lnTo>
                  <a:pt x="18116" y="8333"/>
                </a:lnTo>
                <a:lnTo>
                  <a:pt x="14641" y="944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47D56011-0852-4B23-AA86-83AA9CC8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156" y="3974286"/>
            <a:ext cx="43738" cy="49165"/>
          </a:xfrm>
          <a:custGeom xmlns:a="http://schemas.openxmlformats.org/drawingml/2006/main">
            <a:pathLst>
              <a:path w="43738" h="49165">
                <a:moveTo>
                  <a:pt x="34629" y="2731"/>
                </a:moveTo>
                <a:lnTo>
                  <a:pt x="34495" y="2175"/>
                </a:lnTo>
                <a:lnTo>
                  <a:pt x="34294" y="1647"/>
                </a:lnTo>
                <a:lnTo>
                  <a:pt x="34003" y="1061"/>
                </a:lnTo>
                <a:lnTo>
                  <a:pt x="33599" y="521"/>
                </a:lnTo>
                <a:lnTo>
                  <a:pt x="33087" y="0"/>
                </a:lnTo>
                <a:lnTo>
                  <a:pt x="43738" y="7661"/>
                </a:lnTo>
                <a:lnTo>
                  <a:pt x="43186" y="7387"/>
                </a:lnTo>
                <a:lnTo>
                  <a:pt x="42709" y="7247"/>
                </a:lnTo>
                <a:lnTo>
                  <a:pt x="42207" y="7100"/>
                </a:lnTo>
                <a:lnTo>
                  <a:pt x="41468" y="7035"/>
                </a:lnTo>
                <a:lnTo>
                  <a:pt x="40463" y="7138"/>
                </a:lnTo>
                <a:lnTo>
                  <a:pt x="39717" y="7412"/>
                </a:lnTo>
                <a:lnTo>
                  <a:pt x="39169" y="7672"/>
                </a:lnTo>
                <a:lnTo>
                  <a:pt x="38655" y="8076"/>
                </a:lnTo>
                <a:lnTo>
                  <a:pt x="38189" y="8504"/>
                </a:lnTo>
                <a:lnTo>
                  <a:pt x="37732" y="9092"/>
                </a:lnTo>
                <a:lnTo>
                  <a:pt x="32716" y="16127"/>
                </a:lnTo>
                <a:lnTo>
                  <a:pt x="43235" y="23689"/>
                </a:lnTo>
                <a:lnTo>
                  <a:pt x="25088" y="49165"/>
                </a:lnTo>
                <a:lnTo>
                  <a:pt x="0" y="31324"/>
                </a:lnTo>
                <a:lnTo>
                  <a:pt x="18198" y="5813"/>
                </a:lnTo>
                <a:lnTo>
                  <a:pt x="28794" y="13348"/>
                </a:lnTo>
                <a:lnTo>
                  <a:pt x="31802" y="9106"/>
                </a:lnTo>
                <a:lnTo>
                  <a:pt x="34035" y="5977"/>
                </a:lnTo>
                <a:lnTo>
                  <a:pt x="34302" y="5470"/>
                </a:lnTo>
                <a:lnTo>
                  <a:pt x="34521" y="4930"/>
                </a:lnTo>
                <a:lnTo>
                  <a:pt x="34665" y="4290"/>
                </a:lnTo>
                <a:lnTo>
                  <a:pt x="34710" y="3840"/>
                </a:lnTo>
                <a:lnTo>
                  <a:pt x="34697" y="3348"/>
                </a:lnTo>
                <a:lnTo>
                  <a:pt x="34629" y="273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22A8CF9C-CCEC-4C9A-B77B-F4CF81C2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2928" y="4214264"/>
            <a:ext cx="26379" cy="8638"/>
          </a:xfrm>
          <a:custGeom xmlns:a="http://schemas.openxmlformats.org/drawingml/2006/main">
            <a:pathLst>
              <a:path w="26379" h="8638">
                <a:moveTo>
                  <a:pt x="25066" y="8638"/>
                </a:moveTo>
                <a:lnTo>
                  <a:pt x="0" y="1083"/>
                </a:lnTo>
                <a:lnTo>
                  <a:pt x="542" y="0"/>
                </a:lnTo>
                <a:lnTo>
                  <a:pt x="26379" y="8213"/>
                </a:lnTo>
                <a:lnTo>
                  <a:pt x="25066" y="863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D0ED16D6-BABA-49D7-AAAB-FB2E6486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186" y="4215347"/>
            <a:ext cx="106808" cy="65223"/>
          </a:xfrm>
          <a:custGeom xmlns:a="http://schemas.openxmlformats.org/drawingml/2006/main">
            <a:pathLst>
              <a:path w="106808" h="65223">
                <a:moveTo>
                  <a:pt x="30453" y="53329"/>
                </a:moveTo>
                <a:lnTo>
                  <a:pt x="27569" y="54059"/>
                </a:lnTo>
                <a:lnTo>
                  <a:pt x="9488" y="65223"/>
                </a:lnTo>
                <a:lnTo>
                  <a:pt x="0" y="49418"/>
                </a:lnTo>
                <a:lnTo>
                  <a:pt x="25461" y="34183"/>
                </a:lnTo>
                <a:lnTo>
                  <a:pt x="81265" y="598"/>
                </a:lnTo>
                <a:lnTo>
                  <a:pt x="81742" y="0"/>
                </a:lnTo>
                <a:lnTo>
                  <a:pt x="106808" y="7556"/>
                </a:lnTo>
                <a:lnTo>
                  <a:pt x="30453" y="5332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6EE17015-55A1-4704-97E1-5D47FCF6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315" y="3444473"/>
            <a:ext cx="17400" cy="11545"/>
          </a:xfrm>
          <a:custGeom xmlns:a="http://schemas.openxmlformats.org/drawingml/2006/main">
            <a:pathLst>
              <a:path w="17400" h="11545">
                <a:moveTo>
                  <a:pt x="8647" y="8624"/>
                </a:moveTo>
                <a:lnTo>
                  <a:pt x="9049" y="0"/>
                </a:lnTo>
                <a:lnTo>
                  <a:pt x="13650" y="227"/>
                </a:lnTo>
                <a:lnTo>
                  <a:pt x="17400" y="5267"/>
                </a:lnTo>
                <a:lnTo>
                  <a:pt x="13666" y="11545"/>
                </a:lnTo>
                <a:lnTo>
                  <a:pt x="6874" y="11138"/>
                </a:lnTo>
                <a:lnTo>
                  <a:pt x="0" y="10724"/>
                </a:lnTo>
                <a:lnTo>
                  <a:pt x="73" y="8153"/>
                </a:lnTo>
                <a:lnTo>
                  <a:pt x="8647" y="862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90EBFBD7-E1B3-4851-B17E-18024B0E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1885" y="4471612"/>
            <a:ext cx="6535" cy="38149"/>
          </a:xfrm>
          <a:custGeom xmlns:a="http://schemas.openxmlformats.org/drawingml/2006/main">
            <a:pathLst>
              <a:path w="6535" h="38149">
                <a:moveTo>
                  <a:pt x="0" y="207"/>
                </a:moveTo>
                <a:lnTo>
                  <a:pt x="5660" y="0"/>
                </a:lnTo>
                <a:lnTo>
                  <a:pt x="3517" y="3252"/>
                </a:lnTo>
                <a:lnTo>
                  <a:pt x="1868" y="6695"/>
                </a:lnTo>
                <a:lnTo>
                  <a:pt x="988" y="10406"/>
                </a:lnTo>
                <a:lnTo>
                  <a:pt x="708" y="14194"/>
                </a:lnTo>
                <a:lnTo>
                  <a:pt x="1118" y="17973"/>
                </a:lnTo>
                <a:lnTo>
                  <a:pt x="2257" y="21623"/>
                </a:lnTo>
                <a:lnTo>
                  <a:pt x="4019" y="25053"/>
                </a:lnTo>
                <a:lnTo>
                  <a:pt x="6327" y="28121"/>
                </a:lnTo>
                <a:lnTo>
                  <a:pt x="6535" y="38077"/>
                </a:lnTo>
                <a:lnTo>
                  <a:pt x="835" y="38149"/>
                </a:lnTo>
                <a:lnTo>
                  <a:pt x="0" y="20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54E3B9EF-A9EC-470A-94A9-4E9ACAD5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598" y="2878770"/>
            <a:ext cx="333318" cy="340964"/>
          </a:xfrm>
          <a:custGeom xmlns:a="http://schemas.openxmlformats.org/drawingml/2006/main">
            <a:pathLst>
              <a:path w="333318" h="340964">
                <a:moveTo>
                  <a:pt x="333318" y="0"/>
                </a:moveTo>
                <a:lnTo>
                  <a:pt x="146249" y="190023"/>
                </a:lnTo>
                <a:lnTo>
                  <a:pt x="59401" y="280317"/>
                </a:lnTo>
                <a:lnTo>
                  <a:pt x="58528" y="281239"/>
                </a:lnTo>
                <a:lnTo>
                  <a:pt x="58179" y="281579"/>
                </a:lnTo>
                <a:lnTo>
                  <a:pt x="40586" y="298718"/>
                </a:lnTo>
                <a:lnTo>
                  <a:pt x="28613" y="310526"/>
                </a:lnTo>
                <a:lnTo>
                  <a:pt x="20597" y="319091"/>
                </a:lnTo>
                <a:lnTo>
                  <a:pt x="0" y="34096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17FB1BC3-BF8D-4CF7-9C92-0DC0C7A7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37" y="2222786"/>
            <a:ext cx="15184" cy="25950"/>
          </a:xfrm>
          <a:custGeom xmlns:a="http://schemas.openxmlformats.org/drawingml/2006/main">
            <a:pathLst>
              <a:path w="15184" h="25950">
                <a:moveTo>
                  <a:pt x="15184" y="25950"/>
                </a:moveTo>
                <a:lnTo>
                  <a:pt x="13434" y="2038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6A20C3EF-44F2-4604-94F2-CBD99158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37" y="2222786"/>
            <a:ext cx="4241" cy="29409"/>
          </a:xfrm>
          <a:custGeom xmlns:a="http://schemas.openxmlformats.org/drawingml/2006/main">
            <a:pathLst>
              <a:path w="4241" h="29409">
                <a:moveTo>
                  <a:pt x="0" y="0"/>
                </a:moveTo>
                <a:lnTo>
                  <a:pt x="2473" y="24174"/>
                </a:lnTo>
                <a:lnTo>
                  <a:pt x="4241" y="2940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756B7EA6-E73B-442D-87AC-2A27CD36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6753" y="2248736"/>
            <a:ext cx="4826" cy="2146"/>
          </a:xfrm>
          <a:custGeom xmlns:a="http://schemas.openxmlformats.org/drawingml/2006/main">
            <a:pathLst>
              <a:path w="4826" h="2146">
                <a:moveTo>
                  <a:pt x="0" y="2146"/>
                </a:moveTo>
                <a:lnTo>
                  <a:pt x="1968" y="0"/>
                </a:lnTo>
                <a:lnTo>
                  <a:pt x="4826" y="53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42AC7D45-D6D5-4DCC-83FD-CE9AE60D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832" y="2252195"/>
            <a:ext cx="4923" cy="2612"/>
          </a:xfrm>
          <a:custGeom xmlns:a="http://schemas.openxmlformats.org/drawingml/2006/main">
            <a:pathLst>
              <a:path w="4923" h="2612">
                <a:moveTo>
                  <a:pt x="0" y="2612"/>
                </a:moveTo>
                <a:lnTo>
                  <a:pt x="1945" y="0"/>
                </a:lnTo>
                <a:lnTo>
                  <a:pt x="4923" y="75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822734C2-019C-4CC2-BBF8-8508A4D5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910" y="2290719"/>
            <a:ext cx="2414" cy="30407"/>
          </a:xfrm>
          <a:custGeom xmlns:a="http://schemas.openxmlformats.org/drawingml/2006/main">
            <a:pathLst>
              <a:path w="2414" h="30407">
                <a:moveTo>
                  <a:pt x="2414" y="30407"/>
                </a:moveTo>
                <a:lnTo>
                  <a:pt x="2358" y="912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AE60499A-485D-4757-A42F-D21167DF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721" y="2248736"/>
            <a:ext cx="14189" cy="41983"/>
          </a:xfrm>
          <a:custGeom xmlns:a="http://schemas.openxmlformats.org/drawingml/2006/main">
            <a:pathLst>
              <a:path w="14189" h="41983">
                <a:moveTo>
                  <a:pt x="14189" y="41983"/>
                </a:moveTo>
                <a:lnTo>
                  <a:pt x="12768" y="3786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F2A67BA5-0E8D-485A-8028-2A61EA34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1964" y="4091240"/>
            <a:ext cx="99146" cy="124806"/>
          </a:xfrm>
          <a:custGeom xmlns:a="http://schemas.openxmlformats.org/drawingml/2006/main">
            <a:pathLst>
              <a:path w="99146" h="124806">
                <a:moveTo>
                  <a:pt x="86314" y="115474"/>
                </a:moveTo>
                <a:lnTo>
                  <a:pt x="70172" y="86290"/>
                </a:lnTo>
                <a:lnTo>
                  <a:pt x="67366" y="81566"/>
                </a:lnTo>
                <a:lnTo>
                  <a:pt x="55016" y="60605"/>
                </a:lnTo>
                <a:lnTo>
                  <a:pt x="40647" y="36206"/>
                </a:lnTo>
                <a:lnTo>
                  <a:pt x="37674" y="30842"/>
                </a:lnTo>
                <a:lnTo>
                  <a:pt x="34417" y="25147"/>
                </a:lnTo>
                <a:lnTo>
                  <a:pt x="23023" y="5569"/>
                </a:lnTo>
                <a:lnTo>
                  <a:pt x="2580" y="15014"/>
                </a:lnTo>
                <a:lnTo>
                  <a:pt x="0" y="9758"/>
                </a:lnTo>
                <a:lnTo>
                  <a:pt x="20730" y="0"/>
                </a:lnTo>
                <a:lnTo>
                  <a:pt x="23824" y="155"/>
                </a:lnTo>
                <a:lnTo>
                  <a:pt x="26988" y="1385"/>
                </a:lnTo>
                <a:lnTo>
                  <a:pt x="28959" y="2859"/>
                </a:lnTo>
                <a:lnTo>
                  <a:pt x="30028" y="4390"/>
                </a:lnTo>
                <a:lnTo>
                  <a:pt x="45299" y="30131"/>
                </a:lnTo>
                <a:lnTo>
                  <a:pt x="48751" y="35940"/>
                </a:lnTo>
                <a:lnTo>
                  <a:pt x="59431" y="53833"/>
                </a:lnTo>
                <a:lnTo>
                  <a:pt x="75492" y="80731"/>
                </a:lnTo>
                <a:lnTo>
                  <a:pt x="81547" y="90870"/>
                </a:lnTo>
                <a:lnTo>
                  <a:pt x="92547" y="109280"/>
                </a:lnTo>
                <a:lnTo>
                  <a:pt x="96344" y="115758"/>
                </a:lnTo>
                <a:lnTo>
                  <a:pt x="99146" y="120542"/>
                </a:lnTo>
                <a:lnTo>
                  <a:pt x="91818" y="124806"/>
                </a:lnTo>
                <a:lnTo>
                  <a:pt x="88139" y="118673"/>
                </a:lnTo>
                <a:lnTo>
                  <a:pt x="86314" y="11547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26A89BD5-C7FE-453E-A09C-0BEE0815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2648" y="3307699"/>
            <a:ext cx="54169" cy="45496"/>
          </a:xfrm>
          <a:custGeom xmlns:a="http://schemas.openxmlformats.org/drawingml/2006/main">
            <a:pathLst>
              <a:path w="54169" h="45496">
                <a:moveTo>
                  <a:pt x="5297" y="34001"/>
                </a:moveTo>
                <a:lnTo>
                  <a:pt x="49649" y="0"/>
                </a:lnTo>
                <a:lnTo>
                  <a:pt x="51894" y="2840"/>
                </a:lnTo>
                <a:lnTo>
                  <a:pt x="54169" y="5611"/>
                </a:lnTo>
                <a:lnTo>
                  <a:pt x="9488" y="40308"/>
                </a:lnTo>
                <a:lnTo>
                  <a:pt x="2808" y="45496"/>
                </a:lnTo>
                <a:lnTo>
                  <a:pt x="0" y="38059"/>
                </a:lnTo>
                <a:lnTo>
                  <a:pt x="5297" y="3400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B1227D50-6549-4809-BD3A-F9372FF9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550" y="2792823"/>
            <a:ext cx="270472" cy="497460"/>
          </a:xfrm>
          <a:custGeom xmlns:a="http://schemas.openxmlformats.org/drawingml/2006/main">
            <a:pathLst>
              <a:path w="270472" h="497460">
                <a:moveTo>
                  <a:pt x="270472" y="497460"/>
                </a:moveTo>
                <a:lnTo>
                  <a:pt x="197710" y="323818"/>
                </a:lnTo>
                <a:lnTo>
                  <a:pt x="63970" y="135497"/>
                </a:lnTo>
                <a:lnTo>
                  <a:pt x="39910" y="93410"/>
                </a:lnTo>
                <a:lnTo>
                  <a:pt x="19741" y="5179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269FA722-6B9E-41E7-B26A-15933891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022" y="3290283"/>
            <a:ext cx="89794" cy="215530"/>
          </a:xfrm>
          <a:custGeom xmlns:a="http://schemas.openxmlformats.org/drawingml/2006/main">
            <a:pathLst>
              <a:path w="89794" h="215530">
                <a:moveTo>
                  <a:pt x="89794" y="215530"/>
                </a:moveTo>
                <a:lnTo>
                  <a:pt x="81114" y="183746"/>
                </a:lnTo>
                <a:lnTo>
                  <a:pt x="62010" y="15476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CE5E9E5D-7185-4F81-9688-51B6E1A7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250" y="3310539"/>
            <a:ext cx="39292" cy="30570"/>
          </a:xfrm>
          <a:custGeom xmlns:a="http://schemas.openxmlformats.org/drawingml/2006/main">
            <a:pathLst>
              <a:path w="39292" h="30570">
                <a:moveTo>
                  <a:pt x="0" y="30570"/>
                </a:moveTo>
                <a:lnTo>
                  <a:pt x="14188" y="19749"/>
                </a:lnTo>
                <a:lnTo>
                  <a:pt x="392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A8451140-444C-414C-92C1-69F07520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3870" y="2861309"/>
            <a:ext cx="19089" cy="18382"/>
          </a:xfrm>
          <a:custGeom xmlns:a="http://schemas.openxmlformats.org/drawingml/2006/main">
            <a:pathLst>
              <a:path w="19089" h="18382">
                <a:moveTo>
                  <a:pt x="4825" y="13586"/>
                </a:moveTo>
                <a:lnTo>
                  <a:pt x="6774" y="10314"/>
                </a:lnTo>
                <a:lnTo>
                  <a:pt x="8003" y="6712"/>
                </a:lnTo>
                <a:lnTo>
                  <a:pt x="8358" y="4024"/>
                </a:lnTo>
                <a:lnTo>
                  <a:pt x="10223" y="1703"/>
                </a:lnTo>
                <a:lnTo>
                  <a:pt x="12753" y="0"/>
                </a:lnTo>
                <a:lnTo>
                  <a:pt x="15026" y="568"/>
                </a:lnTo>
                <a:lnTo>
                  <a:pt x="17648" y="1771"/>
                </a:lnTo>
                <a:lnTo>
                  <a:pt x="18357" y="3677"/>
                </a:lnTo>
                <a:lnTo>
                  <a:pt x="19089" y="6243"/>
                </a:lnTo>
                <a:lnTo>
                  <a:pt x="18516" y="8530"/>
                </a:lnTo>
                <a:lnTo>
                  <a:pt x="17904" y="10929"/>
                </a:lnTo>
                <a:lnTo>
                  <a:pt x="14530" y="12111"/>
                </a:lnTo>
                <a:lnTo>
                  <a:pt x="13610" y="12652"/>
                </a:lnTo>
                <a:lnTo>
                  <a:pt x="8444" y="9863"/>
                </a:lnTo>
                <a:lnTo>
                  <a:pt x="6729" y="14537"/>
                </a:lnTo>
                <a:lnTo>
                  <a:pt x="6327" y="15446"/>
                </a:lnTo>
                <a:lnTo>
                  <a:pt x="5252" y="18382"/>
                </a:lnTo>
                <a:lnTo>
                  <a:pt x="993" y="16510"/>
                </a:lnTo>
                <a:lnTo>
                  <a:pt x="0" y="15281"/>
                </a:lnTo>
                <a:lnTo>
                  <a:pt x="4825" y="1358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0EC909D5-70C8-4A33-B2B3-AA56FA8C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043" y="3697709"/>
            <a:ext cx="44142" cy="83585"/>
          </a:xfrm>
          <a:custGeom xmlns:a="http://schemas.openxmlformats.org/drawingml/2006/main">
            <a:pathLst>
              <a:path w="44142" h="83585">
                <a:moveTo>
                  <a:pt x="5511" y="2479"/>
                </a:moveTo>
                <a:lnTo>
                  <a:pt x="11094" y="0"/>
                </a:lnTo>
                <a:lnTo>
                  <a:pt x="12409" y="2983"/>
                </a:lnTo>
                <a:lnTo>
                  <a:pt x="16064" y="12187"/>
                </a:lnTo>
                <a:lnTo>
                  <a:pt x="44142" y="81303"/>
                </a:lnTo>
                <a:lnTo>
                  <a:pt x="38646" y="83585"/>
                </a:lnTo>
                <a:lnTo>
                  <a:pt x="36833" y="80004"/>
                </a:lnTo>
                <a:lnTo>
                  <a:pt x="29626" y="82755"/>
                </a:lnTo>
                <a:lnTo>
                  <a:pt x="0" y="8890"/>
                </a:lnTo>
                <a:lnTo>
                  <a:pt x="7093" y="5973"/>
                </a:lnTo>
                <a:lnTo>
                  <a:pt x="5511" y="247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2F6B69EA-3168-4FFD-B8FC-EC5539CF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6704" y="2425535"/>
            <a:ext cx="537778" cy="1100998"/>
          </a:xfrm>
          <a:custGeom xmlns:a="http://schemas.openxmlformats.org/drawingml/2006/main">
            <a:pathLst>
              <a:path w="537778" h="1100998">
                <a:moveTo>
                  <a:pt x="534668" y="1066941"/>
                </a:moveTo>
                <a:lnTo>
                  <a:pt x="535332" y="1067296"/>
                </a:lnTo>
                <a:lnTo>
                  <a:pt x="535618" y="1067331"/>
                </a:lnTo>
                <a:lnTo>
                  <a:pt x="535810" y="1067326"/>
                </a:lnTo>
                <a:lnTo>
                  <a:pt x="536012" y="1067287"/>
                </a:lnTo>
                <a:lnTo>
                  <a:pt x="536167" y="1067249"/>
                </a:lnTo>
                <a:lnTo>
                  <a:pt x="536722" y="1068811"/>
                </a:lnTo>
                <a:lnTo>
                  <a:pt x="537365" y="1068582"/>
                </a:lnTo>
                <a:lnTo>
                  <a:pt x="537616" y="1069457"/>
                </a:lnTo>
                <a:lnTo>
                  <a:pt x="537718" y="1070158"/>
                </a:lnTo>
                <a:lnTo>
                  <a:pt x="537758" y="1070505"/>
                </a:lnTo>
                <a:lnTo>
                  <a:pt x="537778" y="1070852"/>
                </a:lnTo>
                <a:lnTo>
                  <a:pt x="537778" y="1071233"/>
                </a:lnTo>
                <a:lnTo>
                  <a:pt x="537766" y="1071564"/>
                </a:lnTo>
                <a:lnTo>
                  <a:pt x="537753" y="1071861"/>
                </a:lnTo>
                <a:lnTo>
                  <a:pt x="537710" y="1072202"/>
                </a:lnTo>
                <a:lnTo>
                  <a:pt x="537662" y="1072533"/>
                </a:lnTo>
                <a:lnTo>
                  <a:pt x="537591" y="1072824"/>
                </a:lnTo>
                <a:lnTo>
                  <a:pt x="537517" y="1073148"/>
                </a:lnTo>
                <a:lnTo>
                  <a:pt x="537412" y="1073498"/>
                </a:lnTo>
                <a:lnTo>
                  <a:pt x="537154" y="1074166"/>
                </a:lnTo>
                <a:lnTo>
                  <a:pt x="536859" y="1074784"/>
                </a:lnTo>
                <a:lnTo>
                  <a:pt x="536487" y="1075422"/>
                </a:lnTo>
                <a:lnTo>
                  <a:pt x="535990" y="1076062"/>
                </a:lnTo>
                <a:lnTo>
                  <a:pt x="535408" y="1076646"/>
                </a:lnTo>
                <a:lnTo>
                  <a:pt x="534820" y="1077178"/>
                </a:lnTo>
                <a:lnTo>
                  <a:pt x="534177" y="1077619"/>
                </a:lnTo>
                <a:lnTo>
                  <a:pt x="533762" y="1077834"/>
                </a:lnTo>
                <a:lnTo>
                  <a:pt x="533693" y="1077573"/>
                </a:lnTo>
                <a:lnTo>
                  <a:pt x="532770" y="1077029"/>
                </a:lnTo>
                <a:lnTo>
                  <a:pt x="532496" y="1077053"/>
                </a:lnTo>
                <a:lnTo>
                  <a:pt x="532335" y="1077261"/>
                </a:lnTo>
                <a:lnTo>
                  <a:pt x="531849" y="1078122"/>
                </a:lnTo>
                <a:lnTo>
                  <a:pt x="531993" y="1078669"/>
                </a:lnTo>
                <a:lnTo>
                  <a:pt x="532091" y="1079031"/>
                </a:lnTo>
                <a:lnTo>
                  <a:pt x="532369" y="1080109"/>
                </a:lnTo>
                <a:lnTo>
                  <a:pt x="534005" y="1086415"/>
                </a:lnTo>
                <a:lnTo>
                  <a:pt x="534179" y="1087098"/>
                </a:lnTo>
                <a:lnTo>
                  <a:pt x="526335" y="1089128"/>
                </a:lnTo>
                <a:lnTo>
                  <a:pt x="524289" y="1081043"/>
                </a:lnTo>
                <a:lnTo>
                  <a:pt x="524201" y="1080681"/>
                </a:lnTo>
                <a:lnTo>
                  <a:pt x="524103" y="1080310"/>
                </a:lnTo>
                <a:lnTo>
                  <a:pt x="523155" y="1079793"/>
                </a:lnTo>
                <a:lnTo>
                  <a:pt x="523003" y="1079746"/>
                </a:lnTo>
                <a:lnTo>
                  <a:pt x="522837" y="1079759"/>
                </a:lnTo>
                <a:lnTo>
                  <a:pt x="522710" y="1079847"/>
                </a:lnTo>
                <a:lnTo>
                  <a:pt x="522236" y="1080784"/>
                </a:lnTo>
                <a:lnTo>
                  <a:pt x="522335" y="1081171"/>
                </a:lnTo>
                <a:lnTo>
                  <a:pt x="522427" y="1081525"/>
                </a:lnTo>
                <a:lnTo>
                  <a:pt x="524463" y="1089584"/>
                </a:lnTo>
                <a:lnTo>
                  <a:pt x="516437" y="1091602"/>
                </a:lnTo>
                <a:lnTo>
                  <a:pt x="514367" y="1083611"/>
                </a:lnTo>
                <a:lnTo>
                  <a:pt x="514274" y="1083249"/>
                </a:lnTo>
                <a:lnTo>
                  <a:pt x="514055" y="1082416"/>
                </a:lnTo>
                <a:lnTo>
                  <a:pt x="512526" y="1081515"/>
                </a:lnTo>
                <a:lnTo>
                  <a:pt x="512331" y="1081605"/>
                </a:lnTo>
                <a:lnTo>
                  <a:pt x="511600" y="1082837"/>
                </a:lnTo>
                <a:lnTo>
                  <a:pt x="511495" y="1082984"/>
                </a:lnTo>
                <a:lnTo>
                  <a:pt x="511464" y="1083179"/>
                </a:lnTo>
                <a:lnTo>
                  <a:pt x="511740" y="1084215"/>
                </a:lnTo>
                <a:lnTo>
                  <a:pt x="512000" y="1085200"/>
                </a:lnTo>
                <a:lnTo>
                  <a:pt x="512492" y="1087112"/>
                </a:lnTo>
                <a:lnTo>
                  <a:pt x="513665" y="1091633"/>
                </a:lnTo>
                <a:lnTo>
                  <a:pt x="513828" y="1092273"/>
                </a:lnTo>
                <a:lnTo>
                  <a:pt x="505056" y="1094548"/>
                </a:lnTo>
                <a:lnTo>
                  <a:pt x="504888" y="1093892"/>
                </a:lnTo>
                <a:lnTo>
                  <a:pt x="503206" y="1087391"/>
                </a:lnTo>
                <a:lnTo>
                  <a:pt x="502984" y="1086473"/>
                </a:lnTo>
                <a:lnTo>
                  <a:pt x="502753" y="1085589"/>
                </a:lnTo>
                <a:lnTo>
                  <a:pt x="502485" y="1085655"/>
                </a:lnTo>
                <a:lnTo>
                  <a:pt x="501959" y="1083651"/>
                </a:lnTo>
                <a:lnTo>
                  <a:pt x="501719" y="1082827"/>
                </a:lnTo>
                <a:lnTo>
                  <a:pt x="499850" y="1081825"/>
                </a:lnTo>
                <a:lnTo>
                  <a:pt x="498621" y="1083655"/>
                </a:lnTo>
                <a:lnTo>
                  <a:pt x="495372" y="1084504"/>
                </a:lnTo>
                <a:lnTo>
                  <a:pt x="495879" y="1086576"/>
                </a:lnTo>
                <a:lnTo>
                  <a:pt x="495222" y="1087653"/>
                </a:lnTo>
                <a:lnTo>
                  <a:pt x="495332" y="1088074"/>
                </a:lnTo>
                <a:lnTo>
                  <a:pt x="497490" y="1096461"/>
                </a:lnTo>
                <a:lnTo>
                  <a:pt x="489579" y="1098484"/>
                </a:lnTo>
                <a:lnTo>
                  <a:pt x="487404" y="1090072"/>
                </a:lnTo>
                <a:lnTo>
                  <a:pt x="487306" y="1089685"/>
                </a:lnTo>
                <a:lnTo>
                  <a:pt x="486383" y="1089133"/>
                </a:lnTo>
                <a:lnTo>
                  <a:pt x="486200" y="1089112"/>
                </a:lnTo>
                <a:lnTo>
                  <a:pt x="486051" y="1089159"/>
                </a:lnTo>
                <a:lnTo>
                  <a:pt x="485940" y="1089280"/>
                </a:lnTo>
                <a:lnTo>
                  <a:pt x="485460" y="1090158"/>
                </a:lnTo>
                <a:lnTo>
                  <a:pt x="485558" y="1090537"/>
                </a:lnTo>
                <a:lnTo>
                  <a:pt x="487733" y="1098957"/>
                </a:lnTo>
                <a:lnTo>
                  <a:pt x="479801" y="1100998"/>
                </a:lnTo>
                <a:lnTo>
                  <a:pt x="479639" y="1100375"/>
                </a:lnTo>
                <a:lnTo>
                  <a:pt x="478454" y="1095777"/>
                </a:lnTo>
                <a:lnTo>
                  <a:pt x="477620" y="1092544"/>
                </a:lnTo>
                <a:lnTo>
                  <a:pt x="477488" y="1092039"/>
                </a:lnTo>
                <a:lnTo>
                  <a:pt x="476675" y="1091560"/>
                </a:lnTo>
                <a:lnTo>
                  <a:pt x="476425" y="1091507"/>
                </a:lnTo>
                <a:lnTo>
                  <a:pt x="476189" y="1091632"/>
                </a:lnTo>
                <a:lnTo>
                  <a:pt x="475677" y="1092485"/>
                </a:lnTo>
                <a:lnTo>
                  <a:pt x="475708" y="1092662"/>
                </a:lnTo>
                <a:lnTo>
                  <a:pt x="475085" y="1092679"/>
                </a:lnTo>
                <a:lnTo>
                  <a:pt x="474236" y="1092591"/>
                </a:lnTo>
                <a:lnTo>
                  <a:pt x="472904" y="1092278"/>
                </a:lnTo>
                <a:lnTo>
                  <a:pt x="471903" y="1091932"/>
                </a:lnTo>
                <a:lnTo>
                  <a:pt x="471131" y="1091588"/>
                </a:lnTo>
                <a:lnTo>
                  <a:pt x="470245" y="1091060"/>
                </a:lnTo>
                <a:lnTo>
                  <a:pt x="469258" y="1090247"/>
                </a:lnTo>
                <a:lnTo>
                  <a:pt x="468350" y="1089304"/>
                </a:lnTo>
                <a:lnTo>
                  <a:pt x="467942" y="1088806"/>
                </a:lnTo>
                <a:lnTo>
                  <a:pt x="467373" y="1087889"/>
                </a:lnTo>
                <a:lnTo>
                  <a:pt x="467093" y="1087303"/>
                </a:lnTo>
                <a:lnTo>
                  <a:pt x="467780" y="1086996"/>
                </a:lnTo>
                <a:lnTo>
                  <a:pt x="467162" y="1085597"/>
                </a:lnTo>
                <a:lnTo>
                  <a:pt x="467468" y="1085394"/>
                </a:lnTo>
                <a:lnTo>
                  <a:pt x="467745" y="1085081"/>
                </a:lnTo>
                <a:lnTo>
                  <a:pt x="467927" y="1084678"/>
                </a:lnTo>
                <a:lnTo>
                  <a:pt x="467962" y="1084236"/>
                </a:lnTo>
                <a:lnTo>
                  <a:pt x="467889" y="1083857"/>
                </a:lnTo>
                <a:lnTo>
                  <a:pt x="466162" y="1079977"/>
                </a:lnTo>
                <a:lnTo>
                  <a:pt x="465813" y="1080130"/>
                </a:lnTo>
                <a:lnTo>
                  <a:pt x="466094" y="1080759"/>
                </a:lnTo>
                <a:lnTo>
                  <a:pt x="464385" y="1081516"/>
                </a:lnTo>
                <a:lnTo>
                  <a:pt x="451990" y="1053934"/>
                </a:lnTo>
                <a:lnTo>
                  <a:pt x="445293" y="1039028"/>
                </a:lnTo>
                <a:lnTo>
                  <a:pt x="445468" y="1038786"/>
                </a:lnTo>
                <a:lnTo>
                  <a:pt x="446351" y="1038390"/>
                </a:lnTo>
                <a:lnTo>
                  <a:pt x="446643" y="1039044"/>
                </a:lnTo>
                <a:lnTo>
                  <a:pt x="446966" y="1038891"/>
                </a:lnTo>
                <a:lnTo>
                  <a:pt x="444693" y="1033830"/>
                </a:lnTo>
                <a:lnTo>
                  <a:pt x="444417" y="1033566"/>
                </a:lnTo>
                <a:lnTo>
                  <a:pt x="444063" y="1033355"/>
                </a:lnTo>
                <a:lnTo>
                  <a:pt x="443718" y="1033279"/>
                </a:lnTo>
                <a:lnTo>
                  <a:pt x="443443" y="1033287"/>
                </a:lnTo>
                <a:lnTo>
                  <a:pt x="443098" y="1033389"/>
                </a:lnTo>
                <a:lnTo>
                  <a:pt x="439551" y="1025870"/>
                </a:lnTo>
                <a:lnTo>
                  <a:pt x="437884" y="1022344"/>
                </a:lnTo>
                <a:lnTo>
                  <a:pt x="438410" y="1022203"/>
                </a:lnTo>
                <a:lnTo>
                  <a:pt x="438843" y="1022065"/>
                </a:lnTo>
                <a:lnTo>
                  <a:pt x="439006" y="1021950"/>
                </a:lnTo>
                <a:lnTo>
                  <a:pt x="439137" y="1021819"/>
                </a:lnTo>
                <a:lnTo>
                  <a:pt x="439242" y="1021664"/>
                </a:lnTo>
                <a:lnTo>
                  <a:pt x="439274" y="1021502"/>
                </a:lnTo>
                <a:lnTo>
                  <a:pt x="439274" y="1021282"/>
                </a:lnTo>
                <a:lnTo>
                  <a:pt x="439219" y="1020970"/>
                </a:lnTo>
                <a:lnTo>
                  <a:pt x="433632" y="999557"/>
                </a:lnTo>
                <a:lnTo>
                  <a:pt x="433560" y="999356"/>
                </a:lnTo>
                <a:lnTo>
                  <a:pt x="433378" y="999149"/>
                </a:lnTo>
                <a:lnTo>
                  <a:pt x="433146" y="999011"/>
                </a:lnTo>
                <a:lnTo>
                  <a:pt x="432900" y="998966"/>
                </a:lnTo>
                <a:lnTo>
                  <a:pt x="432580" y="999009"/>
                </a:lnTo>
                <a:lnTo>
                  <a:pt x="414704" y="1003737"/>
                </a:lnTo>
                <a:lnTo>
                  <a:pt x="415792" y="1007761"/>
                </a:lnTo>
                <a:lnTo>
                  <a:pt x="415382" y="1007772"/>
                </a:lnTo>
                <a:lnTo>
                  <a:pt x="414571" y="1007751"/>
                </a:lnTo>
                <a:lnTo>
                  <a:pt x="413123" y="1007560"/>
                </a:lnTo>
                <a:lnTo>
                  <a:pt x="411629" y="1007209"/>
                </a:lnTo>
                <a:lnTo>
                  <a:pt x="410135" y="1006689"/>
                </a:lnTo>
                <a:lnTo>
                  <a:pt x="408747" y="1006022"/>
                </a:lnTo>
                <a:lnTo>
                  <a:pt x="407563" y="1005223"/>
                </a:lnTo>
                <a:lnTo>
                  <a:pt x="406667" y="1004500"/>
                </a:lnTo>
                <a:lnTo>
                  <a:pt x="405581" y="1003486"/>
                </a:lnTo>
                <a:lnTo>
                  <a:pt x="404784" y="1002617"/>
                </a:lnTo>
                <a:lnTo>
                  <a:pt x="403429" y="1000457"/>
                </a:lnTo>
                <a:lnTo>
                  <a:pt x="399861" y="994913"/>
                </a:lnTo>
                <a:lnTo>
                  <a:pt x="395857" y="988593"/>
                </a:lnTo>
                <a:lnTo>
                  <a:pt x="391487" y="981773"/>
                </a:lnTo>
                <a:lnTo>
                  <a:pt x="390029" y="979251"/>
                </a:lnTo>
                <a:lnTo>
                  <a:pt x="384485" y="967885"/>
                </a:lnTo>
                <a:lnTo>
                  <a:pt x="377674" y="950006"/>
                </a:lnTo>
                <a:lnTo>
                  <a:pt x="374020" y="938242"/>
                </a:lnTo>
                <a:lnTo>
                  <a:pt x="365982" y="905585"/>
                </a:lnTo>
                <a:lnTo>
                  <a:pt x="366990" y="904227"/>
                </a:lnTo>
                <a:lnTo>
                  <a:pt x="367137" y="903299"/>
                </a:lnTo>
                <a:lnTo>
                  <a:pt x="366561" y="902738"/>
                </a:lnTo>
                <a:lnTo>
                  <a:pt x="365572" y="902637"/>
                </a:lnTo>
                <a:lnTo>
                  <a:pt x="363365" y="895319"/>
                </a:lnTo>
                <a:lnTo>
                  <a:pt x="362410" y="893971"/>
                </a:lnTo>
                <a:lnTo>
                  <a:pt x="361728" y="893116"/>
                </a:lnTo>
                <a:lnTo>
                  <a:pt x="356661" y="873462"/>
                </a:lnTo>
                <a:lnTo>
                  <a:pt x="356116" y="872077"/>
                </a:lnTo>
                <a:lnTo>
                  <a:pt x="356626" y="870928"/>
                </a:lnTo>
                <a:lnTo>
                  <a:pt x="354676" y="863535"/>
                </a:lnTo>
                <a:lnTo>
                  <a:pt x="355579" y="862944"/>
                </a:lnTo>
                <a:lnTo>
                  <a:pt x="355722" y="861685"/>
                </a:lnTo>
                <a:lnTo>
                  <a:pt x="355076" y="860998"/>
                </a:lnTo>
                <a:lnTo>
                  <a:pt x="353574" y="860555"/>
                </a:lnTo>
                <a:lnTo>
                  <a:pt x="342414" y="828395"/>
                </a:lnTo>
                <a:lnTo>
                  <a:pt x="327648" y="783894"/>
                </a:lnTo>
                <a:lnTo>
                  <a:pt x="319330" y="762622"/>
                </a:lnTo>
                <a:lnTo>
                  <a:pt x="311057" y="741458"/>
                </a:lnTo>
                <a:lnTo>
                  <a:pt x="282318" y="677368"/>
                </a:lnTo>
                <a:lnTo>
                  <a:pt x="274676" y="660826"/>
                </a:lnTo>
                <a:lnTo>
                  <a:pt x="265815" y="644332"/>
                </a:lnTo>
                <a:lnTo>
                  <a:pt x="251953" y="620256"/>
                </a:lnTo>
                <a:lnTo>
                  <a:pt x="240270" y="601276"/>
                </a:lnTo>
                <a:lnTo>
                  <a:pt x="232597" y="589864"/>
                </a:lnTo>
                <a:lnTo>
                  <a:pt x="218831" y="570431"/>
                </a:lnTo>
                <a:lnTo>
                  <a:pt x="194402" y="539367"/>
                </a:lnTo>
                <a:lnTo>
                  <a:pt x="190986" y="534616"/>
                </a:lnTo>
                <a:lnTo>
                  <a:pt x="187446" y="528927"/>
                </a:lnTo>
                <a:lnTo>
                  <a:pt x="183297" y="521398"/>
                </a:lnTo>
                <a:lnTo>
                  <a:pt x="174144" y="505811"/>
                </a:lnTo>
                <a:lnTo>
                  <a:pt x="164108" y="487423"/>
                </a:lnTo>
                <a:lnTo>
                  <a:pt x="155549" y="472702"/>
                </a:lnTo>
                <a:lnTo>
                  <a:pt x="148045" y="459403"/>
                </a:lnTo>
                <a:lnTo>
                  <a:pt x="145298" y="452074"/>
                </a:lnTo>
                <a:lnTo>
                  <a:pt x="142932" y="447592"/>
                </a:lnTo>
                <a:lnTo>
                  <a:pt x="132499" y="427952"/>
                </a:lnTo>
                <a:lnTo>
                  <a:pt x="113078" y="386709"/>
                </a:lnTo>
                <a:lnTo>
                  <a:pt x="111598" y="385901"/>
                </a:lnTo>
                <a:lnTo>
                  <a:pt x="109999" y="382755"/>
                </a:lnTo>
                <a:lnTo>
                  <a:pt x="109211" y="379410"/>
                </a:lnTo>
                <a:lnTo>
                  <a:pt x="109434" y="376462"/>
                </a:lnTo>
                <a:lnTo>
                  <a:pt x="110413" y="374003"/>
                </a:lnTo>
                <a:lnTo>
                  <a:pt x="109242" y="369753"/>
                </a:lnTo>
                <a:lnTo>
                  <a:pt x="108584" y="367642"/>
                </a:lnTo>
                <a:lnTo>
                  <a:pt x="108289" y="366488"/>
                </a:lnTo>
                <a:lnTo>
                  <a:pt x="108040" y="365537"/>
                </a:lnTo>
                <a:lnTo>
                  <a:pt x="107098" y="362484"/>
                </a:lnTo>
                <a:lnTo>
                  <a:pt x="105703" y="357994"/>
                </a:lnTo>
                <a:lnTo>
                  <a:pt x="104274" y="357548"/>
                </a:lnTo>
                <a:lnTo>
                  <a:pt x="98786" y="354352"/>
                </a:lnTo>
                <a:lnTo>
                  <a:pt x="95111" y="350023"/>
                </a:lnTo>
                <a:lnTo>
                  <a:pt x="49774" y="203149"/>
                </a:lnTo>
                <a:lnTo>
                  <a:pt x="39819" y="167888"/>
                </a:lnTo>
                <a:lnTo>
                  <a:pt x="40871" y="167266"/>
                </a:lnTo>
                <a:lnTo>
                  <a:pt x="41853" y="166113"/>
                </a:lnTo>
                <a:lnTo>
                  <a:pt x="41739" y="164726"/>
                </a:lnTo>
                <a:lnTo>
                  <a:pt x="38799" y="156749"/>
                </a:lnTo>
                <a:lnTo>
                  <a:pt x="38139" y="154961"/>
                </a:lnTo>
                <a:lnTo>
                  <a:pt x="37357" y="152845"/>
                </a:lnTo>
                <a:lnTo>
                  <a:pt x="27502" y="126110"/>
                </a:lnTo>
                <a:lnTo>
                  <a:pt x="26016" y="105166"/>
                </a:lnTo>
                <a:lnTo>
                  <a:pt x="26413" y="104087"/>
                </a:lnTo>
                <a:lnTo>
                  <a:pt x="26418" y="102671"/>
                </a:lnTo>
                <a:lnTo>
                  <a:pt x="26085" y="101281"/>
                </a:lnTo>
                <a:lnTo>
                  <a:pt x="2436" y="31621"/>
                </a:lnTo>
                <a:lnTo>
                  <a:pt x="0" y="20528"/>
                </a:lnTo>
                <a:lnTo>
                  <a:pt x="59675" y="0"/>
                </a:lnTo>
                <a:lnTo>
                  <a:pt x="82426" y="68234"/>
                </a:lnTo>
                <a:lnTo>
                  <a:pt x="84412" y="71505"/>
                </a:lnTo>
                <a:lnTo>
                  <a:pt x="87626" y="73913"/>
                </a:lnTo>
                <a:lnTo>
                  <a:pt x="103730" y="93344"/>
                </a:lnTo>
                <a:lnTo>
                  <a:pt x="104135" y="95131"/>
                </a:lnTo>
                <a:lnTo>
                  <a:pt x="105491" y="99309"/>
                </a:lnTo>
                <a:lnTo>
                  <a:pt x="108288" y="105984"/>
                </a:lnTo>
                <a:lnTo>
                  <a:pt x="111680" y="116509"/>
                </a:lnTo>
                <a:lnTo>
                  <a:pt x="114080" y="122100"/>
                </a:lnTo>
                <a:lnTo>
                  <a:pt x="114957" y="124070"/>
                </a:lnTo>
                <a:lnTo>
                  <a:pt x="120570" y="139877"/>
                </a:lnTo>
                <a:lnTo>
                  <a:pt x="123357" y="148146"/>
                </a:lnTo>
                <a:lnTo>
                  <a:pt x="126572" y="147426"/>
                </a:lnTo>
                <a:lnTo>
                  <a:pt x="139439" y="195869"/>
                </a:lnTo>
                <a:lnTo>
                  <a:pt x="173175" y="304406"/>
                </a:lnTo>
                <a:lnTo>
                  <a:pt x="178930" y="324229"/>
                </a:lnTo>
                <a:lnTo>
                  <a:pt x="178976" y="328942"/>
                </a:lnTo>
                <a:lnTo>
                  <a:pt x="177641" y="333428"/>
                </a:lnTo>
                <a:lnTo>
                  <a:pt x="176122" y="335664"/>
                </a:lnTo>
                <a:lnTo>
                  <a:pt x="174451" y="337649"/>
                </a:lnTo>
                <a:lnTo>
                  <a:pt x="177806" y="349710"/>
                </a:lnTo>
                <a:lnTo>
                  <a:pt x="178724" y="352458"/>
                </a:lnTo>
                <a:lnTo>
                  <a:pt x="181237" y="353053"/>
                </a:lnTo>
                <a:lnTo>
                  <a:pt x="185350" y="355496"/>
                </a:lnTo>
                <a:lnTo>
                  <a:pt x="188617" y="359285"/>
                </a:lnTo>
                <a:lnTo>
                  <a:pt x="191202" y="366770"/>
                </a:lnTo>
                <a:lnTo>
                  <a:pt x="190916" y="367931"/>
                </a:lnTo>
                <a:lnTo>
                  <a:pt x="205069" y="412517"/>
                </a:lnTo>
                <a:lnTo>
                  <a:pt x="212110" y="435035"/>
                </a:lnTo>
                <a:lnTo>
                  <a:pt x="214399" y="440723"/>
                </a:lnTo>
                <a:lnTo>
                  <a:pt x="260829" y="515140"/>
                </a:lnTo>
                <a:lnTo>
                  <a:pt x="262219" y="517273"/>
                </a:lnTo>
                <a:lnTo>
                  <a:pt x="258167" y="519907"/>
                </a:lnTo>
                <a:lnTo>
                  <a:pt x="262885" y="527141"/>
                </a:lnTo>
                <a:lnTo>
                  <a:pt x="272006" y="541127"/>
                </a:lnTo>
                <a:lnTo>
                  <a:pt x="289522" y="529762"/>
                </a:lnTo>
                <a:lnTo>
                  <a:pt x="293814" y="536982"/>
                </a:lnTo>
                <a:lnTo>
                  <a:pt x="294675" y="538316"/>
                </a:lnTo>
                <a:lnTo>
                  <a:pt x="329249" y="592629"/>
                </a:lnTo>
                <a:lnTo>
                  <a:pt x="387273" y="684034"/>
                </a:lnTo>
                <a:lnTo>
                  <a:pt x="409213" y="721402"/>
                </a:lnTo>
                <a:lnTo>
                  <a:pt x="416520" y="733095"/>
                </a:lnTo>
                <a:lnTo>
                  <a:pt x="420113" y="740172"/>
                </a:lnTo>
                <a:lnTo>
                  <a:pt x="423013" y="747955"/>
                </a:lnTo>
                <a:lnTo>
                  <a:pt x="447131" y="814472"/>
                </a:lnTo>
                <a:lnTo>
                  <a:pt x="445886" y="814887"/>
                </a:lnTo>
                <a:lnTo>
                  <a:pt x="452267" y="833599"/>
                </a:lnTo>
                <a:lnTo>
                  <a:pt x="482882" y="922343"/>
                </a:lnTo>
                <a:lnTo>
                  <a:pt x="486375" y="921310"/>
                </a:lnTo>
                <a:lnTo>
                  <a:pt x="507681" y="988410"/>
                </a:lnTo>
                <a:lnTo>
                  <a:pt x="507516" y="988474"/>
                </a:lnTo>
                <a:lnTo>
                  <a:pt x="510033" y="996080"/>
                </a:lnTo>
                <a:lnTo>
                  <a:pt x="515203" y="1011161"/>
                </a:lnTo>
                <a:lnTo>
                  <a:pt x="534668" y="106694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FA3F5A91-72ED-4FB7-A6AB-A94A7A9C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8149" y="3257226"/>
            <a:ext cx="83195" cy="74616"/>
          </a:xfrm>
          <a:custGeom xmlns:a="http://schemas.openxmlformats.org/drawingml/2006/main">
            <a:pathLst>
              <a:path w="83195" h="74616">
                <a:moveTo>
                  <a:pt x="2924" y="43492"/>
                </a:moveTo>
                <a:lnTo>
                  <a:pt x="4046" y="42725"/>
                </a:lnTo>
                <a:lnTo>
                  <a:pt x="8464" y="38648"/>
                </a:lnTo>
                <a:lnTo>
                  <a:pt x="9946" y="39693"/>
                </a:lnTo>
                <a:lnTo>
                  <a:pt x="15954" y="32343"/>
                </a:lnTo>
                <a:lnTo>
                  <a:pt x="19648" y="29320"/>
                </a:lnTo>
                <a:lnTo>
                  <a:pt x="27017" y="22595"/>
                </a:lnTo>
                <a:lnTo>
                  <a:pt x="43806" y="3512"/>
                </a:lnTo>
                <a:lnTo>
                  <a:pt x="46678" y="824"/>
                </a:lnTo>
                <a:lnTo>
                  <a:pt x="49584" y="0"/>
                </a:lnTo>
                <a:lnTo>
                  <a:pt x="53243" y="2081"/>
                </a:lnTo>
                <a:lnTo>
                  <a:pt x="56749" y="3302"/>
                </a:lnTo>
                <a:lnTo>
                  <a:pt x="59273" y="5456"/>
                </a:lnTo>
                <a:lnTo>
                  <a:pt x="60703" y="8079"/>
                </a:lnTo>
                <a:lnTo>
                  <a:pt x="62832" y="11583"/>
                </a:lnTo>
                <a:lnTo>
                  <a:pt x="65578" y="13731"/>
                </a:lnTo>
                <a:lnTo>
                  <a:pt x="68525" y="15204"/>
                </a:lnTo>
                <a:lnTo>
                  <a:pt x="71940" y="17088"/>
                </a:lnTo>
                <a:lnTo>
                  <a:pt x="83195" y="27962"/>
                </a:lnTo>
                <a:lnTo>
                  <a:pt x="62194" y="41164"/>
                </a:lnTo>
                <a:lnTo>
                  <a:pt x="61797" y="41454"/>
                </a:lnTo>
                <a:lnTo>
                  <a:pt x="42593" y="58593"/>
                </a:lnTo>
                <a:lnTo>
                  <a:pt x="41087" y="60320"/>
                </a:lnTo>
                <a:lnTo>
                  <a:pt x="40007" y="61307"/>
                </a:lnTo>
                <a:lnTo>
                  <a:pt x="31274" y="67526"/>
                </a:lnTo>
                <a:lnTo>
                  <a:pt x="24200" y="74616"/>
                </a:lnTo>
                <a:lnTo>
                  <a:pt x="21140" y="70831"/>
                </a:lnTo>
                <a:lnTo>
                  <a:pt x="21173" y="69338"/>
                </a:lnTo>
                <a:lnTo>
                  <a:pt x="19451" y="68053"/>
                </a:lnTo>
                <a:lnTo>
                  <a:pt x="18681" y="67803"/>
                </a:lnTo>
                <a:lnTo>
                  <a:pt x="0" y="44817"/>
                </a:lnTo>
                <a:lnTo>
                  <a:pt x="2924" y="4349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9DD521CD-FBD8-486F-B849-57639409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1828" y="3470418"/>
            <a:ext cx="322088" cy="630721"/>
          </a:xfrm>
          <a:custGeom xmlns:a="http://schemas.openxmlformats.org/drawingml/2006/main">
            <a:pathLst>
              <a:path w="322088" h="630721">
                <a:moveTo>
                  <a:pt x="322088" y="573781"/>
                </a:moveTo>
                <a:lnTo>
                  <a:pt x="278736" y="617588"/>
                </a:lnTo>
                <a:lnTo>
                  <a:pt x="275567" y="621827"/>
                </a:lnTo>
                <a:lnTo>
                  <a:pt x="274379" y="624182"/>
                </a:lnTo>
                <a:lnTo>
                  <a:pt x="272747" y="626252"/>
                </a:lnTo>
                <a:lnTo>
                  <a:pt x="270578" y="628056"/>
                </a:lnTo>
                <a:lnTo>
                  <a:pt x="268078" y="629353"/>
                </a:lnTo>
                <a:lnTo>
                  <a:pt x="265381" y="630256"/>
                </a:lnTo>
                <a:lnTo>
                  <a:pt x="263999" y="630590"/>
                </a:lnTo>
                <a:lnTo>
                  <a:pt x="262579" y="630721"/>
                </a:lnTo>
                <a:lnTo>
                  <a:pt x="260090" y="630457"/>
                </a:lnTo>
                <a:lnTo>
                  <a:pt x="257745" y="629570"/>
                </a:lnTo>
                <a:lnTo>
                  <a:pt x="255702" y="628124"/>
                </a:lnTo>
                <a:lnTo>
                  <a:pt x="248338" y="622116"/>
                </a:lnTo>
                <a:lnTo>
                  <a:pt x="226464" y="602100"/>
                </a:lnTo>
                <a:lnTo>
                  <a:pt x="204838" y="581823"/>
                </a:lnTo>
                <a:lnTo>
                  <a:pt x="183474" y="561267"/>
                </a:lnTo>
                <a:lnTo>
                  <a:pt x="153147" y="531168"/>
                </a:lnTo>
                <a:lnTo>
                  <a:pt x="138178" y="515926"/>
                </a:lnTo>
                <a:lnTo>
                  <a:pt x="123367" y="500528"/>
                </a:lnTo>
                <a:lnTo>
                  <a:pt x="98361" y="473838"/>
                </a:lnTo>
                <a:lnTo>
                  <a:pt x="76312" y="449366"/>
                </a:lnTo>
                <a:lnTo>
                  <a:pt x="54720" y="424492"/>
                </a:lnTo>
                <a:lnTo>
                  <a:pt x="9625" y="371760"/>
                </a:lnTo>
                <a:lnTo>
                  <a:pt x="6508" y="367816"/>
                </a:lnTo>
                <a:lnTo>
                  <a:pt x="3946" y="363493"/>
                </a:lnTo>
                <a:lnTo>
                  <a:pt x="1990" y="358874"/>
                </a:lnTo>
                <a:lnTo>
                  <a:pt x="666" y="354034"/>
                </a:lnTo>
                <a:lnTo>
                  <a:pt x="4" y="349058"/>
                </a:lnTo>
                <a:lnTo>
                  <a:pt x="0" y="344260"/>
                </a:lnTo>
                <a:lnTo>
                  <a:pt x="605" y="339504"/>
                </a:lnTo>
                <a:lnTo>
                  <a:pt x="906" y="337165"/>
                </a:lnTo>
                <a:lnTo>
                  <a:pt x="1484" y="334885"/>
                </a:lnTo>
                <a:lnTo>
                  <a:pt x="2201" y="332984"/>
                </a:lnTo>
                <a:lnTo>
                  <a:pt x="3114" y="331179"/>
                </a:lnTo>
                <a:lnTo>
                  <a:pt x="5081" y="327837"/>
                </a:lnTo>
                <a:lnTo>
                  <a:pt x="7091" y="325732"/>
                </a:lnTo>
                <a:lnTo>
                  <a:pt x="81260" y="251158"/>
                </a:lnTo>
                <a:lnTo>
                  <a:pt x="155624" y="172339"/>
                </a:lnTo>
                <a:lnTo>
                  <a:pt x="229969" y="96028"/>
                </a:lnTo>
                <a:lnTo>
                  <a:pt x="240058" y="84601"/>
                </a:lnTo>
                <a:lnTo>
                  <a:pt x="247678" y="76969"/>
                </a:lnTo>
                <a:lnTo>
                  <a:pt x="286937" y="38825"/>
                </a:lnTo>
                <a:lnTo>
                  <a:pt x="3220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1780D516-F406-46AF-A62D-6CD98959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035" y="3290930"/>
            <a:ext cx="21893" cy="21414"/>
          </a:xfrm>
          <a:custGeom xmlns:a="http://schemas.openxmlformats.org/drawingml/2006/main">
            <a:pathLst>
              <a:path w="21893" h="21414">
                <a:moveTo>
                  <a:pt x="20674" y="0"/>
                </a:moveTo>
                <a:lnTo>
                  <a:pt x="21276" y="544"/>
                </a:lnTo>
                <a:lnTo>
                  <a:pt x="21893" y="1095"/>
                </a:lnTo>
                <a:lnTo>
                  <a:pt x="14366" y="8358"/>
                </a:lnTo>
                <a:lnTo>
                  <a:pt x="707" y="21414"/>
                </a:lnTo>
                <a:lnTo>
                  <a:pt x="0" y="20611"/>
                </a:lnTo>
                <a:lnTo>
                  <a:pt x="13175" y="7322"/>
                </a:lnTo>
                <a:lnTo>
                  <a:pt x="20674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298BDFCB-786D-4CAD-98C4-1D64F80F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0298" y="3328772"/>
            <a:ext cx="54272" cy="74116"/>
          </a:xfrm>
          <a:custGeom xmlns:a="http://schemas.openxmlformats.org/drawingml/2006/main">
            <a:pathLst>
              <a:path w="54272" h="74116">
                <a:moveTo>
                  <a:pt x="21849" y="0"/>
                </a:moveTo>
                <a:lnTo>
                  <a:pt x="0" y="18811"/>
                </a:lnTo>
                <a:lnTo>
                  <a:pt x="54272" y="7411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0D658B40-B243-4D35-B8DB-607D78BC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680" y="3291474"/>
            <a:ext cx="20630" cy="20330"/>
          </a:xfrm>
          <a:custGeom xmlns:a="http://schemas.openxmlformats.org/drawingml/2006/main">
            <a:pathLst>
              <a:path w="20630" h="20330">
                <a:moveTo>
                  <a:pt x="0" y="20330"/>
                </a:moveTo>
                <a:lnTo>
                  <a:pt x="14923" y="5205"/>
                </a:lnTo>
                <a:lnTo>
                  <a:pt x="206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1B3728D2-AFDD-4D57-B770-DFA3248F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1144" y="3232491"/>
            <a:ext cx="95443" cy="77145"/>
          </a:xfrm>
          <a:custGeom xmlns:a="http://schemas.openxmlformats.org/drawingml/2006/main">
            <a:pathLst>
              <a:path w="95443" h="77145">
                <a:moveTo>
                  <a:pt x="77770" y="77145"/>
                </a:moveTo>
                <a:lnTo>
                  <a:pt x="55502" y="55738"/>
                </a:lnTo>
                <a:lnTo>
                  <a:pt x="54682" y="54742"/>
                </a:lnTo>
                <a:lnTo>
                  <a:pt x="0" y="1863"/>
                </a:lnTo>
                <a:lnTo>
                  <a:pt x="1830" y="0"/>
                </a:lnTo>
                <a:lnTo>
                  <a:pt x="45260" y="42531"/>
                </a:lnTo>
                <a:lnTo>
                  <a:pt x="55067" y="52053"/>
                </a:lnTo>
                <a:lnTo>
                  <a:pt x="65977" y="41436"/>
                </a:lnTo>
                <a:lnTo>
                  <a:pt x="95443" y="12333"/>
                </a:lnTo>
                <a:lnTo>
                  <a:pt x="94924" y="14484"/>
                </a:lnTo>
                <a:lnTo>
                  <a:pt x="90668" y="18421"/>
                </a:lnTo>
                <a:lnTo>
                  <a:pt x="62434" y="47372"/>
                </a:lnTo>
                <a:lnTo>
                  <a:pt x="56918" y="53903"/>
                </a:lnTo>
                <a:lnTo>
                  <a:pt x="78933" y="75987"/>
                </a:lnTo>
                <a:lnTo>
                  <a:pt x="77770" y="7714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87948E4C-DF0D-486E-BE04-847C3818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099" y="4362588"/>
            <a:ext cx="39567" cy="28737"/>
          </a:xfrm>
          <a:custGeom xmlns:a="http://schemas.openxmlformats.org/drawingml/2006/main">
            <a:pathLst>
              <a:path w="39567" h="28737">
                <a:moveTo>
                  <a:pt x="2961" y="28737"/>
                </a:moveTo>
                <a:lnTo>
                  <a:pt x="0" y="23636"/>
                </a:lnTo>
                <a:lnTo>
                  <a:pt x="15708" y="14392"/>
                </a:lnTo>
                <a:lnTo>
                  <a:pt x="14178" y="11932"/>
                </a:lnTo>
                <a:lnTo>
                  <a:pt x="34685" y="0"/>
                </a:lnTo>
                <a:lnTo>
                  <a:pt x="39567" y="8204"/>
                </a:lnTo>
                <a:lnTo>
                  <a:pt x="2961" y="2873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69131E47-B488-4E08-9B2A-A189A4C1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5980" y="4045685"/>
            <a:ext cx="13733" cy="23390"/>
          </a:xfrm>
          <a:custGeom xmlns:a="http://schemas.openxmlformats.org/drawingml/2006/main">
            <a:pathLst>
              <a:path w="13733" h="23390">
                <a:moveTo>
                  <a:pt x="5872" y="54"/>
                </a:moveTo>
                <a:lnTo>
                  <a:pt x="8828" y="96"/>
                </a:lnTo>
                <a:lnTo>
                  <a:pt x="9264" y="890"/>
                </a:lnTo>
                <a:lnTo>
                  <a:pt x="10424" y="2962"/>
                </a:lnTo>
                <a:lnTo>
                  <a:pt x="11554" y="5035"/>
                </a:lnTo>
                <a:lnTo>
                  <a:pt x="12479" y="7647"/>
                </a:lnTo>
                <a:lnTo>
                  <a:pt x="13295" y="10678"/>
                </a:lnTo>
                <a:lnTo>
                  <a:pt x="13654" y="12466"/>
                </a:lnTo>
                <a:lnTo>
                  <a:pt x="13733" y="14287"/>
                </a:lnTo>
                <a:lnTo>
                  <a:pt x="13461" y="16405"/>
                </a:lnTo>
                <a:lnTo>
                  <a:pt x="12813" y="18439"/>
                </a:lnTo>
                <a:lnTo>
                  <a:pt x="12114" y="19899"/>
                </a:lnTo>
                <a:lnTo>
                  <a:pt x="11438" y="22062"/>
                </a:lnTo>
                <a:lnTo>
                  <a:pt x="11224" y="23390"/>
                </a:lnTo>
                <a:lnTo>
                  <a:pt x="5101" y="23380"/>
                </a:lnTo>
                <a:lnTo>
                  <a:pt x="3993" y="22112"/>
                </a:lnTo>
                <a:lnTo>
                  <a:pt x="2897" y="20505"/>
                </a:lnTo>
                <a:lnTo>
                  <a:pt x="1850" y="18777"/>
                </a:lnTo>
                <a:lnTo>
                  <a:pt x="1231" y="17547"/>
                </a:lnTo>
                <a:lnTo>
                  <a:pt x="668" y="15705"/>
                </a:lnTo>
                <a:lnTo>
                  <a:pt x="150" y="13760"/>
                </a:lnTo>
                <a:lnTo>
                  <a:pt x="0" y="11789"/>
                </a:lnTo>
                <a:lnTo>
                  <a:pt x="58" y="10244"/>
                </a:lnTo>
                <a:lnTo>
                  <a:pt x="315" y="8729"/>
                </a:lnTo>
                <a:lnTo>
                  <a:pt x="794" y="7394"/>
                </a:lnTo>
                <a:lnTo>
                  <a:pt x="1491" y="6078"/>
                </a:lnTo>
                <a:lnTo>
                  <a:pt x="2496" y="4195"/>
                </a:lnTo>
                <a:lnTo>
                  <a:pt x="3258" y="1564"/>
                </a:lnTo>
                <a:lnTo>
                  <a:pt x="3384" y="611"/>
                </a:lnTo>
                <a:lnTo>
                  <a:pt x="3415" y="0"/>
                </a:lnTo>
                <a:lnTo>
                  <a:pt x="5872" y="5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D9B7A4EA-F2D2-44CE-B282-C8C10A08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688" y="2938912"/>
            <a:ext cx="11815" cy="6851"/>
          </a:xfrm>
          <a:custGeom xmlns:a="http://schemas.openxmlformats.org/drawingml/2006/main">
            <a:pathLst>
              <a:path w="11815" h="6851">
                <a:moveTo>
                  <a:pt x="5032" y="1661"/>
                </a:moveTo>
                <a:lnTo>
                  <a:pt x="11815" y="0"/>
                </a:lnTo>
                <a:lnTo>
                  <a:pt x="6197" y="6082"/>
                </a:lnTo>
                <a:lnTo>
                  <a:pt x="3715" y="6851"/>
                </a:lnTo>
                <a:lnTo>
                  <a:pt x="0" y="4150"/>
                </a:lnTo>
                <a:lnTo>
                  <a:pt x="5032" y="166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70BFB9F6-BB9F-433E-8E42-1DA73C51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648" y="4311623"/>
            <a:ext cx="13613" cy="26964"/>
          </a:xfrm>
          <a:custGeom xmlns:a="http://schemas.openxmlformats.org/drawingml/2006/main">
            <a:pathLst>
              <a:path w="13613" h="26964">
                <a:moveTo>
                  <a:pt x="13613" y="328"/>
                </a:moveTo>
                <a:lnTo>
                  <a:pt x="10994" y="5220"/>
                </a:lnTo>
                <a:lnTo>
                  <a:pt x="10030" y="10044"/>
                </a:lnTo>
                <a:lnTo>
                  <a:pt x="10891" y="20704"/>
                </a:lnTo>
                <a:lnTo>
                  <a:pt x="8995" y="20711"/>
                </a:lnTo>
                <a:lnTo>
                  <a:pt x="6230" y="26964"/>
                </a:lnTo>
                <a:lnTo>
                  <a:pt x="1016" y="26142"/>
                </a:lnTo>
                <a:lnTo>
                  <a:pt x="0" y="22659"/>
                </a:lnTo>
                <a:lnTo>
                  <a:pt x="1502" y="21509"/>
                </a:lnTo>
                <a:lnTo>
                  <a:pt x="3772" y="22314"/>
                </a:lnTo>
                <a:lnTo>
                  <a:pt x="4609" y="24141"/>
                </a:lnTo>
                <a:lnTo>
                  <a:pt x="6654" y="19348"/>
                </a:lnTo>
                <a:lnTo>
                  <a:pt x="7096" y="10638"/>
                </a:lnTo>
                <a:lnTo>
                  <a:pt x="7423" y="6085"/>
                </a:lnTo>
                <a:lnTo>
                  <a:pt x="7523" y="4718"/>
                </a:lnTo>
                <a:lnTo>
                  <a:pt x="6136" y="3347"/>
                </a:lnTo>
                <a:lnTo>
                  <a:pt x="6703" y="0"/>
                </a:lnTo>
                <a:lnTo>
                  <a:pt x="13613" y="32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6C38EF91-7C70-4C5C-B3E9-9389AA99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449" y="4312393"/>
            <a:ext cx="79477" cy="5500"/>
          </a:xfrm>
          <a:custGeom xmlns:a="http://schemas.openxmlformats.org/drawingml/2006/main">
            <a:pathLst>
              <a:path w="79477" h="5500">
                <a:moveTo>
                  <a:pt x="79477" y="3998"/>
                </a:moveTo>
                <a:lnTo>
                  <a:pt x="79402" y="5500"/>
                </a:lnTo>
                <a:lnTo>
                  <a:pt x="69616" y="5019"/>
                </a:lnTo>
                <a:lnTo>
                  <a:pt x="66626" y="4869"/>
                </a:lnTo>
                <a:lnTo>
                  <a:pt x="60599" y="4560"/>
                </a:lnTo>
                <a:lnTo>
                  <a:pt x="60199" y="4546"/>
                </a:lnTo>
                <a:lnTo>
                  <a:pt x="59024" y="4483"/>
                </a:lnTo>
                <a:lnTo>
                  <a:pt x="55556" y="4311"/>
                </a:lnTo>
                <a:lnTo>
                  <a:pt x="54396" y="4248"/>
                </a:lnTo>
                <a:lnTo>
                  <a:pt x="51281" y="4093"/>
                </a:lnTo>
                <a:lnTo>
                  <a:pt x="51146" y="4088"/>
                </a:lnTo>
                <a:lnTo>
                  <a:pt x="49071" y="3981"/>
                </a:lnTo>
                <a:lnTo>
                  <a:pt x="44147" y="3729"/>
                </a:lnTo>
                <a:lnTo>
                  <a:pt x="42992" y="3674"/>
                </a:lnTo>
                <a:lnTo>
                  <a:pt x="36555" y="3351"/>
                </a:lnTo>
                <a:lnTo>
                  <a:pt x="35395" y="3288"/>
                </a:lnTo>
                <a:lnTo>
                  <a:pt x="30445" y="3045"/>
                </a:lnTo>
                <a:lnTo>
                  <a:pt x="30357" y="3039"/>
                </a:lnTo>
                <a:lnTo>
                  <a:pt x="28256" y="2924"/>
                </a:lnTo>
                <a:lnTo>
                  <a:pt x="25053" y="2771"/>
                </a:lnTo>
                <a:lnTo>
                  <a:pt x="23883" y="2708"/>
                </a:lnTo>
                <a:lnTo>
                  <a:pt x="20425" y="2536"/>
                </a:lnTo>
                <a:lnTo>
                  <a:pt x="19270" y="2481"/>
                </a:lnTo>
                <a:lnTo>
                  <a:pt x="18813" y="2459"/>
                </a:lnTo>
                <a:lnTo>
                  <a:pt x="15906" y="2307"/>
                </a:lnTo>
                <a:lnTo>
                  <a:pt x="15714" y="2295"/>
                </a:lnTo>
                <a:lnTo>
                  <a:pt x="14892" y="2257"/>
                </a:lnTo>
                <a:lnTo>
                  <a:pt x="14726" y="2253"/>
                </a:lnTo>
                <a:lnTo>
                  <a:pt x="5933" y="1805"/>
                </a:lnTo>
                <a:lnTo>
                  <a:pt x="5719" y="1794"/>
                </a:lnTo>
                <a:lnTo>
                  <a:pt x="4924" y="1755"/>
                </a:lnTo>
                <a:lnTo>
                  <a:pt x="4794" y="1750"/>
                </a:lnTo>
                <a:lnTo>
                  <a:pt x="0" y="1528"/>
                </a:lnTo>
                <a:lnTo>
                  <a:pt x="79" y="0"/>
                </a:lnTo>
                <a:lnTo>
                  <a:pt x="79477" y="399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977BA103-C79E-42B1-91D9-E82C33E1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9705" y="4318663"/>
            <a:ext cx="88509" cy="82099"/>
          </a:xfrm>
          <a:custGeom xmlns:a="http://schemas.openxmlformats.org/drawingml/2006/main">
            <a:pathLst>
              <a:path w="88509" h="82099">
                <a:moveTo>
                  <a:pt x="6862" y="76823"/>
                </a:moveTo>
                <a:lnTo>
                  <a:pt x="6605" y="68606"/>
                </a:lnTo>
                <a:lnTo>
                  <a:pt x="6775" y="57089"/>
                </a:lnTo>
                <a:lnTo>
                  <a:pt x="7054" y="52257"/>
                </a:lnTo>
                <a:lnTo>
                  <a:pt x="4289" y="50219"/>
                </a:lnTo>
                <a:lnTo>
                  <a:pt x="0" y="49238"/>
                </a:lnTo>
                <a:lnTo>
                  <a:pt x="204" y="44748"/>
                </a:lnTo>
                <a:lnTo>
                  <a:pt x="273" y="43406"/>
                </a:lnTo>
                <a:lnTo>
                  <a:pt x="2500" y="0"/>
                </a:lnTo>
                <a:lnTo>
                  <a:pt x="88509" y="4212"/>
                </a:lnTo>
                <a:lnTo>
                  <a:pt x="59638" y="31803"/>
                </a:lnTo>
                <a:lnTo>
                  <a:pt x="49071" y="41770"/>
                </a:lnTo>
                <a:lnTo>
                  <a:pt x="49407" y="40498"/>
                </a:lnTo>
                <a:lnTo>
                  <a:pt x="50005" y="39135"/>
                </a:lnTo>
                <a:lnTo>
                  <a:pt x="50125" y="37792"/>
                </a:lnTo>
                <a:lnTo>
                  <a:pt x="50650" y="35040"/>
                </a:lnTo>
                <a:lnTo>
                  <a:pt x="50518" y="33356"/>
                </a:lnTo>
                <a:lnTo>
                  <a:pt x="49874" y="28608"/>
                </a:lnTo>
                <a:lnTo>
                  <a:pt x="49325" y="23909"/>
                </a:lnTo>
                <a:lnTo>
                  <a:pt x="47674" y="16212"/>
                </a:lnTo>
                <a:lnTo>
                  <a:pt x="45767" y="11625"/>
                </a:lnTo>
                <a:lnTo>
                  <a:pt x="43498" y="6487"/>
                </a:lnTo>
                <a:lnTo>
                  <a:pt x="42653" y="5365"/>
                </a:lnTo>
                <a:lnTo>
                  <a:pt x="40580" y="5334"/>
                </a:lnTo>
                <a:lnTo>
                  <a:pt x="27493" y="4694"/>
                </a:lnTo>
                <a:lnTo>
                  <a:pt x="21154" y="4369"/>
                </a:lnTo>
                <a:lnTo>
                  <a:pt x="20046" y="4313"/>
                </a:lnTo>
                <a:lnTo>
                  <a:pt x="14338" y="32203"/>
                </a:lnTo>
                <a:lnTo>
                  <a:pt x="12819" y="40415"/>
                </a:lnTo>
                <a:lnTo>
                  <a:pt x="11325" y="49390"/>
                </a:lnTo>
                <a:lnTo>
                  <a:pt x="11041" y="53628"/>
                </a:lnTo>
                <a:lnTo>
                  <a:pt x="11687" y="56265"/>
                </a:lnTo>
                <a:lnTo>
                  <a:pt x="12974" y="58605"/>
                </a:lnTo>
                <a:lnTo>
                  <a:pt x="13774" y="59618"/>
                </a:lnTo>
                <a:lnTo>
                  <a:pt x="14817" y="60744"/>
                </a:lnTo>
                <a:lnTo>
                  <a:pt x="15934" y="61579"/>
                </a:lnTo>
                <a:lnTo>
                  <a:pt x="16866" y="62055"/>
                </a:lnTo>
                <a:lnTo>
                  <a:pt x="17739" y="62481"/>
                </a:lnTo>
                <a:lnTo>
                  <a:pt x="20718" y="63395"/>
                </a:lnTo>
                <a:lnTo>
                  <a:pt x="22019" y="63497"/>
                </a:lnTo>
                <a:lnTo>
                  <a:pt x="24745" y="63273"/>
                </a:lnTo>
                <a:lnTo>
                  <a:pt x="25167" y="63143"/>
                </a:lnTo>
                <a:lnTo>
                  <a:pt x="26156" y="62846"/>
                </a:lnTo>
                <a:lnTo>
                  <a:pt x="28403" y="61786"/>
                </a:lnTo>
                <a:lnTo>
                  <a:pt x="6460" y="82099"/>
                </a:lnTo>
                <a:lnTo>
                  <a:pt x="6862" y="7682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D1F8D193-BF46-4896-8F8C-61491877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589" y="4280031"/>
            <a:ext cx="3284" cy="4570"/>
          </a:xfrm>
          <a:custGeom xmlns:a="http://schemas.openxmlformats.org/drawingml/2006/main">
            <a:pathLst>
              <a:path w="3284" h="4570">
                <a:moveTo>
                  <a:pt x="859" y="4507"/>
                </a:moveTo>
                <a:lnTo>
                  <a:pt x="715" y="4570"/>
                </a:lnTo>
                <a:lnTo>
                  <a:pt x="502" y="4542"/>
                </a:lnTo>
                <a:lnTo>
                  <a:pt x="289" y="4361"/>
                </a:lnTo>
                <a:lnTo>
                  <a:pt x="89" y="4035"/>
                </a:lnTo>
                <a:lnTo>
                  <a:pt x="0" y="3631"/>
                </a:lnTo>
                <a:lnTo>
                  <a:pt x="45" y="2985"/>
                </a:lnTo>
                <a:lnTo>
                  <a:pt x="164" y="2372"/>
                </a:lnTo>
                <a:lnTo>
                  <a:pt x="415" y="1848"/>
                </a:lnTo>
                <a:lnTo>
                  <a:pt x="756" y="1356"/>
                </a:lnTo>
                <a:lnTo>
                  <a:pt x="1099" y="974"/>
                </a:lnTo>
                <a:lnTo>
                  <a:pt x="1444" y="685"/>
                </a:lnTo>
                <a:lnTo>
                  <a:pt x="1816" y="395"/>
                </a:lnTo>
                <a:lnTo>
                  <a:pt x="2158" y="183"/>
                </a:lnTo>
                <a:lnTo>
                  <a:pt x="2466" y="31"/>
                </a:lnTo>
                <a:lnTo>
                  <a:pt x="2667" y="0"/>
                </a:lnTo>
                <a:lnTo>
                  <a:pt x="2803" y="39"/>
                </a:lnTo>
                <a:lnTo>
                  <a:pt x="3082" y="159"/>
                </a:lnTo>
                <a:lnTo>
                  <a:pt x="3231" y="485"/>
                </a:lnTo>
                <a:lnTo>
                  <a:pt x="3271" y="654"/>
                </a:lnTo>
                <a:lnTo>
                  <a:pt x="3284" y="721"/>
                </a:lnTo>
                <a:lnTo>
                  <a:pt x="3217" y="961"/>
                </a:lnTo>
                <a:lnTo>
                  <a:pt x="3072" y="1176"/>
                </a:lnTo>
                <a:lnTo>
                  <a:pt x="2798" y="1412"/>
                </a:lnTo>
                <a:lnTo>
                  <a:pt x="2379" y="1678"/>
                </a:lnTo>
                <a:lnTo>
                  <a:pt x="1967" y="1994"/>
                </a:lnTo>
                <a:lnTo>
                  <a:pt x="1538" y="2471"/>
                </a:lnTo>
                <a:lnTo>
                  <a:pt x="1230" y="3022"/>
                </a:lnTo>
                <a:lnTo>
                  <a:pt x="1087" y="3492"/>
                </a:lnTo>
                <a:lnTo>
                  <a:pt x="1005" y="3952"/>
                </a:lnTo>
                <a:lnTo>
                  <a:pt x="970" y="4394"/>
                </a:lnTo>
                <a:lnTo>
                  <a:pt x="859" y="450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1629C573-3A8F-41A6-B5F1-24D45DAD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03" y="4279558"/>
            <a:ext cx="2310" cy="1547"/>
          </a:xfrm>
          <a:custGeom xmlns:a="http://schemas.openxmlformats.org/drawingml/2006/main">
            <a:pathLst>
              <a:path w="2310" h="1547">
                <a:moveTo>
                  <a:pt x="380" y="48"/>
                </a:moveTo>
                <a:lnTo>
                  <a:pt x="909" y="0"/>
                </a:lnTo>
                <a:lnTo>
                  <a:pt x="1321" y="91"/>
                </a:lnTo>
                <a:lnTo>
                  <a:pt x="1685" y="285"/>
                </a:lnTo>
                <a:lnTo>
                  <a:pt x="1987" y="523"/>
                </a:lnTo>
                <a:lnTo>
                  <a:pt x="2200" y="746"/>
                </a:lnTo>
                <a:lnTo>
                  <a:pt x="2289" y="956"/>
                </a:lnTo>
                <a:lnTo>
                  <a:pt x="2310" y="1167"/>
                </a:lnTo>
                <a:lnTo>
                  <a:pt x="2186" y="1374"/>
                </a:lnTo>
                <a:lnTo>
                  <a:pt x="1976" y="1498"/>
                </a:lnTo>
                <a:lnTo>
                  <a:pt x="1733" y="1547"/>
                </a:lnTo>
                <a:lnTo>
                  <a:pt x="1456" y="1461"/>
                </a:lnTo>
                <a:lnTo>
                  <a:pt x="1092" y="1445"/>
                </a:lnTo>
                <a:lnTo>
                  <a:pt x="775" y="1436"/>
                </a:lnTo>
                <a:lnTo>
                  <a:pt x="552" y="1442"/>
                </a:lnTo>
                <a:lnTo>
                  <a:pt x="372" y="1311"/>
                </a:lnTo>
                <a:lnTo>
                  <a:pt x="204" y="1036"/>
                </a:lnTo>
                <a:lnTo>
                  <a:pt x="59" y="658"/>
                </a:lnTo>
                <a:lnTo>
                  <a:pt x="0" y="405"/>
                </a:lnTo>
                <a:lnTo>
                  <a:pt x="22" y="252"/>
                </a:lnTo>
                <a:lnTo>
                  <a:pt x="98" y="191"/>
                </a:lnTo>
                <a:lnTo>
                  <a:pt x="380" y="4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951D35EF-1448-4820-8D1D-E144E121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480" y="4285214"/>
            <a:ext cx="12087" cy="20876"/>
          </a:xfrm>
          <a:custGeom xmlns:a="http://schemas.openxmlformats.org/drawingml/2006/main">
            <a:pathLst>
              <a:path w="12087" h="20876">
                <a:moveTo>
                  <a:pt x="11302" y="18900"/>
                </a:moveTo>
                <a:lnTo>
                  <a:pt x="11890" y="19122"/>
                </a:lnTo>
                <a:lnTo>
                  <a:pt x="12087" y="19498"/>
                </a:lnTo>
                <a:lnTo>
                  <a:pt x="11909" y="19672"/>
                </a:lnTo>
                <a:lnTo>
                  <a:pt x="11997" y="19840"/>
                </a:lnTo>
                <a:lnTo>
                  <a:pt x="11775" y="20278"/>
                </a:lnTo>
                <a:lnTo>
                  <a:pt x="11592" y="20639"/>
                </a:lnTo>
                <a:lnTo>
                  <a:pt x="11287" y="20876"/>
                </a:lnTo>
                <a:lnTo>
                  <a:pt x="10813" y="20617"/>
                </a:lnTo>
                <a:lnTo>
                  <a:pt x="10569" y="20428"/>
                </a:lnTo>
                <a:lnTo>
                  <a:pt x="10400" y="20322"/>
                </a:lnTo>
                <a:lnTo>
                  <a:pt x="9977" y="20062"/>
                </a:lnTo>
                <a:lnTo>
                  <a:pt x="9671" y="19875"/>
                </a:lnTo>
                <a:lnTo>
                  <a:pt x="9465" y="19745"/>
                </a:lnTo>
                <a:lnTo>
                  <a:pt x="7991" y="18775"/>
                </a:lnTo>
                <a:lnTo>
                  <a:pt x="7267" y="18302"/>
                </a:lnTo>
                <a:lnTo>
                  <a:pt x="7095" y="18290"/>
                </a:lnTo>
                <a:lnTo>
                  <a:pt x="7014" y="18139"/>
                </a:lnTo>
                <a:lnTo>
                  <a:pt x="6819" y="18051"/>
                </a:lnTo>
                <a:lnTo>
                  <a:pt x="4278" y="17177"/>
                </a:lnTo>
                <a:lnTo>
                  <a:pt x="3715" y="16920"/>
                </a:lnTo>
                <a:lnTo>
                  <a:pt x="3233" y="16543"/>
                </a:lnTo>
                <a:lnTo>
                  <a:pt x="2786" y="15953"/>
                </a:lnTo>
                <a:lnTo>
                  <a:pt x="2535" y="15281"/>
                </a:lnTo>
                <a:lnTo>
                  <a:pt x="2450" y="14808"/>
                </a:lnTo>
                <a:lnTo>
                  <a:pt x="2348" y="12709"/>
                </a:lnTo>
                <a:lnTo>
                  <a:pt x="2181" y="10687"/>
                </a:lnTo>
                <a:lnTo>
                  <a:pt x="1992" y="8640"/>
                </a:lnTo>
                <a:lnTo>
                  <a:pt x="1849" y="6745"/>
                </a:lnTo>
                <a:lnTo>
                  <a:pt x="1296" y="4487"/>
                </a:lnTo>
                <a:lnTo>
                  <a:pt x="604" y="2276"/>
                </a:lnTo>
                <a:lnTo>
                  <a:pt x="0" y="223"/>
                </a:lnTo>
                <a:lnTo>
                  <a:pt x="366" y="323"/>
                </a:lnTo>
                <a:lnTo>
                  <a:pt x="553" y="302"/>
                </a:lnTo>
                <a:lnTo>
                  <a:pt x="708" y="281"/>
                </a:lnTo>
                <a:lnTo>
                  <a:pt x="1059" y="0"/>
                </a:lnTo>
                <a:lnTo>
                  <a:pt x="1408" y="1025"/>
                </a:lnTo>
                <a:lnTo>
                  <a:pt x="1745" y="2025"/>
                </a:lnTo>
                <a:lnTo>
                  <a:pt x="2442" y="4211"/>
                </a:lnTo>
                <a:lnTo>
                  <a:pt x="2800" y="5804"/>
                </a:lnTo>
                <a:lnTo>
                  <a:pt x="3103" y="7432"/>
                </a:lnTo>
                <a:lnTo>
                  <a:pt x="3087" y="8823"/>
                </a:lnTo>
                <a:lnTo>
                  <a:pt x="3138" y="10178"/>
                </a:lnTo>
                <a:lnTo>
                  <a:pt x="3111" y="11510"/>
                </a:lnTo>
                <a:lnTo>
                  <a:pt x="3227" y="12753"/>
                </a:lnTo>
                <a:lnTo>
                  <a:pt x="3370" y="13479"/>
                </a:lnTo>
                <a:lnTo>
                  <a:pt x="3546" y="14017"/>
                </a:lnTo>
                <a:lnTo>
                  <a:pt x="3847" y="14424"/>
                </a:lnTo>
                <a:lnTo>
                  <a:pt x="4407" y="14994"/>
                </a:lnTo>
                <a:lnTo>
                  <a:pt x="4886" y="15440"/>
                </a:lnTo>
                <a:lnTo>
                  <a:pt x="5342" y="15784"/>
                </a:lnTo>
                <a:lnTo>
                  <a:pt x="5773" y="15984"/>
                </a:lnTo>
                <a:lnTo>
                  <a:pt x="6353" y="16113"/>
                </a:lnTo>
                <a:lnTo>
                  <a:pt x="6886" y="16260"/>
                </a:lnTo>
                <a:lnTo>
                  <a:pt x="7212" y="16404"/>
                </a:lnTo>
                <a:lnTo>
                  <a:pt x="7336" y="16376"/>
                </a:lnTo>
                <a:lnTo>
                  <a:pt x="7467" y="16610"/>
                </a:lnTo>
                <a:lnTo>
                  <a:pt x="8170" y="16871"/>
                </a:lnTo>
                <a:lnTo>
                  <a:pt x="8870" y="17226"/>
                </a:lnTo>
                <a:lnTo>
                  <a:pt x="10544" y="18292"/>
                </a:lnTo>
                <a:lnTo>
                  <a:pt x="10444" y="18456"/>
                </a:lnTo>
                <a:lnTo>
                  <a:pt x="10523" y="18505"/>
                </a:lnTo>
                <a:lnTo>
                  <a:pt x="10866" y="18716"/>
                </a:lnTo>
                <a:lnTo>
                  <a:pt x="11252" y="18960"/>
                </a:lnTo>
                <a:lnTo>
                  <a:pt x="11302" y="1890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2D5AD038-583E-44B8-8912-63D35EE7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58" y="4406771"/>
            <a:ext cx="19773" cy="13321"/>
          </a:xfrm>
          <a:custGeom xmlns:a="http://schemas.openxmlformats.org/drawingml/2006/main">
            <a:pathLst>
              <a:path w="19773" h="13321">
                <a:moveTo>
                  <a:pt x="15168" y="12070"/>
                </a:moveTo>
                <a:lnTo>
                  <a:pt x="15093" y="12208"/>
                </a:lnTo>
                <a:lnTo>
                  <a:pt x="7024" y="8096"/>
                </a:lnTo>
                <a:lnTo>
                  <a:pt x="4702" y="6911"/>
                </a:lnTo>
                <a:lnTo>
                  <a:pt x="4796" y="6722"/>
                </a:lnTo>
                <a:lnTo>
                  <a:pt x="0" y="4245"/>
                </a:lnTo>
                <a:lnTo>
                  <a:pt x="1964" y="2524"/>
                </a:lnTo>
                <a:lnTo>
                  <a:pt x="2179" y="0"/>
                </a:lnTo>
                <a:lnTo>
                  <a:pt x="6949" y="2494"/>
                </a:lnTo>
                <a:lnTo>
                  <a:pt x="7069" y="2296"/>
                </a:lnTo>
                <a:lnTo>
                  <a:pt x="17377" y="7620"/>
                </a:lnTo>
                <a:lnTo>
                  <a:pt x="17304" y="7800"/>
                </a:lnTo>
                <a:lnTo>
                  <a:pt x="19773" y="9083"/>
                </a:lnTo>
                <a:lnTo>
                  <a:pt x="19202" y="11464"/>
                </a:lnTo>
                <a:lnTo>
                  <a:pt x="17579" y="13321"/>
                </a:lnTo>
                <a:lnTo>
                  <a:pt x="15168" y="1207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9B20DC15-86AB-484D-BDDF-5A2F3D63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237" y="4415166"/>
            <a:ext cx="157922" cy="71010"/>
          </a:xfrm>
          <a:custGeom xmlns:a="http://schemas.openxmlformats.org/drawingml/2006/main">
            <a:pathLst>
              <a:path w="157922" h="71010">
                <a:moveTo>
                  <a:pt x="6222" y="2778"/>
                </a:moveTo>
                <a:lnTo>
                  <a:pt x="7743" y="0"/>
                </a:lnTo>
                <a:lnTo>
                  <a:pt x="11381" y="1668"/>
                </a:lnTo>
                <a:lnTo>
                  <a:pt x="14297" y="2151"/>
                </a:lnTo>
                <a:lnTo>
                  <a:pt x="16841" y="2736"/>
                </a:lnTo>
                <a:lnTo>
                  <a:pt x="19903" y="2639"/>
                </a:lnTo>
                <a:lnTo>
                  <a:pt x="21834" y="2207"/>
                </a:lnTo>
                <a:lnTo>
                  <a:pt x="33397" y="1538"/>
                </a:lnTo>
                <a:lnTo>
                  <a:pt x="34750" y="2257"/>
                </a:lnTo>
                <a:lnTo>
                  <a:pt x="38859" y="4455"/>
                </a:lnTo>
                <a:lnTo>
                  <a:pt x="39375" y="4729"/>
                </a:lnTo>
                <a:lnTo>
                  <a:pt x="44831" y="7595"/>
                </a:lnTo>
                <a:lnTo>
                  <a:pt x="50452" y="10627"/>
                </a:lnTo>
                <a:lnTo>
                  <a:pt x="54991" y="13017"/>
                </a:lnTo>
                <a:lnTo>
                  <a:pt x="56067" y="13650"/>
                </a:lnTo>
                <a:lnTo>
                  <a:pt x="56530" y="13850"/>
                </a:lnTo>
                <a:lnTo>
                  <a:pt x="61879" y="16625"/>
                </a:lnTo>
                <a:lnTo>
                  <a:pt x="63717" y="17577"/>
                </a:lnTo>
                <a:lnTo>
                  <a:pt x="64995" y="18205"/>
                </a:lnTo>
                <a:lnTo>
                  <a:pt x="65369" y="18407"/>
                </a:lnTo>
                <a:lnTo>
                  <a:pt x="67745" y="19675"/>
                </a:lnTo>
                <a:lnTo>
                  <a:pt x="73081" y="22367"/>
                </a:lnTo>
                <a:lnTo>
                  <a:pt x="74287" y="22979"/>
                </a:lnTo>
                <a:lnTo>
                  <a:pt x="75260" y="23471"/>
                </a:lnTo>
                <a:lnTo>
                  <a:pt x="79642" y="25763"/>
                </a:lnTo>
                <a:lnTo>
                  <a:pt x="85401" y="28715"/>
                </a:lnTo>
                <a:lnTo>
                  <a:pt x="86422" y="29239"/>
                </a:lnTo>
                <a:lnTo>
                  <a:pt x="90155" y="31175"/>
                </a:lnTo>
                <a:lnTo>
                  <a:pt x="92261" y="32273"/>
                </a:lnTo>
                <a:lnTo>
                  <a:pt x="96438" y="34494"/>
                </a:lnTo>
                <a:lnTo>
                  <a:pt x="97665" y="35149"/>
                </a:lnTo>
                <a:lnTo>
                  <a:pt x="99566" y="36141"/>
                </a:lnTo>
                <a:lnTo>
                  <a:pt x="101435" y="37109"/>
                </a:lnTo>
                <a:lnTo>
                  <a:pt x="102857" y="37852"/>
                </a:lnTo>
                <a:lnTo>
                  <a:pt x="104095" y="38506"/>
                </a:lnTo>
                <a:lnTo>
                  <a:pt x="108061" y="40606"/>
                </a:lnTo>
                <a:lnTo>
                  <a:pt x="110657" y="41962"/>
                </a:lnTo>
                <a:lnTo>
                  <a:pt x="111752" y="42535"/>
                </a:lnTo>
                <a:lnTo>
                  <a:pt x="119224" y="46433"/>
                </a:lnTo>
                <a:lnTo>
                  <a:pt x="119357" y="46158"/>
                </a:lnTo>
                <a:lnTo>
                  <a:pt x="121271" y="47074"/>
                </a:lnTo>
                <a:lnTo>
                  <a:pt x="121629" y="47243"/>
                </a:lnTo>
                <a:lnTo>
                  <a:pt x="121753" y="47011"/>
                </a:lnTo>
                <a:lnTo>
                  <a:pt x="126008" y="49256"/>
                </a:lnTo>
                <a:lnTo>
                  <a:pt x="132270" y="52567"/>
                </a:lnTo>
                <a:lnTo>
                  <a:pt x="135267" y="54158"/>
                </a:lnTo>
                <a:lnTo>
                  <a:pt x="136557" y="54836"/>
                </a:lnTo>
                <a:lnTo>
                  <a:pt x="147865" y="61007"/>
                </a:lnTo>
                <a:lnTo>
                  <a:pt x="147627" y="62243"/>
                </a:lnTo>
                <a:lnTo>
                  <a:pt x="148042" y="63995"/>
                </a:lnTo>
                <a:lnTo>
                  <a:pt x="152473" y="65014"/>
                </a:lnTo>
                <a:lnTo>
                  <a:pt x="155876" y="65849"/>
                </a:lnTo>
                <a:lnTo>
                  <a:pt x="157922" y="66261"/>
                </a:lnTo>
                <a:lnTo>
                  <a:pt x="156910" y="71010"/>
                </a:lnTo>
                <a:lnTo>
                  <a:pt x="154722" y="70551"/>
                </a:lnTo>
                <a:lnTo>
                  <a:pt x="151294" y="69742"/>
                </a:lnTo>
                <a:lnTo>
                  <a:pt x="146932" y="68764"/>
                </a:lnTo>
                <a:lnTo>
                  <a:pt x="145817" y="70031"/>
                </a:lnTo>
                <a:lnTo>
                  <a:pt x="145620" y="70816"/>
                </a:lnTo>
                <a:lnTo>
                  <a:pt x="145416" y="70779"/>
                </a:lnTo>
                <a:lnTo>
                  <a:pt x="144727" y="70644"/>
                </a:lnTo>
                <a:lnTo>
                  <a:pt x="143448" y="70398"/>
                </a:lnTo>
                <a:lnTo>
                  <a:pt x="129610" y="67728"/>
                </a:lnTo>
                <a:lnTo>
                  <a:pt x="124100" y="66347"/>
                </a:lnTo>
                <a:lnTo>
                  <a:pt x="119246" y="64813"/>
                </a:lnTo>
                <a:lnTo>
                  <a:pt x="117369" y="64557"/>
                </a:lnTo>
                <a:lnTo>
                  <a:pt x="108900" y="63424"/>
                </a:lnTo>
                <a:lnTo>
                  <a:pt x="93834" y="57292"/>
                </a:lnTo>
                <a:lnTo>
                  <a:pt x="79176" y="49912"/>
                </a:lnTo>
                <a:lnTo>
                  <a:pt x="70197" y="45181"/>
                </a:lnTo>
                <a:lnTo>
                  <a:pt x="54236" y="36606"/>
                </a:lnTo>
                <a:lnTo>
                  <a:pt x="45223" y="31985"/>
                </a:lnTo>
                <a:lnTo>
                  <a:pt x="28587" y="23427"/>
                </a:lnTo>
                <a:lnTo>
                  <a:pt x="18616" y="18272"/>
                </a:lnTo>
                <a:lnTo>
                  <a:pt x="9892" y="13771"/>
                </a:lnTo>
                <a:lnTo>
                  <a:pt x="2516" y="9972"/>
                </a:lnTo>
                <a:lnTo>
                  <a:pt x="4044" y="7024"/>
                </a:lnTo>
                <a:lnTo>
                  <a:pt x="0" y="4926"/>
                </a:lnTo>
                <a:lnTo>
                  <a:pt x="1623" y="3069"/>
                </a:lnTo>
                <a:lnTo>
                  <a:pt x="2194" y="689"/>
                </a:lnTo>
                <a:lnTo>
                  <a:pt x="6222" y="277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1A71360C-A981-4144-ABC6-C1C72615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237" y="4415854"/>
            <a:ext cx="2194" cy="4237"/>
          </a:xfrm>
          <a:custGeom xmlns:a="http://schemas.openxmlformats.org/drawingml/2006/main">
            <a:pathLst>
              <a:path w="2194" h="4237">
                <a:moveTo>
                  <a:pt x="2194" y="0"/>
                </a:moveTo>
                <a:lnTo>
                  <a:pt x="1623" y="2380"/>
                </a:lnTo>
                <a:lnTo>
                  <a:pt x="0" y="423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1F9911A9-C6B6-4230-A5E9-73E678F8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58" y="4406771"/>
            <a:ext cx="2179" cy="4245"/>
          </a:xfrm>
          <a:custGeom xmlns:a="http://schemas.openxmlformats.org/drawingml/2006/main">
            <a:pathLst>
              <a:path w="2179" h="4245">
                <a:moveTo>
                  <a:pt x="2179" y="0"/>
                </a:moveTo>
                <a:lnTo>
                  <a:pt x="1964" y="2524"/>
                </a:lnTo>
                <a:lnTo>
                  <a:pt x="0" y="424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E7E011E9-F312-47C9-9683-5A7337CA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314" y="4399164"/>
            <a:ext cx="181491" cy="110789"/>
          </a:xfrm>
          <a:custGeom xmlns:a="http://schemas.openxmlformats.org/drawingml/2006/main">
            <a:pathLst>
              <a:path w="181491" h="110789">
                <a:moveTo>
                  <a:pt x="0" y="0"/>
                </a:moveTo>
                <a:lnTo>
                  <a:pt x="521" y="9541"/>
                </a:lnTo>
                <a:lnTo>
                  <a:pt x="2900" y="13506"/>
                </a:lnTo>
                <a:lnTo>
                  <a:pt x="5718" y="17179"/>
                </a:lnTo>
                <a:lnTo>
                  <a:pt x="8984" y="20543"/>
                </a:lnTo>
                <a:lnTo>
                  <a:pt x="12625" y="23508"/>
                </a:lnTo>
                <a:lnTo>
                  <a:pt x="16586" y="26024"/>
                </a:lnTo>
                <a:lnTo>
                  <a:pt x="20810" y="28066"/>
                </a:lnTo>
                <a:lnTo>
                  <a:pt x="25244" y="29611"/>
                </a:lnTo>
                <a:lnTo>
                  <a:pt x="181491" y="11078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4A9427AB-446D-47B6-8462-BB0AC279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348" y="4300712"/>
            <a:ext cx="9077" cy="8217"/>
          </a:xfrm>
          <a:custGeom xmlns:a="http://schemas.openxmlformats.org/drawingml/2006/main">
            <a:pathLst>
              <a:path w="9077" h="8217">
                <a:moveTo>
                  <a:pt x="6364" y="240"/>
                </a:moveTo>
                <a:lnTo>
                  <a:pt x="6695" y="19"/>
                </a:lnTo>
                <a:lnTo>
                  <a:pt x="7090" y="0"/>
                </a:lnTo>
                <a:lnTo>
                  <a:pt x="7555" y="335"/>
                </a:lnTo>
                <a:lnTo>
                  <a:pt x="8044" y="1518"/>
                </a:lnTo>
                <a:lnTo>
                  <a:pt x="8903" y="3581"/>
                </a:lnTo>
                <a:lnTo>
                  <a:pt x="9072" y="3907"/>
                </a:lnTo>
                <a:lnTo>
                  <a:pt x="9077" y="4271"/>
                </a:lnTo>
                <a:lnTo>
                  <a:pt x="8818" y="4694"/>
                </a:lnTo>
                <a:lnTo>
                  <a:pt x="7845" y="5211"/>
                </a:lnTo>
                <a:lnTo>
                  <a:pt x="5699" y="6353"/>
                </a:lnTo>
                <a:lnTo>
                  <a:pt x="2457" y="8074"/>
                </a:lnTo>
                <a:lnTo>
                  <a:pt x="1884" y="8217"/>
                </a:lnTo>
                <a:lnTo>
                  <a:pt x="1589" y="8038"/>
                </a:lnTo>
                <a:lnTo>
                  <a:pt x="1430" y="7737"/>
                </a:lnTo>
                <a:lnTo>
                  <a:pt x="0" y="4298"/>
                </a:lnTo>
                <a:lnTo>
                  <a:pt x="6" y="3934"/>
                </a:lnTo>
                <a:lnTo>
                  <a:pt x="205" y="3615"/>
                </a:lnTo>
                <a:lnTo>
                  <a:pt x="6364" y="24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C7AD79CA-D944-4FF4-BE34-CF2B79F5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216" y="4301160"/>
            <a:ext cx="15652" cy="9171"/>
          </a:xfrm>
          <a:custGeom xmlns:a="http://schemas.openxmlformats.org/drawingml/2006/main">
            <a:pathLst>
              <a:path w="15652" h="9171">
                <a:moveTo>
                  <a:pt x="0" y="604"/>
                </a:moveTo>
                <a:lnTo>
                  <a:pt x="182" y="200"/>
                </a:lnTo>
                <a:lnTo>
                  <a:pt x="706" y="0"/>
                </a:lnTo>
                <a:lnTo>
                  <a:pt x="1191" y="284"/>
                </a:lnTo>
                <a:lnTo>
                  <a:pt x="2930" y="1832"/>
                </a:lnTo>
                <a:lnTo>
                  <a:pt x="4228" y="3205"/>
                </a:lnTo>
                <a:lnTo>
                  <a:pt x="6786" y="6851"/>
                </a:lnTo>
                <a:lnTo>
                  <a:pt x="7323" y="7159"/>
                </a:lnTo>
                <a:lnTo>
                  <a:pt x="7811" y="7130"/>
                </a:lnTo>
                <a:lnTo>
                  <a:pt x="10814" y="5821"/>
                </a:lnTo>
                <a:lnTo>
                  <a:pt x="14709" y="4057"/>
                </a:lnTo>
                <a:lnTo>
                  <a:pt x="15235" y="4094"/>
                </a:lnTo>
                <a:lnTo>
                  <a:pt x="15603" y="4474"/>
                </a:lnTo>
                <a:lnTo>
                  <a:pt x="15652" y="4948"/>
                </a:lnTo>
                <a:lnTo>
                  <a:pt x="15398" y="5361"/>
                </a:lnTo>
                <a:lnTo>
                  <a:pt x="12318" y="6731"/>
                </a:lnTo>
                <a:lnTo>
                  <a:pt x="7817" y="8732"/>
                </a:lnTo>
                <a:lnTo>
                  <a:pt x="7420" y="9056"/>
                </a:lnTo>
                <a:lnTo>
                  <a:pt x="6919" y="9171"/>
                </a:lnTo>
                <a:lnTo>
                  <a:pt x="6206" y="8893"/>
                </a:lnTo>
                <a:lnTo>
                  <a:pt x="5555" y="8427"/>
                </a:lnTo>
                <a:lnTo>
                  <a:pt x="5545" y="7664"/>
                </a:lnTo>
                <a:lnTo>
                  <a:pt x="5361" y="7186"/>
                </a:lnTo>
                <a:lnTo>
                  <a:pt x="2897" y="3740"/>
                </a:lnTo>
                <a:lnTo>
                  <a:pt x="120" y="1033"/>
                </a:lnTo>
                <a:lnTo>
                  <a:pt x="0" y="60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BC517352-37BF-4A46-B0DA-603009C5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541" y="4172917"/>
            <a:ext cx="43106" cy="128448"/>
          </a:xfrm>
          <a:custGeom xmlns:a="http://schemas.openxmlformats.org/drawingml/2006/main">
            <a:pathLst>
              <a:path w="43106" h="128448">
                <a:moveTo>
                  <a:pt x="31419" y="127782"/>
                </a:moveTo>
                <a:lnTo>
                  <a:pt x="31559" y="127973"/>
                </a:lnTo>
                <a:lnTo>
                  <a:pt x="31581" y="128236"/>
                </a:lnTo>
                <a:lnTo>
                  <a:pt x="31413" y="128350"/>
                </a:lnTo>
                <a:lnTo>
                  <a:pt x="31197" y="128432"/>
                </a:lnTo>
                <a:lnTo>
                  <a:pt x="30912" y="128448"/>
                </a:lnTo>
                <a:lnTo>
                  <a:pt x="30641" y="128396"/>
                </a:lnTo>
                <a:lnTo>
                  <a:pt x="12086" y="119941"/>
                </a:lnTo>
                <a:lnTo>
                  <a:pt x="3600" y="115764"/>
                </a:lnTo>
                <a:lnTo>
                  <a:pt x="3012" y="115339"/>
                </a:lnTo>
                <a:lnTo>
                  <a:pt x="2175" y="114691"/>
                </a:lnTo>
                <a:lnTo>
                  <a:pt x="1393" y="113796"/>
                </a:lnTo>
                <a:lnTo>
                  <a:pt x="724" y="112669"/>
                </a:lnTo>
                <a:lnTo>
                  <a:pt x="269" y="111545"/>
                </a:lnTo>
                <a:lnTo>
                  <a:pt x="63" y="110643"/>
                </a:lnTo>
                <a:lnTo>
                  <a:pt x="0" y="109814"/>
                </a:lnTo>
                <a:lnTo>
                  <a:pt x="160" y="108810"/>
                </a:lnTo>
                <a:lnTo>
                  <a:pt x="543" y="107172"/>
                </a:lnTo>
                <a:lnTo>
                  <a:pt x="1260" y="104007"/>
                </a:lnTo>
                <a:lnTo>
                  <a:pt x="2743" y="101366"/>
                </a:lnTo>
                <a:lnTo>
                  <a:pt x="4322" y="98026"/>
                </a:lnTo>
                <a:lnTo>
                  <a:pt x="6469" y="93205"/>
                </a:lnTo>
                <a:lnTo>
                  <a:pt x="8488" y="89811"/>
                </a:lnTo>
                <a:lnTo>
                  <a:pt x="10971" y="84507"/>
                </a:lnTo>
                <a:lnTo>
                  <a:pt x="13161" y="79311"/>
                </a:lnTo>
                <a:lnTo>
                  <a:pt x="13451" y="78693"/>
                </a:lnTo>
                <a:lnTo>
                  <a:pt x="13771" y="77464"/>
                </a:lnTo>
                <a:lnTo>
                  <a:pt x="14458" y="75157"/>
                </a:lnTo>
                <a:lnTo>
                  <a:pt x="15356" y="72946"/>
                </a:lnTo>
                <a:lnTo>
                  <a:pt x="16143" y="71679"/>
                </a:lnTo>
                <a:lnTo>
                  <a:pt x="17011" y="69757"/>
                </a:lnTo>
                <a:lnTo>
                  <a:pt x="19531" y="63705"/>
                </a:lnTo>
                <a:lnTo>
                  <a:pt x="22180" y="57412"/>
                </a:lnTo>
                <a:lnTo>
                  <a:pt x="25142" y="50382"/>
                </a:lnTo>
                <a:lnTo>
                  <a:pt x="26402" y="47560"/>
                </a:lnTo>
                <a:lnTo>
                  <a:pt x="27449" y="44514"/>
                </a:lnTo>
                <a:lnTo>
                  <a:pt x="28708" y="40072"/>
                </a:lnTo>
                <a:lnTo>
                  <a:pt x="30646" y="33408"/>
                </a:lnTo>
                <a:lnTo>
                  <a:pt x="32994" y="26140"/>
                </a:lnTo>
                <a:lnTo>
                  <a:pt x="35350" y="18592"/>
                </a:lnTo>
                <a:lnTo>
                  <a:pt x="36697" y="14326"/>
                </a:lnTo>
                <a:lnTo>
                  <a:pt x="38087" y="8965"/>
                </a:lnTo>
                <a:lnTo>
                  <a:pt x="39768" y="2206"/>
                </a:lnTo>
                <a:lnTo>
                  <a:pt x="39879" y="1686"/>
                </a:lnTo>
                <a:lnTo>
                  <a:pt x="39972" y="1073"/>
                </a:lnTo>
                <a:lnTo>
                  <a:pt x="40167" y="585"/>
                </a:lnTo>
                <a:lnTo>
                  <a:pt x="40538" y="270"/>
                </a:lnTo>
                <a:lnTo>
                  <a:pt x="41062" y="70"/>
                </a:lnTo>
                <a:lnTo>
                  <a:pt x="41450" y="0"/>
                </a:lnTo>
                <a:lnTo>
                  <a:pt x="41891" y="14"/>
                </a:lnTo>
                <a:lnTo>
                  <a:pt x="42349" y="231"/>
                </a:lnTo>
                <a:lnTo>
                  <a:pt x="42774" y="609"/>
                </a:lnTo>
                <a:lnTo>
                  <a:pt x="43010" y="1061"/>
                </a:lnTo>
                <a:lnTo>
                  <a:pt x="43106" y="1389"/>
                </a:lnTo>
                <a:lnTo>
                  <a:pt x="42130" y="4331"/>
                </a:lnTo>
                <a:lnTo>
                  <a:pt x="39868" y="11495"/>
                </a:lnTo>
                <a:lnTo>
                  <a:pt x="39071" y="14162"/>
                </a:lnTo>
                <a:lnTo>
                  <a:pt x="36985" y="21152"/>
                </a:lnTo>
                <a:lnTo>
                  <a:pt x="33849" y="31196"/>
                </a:lnTo>
                <a:lnTo>
                  <a:pt x="31998" y="37417"/>
                </a:lnTo>
                <a:lnTo>
                  <a:pt x="30204" y="43458"/>
                </a:lnTo>
                <a:lnTo>
                  <a:pt x="29314" y="46118"/>
                </a:lnTo>
                <a:lnTo>
                  <a:pt x="29257" y="46340"/>
                </a:lnTo>
                <a:lnTo>
                  <a:pt x="29248" y="46561"/>
                </a:lnTo>
                <a:lnTo>
                  <a:pt x="28641" y="48357"/>
                </a:lnTo>
                <a:lnTo>
                  <a:pt x="27389" y="50136"/>
                </a:lnTo>
                <a:lnTo>
                  <a:pt x="23076" y="60856"/>
                </a:lnTo>
                <a:lnTo>
                  <a:pt x="20060" y="68201"/>
                </a:lnTo>
                <a:lnTo>
                  <a:pt x="17381" y="74715"/>
                </a:lnTo>
                <a:lnTo>
                  <a:pt x="15635" y="79017"/>
                </a:lnTo>
                <a:lnTo>
                  <a:pt x="15542" y="79240"/>
                </a:lnTo>
                <a:lnTo>
                  <a:pt x="14104" y="81813"/>
                </a:lnTo>
                <a:lnTo>
                  <a:pt x="12810" y="84136"/>
                </a:lnTo>
                <a:lnTo>
                  <a:pt x="8918" y="91530"/>
                </a:lnTo>
                <a:lnTo>
                  <a:pt x="7631" y="94149"/>
                </a:lnTo>
                <a:lnTo>
                  <a:pt x="6288" y="96965"/>
                </a:lnTo>
                <a:lnTo>
                  <a:pt x="4830" y="100166"/>
                </a:lnTo>
                <a:lnTo>
                  <a:pt x="3363" y="103443"/>
                </a:lnTo>
                <a:lnTo>
                  <a:pt x="1801" y="106825"/>
                </a:lnTo>
                <a:lnTo>
                  <a:pt x="1595" y="107288"/>
                </a:lnTo>
                <a:lnTo>
                  <a:pt x="1264" y="107729"/>
                </a:lnTo>
                <a:lnTo>
                  <a:pt x="938" y="108348"/>
                </a:lnTo>
                <a:lnTo>
                  <a:pt x="699" y="109126"/>
                </a:lnTo>
                <a:lnTo>
                  <a:pt x="599" y="109900"/>
                </a:lnTo>
                <a:lnTo>
                  <a:pt x="622" y="110747"/>
                </a:lnTo>
                <a:lnTo>
                  <a:pt x="831" y="111581"/>
                </a:lnTo>
                <a:lnTo>
                  <a:pt x="1168" y="112369"/>
                </a:lnTo>
                <a:lnTo>
                  <a:pt x="1566" y="112867"/>
                </a:lnTo>
                <a:lnTo>
                  <a:pt x="2147" y="113462"/>
                </a:lnTo>
                <a:lnTo>
                  <a:pt x="2960" y="113958"/>
                </a:lnTo>
                <a:lnTo>
                  <a:pt x="7533" y="116635"/>
                </a:lnTo>
                <a:lnTo>
                  <a:pt x="17356" y="121074"/>
                </a:lnTo>
                <a:lnTo>
                  <a:pt x="20694" y="122605"/>
                </a:lnTo>
                <a:lnTo>
                  <a:pt x="31419" y="12778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4BD53A15-EDA1-4079-8E16-7DE7D955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930" y="4219478"/>
            <a:ext cx="70436" cy="23504"/>
          </a:xfrm>
          <a:custGeom xmlns:a="http://schemas.openxmlformats.org/drawingml/2006/main">
            <a:pathLst>
              <a:path w="70436" h="23504">
                <a:moveTo>
                  <a:pt x="56460" y="22545"/>
                </a:moveTo>
                <a:lnTo>
                  <a:pt x="55684" y="22269"/>
                </a:lnTo>
                <a:lnTo>
                  <a:pt x="55766" y="22029"/>
                </a:lnTo>
                <a:lnTo>
                  <a:pt x="55221" y="21840"/>
                </a:lnTo>
                <a:lnTo>
                  <a:pt x="55047" y="22328"/>
                </a:lnTo>
                <a:lnTo>
                  <a:pt x="54339" y="22067"/>
                </a:lnTo>
                <a:lnTo>
                  <a:pt x="53673" y="21822"/>
                </a:lnTo>
                <a:lnTo>
                  <a:pt x="53863" y="21367"/>
                </a:lnTo>
                <a:lnTo>
                  <a:pt x="53794" y="21106"/>
                </a:lnTo>
                <a:lnTo>
                  <a:pt x="2304" y="2727"/>
                </a:lnTo>
                <a:lnTo>
                  <a:pt x="0" y="3576"/>
                </a:lnTo>
                <a:lnTo>
                  <a:pt x="1251" y="1796"/>
                </a:lnTo>
                <a:lnTo>
                  <a:pt x="1858" y="0"/>
                </a:lnTo>
                <a:lnTo>
                  <a:pt x="1963" y="430"/>
                </a:lnTo>
                <a:lnTo>
                  <a:pt x="2236" y="914"/>
                </a:lnTo>
                <a:lnTo>
                  <a:pt x="2534" y="1195"/>
                </a:lnTo>
                <a:lnTo>
                  <a:pt x="2933" y="1354"/>
                </a:lnTo>
                <a:lnTo>
                  <a:pt x="3288" y="1446"/>
                </a:lnTo>
                <a:lnTo>
                  <a:pt x="3584" y="1447"/>
                </a:lnTo>
                <a:lnTo>
                  <a:pt x="59000" y="20791"/>
                </a:lnTo>
                <a:lnTo>
                  <a:pt x="59396" y="20874"/>
                </a:lnTo>
                <a:lnTo>
                  <a:pt x="59985" y="20943"/>
                </a:lnTo>
                <a:lnTo>
                  <a:pt x="60681" y="20950"/>
                </a:lnTo>
                <a:lnTo>
                  <a:pt x="61171" y="20810"/>
                </a:lnTo>
                <a:lnTo>
                  <a:pt x="67633" y="16943"/>
                </a:lnTo>
                <a:lnTo>
                  <a:pt x="68219" y="16529"/>
                </a:lnTo>
                <a:lnTo>
                  <a:pt x="68445" y="16244"/>
                </a:lnTo>
                <a:lnTo>
                  <a:pt x="68835" y="16259"/>
                </a:lnTo>
                <a:lnTo>
                  <a:pt x="69762" y="16565"/>
                </a:lnTo>
                <a:lnTo>
                  <a:pt x="70436" y="17497"/>
                </a:lnTo>
                <a:lnTo>
                  <a:pt x="63019" y="22762"/>
                </a:lnTo>
                <a:lnTo>
                  <a:pt x="62575" y="23045"/>
                </a:lnTo>
                <a:lnTo>
                  <a:pt x="62246" y="23181"/>
                </a:lnTo>
                <a:lnTo>
                  <a:pt x="61410" y="23398"/>
                </a:lnTo>
                <a:lnTo>
                  <a:pt x="60593" y="23504"/>
                </a:lnTo>
                <a:lnTo>
                  <a:pt x="59746" y="23493"/>
                </a:lnTo>
                <a:lnTo>
                  <a:pt x="58897" y="23397"/>
                </a:lnTo>
                <a:lnTo>
                  <a:pt x="58085" y="23113"/>
                </a:lnTo>
                <a:lnTo>
                  <a:pt x="56460" y="2254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193638ED-6953-460E-84A6-2A08E91E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828" y="4241545"/>
            <a:ext cx="9262" cy="21217"/>
          </a:xfrm>
          <a:custGeom xmlns:a="http://schemas.openxmlformats.org/drawingml/2006/main">
            <a:pathLst>
              <a:path w="9262" h="21217">
                <a:moveTo>
                  <a:pt x="441" y="0"/>
                </a:moveTo>
                <a:lnTo>
                  <a:pt x="0" y="1215"/>
                </a:lnTo>
                <a:lnTo>
                  <a:pt x="651" y="2673"/>
                </a:lnTo>
                <a:lnTo>
                  <a:pt x="845" y="2940"/>
                </a:lnTo>
                <a:lnTo>
                  <a:pt x="2548" y="5294"/>
                </a:lnTo>
                <a:lnTo>
                  <a:pt x="9262" y="2121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27119DA1-7894-49C6-B9DF-59761FEB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216" y="4212762"/>
            <a:ext cx="600846" cy="550573"/>
          </a:xfrm>
          <a:custGeom xmlns:a="http://schemas.openxmlformats.org/drawingml/2006/main">
            <a:pathLst>
              <a:path w="600846" h="550573">
                <a:moveTo>
                  <a:pt x="585347" y="53496"/>
                </a:moveTo>
                <a:lnTo>
                  <a:pt x="576483" y="60173"/>
                </a:lnTo>
                <a:lnTo>
                  <a:pt x="576294" y="60492"/>
                </a:lnTo>
                <a:lnTo>
                  <a:pt x="576158" y="60851"/>
                </a:lnTo>
                <a:lnTo>
                  <a:pt x="576062" y="61176"/>
                </a:lnTo>
                <a:lnTo>
                  <a:pt x="576041" y="61541"/>
                </a:lnTo>
                <a:lnTo>
                  <a:pt x="576066" y="61888"/>
                </a:lnTo>
                <a:lnTo>
                  <a:pt x="576108" y="62107"/>
                </a:lnTo>
                <a:lnTo>
                  <a:pt x="576340" y="62228"/>
                </a:lnTo>
                <a:lnTo>
                  <a:pt x="576649" y="62356"/>
                </a:lnTo>
                <a:lnTo>
                  <a:pt x="577031" y="62456"/>
                </a:lnTo>
                <a:lnTo>
                  <a:pt x="577509" y="62469"/>
                </a:lnTo>
                <a:lnTo>
                  <a:pt x="577985" y="62414"/>
                </a:lnTo>
                <a:lnTo>
                  <a:pt x="578336" y="62303"/>
                </a:lnTo>
                <a:lnTo>
                  <a:pt x="587142" y="55949"/>
                </a:lnTo>
                <a:lnTo>
                  <a:pt x="600846" y="74638"/>
                </a:lnTo>
                <a:lnTo>
                  <a:pt x="592159" y="80988"/>
                </a:lnTo>
                <a:lnTo>
                  <a:pt x="592063" y="81084"/>
                </a:lnTo>
                <a:lnTo>
                  <a:pt x="591964" y="81265"/>
                </a:lnTo>
                <a:lnTo>
                  <a:pt x="591922" y="81435"/>
                </a:lnTo>
                <a:lnTo>
                  <a:pt x="591910" y="81563"/>
                </a:lnTo>
                <a:lnTo>
                  <a:pt x="591915" y="81766"/>
                </a:lnTo>
                <a:lnTo>
                  <a:pt x="583839" y="87643"/>
                </a:lnTo>
                <a:lnTo>
                  <a:pt x="577935" y="91987"/>
                </a:lnTo>
                <a:lnTo>
                  <a:pt x="561600" y="104872"/>
                </a:lnTo>
                <a:lnTo>
                  <a:pt x="555626" y="108938"/>
                </a:lnTo>
                <a:lnTo>
                  <a:pt x="535750" y="122459"/>
                </a:lnTo>
                <a:lnTo>
                  <a:pt x="528390" y="127901"/>
                </a:lnTo>
                <a:lnTo>
                  <a:pt x="526330" y="130541"/>
                </a:lnTo>
                <a:lnTo>
                  <a:pt x="525914" y="131315"/>
                </a:lnTo>
                <a:lnTo>
                  <a:pt x="517937" y="146464"/>
                </a:lnTo>
                <a:lnTo>
                  <a:pt x="517507" y="149248"/>
                </a:lnTo>
                <a:lnTo>
                  <a:pt x="515020" y="152009"/>
                </a:lnTo>
                <a:lnTo>
                  <a:pt x="507251" y="166771"/>
                </a:lnTo>
                <a:lnTo>
                  <a:pt x="498993" y="183309"/>
                </a:lnTo>
                <a:lnTo>
                  <a:pt x="497311" y="187652"/>
                </a:lnTo>
                <a:lnTo>
                  <a:pt x="497369" y="189481"/>
                </a:lnTo>
                <a:lnTo>
                  <a:pt x="498333" y="190982"/>
                </a:lnTo>
                <a:lnTo>
                  <a:pt x="499872" y="191238"/>
                </a:lnTo>
                <a:lnTo>
                  <a:pt x="502260" y="189632"/>
                </a:lnTo>
                <a:lnTo>
                  <a:pt x="505226" y="187087"/>
                </a:lnTo>
                <a:lnTo>
                  <a:pt x="513821" y="169963"/>
                </a:lnTo>
                <a:lnTo>
                  <a:pt x="515270" y="167009"/>
                </a:lnTo>
                <a:lnTo>
                  <a:pt x="527634" y="173651"/>
                </a:lnTo>
                <a:lnTo>
                  <a:pt x="527631" y="174126"/>
                </a:lnTo>
                <a:lnTo>
                  <a:pt x="520874" y="186725"/>
                </a:lnTo>
                <a:lnTo>
                  <a:pt x="530500" y="192329"/>
                </a:lnTo>
                <a:lnTo>
                  <a:pt x="518992" y="213404"/>
                </a:lnTo>
                <a:lnTo>
                  <a:pt x="513503" y="222095"/>
                </a:lnTo>
                <a:lnTo>
                  <a:pt x="495941" y="212910"/>
                </a:lnTo>
                <a:lnTo>
                  <a:pt x="493453" y="217223"/>
                </a:lnTo>
                <a:lnTo>
                  <a:pt x="511248" y="226792"/>
                </a:lnTo>
                <a:lnTo>
                  <a:pt x="508734" y="232063"/>
                </a:lnTo>
                <a:lnTo>
                  <a:pt x="491482" y="223031"/>
                </a:lnTo>
                <a:lnTo>
                  <a:pt x="490179" y="225211"/>
                </a:lnTo>
                <a:lnTo>
                  <a:pt x="506879" y="234011"/>
                </a:lnTo>
                <a:lnTo>
                  <a:pt x="506499" y="234776"/>
                </a:lnTo>
                <a:lnTo>
                  <a:pt x="495358" y="229788"/>
                </a:lnTo>
                <a:lnTo>
                  <a:pt x="494217" y="231030"/>
                </a:lnTo>
                <a:lnTo>
                  <a:pt x="489687" y="256592"/>
                </a:lnTo>
                <a:lnTo>
                  <a:pt x="489489" y="257751"/>
                </a:lnTo>
                <a:lnTo>
                  <a:pt x="484198" y="288521"/>
                </a:lnTo>
                <a:lnTo>
                  <a:pt x="485315" y="290866"/>
                </a:lnTo>
                <a:lnTo>
                  <a:pt x="486273" y="292341"/>
                </a:lnTo>
                <a:lnTo>
                  <a:pt x="487981" y="291728"/>
                </a:lnTo>
                <a:lnTo>
                  <a:pt x="496070" y="274525"/>
                </a:lnTo>
                <a:lnTo>
                  <a:pt x="506795" y="279481"/>
                </a:lnTo>
                <a:lnTo>
                  <a:pt x="499480" y="294349"/>
                </a:lnTo>
                <a:lnTo>
                  <a:pt x="503126" y="296517"/>
                </a:lnTo>
                <a:lnTo>
                  <a:pt x="512507" y="279254"/>
                </a:lnTo>
                <a:lnTo>
                  <a:pt x="530449" y="288853"/>
                </a:lnTo>
                <a:lnTo>
                  <a:pt x="521369" y="306489"/>
                </a:lnTo>
                <a:lnTo>
                  <a:pt x="519383" y="310340"/>
                </a:lnTo>
                <a:lnTo>
                  <a:pt x="526999" y="313784"/>
                </a:lnTo>
                <a:lnTo>
                  <a:pt x="521561" y="326577"/>
                </a:lnTo>
                <a:lnTo>
                  <a:pt x="520755" y="328311"/>
                </a:lnTo>
                <a:lnTo>
                  <a:pt x="487656" y="322935"/>
                </a:lnTo>
                <a:lnTo>
                  <a:pt x="480786" y="324159"/>
                </a:lnTo>
                <a:lnTo>
                  <a:pt x="478717" y="325655"/>
                </a:lnTo>
                <a:lnTo>
                  <a:pt x="476618" y="328373"/>
                </a:lnTo>
                <a:lnTo>
                  <a:pt x="473416" y="333383"/>
                </a:lnTo>
                <a:lnTo>
                  <a:pt x="470847" y="337401"/>
                </a:lnTo>
                <a:lnTo>
                  <a:pt x="465261" y="344009"/>
                </a:lnTo>
                <a:lnTo>
                  <a:pt x="462299" y="349046"/>
                </a:lnTo>
                <a:lnTo>
                  <a:pt x="461165" y="350763"/>
                </a:lnTo>
                <a:lnTo>
                  <a:pt x="460771" y="351749"/>
                </a:lnTo>
                <a:lnTo>
                  <a:pt x="458084" y="359772"/>
                </a:lnTo>
                <a:lnTo>
                  <a:pt x="455359" y="370263"/>
                </a:lnTo>
                <a:lnTo>
                  <a:pt x="454328" y="377861"/>
                </a:lnTo>
                <a:lnTo>
                  <a:pt x="452790" y="390034"/>
                </a:lnTo>
                <a:lnTo>
                  <a:pt x="448996" y="399214"/>
                </a:lnTo>
                <a:lnTo>
                  <a:pt x="447814" y="404400"/>
                </a:lnTo>
                <a:lnTo>
                  <a:pt x="445704" y="411068"/>
                </a:lnTo>
                <a:lnTo>
                  <a:pt x="429372" y="432990"/>
                </a:lnTo>
                <a:lnTo>
                  <a:pt x="412651" y="454380"/>
                </a:lnTo>
                <a:lnTo>
                  <a:pt x="409004" y="458859"/>
                </a:lnTo>
                <a:lnTo>
                  <a:pt x="405075" y="462320"/>
                </a:lnTo>
                <a:lnTo>
                  <a:pt x="380012" y="481488"/>
                </a:lnTo>
                <a:lnTo>
                  <a:pt x="352282" y="508483"/>
                </a:lnTo>
                <a:lnTo>
                  <a:pt x="341047" y="515323"/>
                </a:lnTo>
                <a:lnTo>
                  <a:pt x="336940" y="518127"/>
                </a:lnTo>
                <a:lnTo>
                  <a:pt x="330653" y="520624"/>
                </a:lnTo>
                <a:lnTo>
                  <a:pt x="324979" y="522885"/>
                </a:lnTo>
                <a:lnTo>
                  <a:pt x="319093" y="524600"/>
                </a:lnTo>
                <a:lnTo>
                  <a:pt x="317773" y="524982"/>
                </a:lnTo>
                <a:lnTo>
                  <a:pt x="302145" y="530472"/>
                </a:lnTo>
                <a:lnTo>
                  <a:pt x="273572" y="537107"/>
                </a:lnTo>
                <a:lnTo>
                  <a:pt x="268747" y="537904"/>
                </a:lnTo>
                <a:lnTo>
                  <a:pt x="246990" y="539841"/>
                </a:lnTo>
                <a:lnTo>
                  <a:pt x="226601" y="540682"/>
                </a:lnTo>
                <a:lnTo>
                  <a:pt x="225672" y="542106"/>
                </a:lnTo>
                <a:lnTo>
                  <a:pt x="215708" y="541020"/>
                </a:lnTo>
                <a:lnTo>
                  <a:pt x="207307" y="539536"/>
                </a:lnTo>
                <a:lnTo>
                  <a:pt x="192118" y="536850"/>
                </a:lnTo>
                <a:lnTo>
                  <a:pt x="187058" y="536194"/>
                </a:lnTo>
                <a:lnTo>
                  <a:pt x="173555" y="535430"/>
                </a:lnTo>
                <a:lnTo>
                  <a:pt x="169480" y="534511"/>
                </a:lnTo>
                <a:lnTo>
                  <a:pt x="162517" y="533787"/>
                </a:lnTo>
                <a:lnTo>
                  <a:pt x="154651" y="533502"/>
                </a:lnTo>
                <a:lnTo>
                  <a:pt x="144292" y="533774"/>
                </a:lnTo>
                <a:lnTo>
                  <a:pt x="133492" y="535482"/>
                </a:lnTo>
                <a:lnTo>
                  <a:pt x="126834" y="537658"/>
                </a:lnTo>
                <a:lnTo>
                  <a:pt x="119744" y="540421"/>
                </a:lnTo>
                <a:lnTo>
                  <a:pt x="109432" y="544855"/>
                </a:lnTo>
                <a:lnTo>
                  <a:pt x="100385" y="549442"/>
                </a:lnTo>
                <a:lnTo>
                  <a:pt x="97243" y="550573"/>
                </a:lnTo>
                <a:lnTo>
                  <a:pt x="0" y="550573"/>
                </a:lnTo>
                <a:lnTo>
                  <a:pt x="1295" y="548643"/>
                </a:lnTo>
                <a:lnTo>
                  <a:pt x="8296" y="539532"/>
                </a:lnTo>
                <a:lnTo>
                  <a:pt x="13561" y="532170"/>
                </a:lnTo>
                <a:lnTo>
                  <a:pt x="23317" y="519994"/>
                </a:lnTo>
                <a:lnTo>
                  <a:pt x="23955" y="519164"/>
                </a:lnTo>
                <a:lnTo>
                  <a:pt x="34213" y="505720"/>
                </a:lnTo>
                <a:lnTo>
                  <a:pt x="42532" y="494412"/>
                </a:lnTo>
                <a:lnTo>
                  <a:pt x="48914" y="488437"/>
                </a:lnTo>
                <a:lnTo>
                  <a:pt x="58677" y="481272"/>
                </a:lnTo>
                <a:lnTo>
                  <a:pt x="66119" y="477872"/>
                </a:lnTo>
                <a:lnTo>
                  <a:pt x="76161" y="473827"/>
                </a:lnTo>
                <a:lnTo>
                  <a:pt x="77037" y="473566"/>
                </a:lnTo>
                <a:lnTo>
                  <a:pt x="86354" y="470812"/>
                </a:lnTo>
                <a:lnTo>
                  <a:pt x="97501" y="468281"/>
                </a:lnTo>
                <a:lnTo>
                  <a:pt x="109298" y="466191"/>
                </a:lnTo>
                <a:lnTo>
                  <a:pt x="124219" y="465384"/>
                </a:lnTo>
                <a:lnTo>
                  <a:pt x="149321" y="466030"/>
                </a:lnTo>
                <a:lnTo>
                  <a:pt x="161348" y="466384"/>
                </a:lnTo>
                <a:lnTo>
                  <a:pt x="193704" y="468967"/>
                </a:lnTo>
                <a:lnTo>
                  <a:pt x="211275" y="470370"/>
                </a:lnTo>
                <a:lnTo>
                  <a:pt x="219411" y="470496"/>
                </a:lnTo>
                <a:lnTo>
                  <a:pt x="227519" y="470138"/>
                </a:lnTo>
                <a:lnTo>
                  <a:pt x="252753" y="467296"/>
                </a:lnTo>
                <a:lnTo>
                  <a:pt x="267647" y="465090"/>
                </a:lnTo>
                <a:lnTo>
                  <a:pt x="274559" y="463450"/>
                </a:lnTo>
                <a:lnTo>
                  <a:pt x="282967" y="460872"/>
                </a:lnTo>
                <a:lnTo>
                  <a:pt x="290197" y="460520"/>
                </a:lnTo>
                <a:lnTo>
                  <a:pt x="295319" y="457783"/>
                </a:lnTo>
                <a:lnTo>
                  <a:pt x="300459" y="454188"/>
                </a:lnTo>
                <a:lnTo>
                  <a:pt x="305819" y="451021"/>
                </a:lnTo>
                <a:lnTo>
                  <a:pt x="309217" y="447718"/>
                </a:lnTo>
                <a:lnTo>
                  <a:pt x="314956" y="442413"/>
                </a:lnTo>
                <a:lnTo>
                  <a:pt x="319486" y="436342"/>
                </a:lnTo>
                <a:lnTo>
                  <a:pt x="329455" y="422421"/>
                </a:lnTo>
                <a:lnTo>
                  <a:pt x="333436" y="417789"/>
                </a:lnTo>
                <a:lnTo>
                  <a:pt x="344761" y="401536"/>
                </a:lnTo>
                <a:lnTo>
                  <a:pt x="352148" y="388200"/>
                </a:lnTo>
                <a:lnTo>
                  <a:pt x="363394" y="370499"/>
                </a:lnTo>
                <a:lnTo>
                  <a:pt x="374108" y="352947"/>
                </a:lnTo>
                <a:lnTo>
                  <a:pt x="375906" y="350432"/>
                </a:lnTo>
                <a:lnTo>
                  <a:pt x="378882" y="346285"/>
                </a:lnTo>
                <a:lnTo>
                  <a:pt x="378341" y="344298"/>
                </a:lnTo>
                <a:lnTo>
                  <a:pt x="384807" y="329122"/>
                </a:lnTo>
                <a:lnTo>
                  <a:pt x="389001" y="321746"/>
                </a:lnTo>
                <a:lnTo>
                  <a:pt x="392401" y="315543"/>
                </a:lnTo>
                <a:lnTo>
                  <a:pt x="393900" y="312511"/>
                </a:lnTo>
                <a:lnTo>
                  <a:pt x="394447" y="311412"/>
                </a:lnTo>
                <a:lnTo>
                  <a:pt x="395276" y="309737"/>
                </a:lnTo>
                <a:lnTo>
                  <a:pt x="396862" y="306270"/>
                </a:lnTo>
                <a:lnTo>
                  <a:pt x="407357" y="282594"/>
                </a:lnTo>
                <a:lnTo>
                  <a:pt x="408402" y="278285"/>
                </a:lnTo>
                <a:lnTo>
                  <a:pt x="408413" y="278132"/>
                </a:lnTo>
                <a:lnTo>
                  <a:pt x="408357" y="277981"/>
                </a:lnTo>
                <a:lnTo>
                  <a:pt x="408218" y="277815"/>
                </a:lnTo>
                <a:lnTo>
                  <a:pt x="408064" y="277709"/>
                </a:lnTo>
                <a:lnTo>
                  <a:pt x="408059" y="277514"/>
                </a:lnTo>
                <a:lnTo>
                  <a:pt x="408020" y="277388"/>
                </a:lnTo>
                <a:lnTo>
                  <a:pt x="407751" y="277259"/>
                </a:lnTo>
                <a:lnTo>
                  <a:pt x="408352" y="275014"/>
                </a:lnTo>
                <a:lnTo>
                  <a:pt x="407930" y="273414"/>
                </a:lnTo>
                <a:lnTo>
                  <a:pt x="408943" y="268665"/>
                </a:lnTo>
                <a:lnTo>
                  <a:pt x="410064" y="267279"/>
                </a:lnTo>
                <a:lnTo>
                  <a:pt x="410550" y="265003"/>
                </a:lnTo>
                <a:lnTo>
                  <a:pt x="410702" y="265083"/>
                </a:lnTo>
                <a:lnTo>
                  <a:pt x="410968" y="265102"/>
                </a:lnTo>
                <a:lnTo>
                  <a:pt x="411220" y="265010"/>
                </a:lnTo>
                <a:lnTo>
                  <a:pt x="411439" y="264869"/>
                </a:lnTo>
                <a:lnTo>
                  <a:pt x="411598" y="264577"/>
                </a:lnTo>
                <a:lnTo>
                  <a:pt x="411811" y="263418"/>
                </a:lnTo>
                <a:lnTo>
                  <a:pt x="412427" y="260163"/>
                </a:lnTo>
                <a:lnTo>
                  <a:pt x="412889" y="256209"/>
                </a:lnTo>
                <a:lnTo>
                  <a:pt x="413687" y="248863"/>
                </a:lnTo>
                <a:lnTo>
                  <a:pt x="413495" y="246689"/>
                </a:lnTo>
                <a:lnTo>
                  <a:pt x="413859" y="243754"/>
                </a:lnTo>
                <a:lnTo>
                  <a:pt x="415552" y="226813"/>
                </a:lnTo>
                <a:lnTo>
                  <a:pt x="416110" y="220982"/>
                </a:lnTo>
                <a:lnTo>
                  <a:pt x="416672" y="215313"/>
                </a:lnTo>
                <a:lnTo>
                  <a:pt x="417757" y="204051"/>
                </a:lnTo>
                <a:lnTo>
                  <a:pt x="417871" y="202674"/>
                </a:lnTo>
                <a:lnTo>
                  <a:pt x="417788" y="202660"/>
                </a:lnTo>
                <a:lnTo>
                  <a:pt x="417987" y="200976"/>
                </a:lnTo>
                <a:lnTo>
                  <a:pt x="418707" y="194963"/>
                </a:lnTo>
                <a:lnTo>
                  <a:pt x="419481" y="188482"/>
                </a:lnTo>
                <a:lnTo>
                  <a:pt x="420502" y="179935"/>
                </a:lnTo>
                <a:lnTo>
                  <a:pt x="421554" y="171361"/>
                </a:lnTo>
                <a:lnTo>
                  <a:pt x="422822" y="161561"/>
                </a:lnTo>
                <a:lnTo>
                  <a:pt x="423758" y="154313"/>
                </a:lnTo>
                <a:lnTo>
                  <a:pt x="424143" y="150395"/>
                </a:lnTo>
                <a:lnTo>
                  <a:pt x="424249" y="149290"/>
                </a:lnTo>
                <a:lnTo>
                  <a:pt x="424428" y="147818"/>
                </a:lnTo>
                <a:lnTo>
                  <a:pt x="425523" y="138905"/>
                </a:lnTo>
                <a:lnTo>
                  <a:pt x="426305" y="133322"/>
                </a:lnTo>
                <a:lnTo>
                  <a:pt x="427415" y="127164"/>
                </a:lnTo>
                <a:lnTo>
                  <a:pt x="428193" y="123158"/>
                </a:lnTo>
                <a:lnTo>
                  <a:pt x="428569" y="121673"/>
                </a:lnTo>
                <a:lnTo>
                  <a:pt x="429943" y="116271"/>
                </a:lnTo>
                <a:lnTo>
                  <a:pt x="433457" y="105555"/>
                </a:lnTo>
                <a:lnTo>
                  <a:pt x="434932" y="101421"/>
                </a:lnTo>
                <a:lnTo>
                  <a:pt x="435545" y="100049"/>
                </a:lnTo>
                <a:lnTo>
                  <a:pt x="438040" y="94811"/>
                </a:lnTo>
                <a:lnTo>
                  <a:pt x="441898" y="87927"/>
                </a:lnTo>
                <a:lnTo>
                  <a:pt x="442680" y="86440"/>
                </a:lnTo>
                <a:lnTo>
                  <a:pt x="446151" y="81397"/>
                </a:lnTo>
                <a:lnTo>
                  <a:pt x="447565" y="79503"/>
                </a:lnTo>
                <a:lnTo>
                  <a:pt x="447928" y="79061"/>
                </a:lnTo>
                <a:lnTo>
                  <a:pt x="449296" y="77372"/>
                </a:lnTo>
                <a:lnTo>
                  <a:pt x="453004" y="73061"/>
                </a:lnTo>
                <a:lnTo>
                  <a:pt x="457265" y="68031"/>
                </a:lnTo>
                <a:lnTo>
                  <a:pt x="459311" y="65671"/>
                </a:lnTo>
                <a:lnTo>
                  <a:pt x="463070" y="61884"/>
                </a:lnTo>
                <a:lnTo>
                  <a:pt x="465731" y="59237"/>
                </a:lnTo>
                <a:lnTo>
                  <a:pt x="468209" y="56874"/>
                </a:lnTo>
                <a:lnTo>
                  <a:pt x="470350" y="54791"/>
                </a:lnTo>
                <a:lnTo>
                  <a:pt x="471671" y="53680"/>
                </a:lnTo>
                <a:lnTo>
                  <a:pt x="473948" y="51788"/>
                </a:lnTo>
                <a:lnTo>
                  <a:pt x="475874" y="50000"/>
                </a:lnTo>
                <a:lnTo>
                  <a:pt x="485443" y="42465"/>
                </a:lnTo>
                <a:lnTo>
                  <a:pt x="495416" y="35250"/>
                </a:lnTo>
                <a:lnTo>
                  <a:pt x="510480" y="24594"/>
                </a:lnTo>
                <a:lnTo>
                  <a:pt x="518689" y="18629"/>
                </a:lnTo>
                <a:lnTo>
                  <a:pt x="526874" y="12962"/>
                </a:lnTo>
                <a:lnTo>
                  <a:pt x="536466" y="6266"/>
                </a:lnTo>
                <a:lnTo>
                  <a:pt x="536612" y="6321"/>
                </a:lnTo>
                <a:lnTo>
                  <a:pt x="536911" y="6407"/>
                </a:lnTo>
                <a:lnTo>
                  <a:pt x="537212" y="6407"/>
                </a:lnTo>
                <a:lnTo>
                  <a:pt x="537500" y="6315"/>
                </a:lnTo>
                <a:lnTo>
                  <a:pt x="546125" y="0"/>
                </a:lnTo>
                <a:lnTo>
                  <a:pt x="559873" y="18747"/>
                </a:lnTo>
                <a:lnTo>
                  <a:pt x="550987" y="25441"/>
                </a:lnTo>
                <a:lnTo>
                  <a:pt x="550798" y="25760"/>
                </a:lnTo>
                <a:lnTo>
                  <a:pt x="550663" y="26120"/>
                </a:lnTo>
                <a:lnTo>
                  <a:pt x="550567" y="26453"/>
                </a:lnTo>
                <a:lnTo>
                  <a:pt x="550546" y="26810"/>
                </a:lnTo>
                <a:lnTo>
                  <a:pt x="550570" y="27157"/>
                </a:lnTo>
                <a:lnTo>
                  <a:pt x="550618" y="27384"/>
                </a:lnTo>
                <a:lnTo>
                  <a:pt x="550844" y="27497"/>
                </a:lnTo>
                <a:lnTo>
                  <a:pt x="551154" y="27624"/>
                </a:lnTo>
                <a:lnTo>
                  <a:pt x="551536" y="27725"/>
                </a:lnTo>
                <a:lnTo>
                  <a:pt x="552014" y="27746"/>
                </a:lnTo>
                <a:lnTo>
                  <a:pt x="552490" y="27682"/>
                </a:lnTo>
                <a:lnTo>
                  <a:pt x="552846" y="27571"/>
                </a:lnTo>
                <a:lnTo>
                  <a:pt x="561672" y="21200"/>
                </a:lnTo>
                <a:lnTo>
                  <a:pt x="585347" y="5349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8A9B337B-880B-4B70-8FE5-77D4B899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330" y="4149551"/>
            <a:ext cx="11553" cy="14019"/>
          </a:xfrm>
          <a:custGeom xmlns:a="http://schemas.openxmlformats.org/drawingml/2006/main">
            <a:pathLst>
              <a:path w="11553" h="14019">
                <a:moveTo>
                  <a:pt x="3316" y="581"/>
                </a:moveTo>
                <a:lnTo>
                  <a:pt x="5087" y="0"/>
                </a:lnTo>
                <a:lnTo>
                  <a:pt x="6947" y="35"/>
                </a:lnTo>
                <a:lnTo>
                  <a:pt x="8446" y="538"/>
                </a:lnTo>
                <a:lnTo>
                  <a:pt x="9747" y="1436"/>
                </a:lnTo>
                <a:lnTo>
                  <a:pt x="10746" y="2655"/>
                </a:lnTo>
                <a:lnTo>
                  <a:pt x="11366" y="4105"/>
                </a:lnTo>
                <a:lnTo>
                  <a:pt x="11553" y="5677"/>
                </a:lnTo>
                <a:lnTo>
                  <a:pt x="11358" y="8099"/>
                </a:lnTo>
                <a:lnTo>
                  <a:pt x="10594" y="10417"/>
                </a:lnTo>
                <a:lnTo>
                  <a:pt x="10063" y="11516"/>
                </a:lnTo>
                <a:lnTo>
                  <a:pt x="9294" y="12478"/>
                </a:lnTo>
                <a:lnTo>
                  <a:pt x="7723" y="13554"/>
                </a:lnTo>
                <a:lnTo>
                  <a:pt x="5871" y="14019"/>
                </a:lnTo>
                <a:lnTo>
                  <a:pt x="3975" y="13798"/>
                </a:lnTo>
                <a:lnTo>
                  <a:pt x="2275" y="12936"/>
                </a:lnTo>
                <a:lnTo>
                  <a:pt x="1128" y="11805"/>
                </a:lnTo>
                <a:lnTo>
                  <a:pt x="353" y="10402"/>
                </a:lnTo>
                <a:lnTo>
                  <a:pt x="0" y="8834"/>
                </a:lnTo>
                <a:lnTo>
                  <a:pt x="103" y="7229"/>
                </a:lnTo>
                <a:lnTo>
                  <a:pt x="707" y="4381"/>
                </a:lnTo>
                <a:lnTo>
                  <a:pt x="1835" y="1698"/>
                </a:lnTo>
                <a:lnTo>
                  <a:pt x="3316" y="58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45E5488B-C2AD-4505-9A7B-6BC6E74A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6442" y="4023906"/>
            <a:ext cx="36372" cy="40900"/>
          </a:xfrm>
          <a:custGeom xmlns:a="http://schemas.openxmlformats.org/drawingml/2006/main">
            <a:pathLst>
              <a:path w="36372" h="40900">
                <a:moveTo>
                  <a:pt x="36372" y="0"/>
                </a:moveTo>
                <a:lnTo>
                  <a:pt x="35500" y="990"/>
                </a:lnTo>
                <a:lnTo>
                  <a:pt x="32471" y="4419"/>
                </a:lnTo>
                <a:lnTo>
                  <a:pt x="2054" y="38845"/>
                </a:lnTo>
                <a:lnTo>
                  <a:pt x="0" y="40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9A7B0DF0-8AA7-44A5-BD6E-922F81C1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9421" y="3825041"/>
            <a:ext cx="45406" cy="32970"/>
          </a:xfrm>
          <a:custGeom xmlns:a="http://schemas.openxmlformats.org/drawingml/2006/main">
            <a:pathLst>
              <a:path w="45406" h="32970">
                <a:moveTo>
                  <a:pt x="0" y="0"/>
                </a:moveTo>
                <a:lnTo>
                  <a:pt x="13835" y="11053"/>
                </a:lnTo>
                <a:lnTo>
                  <a:pt x="18247" y="14479"/>
                </a:lnTo>
                <a:lnTo>
                  <a:pt x="21468" y="17870"/>
                </a:lnTo>
                <a:lnTo>
                  <a:pt x="23912" y="20348"/>
                </a:lnTo>
                <a:lnTo>
                  <a:pt x="27300" y="23794"/>
                </a:lnTo>
                <a:lnTo>
                  <a:pt x="30121" y="26356"/>
                </a:lnTo>
                <a:lnTo>
                  <a:pt x="33407" y="28286"/>
                </a:lnTo>
                <a:lnTo>
                  <a:pt x="45406" y="3297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378CB881-CC54-4F60-BF33-6855AF3E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9013" y="3940280"/>
            <a:ext cx="19109" cy="19704"/>
          </a:xfrm>
          <a:custGeom xmlns:a="http://schemas.openxmlformats.org/drawingml/2006/main">
            <a:pathLst>
              <a:path w="19109" h="19704">
                <a:moveTo>
                  <a:pt x="7573" y="16143"/>
                </a:moveTo>
                <a:lnTo>
                  <a:pt x="260" y="9072"/>
                </a:lnTo>
                <a:lnTo>
                  <a:pt x="68" y="8882"/>
                </a:lnTo>
                <a:lnTo>
                  <a:pt x="0" y="8655"/>
                </a:lnTo>
                <a:lnTo>
                  <a:pt x="11" y="8468"/>
                </a:lnTo>
                <a:lnTo>
                  <a:pt x="94" y="8296"/>
                </a:lnTo>
                <a:lnTo>
                  <a:pt x="2018" y="6422"/>
                </a:lnTo>
                <a:lnTo>
                  <a:pt x="5521" y="2853"/>
                </a:lnTo>
                <a:lnTo>
                  <a:pt x="8113" y="156"/>
                </a:lnTo>
                <a:lnTo>
                  <a:pt x="8307" y="32"/>
                </a:lnTo>
                <a:lnTo>
                  <a:pt x="8545" y="0"/>
                </a:lnTo>
                <a:lnTo>
                  <a:pt x="8817" y="52"/>
                </a:lnTo>
                <a:lnTo>
                  <a:pt x="14960" y="3398"/>
                </a:lnTo>
                <a:lnTo>
                  <a:pt x="19109" y="5526"/>
                </a:lnTo>
                <a:lnTo>
                  <a:pt x="16273" y="7458"/>
                </a:lnTo>
                <a:lnTo>
                  <a:pt x="14925" y="5960"/>
                </a:lnTo>
                <a:lnTo>
                  <a:pt x="12917" y="4657"/>
                </a:lnTo>
                <a:lnTo>
                  <a:pt x="10159" y="3484"/>
                </a:lnTo>
                <a:lnTo>
                  <a:pt x="7580" y="3146"/>
                </a:lnTo>
                <a:lnTo>
                  <a:pt x="7284" y="3154"/>
                </a:lnTo>
                <a:lnTo>
                  <a:pt x="5928" y="3520"/>
                </a:lnTo>
                <a:lnTo>
                  <a:pt x="4505" y="5237"/>
                </a:lnTo>
                <a:lnTo>
                  <a:pt x="4387" y="5503"/>
                </a:lnTo>
                <a:lnTo>
                  <a:pt x="4106" y="6663"/>
                </a:lnTo>
                <a:lnTo>
                  <a:pt x="4127" y="6866"/>
                </a:lnTo>
                <a:lnTo>
                  <a:pt x="4249" y="7151"/>
                </a:lnTo>
                <a:lnTo>
                  <a:pt x="4447" y="7375"/>
                </a:lnTo>
                <a:lnTo>
                  <a:pt x="6306" y="9114"/>
                </a:lnTo>
                <a:lnTo>
                  <a:pt x="9290" y="11400"/>
                </a:lnTo>
                <a:lnTo>
                  <a:pt x="11637" y="13135"/>
                </a:lnTo>
                <a:lnTo>
                  <a:pt x="11360" y="19704"/>
                </a:lnTo>
                <a:lnTo>
                  <a:pt x="7573" y="1614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344CDDE3-12A5-4830-9D2C-71F4C37B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1303" y="4046010"/>
            <a:ext cx="25785" cy="25860"/>
          </a:xfrm>
          <a:custGeom xmlns:a="http://schemas.openxmlformats.org/drawingml/2006/main">
            <a:pathLst>
              <a:path w="25785" h="25860">
                <a:moveTo>
                  <a:pt x="25483" y="25790"/>
                </a:moveTo>
                <a:lnTo>
                  <a:pt x="23189" y="25860"/>
                </a:lnTo>
                <a:lnTo>
                  <a:pt x="14414" y="18489"/>
                </a:lnTo>
                <a:lnTo>
                  <a:pt x="8582" y="13396"/>
                </a:lnTo>
                <a:lnTo>
                  <a:pt x="5819" y="10833"/>
                </a:lnTo>
                <a:lnTo>
                  <a:pt x="3905" y="9358"/>
                </a:lnTo>
                <a:lnTo>
                  <a:pt x="2851" y="8394"/>
                </a:lnTo>
                <a:lnTo>
                  <a:pt x="2369" y="7847"/>
                </a:lnTo>
                <a:lnTo>
                  <a:pt x="1260" y="6181"/>
                </a:lnTo>
                <a:lnTo>
                  <a:pt x="695" y="5221"/>
                </a:lnTo>
                <a:lnTo>
                  <a:pt x="400" y="4313"/>
                </a:lnTo>
                <a:lnTo>
                  <a:pt x="228" y="3690"/>
                </a:lnTo>
                <a:lnTo>
                  <a:pt x="129" y="2311"/>
                </a:lnTo>
                <a:lnTo>
                  <a:pt x="28" y="474"/>
                </a:lnTo>
                <a:lnTo>
                  <a:pt x="0" y="0"/>
                </a:lnTo>
                <a:lnTo>
                  <a:pt x="7041" y="6425"/>
                </a:lnTo>
                <a:lnTo>
                  <a:pt x="18321" y="16596"/>
                </a:lnTo>
                <a:lnTo>
                  <a:pt x="25653" y="23225"/>
                </a:lnTo>
                <a:lnTo>
                  <a:pt x="25734" y="24520"/>
                </a:lnTo>
                <a:lnTo>
                  <a:pt x="25785" y="25451"/>
                </a:lnTo>
                <a:lnTo>
                  <a:pt x="25483" y="2579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52A4696F-82AA-4F14-83FC-01551CF6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0943" y="4026016"/>
            <a:ext cx="4292" cy="7100"/>
          </a:xfrm>
          <a:custGeom xmlns:a="http://schemas.openxmlformats.org/drawingml/2006/main">
            <a:pathLst>
              <a:path w="4292" h="7100">
                <a:moveTo>
                  <a:pt x="0" y="7100"/>
                </a:moveTo>
                <a:lnTo>
                  <a:pt x="1334" y="5734"/>
                </a:lnTo>
                <a:lnTo>
                  <a:pt x="42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42CCC995-9D9B-498B-A417-535B38A7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2765" y="4033116"/>
            <a:ext cx="8178" cy="8586"/>
          </a:xfrm>
          <a:custGeom xmlns:a="http://schemas.openxmlformats.org/drawingml/2006/main">
            <a:pathLst>
              <a:path w="8178" h="8586">
                <a:moveTo>
                  <a:pt x="0" y="8586"/>
                </a:moveTo>
                <a:lnTo>
                  <a:pt x="5649" y="3094"/>
                </a:lnTo>
                <a:lnTo>
                  <a:pt x="7496" y="696"/>
                </a:lnTo>
                <a:lnTo>
                  <a:pt x="81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51504DFE-F442-4360-AACD-D78BCBAF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55" y="3739322"/>
            <a:ext cx="44375" cy="29296"/>
          </a:xfrm>
          <a:custGeom xmlns:a="http://schemas.openxmlformats.org/drawingml/2006/main">
            <a:pathLst>
              <a:path w="44375" h="29296">
                <a:moveTo>
                  <a:pt x="2168" y="1143"/>
                </a:moveTo>
                <a:lnTo>
                  <a:pt x="4032" y="0"/>
                </a:lnTo>
                <a:lnTo>
                  <a:pt x="3998" y="1442"/>
                </a:lnTo>
                <a:lnTo>
                  <a:pt x="4368" y="2840"/>
                </a:lnTo>
                <a:lnTo>
                  <a:pt x="5300" y="4307"/>
                </a:lnTo>
                <a:lnTo>
                  <a:pt x="6669" y="5390"/>
                </a:lnTo>
                <a:lnTo>
                  <a:pt x="8315" y="5964"/>
                </a:lnTo>
                <a:lnTo>
                  <a:pt x="13325" y="7119"/>
                </a:lnTo>
                <a:lnTo>
                  <a:pt x="16319" y="7446"/>
                </a:lnTo>
                <a:lnTo>
                  <a:pt x="19327" y="7510"/>
                </a:lnTo>
                <a:lnTo>
                  <a:pt x="21483" y="7546"/>
                </a:lnTo>
                <a:lnTo>
                  <a:pt x="23598" y="7981"/>
                </a:lnTo>
                <a:lnTo>
                  <a:pt x="25593" y="8801"/>
                </a:lnTo>
                <a:lnTo>
                  <a:pt x="27003" y="9687"/>
                </a:lnTo>
                <a:lnTo>
                  <a:pt x="28628" y="10076"/>
                </a:lnTo>
                <a:lnTo>
                  <a:pt x="30286" y="9930"/>
                </a:lnTo>
                <a:lnTo>
                  <a:pt x="31585" y="9395"/>
                </a:lnTo>
                <a:lnTo>
                  <a:pt x="32727" y="8577"/>
                </a:lnTo>
                <a:lnTo>
                  <a:pt x="33727" y="7363"/>
                </a:lnTo>
                <a:lnTo>
                  <a:pt x="35006" y="6455"/>
                </a:lnTo>
                <a:lnTo>
                  <a:pt x="36482" y="5907"/>
                </a:lnTo>
                <a:lnTo>
                  <a:pt x="38317" y="5774"/>
                </a:lnTo>
                <a:lnTo>
                  <a:pt x="40140" y="6013"/>
                </a:lnTo>
                <a:lnTo>
                  <a:pt x="41418" y="6428"/>
                </a:lnTo>
                <a:lnTo>
                  <a:pt x="42519" y="7196"/>
                </a:lnTo>
                <a:lnTo>
                  <a:pt x="43337" y="8259"/>
                </a:lnTo>
                <a:lnTo>
                  <a:pt x="43731" y="9224"/>
                </a:lnTo>
                <a:lnTo>
                  <a:pt x="43888" y="10254"/>
                </a:lnTo>
                <a:lnTo>
                  <a:pt x="44244" y="12296"/>
                </a:lnTo>
                <a:lnTo>
                  <a:pt x="44375" y="15836"/>
                </a:lnTo>
                <a:lnTo>
                  <a:pt x="41708" y="19002"/>
                </a:lnTo>
                <a:lnTo>
                  <a:pt x="39965" y="20617"/>
                </a:lnTo>
                <a:lnTo>
                  <a:pt x="38387" y="22389"/>
                </a:lnTo>
                <a:lnTo>
                  <a:pt x="36929" y="24378"/>
                </a:lnTo>
                <a:lnTo>
                  <a:pt x="35211" y="26153"/>
                </a:lnTo>
                <a:lnTo>
                  <a:pt x="33793" y="27310"/>
                </a:lnTo>
                <a:lnTo>
                  <a:pt x="32202" y="28217"/>
                </a:lnTo>
                <a:lnTo>
                  <a:pt x="29582" y="29050"/>
                </a:lnTo>
                <a:lnTo>
                  <a:pt x="28944" y="29296"/>
                </a:lnTo>
                <a:lnTo>
                  <a:pt x="28263" y="29255"/>
                </a:lnTo>
                <a:lnTo>
                  <a:pt x="27662" y="28924"/>
                </a:lnTo>
                <a:lnTo>
                  <a:pt x="27197" y="28215"/>
                </a:lnTo>
                <a:lnTo>
                  <a:pt x="27169" y="27377"/>
                </a:lnTo>
                <a:lnTo>
                  <a:pt x="26990" y="25152"/>
                </a:lnTo>
                <a:lnTo>
                  <a:pt x="27399" y="22962"/>
                </a:lnTo>
                <a:lnTo>
                  <a:pt x="28658" y="19927"/>
                </a:lnTo>
                <a:lnTo>
                  <a:pt x="29251" y="16690"/>
                </a:lnTo>
                <a:lnTo>
                  <a:pt x="29292" y="15307"/>
                </a:lnTo>
                <a:lnTo>
                  <a:pt x="28760" y="14032"/>
                </a:lnTo>
                <a:lnTo>
                  <a:pt x="27743" y="13084"/>
                </a:lnTo>
                <a:lnTo>
                  <a:pt x="26427" y="12636"/>
                </a:lnTo>
                <a:lnTo>
                  <a:pt x="24168" y="11620"/>
                </a:lnTo>
                <a:lnTo>
                  <a:pt x="21816" y="10852"/>
                </a:lnTo>
                <a:lnTo>
                  <a:pt x="19012" y="10265"/>
                </a:lnTo>
                <a:lnTo>
                  <a:pt x="16155" y="10028"/>
                </a:lnTo>
                <a:lnTo>
                  <a:pt x="13507" y="9861"/>
                </a:lnTo>
                <a:lnTo>
                  <a:pt x="10911" y="9295"/>
                </a:lnTo>
                <a:lnTo>
                  <a:pt x="9198" y="8696"/>
                </a:lnTo>
                <a:lnTo>
                  <a:pt x="7601" y="7823"/>
                </a:lnTo>
                <a:lnTo>
                  <a:pt x="6270" y="6808"/>
                </a:lnTo>
                <a:lnTo>
                  <a:pt x="5101" y="5601"/>
                </a:lnTo>
                <a:lnTo>
                  <a:pt x="1513" y="2670"/>
                </a:lnTo>
                <a:lnTo>
                  <a:pt x="0" y="1439"/>
                </a:lnTo>
                <a:lnTo>
                  <a:pt x="2168" y="114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C73A51A9-5E87-442E-B4FC-3DF5584E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5615" y="3730248"/>
            <a:ext cx="8257" cy="10513"/>
          </a:xfrm>
          <a:custGeom xmlns:a="http://schemas.openxmlformats.org/drawingml/2006/main">
            <a:pathLst>
              <a:path w="8257" h="10513">
                <a:moveTo>
                  <a:pt x="1369" y="10440"/>
                </a:moveTo>
                <a:lnTo>
                  <a:pt x="486" y="9828"/>
                </a:lnTo>
                <a:lnTo>
                  <a:pt x="97" y="9084"/>
                </a:lnTo>
                <a:lnTo>
                  <a:pt x="38" y="8254"/>
                </a:lnTo>
                <a:lnTo>
                  <a:pt x="0" y="6619"/>
                </a:lnTo>
                <a:lnTo>
                  <a:pt x="529" y="4663"/>
                </a:lnTo>
                <a:lnTo>
                  <a:pt x="1642" y="2963"/>
                </a:lnTo>
                <a:lnTo>
                  <a:pt x="2214" y="1456"/>
                </a:lnTo>
                <a:lnTo>
                  <a:pt x="3422" y="389"/>
                </a:lnTo>
                <a:lnTo>
                  <a:pt x="4990" y="0"/>
                </a:lnTo>
                <a:lnTo>
                  <a:pt x="6195" y="214"/>
                </a:lnTo>
                <a:lnTo>
                  <a:pt x="7240" y="864"/>
                </a:lnTo>
                <a:lnTo>
                  <a:pt x="7968" y="1853"/>
                </a:lnTo>
                <a:lnTo>
                  <a:pt x="8257" y="2787"/>
                </a:lnTo>
                <a:lnTo>
                  <a:pt x="8247" y="3771"/>
                </a:lnTo>
                <a:lnTo>
                  <a:pt x="8123" y="5707"/>
                </a:lnTo>
                <a:lnTo>
                  <a:pt x="7600" y="7535"/>
                </a:lnTo>
                <a:lnTo>
                  <a:pt x="6473" y="9074"/>
                </a:lnTo>
                <a:lnTo>
                  <a:pt x="4608" y="10218"/>
                </a:lnTo>
                <a:lnTo>
                  <a:pt x="2441" y="10513"/>
                </a:lnTo>
                <a:lnTo>
                  <a:pt x="1369" y="1044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793605B8-BC55-4A60-9A88-4A972291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317" y="3741252"/>
            <a:ext cx="37616" cy="13679"/>
          </a:xfrm>
          <a:custGeom xmlns:a="http://schemas.openxmlformats.org/drawingml/2006/main">
            <a:pathLst>
              <a:path w="37616" h="13679">
                <a:moveTo>
                  <a:pt x="37616" y="13679"/>
                </a:moveTo>
                <a:lnTo>
                  <a:pt x="27519" y="9888"/>
                </a:lnTo>
                <a:lnTo>
                  <a:pt x="23859" y="8341"/>
                </a:lnTo>
                <a:lnTo>
                  <a:pt x="20035" y="7273"/>
                </a:lnTo>
                <a:lnTo>
                  <a:pt x="16390" y="6718"/>
                </a:lnTo>
                <a:lnTo>
                  <a:pt x="12706" y="6604"/>
                </a:lnTo>
                <a:lnTo>
                  <a:pt x="8416" y="5795"/>
                </a:lnTo>
                <a:lnTo>
                  <a:pt x="6303" y="5224"/>
                </a:lnTo>
                <a:lnTo>
                  <a:pt x="4321" y="4293"/>
                </a:lnTo>
                <a:lnTo>
                  <a:pt x="2648" y="3109"/>
                </a:lnTo>
                <a:lnTo>
                  <a:pt x="1192" y="166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A6323F59-EEE5-4AD3-89E8-F885D095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041" y="3717097"/>
            <a:ext cx="6917" cy="30426"/>
          </a:xfrm>
          <a:custGeom xmlns:a="http://schemas.openxmlformats.org/drawingml/2006/main">
            <a:pathLst>
              <a:path w="6917" h="30426">
                <a:moveTo>
                  <a:pt x="6602" y="0"/>
                </a:moveTo>
                <a:lnTo>
                  <a:pt x="6686" y="4483"/>
                </a:lnTo>
                <a:lnTo>
                  <a:pt x="6917" y="8656"/>
                </a:lnTo>
                <a:lnTo>
                  <a:pt x="6564" y="13151"/>
                </a:lnTo>
                <a:lnTo>
                  <a:pt x="6162" y="18130"/>
                </a:lnTo>
                <a:lnTo>
                  <a:pt x="5988" y="21720"/>
                </a:lnTo>
                <a:lnTo>
                  <a:pt x="6183" y="23369"/>
                </a:lnTo>
                <a:lnTo>
                  <a:pt x="6276" y="24154"/>
                </a:lnTo>
                <a:lnTo>
                  <a:pt x="5528" y="24895"/>
                </a:lnTo>
                <a:lnTo>
                  <a:pt x="0" y="3042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665A6FFF-40AC-4BEA-8E98-B04427D2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5433" y="3749065"/>
            <a:ext cx="7065" cy="7056"/>
          </a:xfrm>
          <a:custGeom xmlns:a="http://schemas.openxmlformats.org/drawingml/2006/main">
            <a:pathLst>
              <a:path w="7065" h="7056">
                <a:moveTo>
                  <a:pt x="7065" y="0"/>
                </a:moveTo>
                <a:lnTo>
                  <a:pt x="1735" y="5322"/>
                </a:lnTo>
                <a:lnTo>
                  <a:pt x="0" y="705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3AFF4603-ADD7-403A-8FDF-A7916991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5470" y="3626975"/>
            <a:ext cx="7128" cy="7032"/>
          </a:xfrm>
          <a:custGeom xmlns:a="http://schemas.openxmlformats.org/drawingml/2006/main">
            <a:pathLst>
              <a:path w="7128" h="7032">
                <a:moveTo>
                  <a:pt x="7128" y="0"/>
                </a:moveTo>
                <a:lnTo>
                  <a:pt x="1695" y="5359"/>
                </a:lnTo>
                <a:lnTo>
                  <a:pt x="0" y="703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E69A9EAB-5ED3-4387-96EA-EDE7D9A7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106" y="3614032"/>
            <a:ext cx="11740" cy="11462"/>
          </a:xfrm>
          <a:custGeom xmlns:a="http://schemas.openxmlformats.org/drawingml/2006/main">
            <a:pathLst>
              <a:path w="11740" h="11462">
                <a:moveTo>
                  <a:pt x="11740" y="0"/>
                </a:moveTo>
                <a:lnTo>
                  <a:pt x="9845" y="1755"/>
                </a:lnTo>
                <a:lnTo>
                  <a:pt x="0" y="1146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C0A25BA5-AE13-44AA-921C-5300F7B7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983" y="3574876"/>
            <a:ext cx="72313" cy="58120"/>
          </a:xfrm>
          <a:custGeom xmlns:a="http://schemas.openxmlformats.org/drawingml/2006/main">
            <a:pathLst>
              <a:path w="72313" h="58120">
                <a:moveTo>
                  <a:pt x="2648" y="8048"/>
                </a:moveTo>
                <a:lnTo>
                  <a:pt x="4024" y="5528"/>
                </a:lnTo>
                <a:lnTo>
                  <a:pt x="5860" y="3325"/>
                </a:lnTo>
                <a:lnTo>
                  <a:pt x="8091" y="1511"/>
                </a:lnTo>
                <a:lnTo>
                  <a:pt x="9574" y="657"/>
                </a:lnTo>
                <a:lnTo>
                  <a:pt x="11212" y="139"/>
                </a:lnTo>
                <a:lnTo>
                  <a:pt x="12921" y="0"/>
                </a:lnTo>
                <a:lnTo>
                  <a:pt x="14610" y="226"/>
                </a:lnTo>
                <a:lnTo>
                  <a:pt x="16209" y="819"/>
                </a:lnTo>
                <a:lnTo>
                  <a:pt x="17636" y="1748"/>
                </a:lnTo>
                <a:lnTo>
                  <a:pt x="20522" y="3290"/>
                </a:lnTo>
                <a:lnTo>
                  <a:pt x="23230" y="5143"/>
                </a:lnTo>
                <a:lnTo>
                  <a:pt x="25527" y="8328"/>
                </a:lnTo>
                <a:lnTo>
                  <a:pt x="27441" y="11762"/>
                </a:lnTo>
                <a:lnTo>
                  <a:pt x="28715" y="14772"/>
                </a:lnTo>
                <a:lnTo>
                  <a:pt x="29697" y="17882"/>
                </a:lnTo>
                <a:lnTo>
                  <a:pt x="30490" y="20354"/>
                </a:lnTo>
                <a:lnTo>
                  <a:pt x="30719" y="22933"/>
                </a:lnTo>
                <a:lnTo>
                  <a:pt x="30388" y="25511"/>
                </a:lnTo>
                <a:lnTo>
                  <a:pt x="29938" y="26939"/>
                </a:lnTo>
                <a:lnTo>
                  <a:pt x="29988" y="28430"/>
                </a:lnTo>
                <a:lnTo>
                  <a:pt x="30535" y="29831"/>
                </a:lnTo>
                <a:lnTo>
                  <a:pt x="31505" y="30967"/>
                </a:lnTo>
                <a:lnTo>
                  <a:pt x="32403" y="31545"/>
                </a:lnTo>
                <a:lnTo>
                  <a:pt x="33474" y="31609"/>
                </a:lnTo>
                <a:lnTo>
                  <a:pt x="34473" y="31091"/>
                </a:lnTo>
                <a:lnTo>
                  <a:pt x="35060" y="30126"/>
                </a:lnTo>
                <a:lnTo>
                  <a:pt x="37029" y="29217"/>
                </a:lnTo>
                <a:lnTo>
                  <a:pt x="39209" y="28981"/>
                </a:lnTo>
                <a:lnTo>
                  <a:pt x="41355" y="29449"/>
                </a:lnTo>
                <a:lnTo>
                  <a:pt x="43401" y="29818"/>
                </a:lnTo>
                <a:lnTo>
                  <a:pt x="45351" y="30529"/>
                </a:lnTo>
                <a:lnTo>
                  <a:pt x="46188" y="30956"/>
                </a:lnTo>
                <a:lnTo>
                  <a:pt x="46794" y="31669"/>
                </a:lnTo>
                <a:lnTo>
                  <a:pt x="47077" y="32561"/>
                </a:lnTo>
                <a:lnTo>
                  <a:pt x="47036" y="33342"/>
                </a:lnTo>
                <a:lnTo>
                  <a:pt x="46749" y="34070"/>
                </a:lnTo>
                <a:lnTo>
                  <a:pt x="45827" y="35307"/>
                </a:lnTo>
                <a:lnTo>
                  <a:pt x="44635" y="36000"/>
                </a:lnTo>
                <a:lnTo>
                  <a:pt x="43275" y="36206"/>
                </a:lnTo>
                <a:lnTo>
                  <a:pt x="41489" y="36398"/>
                </a:lnTo>
                <a:lnTo>
                  <a:pt x="39814" y="37061"/>
                </a:lnTo>
                <a:lnTo>
                  <a:pt x="38137" y="38429"/>
                </a:lnTo>
                <a:lnTo>
                  <a:pt x="36907" y="40199"/>
                </a:lnTo>
                <a:lnTo>
                  <a:pt x="36223" y="42202"/>
                </a:lnTo>
                <a:lnTo>
                  <a:pt x="36181" y="44314"/>
                </a:lnTo>
                <a:lnTo>
                  <a:pt x="36769" y="46333"/>
                </a:lnTo>
                <a:lnTo>
                  <a:pt x="37494" y="47611"/>
                </a:lnTo>
                <a:lnTo>
                  <a:pt x="37815" y="48162"/>
                </a:lnTo>
                <a:lnTo>
                  <a:pt x="39242" y="49683"/>
                </a:lnTo>
                <a:lnTo>
                  <a:pt x="40986" y="50824"/>
                </a:lnTo>
                <a:lnTo>
                  <a:pt x="42947" y="51535"/>
                </a:lnTo>
                <a:lnTo>
                  <a:pt x="45025" y="51776"/>
                </a:lnTo>
                <a:lnTo>
                  <a:pt x="47095" y="51526"/>
                </a:lnTo>
                <a:lnTo>
                  <a:pt x="57090" y="50360"/>
                </a:lnTo>
                <a:lnTo>
                  <a:pt x="60397" y="50128"/>
                </a:lnTo>
                <a:lnTo>
                  <a:pt x="63701" y="50387"/>
                </a:lnTo>
                <a:lnTo>
                  <a:pt x="66930" y="51132"/>
                </a:lnTo>
                <a:lnTo>
                  <a:pt x="68586" y="51724"/>
                </a:lnTo>
                <a:lnTo>
                  <a:pt x="70090" y="52616"/>
                </a:lnTo>
                <a:lnTo>
                  <a:pt x="71388" y="53794"/>
                </a:lnTo>
                <a:lnTo>
                  <a:pt x="72086" y="54666"/>
                </a:lnTo>
                <a:lnTo>
                  <a:pt x="72313" y="55762"/>
                </a:lnTo>
                <a:lnTo>
                  <a:pt x="72025" y="56838"/>
                </a:lnTo>
                <a:lnTo>
                  <a:pt x="71401" y="57583"/>
                </a:lnTo>
                <a:lnTo>
                  <a:pt x="70530" y="58022"/>
                </a:lnTo>
                <a:lnTo>
                  <a:pt x="69555" y="58082"/>
                </a:lnTo>
                <a:lnTo>
                  <a:pt x="64386" y="57592"/>
                </a:lnTo>
                <a:lnTo>
                  <a:pt x="61138" y="56891"/>
                </a:lnTo>
                <a:lnTo>
                  <a:pt x="57821" y="56725"/>
                </a:lnTo>
                <a:lnTo>
                  <a:pt x="55118" y="57000"/>
                </a:lnTo>
                <a:lnTo>
                  <a:pt x="52482" y="57630"/>
                </a:lnTo>
                <a:lnTo>
                  <a:pt x="49068" y="58120"/>
                </a:lnTo>
                <a:lnTo>
                  <a:pt x="45617" y="58025"/>
                </a:lnTo>
                <a:lnTo>
                  <a:pt x="42235" y="57353"/>
                </a:lnTo>
                <a:lnTo>
                  <a:pt x="39387" y="56293"/>
                </a:lnTo>
                <a:lnTo>
                  <a:pt x="36731" y="54829"/>
                </a:lnTo>
                <a:lnTo>
                  <a:pt x="34319" y="52977"/>
                </a:lnTo>
                <a:lnTo>
                  <a:pt x="28884" y="47569"/>
                </a:lnTo>
                <a:lnTo>
                  <a:pt x="24499" y="42404"/>
                </a:lnTo>
                <a:lnTo>
                  <a:pt x="23033" y="39425"/>
                </a:lnTo>
                <a:lnTo>
                  <a:pt x="22328" y="37909"/>
                </a:lnTo>
                <a:lnTo>
                  <a:pt x="21921" y="36284"/>
                </a:lnTo>
                <a:lnTo>
                  <a:pt x="21825" y="35201"/>
                </a:lnTo>
                <a:lnTo>
                  <a:pt x="21445" y="34177"/>
                </a:lnTo>
                <a:lnTo>
                  <a:pt x="21186" y="33048"/>
                </a:lnTo>
                <a:lnTo>
                  <a:pt x="20834" y="29759"/>
                </a:lnTo>
                <a:lnTo>
                  <a:pt x="20860" y="26460"/>
                </a:lnTo>
                <a:lnTo>
                  <a:pt x="21271" y="23185"/>
                </a:lnTo>
                <a:lnTo>
                  <a:pt x="21770" y="21460"/>
                </a:lnTo>
                <a:lnTo>
                  <a:pt x="21624" y="19675"/>
                </a:lnTo>
                <a:lnTo>
                  <a:pt x="20854" y="18050"/>
                </a:lnTo>
                <a:lnTo>
                  <a:pt x="19490" y="16764"/>
                </a:lnTo>
                <a:lnTo>
                  <a:pt x="17940" y="15703"/>
                </a:lnTo>
                <a:lnTo>
                  <a:pt x="16084" y="14829"/>
                </a:lnTo>
                <a:lnTo>
                  <a:pt x="14074" y="14416"/>
                </a:lnTo>
                <a:lnTo>
                  <a:pt x="12030" y="14471"/>
                </a:lnTo>
                <a:lnTo>
                  <a:pt x="10050" y="15007"/>
                </a:lnTo>
                <a:lnTo>
                  <a:pt x="6393" y="16283"/>
                </a:lnTo>
                <a:lnTo>
                  <a:pt x="3157" y="17624"/>
                </a:lnTo>
                <a:lnTo>
                  <a:pt x="2370" y="18069"/>
                </a:lnTo>
                <a:lnTo>
                  <a:pt x="1462" y="18093"/>
                </a:lnTo>
                <a:lnTo>
                  <a:pt x="651" y="17690"/>
                </a:lnTo>
                <a:lnTo>
                  <a:pt x="106" y="16900"/>
                </a:lnTo>
                <a:lnTo>
                  <a:pt x="23" y="15944"/>
                </a:lnTo>
                <a:lnTo>
                  <a:pt x="0" y="14096"/>
                </a:lnTo>
                <a:lnTo>
                  <a:pt x="611" y="12282"/>
                </a:lnTo>
                <a:lnTo>
                  <a:pt x="2648" y="804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BA2693CD-6EBE-4E3B-A103-2A259478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537" y="3610679"/>
            <a:ext cx="6507" cy="6352"/>
          </a:xfrm>
          <a:custGeom xmlns:a="http://schemas.openxmlformats.org/drawingml/2006/main">
            <a:pathLst>
              <a:path w="6507" h="6352">
                <a:moveTo>
                  <a:pt x="1562" y="135"/>
                </a:moveTo>
                <a:lnTo>
                  <a:pt x="2488" y="0"/>
                </a:lnTo>
                <a:lnTo>
                  <a:pt x="4168" y="303"/>
                </a:lnTo>
                <a:lnTo>
                  <a:pt x="5886" y="2029"/>
                </a:lnTo>
                <a:lnTo>
                  <a:pt x="6467" y="3183"/>
                </a:lnTo>
                <a:lnTo>
                  <a:pt x="6507" y="4479"/>
                </a:lnTo>
                <a:lnTo>
                  <a:pt x="6039" y="5628"/>
                </a:lnTo>
                <a:lnTo>
                  <a:pt x="4993" y="6292"/>
                </a:lnTo>
                <a:lnTo>
                  <a:pt x="4324" y="6352"/>
                </a:lnTo>
                <a:lnTo>
                  <a:pt x="3676" y="6191"/>
                </a:lnTo>
                <a:lnTo>
                  <a:pt x="2434" y="5767"/>
                </a:lnTo>
                <a:lnTo>
                  <a:pt x="1415" y="5107"/>
                </a:lnTo>
                <a:lnTo>
                  <a:pt x="581" y="4222"/>
                </a:lnTo>
                <a:lnTo>
                  <a:pt x="43" y="3126"/>
                </a:lnTo>
                <a:lnTo>
                  <a:pt x="0" y="1906"/>
                </a:lnTo>
                <a:lnTo>
                  <a:pt x="244" y="1137"/>
                </a:lnTo>
                <a:lnTo>
                  <a:pt x="694" y="463"/>
                </a:lnTo>
                <a:lnTo>
                  <a:pt x="1562" y="13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336CA549-A03E-4FCC-8044-01FE36C7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916" y="3567756"/>
            <a:ext cx="50067" cy="25458"/>
          </a:xfrm>
          <a:custGeom xmlns:a="http://schemas.openxmlformats.org/drawingml/2006/main">
            <a:pathLst>
              <a:path w="50067" h="25458">
                <a:moveTo>
                  <a:pt x="437" y="28"/>
                </a:moveTo>
                <a:lnTo>
                  <a:pt x="4372" y="0"/>
                </a:lnTo>
                <a:lnTo>
                  <a:pt x="19287" y="14363"/>
                </a:lnTo>
                <a:lnTo>
                  <a:pt x="39807" y="12215"/>
                </a:lnTo>
                <a:lnTo>
                  <a:pt x="46693" y="18907"/>
                </a:lnTo>
                <a:lnTo>
                  <a:pt x="50067" y="22192"/>
                </a:lnTo>
                <a:lnTo>
                  <a:pt x="48378" y="25458"/>
                </a:lnTo>
                <a:lnTo>
                  <a:pt x="38499" y="15946"/>
                </a:lnTo>
                <a:lnTo>
                  <a:pt x="18081" y="18024"/>
                </a:lnTo>
                <a:lnTo>
                  <a:pt x="0" y="583"/>
                </a:lnTo>
                <a:lnTo>
                  <a:pt x="437" y="2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93FE7C43-587E-4AD9-BAB7-5944ADBC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552" y="3319720"/>
            <a:ext cx="22825" cy="26506"/>
          </a:xfrm>
          <a:custGeom xmlns:a="http://schemas.openxmlformats.org/drawingml/2006/main">
            <a:pathLst>
              <a:path w="22825" h="26506">
                <a:moveTo>
                  <a:pt x="9002" y="26182"/>
                </a:moveTo>
                <a:lnTo>
                  <a:pt x="8721" y="25774"/>
                </a:lnTo>
                <a:lnTo>
                  <a:pt x="8367" y="25546"/>
                </a:lnTo>
                <a:lnTo>
                  <a:pt x="7503" y="24874"/>
                </a:lnTo>
                <a:lnTo>
                  <a:pt x="6921" y="24465"/>
                </a:lnTo>
                <a:lnTo>
                  <a:pt x="6610" y="24261"/>
                </a:lnTo>
                <a:lnTo>
                  <a:pt x="6505" y="24027"/>
                </a:lnTo>
                <a:lnTo>
                  <a:pt x="6094" y="23232"/>
                </a:lnTo>
                <a:lnTo>
                  <a:pt x="5610" y="22406"/>
                </a:lnTo>
                <a:lnTo>
                  <a:pt x="5277" y="21965"/>
                </a:lnTo>
                <a:lnTo>
                  <a:pt x="4998" y="21659"/>
                </a:lnTo>
                <a:lnTo>
                  <a:pt x="4549" y="21357"/>
                </a:lnTo>
                <a:lnTo>
                  <a:pt x="1307" y="19307"/>
                </a:lnTo>
                <a:lnTo>
                  <a:pt x="0" y="16637"/>
                </a:lnTo>
                <a:lnTo>
                  <a:pt x="2" y="13382"/>
                </a:lnTo>
                <a:lnTo>
                  <a:pt x="99" y="12167"/>
                </a:lnTo>
                <a:lnTo>
                  <a:pt x="447" y="8851"/>
                </a:lnTo>
                <a:lnTo>
                  <a:pt x="1541" y="7830"/>
                </a:lnTo>
                <a:lnTo>
                  <a:pt x="3938" y="5604"/>
                </a:lnTo>
                <a:lnTo>
                  <a:pt x="4776" y="4132"/>
                </a:lnTo>
                <a:lnTo>
                  <a:pt x="6116" y="1825"/>
                </a:lnTo>
                <a:lnTo>
                  <a:pt x="8731" y="0"/>
                </a:lnTo>
                <a:lnTo>
                  <a:pt x="14332" y="2505"/>
                </a:lnTo>
                <a:lnTo>
                  <a:pt x="16389" y="958"/>
                </a:lnTo>
                <a:lnTo>
                  <a:pt x="22825" y="1100"/>
                </a:lnTo>
                <a:lnTo>
                  <a:pt x="21201" y="3856"/>
                </a:lnTo>
                <a:lnTo>
                  <a:pt x="16484" y="11960"/>
                </a:lnTo>
                <a:lnTo>
                  <a:pt x="15575" y="10560"/>
                </a:lnTo>
                <a:lnTo>
                  <a:pt x="12963" y="8026"/>
                </a:lnTo>
                <a:lnTo>
                  <a:pt x="11016" y="8010"/>
                </a:lnTo>
                <a:lnTo>
                  <a:pt x="7416" y="12600"/>
                </a:lnTo>
                <a:lnTo>
                  <a:pt x="6150" y="14219"/>
                </a:lnTo>
                <a:lnTo>
                  <a:pt x="7105" y="16152"/>
                </a:lnTo>
                <a:lnTo>
                  <a:pt x="9795" y="19107"/>
                </a:lnTo>
                <a:lnTo>
                  <a:pt x="11312" y="19736"/>
                </a:lnTo>
                <a:lnTo>
                  <a:pt x="12570" y="19398"/>
                </a:lnTo>
                <a:lnTo>
                  <a:pt x="9229" y="26506"/>
                </a:lnTo>
                <a:lnTo>
                  <a:pt x="9002" y="2618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B821F2A6-08BA-48F5-92CB-A0E57838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4979" y="3422081"/>
            <a:ext cx="50334" cy="52208"/>
          </a:xfrm>
          <a:custGeom xmlns:a="http://schemas.openxmlformats.org/drawingml/2006/main">
            <a:pathLst>
              <a:path w="50334" h="52208">
                <a:moveTo>
                  <a:pt x="1758" y="44625"/>
                </a:moveTo>
                <a:lnTo>
                  <a:pt x="3027" y="44540"/>
                </a:lnTo>
                <a:lnTo>
                  <a:pt x="4831" y="44246"/>
                </a:lnTo>
                <a:lnTo>
                  <a:pt x="6698" y="43747"/>
                </a:lnTo>
                <a:lnTo>
                  <a:pt x="8579" y="43231"/>
                </a:lnTo>
                <a:lnTo>
                  <a:pt x="10032" y="42827"/>
                </a:lnTo>
                <a:lnTo>
                  <a:pt x="11388" y="42045"/>
                </a:lnTo>
                <a:lnTo>
                  <a:pt x="12752" y="41034"/>
                </a:lnTo>
                <a:lnTo>
                  <a:pt x="14469" y="39615"/>
                </a:lnTo>
                <a:lnTo>
                  <a:pt x="15813" y="38417"/>
                </a:lnTo>
                <a:lnTo>
                  <a:pt x="18006" y="35739"/>
                </a:lnTo>
                <a:lnTo>
                  <a:pt x="18319" y="34459"/>
                </a:lnTo>
                <a:lnTo>
                  <a:pt x="18605" y="32713"/>
                </a:lnTo>
                <a:lnTo>
                  <a:pt x="18690" y="31431"/>
                </a:lnTo>
                <a:lnTo>
                  <a:pt x="18356" y="31160"/>
                </a:lnTo>
                <a:lnTo>
                  <a:pt x="21309" y="27783"/>
                </a:lnTo>
                <a:lnTo>
                  <a:pt x="23824" y="24766"/>
                </a:lnTo>
                <a:lnTo>
                  <a:pt x="26735" y="21373"/>
                </a:lnTo>
                <a:lnTo>
                  <a:pt x="26992" y="20909"/>
                </a:lnTo>
                <a:lnTo>
                  <a:pt x="27500" y="19708"/>
                </a:lnTo>
                <a:lnTo>
                  <a:pt x="28462" y="17232"/>
                </a:lnTo>
                <a:lnTo>
                  <a:pt x="29878" y="13473"/>
                </a:lnTo>
                <a:lnTo>
                  <a:pt x="29954" y="12801"/>
                </a:lnTo>
                <a:lnTo>
                  <a:pt x="29850" y="12236"/>
                </a:lnTo>
                <a:lnTo>
                  <a:pt x="29580" y="11828"/>
                </a:lnTo>
                <a:lnTo>
                  <a:pt x="28997" y="11199"/>
                </a:lnTo>
                <a:lnTo>
                  <a:pt x="27128" y="9036"/>
                </a:lnTo>
                <a:lnTo>
                  <a:pt x="26670" y="8022"/>
                </a:lnTo>
                <a:lnTo>
                  <a:pt x="26321" y="6827"/>
                </a:lnTo>
                <a:lnTo>
                  <a:pt x="26285" y="6065"/>
                </a:lnTo>
                <a:lnTo>
                  <a:pt x="28299" y="2527"/>
                </a:lnTo>
                <a:lnTo>
                  <a:pt x="31191" y="0"/>
                </a:lnTo>
                <a:lnTo>
                  <a:pt x="32947" y="21"/>
                </a:lnTo>
                <a:lnTo>
                  <a:pt x="33610" y="766"/>
                </a:lnTo>
                <a:lnTo>
                  <a:pt x="33628" y="2038"/>
                </a:lnTo>
                <a:lnTo>
                  <a:pt x="33025" y="2969"/>
                </a:lnTo>
                <a:lnTo>
                  <a:pt x="32582" y="3278"/>
                </a:lnTo>
                <a:lnTo>
                  <a:pt x="32013" y="3556"/>
                </a:lnTo>
                <a:lnTo>
                  <a:pt x="31064" y="3819"/>
                </a:lnTo>
                <a:lnTo>
                  <a:pt x="30222" y="4155"/>
                </a:lnTo>
                <a:lnTo>
                  <a:pt x="29643" y="4645"/>
                </a:lnTo>
                <a:lnTo>
                  <a:pt x="29369" y="5449"/>
                </a:lnTo>
                <a:lnTo>
                  <a:pt x="29062" y="6407"/>
                </a:lnTo>
                <a:lnTo>
                  <a:pt x="29226" y="7310"/>
                </a:lnTo>
                <a:lnTo>
                  <a:pt x="29525" y="7997"/>
                </a:lnTo>
                <a:lnTo>
                  <a:pt x="30169" y="8794"/>
                </a:lnTo>
                <a:lnTo>
                  <a:pt x="32815" y="9503"/>
                </a:lnTo>
                <a:lnTo>
                  <a:pt x="33592" y="10407"/>
                </a:lnTo>
                <a:lnTo>
                  <a:pt x="33676" y="11617"/>
                </a:lnTo>
                <a:lnTo>
                  <a:pt x="33556" y="12942"/>
                </a:lnTo>
                <a:lnTo>
                  <a:pt x="33324" y="14178"/>
                </a:lnTo>
                <a:lnTo>
                  <a:pt x="32996" y="15526"/>
                </a:lnTo>
                <a:lnTo>
                  <a:pt x="32894" y="16936"/>
                </a:lnTo>
                <a:lnTo>
                  <a:pt x="32990" y="18595"/>
                </a:lnTo>
                <a:lnTo>
                  <a:pt x="33251" y="20988"/>
                </a:lnTo>
                <a:lnTo>
                  <a:pt x="33359" y="21943"/>
                </a:lnTo>
                <a:lnTo>
                  <a:pt x="35399" y="26001"/>
                </a:lnTo>
                <a:lnTo>
                  <a:pt x="37751" y="29321"/>
                </a:lnTo>
                <a:lnTo>
                  <a:pt x="39749" y="31217"/>
                </a:lnTo>
                <a:lnTo>
                  <a:pt x="41462" y="32766"/>
                </a:lnTo>
                <a:lnTo>
                  <a:pt x="43861" y="34524"/>
                </a:lnTo>
                <a:lnTo>
                  <a:pt x="47497" y="35750"/>
                </a:lnTo>
                <a:lnTo>
                  <a:pt x="49574" y="37899"/>
                </a:lnTo>
                <a:lnTo>
                  <a:pt x="50334" y="39753"/>
                </a:lnTo>
                <a:lnTo>
                  <a:pt x="50017" y="41499"/>
                </a:lnTo>
                <a:lnTo>
                  <a:pt x="46691" y="45445"/>
                </a:lnTo>
                <a:lnTo>
                  <a:pt x="45809" y="45672"/>
                </a:lnTo>
                <a:lnTo>
                  <a:pt x="44195" y="45130"/>
                </a:lnTo>
                <a:lnTo>
                  <a:pt x="40317" y="43394"/>
                </a:lnTo>
                <a:lnTo>
                  <a:pt x="38819" y="41331"/>
                </a:lnTo>
                <a:lnTo>
                  <a:pt x="37397" y="39597"/>
                </a:lnTo>
                <a:lnTo>
                  <a:pt x="36405" y="38996"/>
                </a:lnTo>
                <a:lnTo>
                  <a:pt x="34676" y="38050"/>
                </a:lnTo>
                <a:lnTo>
                  <a:pt x="32769" y="36990"/>
                </a:lnTo>
                <a:lnTo>
                  <a:pt x="30570" y="36116"/>
                </a:lnTo>
                <a:lnTo>
                  <a:pt x="29216" y="35788"/>
                </a:lnTo>
                <a:lnTo>
                  <a:pt x="28728" y="35767"/>
                </a:lnTo>
                <a:lnTo>
                  <a:pt x="26857" y="36105"/>
                </a:lnTo>
                <a:lnTo>
                  <a:pt x="24232" y="36769"/>
                </a:lnTo>
                <a:lnTo>
                  <a:pt x="23502" y="37212"/>
                </a:lnTo>
                <a:lnTo>
                  <a:pt x="22296" y="37948"/>
                </a:lnTo>
                <a:lnTo>
                  <a:pt x="17652" y="40801"/>
                </a:lnTo>
                <a:lnTo>
                  <a:pt x="12998" y="44410"/>
                </a:lnTo>
                <a:lnTo>
                  <a:pt x="10975" y="46236"/>
                </a:lnTo>
                <a:lnTo>
                  <a:pt x="8736" y="48525"/>
                </a:lnTo>
                <a:lnTo>
                  <a:pt x="7817" y="50474"/>
                </a:lnTo>
                <a:lnTo>
                  <a:pt x="7967" y="52208"/>
                </a:lnTo>
                <a:lnTo>
                  <a:pt x="0" y="43942"/>
                </a:lnTo>
                <a:lnTo>
                  <a:pt x="1758" y="4462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09AFDE62-2340-4FAB-BE29-7AC9075F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1377" y="3544070"/>
            <a:ext cx="86199" cy="45877"/>
          </a:xfrm>
          <a:custGeom xmlns:a="http://schemas.openxmlformats.org/drawingml/2006/main">
            <a:pathLst>
              <a:path w="86199" h="45877">
                <a:moveTo>
                  <a:pt x="58232" y="42593"/>
                </a:moveTo>
                <a:lnTo>
                  <a:pt x="51345" y="35900"/>
                </a:lnTo>
                <a:lnTo>
                  <a:pt x="30826" y="38049"/>
                </a:lnTo>
                <a:lnTo>
                  <a:pt x="15910" y="23686"/>
                </a:lnTo>
                <a:lnTo>
                  <a:pt x="11976" y="23714"/>
                </a:lnTo>
                <a:lnTo>
                  <a:pt x="11539" y="24268"/>
                </a:lnTo>
                <a:lnTo>
                  <a:pt x="6463" y="19300"/>
                </a:lnTo>
                <a:lnTo>
                  <a:pt x="627" y="13825"/>
                </a:lnTo>
                <a:lnTo>
                  <a:pt x="260" y="13293"/>
                </a:lnTo>
                <a:lnTo>
                  <a:pt x="121" y="12949"/>
                </a:lnTo>
                <a:lnTo>
                  <a:pt x="0" y="12308"/>
                </a:lnTo>
                <a:lnTo>
                  <a:pt x="33" y="11603"/>
                </a:lnTo>
                <a:lnTo>
                  <a:pt x="282" y="11011"/>
                </a:lnTo>
                <a:lnTo>
                  <a:pt x="633" y="10527"/>
                </a:lnTo>
                <a:lnTo>
                  <a:pt x="1951" y="9153"/>
                </a:lnTo>
                <a:lnTo>
                  <a:pt x="10230" y="276"/>
                </a:lnTo>
                <a:lnTo>
                  <a:pt x="10548" y="115"/>
                </a:lnTo>
                <a:lnTo>
                  <a:pt x="11048" y="0"/>
                </a:lnTo>
                <a:lnTo>
                  <a:pt x="17435" y="585"/>
                </a:lnTo>
                <a:lnTo>
                  <a:pt x="17608" y="1046"/>
                </a:lnTo>
                <a:lnTo>
                  <a:pt x="17883" y="1641"/>
                </a:lnTo>
                <a:lnTo>
                  <a:pt x="18197" y="2124"/>
                </a:lnTo>
                <a:lnTo>
                  <a:pt x="18726" y="2661"/>
                </a:lnTo>
                <a:lnTo>
                  <a:pt x="30038" y="12949"/>
                </a:lnTo>
                <a:lnTo>
                  <a:pt x="30277" y="13146"/>
                </a:lnTo>
                <a:lnTo>
                  <a:pt x="30783" y="13413"/>
                </a:lnTo>
                <a:lnTo>
                  <a:pt x="31369" y="13592"/>
                </a:lnTo>
                <a:lnTo>
                  <a:pt x="31910" y="13629"/>
                </a:lnTo>
                <a:lnTo>
                  <a:pt x="32412" y="13573"/>
                </a:lnTo>
                <a:lnTo>
                  <a:pt x="32881" y="13433"/>
                </a:lnTo>
                <a:lnTo>
                  <a:pt x="33327" y="13218"/>
                </a:lnTo>
                <a:lnTo>
                  <a:pt x="33754" y="12884"/>
                </a:lnTo>
                <a:lnTo>
                  <a:pt x="36868" y="9537"/>
                </a:lnTo>
                <a:lnTo>
                  <a:pt x="38918" y="7329"/>
                </a:lnTo>
                <a:lnTo>
                  <a:pt x="41275" y="4791"/>
                </a:lnTo>
                <a:lnTo>
                  <a:pt x="41930" y="4426"/>
                </a:lnTo>
                <a:lnTo>
                  <a:pt x="42623" y="4153"/>
                </a:lnTo>
                <a:lnTo>
                  <a:pt x="43233" y="4035"/>
                </a:lnTo>
                <a:lnTo>
                  <a:pt x="43696" y="4057"/>
                </a:lnTo>
                <a:lnTo>
                  <a:pt x="46123" y="4348"/>
                </a:lnTo>
                <a:lnTo>
                  <a:pt x="46536" y="4278"/>
                </a:lnTo>
                <a:lnTo>
                  <a:pt x="47081" y="4068"/>
                </a:lnTo>
                <a:lnTo>
                  <a:pt x="47428" y="3822"/>
                </a:lnTo>
                <a:lnTo>
                  <a:pt x="47650" y="3587"/>
                </a:lnTo>
                <a:lnTo>
                  <a:pt x="47833" y="3251"/>
                </a:lnTo>
                <a:lnTo>
                  <a:pt x="48002" y="2764"/>
                </a:lnTo>
                <a:lnTo>
                  <a:pt x="52271" y="3015"/>
                </a:lnTo>
                <a:lnTo>
                  <a:pt x="52523" y="3483"/>
                </a:lnTo>
                <a:lnTo>
                  <a:pt x="52860" y="4059"/>
                </a:lnTo>
                <a:lnTo>
                  <a:pt x="53235" y="4507"/>
                </a:lnTo>
                <a:lnTo>
                  <a:pt x="53681" y="4876"/>
                </a:lnTo>
                <a:lnTo>
                  <a:pt x="54228" y="5116"/>
                </a:lnTo>
                <a:lnTo>
                  <a:pt x="54781" y="5220"/>
                </a:lnTo>
                <a:lnTo>
                  <a:pt x="55337" y="5248"/>
                </a:lnTo>
                <a:lnTo>
                  <a:pt x="69521" y="6192"/>
                </a:lnTo>
                <a:lnTo>
                  <a:pt x="69908" y="6275"/>
                </a:lnTo>
                <a:lnTo>
                  <a:pt x="70234" y="6445"/>
                </a:lnTo>
                <a:lnTo>
                  <a:pt x="70580" y="6758"/>
                </a:lnTo>
                <a:lnTo>
                  <a:pt x="82226" y="17893"/>
                </a:lnTo>
                <a:lnTo>
                  <a:pt x="85510" y="20883"/>
                </a:lnTo>
                <a:lnTo>
                  <a:pt x="85849" y="21154"/>
                </a:lnTo>
                <a:lnTo>
                  <a:pt x="86199" y="21238"/>
                </a:lnTo>
                <a:lnTo>
                  <a:pt x="61606" y="45877"/>
                </a:lnTo>
                <a:lnTo>
                  <a:pt x="58232" y="4259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49FCBF45-19E4-4259-8461-61CB3107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7065" y="3492379"/>
            <a:ext cx="19164" cy="19218"/>
          </a:xfrm>
          <a:custGeom xmlns:a="http://schemas.openxmlformats.org/drawingml/2006/main">
            <a:pathLst>
              <a:path w="19164" h="19218">
                <a:moveTo>
                  <a:pt x="13535" y="17045"/>
                </a:moveTo>
                <a:lnTo>
                  <a:pt x="10774" y="14168"/>
                </a:lnTo>
                <a:lnTo>
                  <a:pt x="4243" y="7364"/>
                </a:lnTo>
                <a:lnTo>
                  <a:pt x="612" y="3434"/>
                </a:lnTo>
                <a:lnTo>
                  <a:pt x="132" y="2930"/>
                </a:lnTo>
                <a:lnTo>
                  <a:pt x="19" y="2610"/>
                </a:lnTo>
                <a:lnTo>
                  <a:pt x="0" y="2272"/>
                </a:lnTo>
                <a:lnTo>
                  <a:pt x="80" y="1948"/>
                </a:lnTo>
                <a:lnTo>
                  <a:pt x="279" y="1637"/>
                </a:lnTo>
                <a:lnTo>
                  <a:pt x="1824" y="205"/>
                </a:lnTo>
                <a:lnTo>
                  <a:pt x="2132" y="45"/>
                </a:lnTo>
                <a:lnTo>
                  <a:pt x="2536" y="0"/>
                </a:lnTo>
                <a:lnTo>
                  <a:pt x="2964" y="116"/>
                </a:lnTo>
                <a:lnTo>
                  <a:pt x="3284" y="412"/>
                </a:lnTo>
                <a:lnTo>
                  <a:pt x="12261" y="9770"/>
                </a:lnTo>
                <a:lnTo>
                  <a:pt x="12617" y="10092"/>
                </a:lnTo>
                <a:lnTo>
                  <a:pt x="13058" y="10249"/>
                </a:lnTo>
                <a:lnTo>
                  <a:pt x="13548" y="10313"/>
                </a:lnTo>
                <a:lnTo>
                  <a:pt x="14051" y="10308"/>
                </a:lnTo>
                <a:lnTo>
                  <a:pt x="14546" y="10193"/>
                </a:lnTo>
                <a:lnTo>
                  <a:pt x="14950" y="9945"/>
                </a:lnTo>
                <a:lnTo>
                  <a:pt x="15241" y="9759"/>
                </a:lnTo>
                <a:lnTo>
                  <a:pt x="16426" y="8642"/>
                </a:lnTo>
                <a:lnTo>
                  <a:pt x="19164" y="5975"/>
                </a:lnTo>
                <a:lnTo>
                  <a:pt x="18504" y="19218"/>
                </a:lnTo>
                <a:lnTo>
                  <a:pt x="15344" y="18896"/>
                </a:lnTo>
                <a:lnTo>
                  <a:pt x="13535" y="1704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43747C84-62C2-4F13-8021-A1074888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9127" y="3860892"/>
            <a:ext cx="47354" cy="20920"/>
          </a:xfrm>
          <a:custGeom xmlns:a="http://schemas.openxmlformats.org/drawingml/2006/main">
            <a:pathLst>
              <a:path w="47354" h="20920">
                <a:moveTo>
                  <a:pt x="46909" y="1563"/>
                </a:moveTo>
                <a:lnTo>
                  <a:pt x="46568" y="1623"/>
                </a:lnTo>
                <a:lnTo>
                  <a:pt x="46223" y="1725"/>
                </a:lnTo>
                <a:lnTo>
                  <a:pt x="45868" y="1854"/>
                </a:lnTo>
                <a:lnTo>
                  <a:pt x="45545" y="2006"/>
                </a:lnTo>
                <a:lnTo>
                  <a:pt x="45279" y="2166"/>
                </a:lnTo>
                <a:lnTo>
                  <a:pt x="45085" y="2298"/>
                </a:lnTo>
                <a:lnTo>
                  <a:pt x="44892" y="2448"/>
                </a:lnTo>
                <a:lnTo>
                  <a:pt x="44684" y="2623"/>
                </a:lnTo>
                <a:lnTo>
                  <a:pt x="44507" y="2814"/>
                </a:lnTo>
                <a:lnTo>
                  <a:pt x="42304" y="5102"/>
                </a:lnTo>
                <a:lnTo>
                  <a:pt x="40930" y="6538"/>
                </a:lnTo>
                <a:lnTo>
                  <a:pt x="39515" y="8008"/>
                </a:lnTo>
                <a:lnTo>
                  <a:pt x="36691" y="10966"/>
                </a:lnTo>
                <a:lnTo>
                  <a:pt x="31013" y="16932"/>
                </a:lnTo>
                <a:lnTo>
                  <a:pt x="29891" y="18115"/>
                </a:lnTo>
                <a:lnTo>
                  <a:pt x="29326" y="18707"/>
                </a:lnTo>
                <a:lnTo>
                  <a:pt x="29037" y="19003"/>
                </a:lnTo>
                <a:lnTo>
                  <a:pt x="28906" y="19133"/>
                </a:lnTo>
                <a:lnTo>
                  <a:pt x="28753" y="19256"/>
                </a:lnTo>
                <a:lnTo>
                  <a:pt x="28474" y="19484"/>
                </a:lnTo>
                <a:lnTo>
                  <a:pt x="28224" y="19669"/>
                </a:lnTo>
                <a:lnTo>
                  <a:pt x="27995" y="19819"/>
                </a:lnTo>
                <a:lnTo>
                  <a:pt x="27734" y="19978"/>
                </a:lnTo>
                <a:lnTo>
                  <a:pt x="27355" y="20192"/>
                </a:lnTo>
                <a:lnTo>
                  <a:pt x="27094" y="20309"/>
                </a:lnTo>
                <a:lnTo>
                  <a:pt x="26801" y="20436"/>
                </a:lnTo>
                <a:lnTo>
                  <a:pt x="26498" y="20545"/>
                </a:lnTo>
                <a:lnTo>
                  <a:pt x="26168" y="20647"/>
                </a:lnTo>
                <a:lnTo>
                  <a:pt x="25730" y="20761"/>
                </a:lnTo>
                <a:lnTo>
                  <a:pt x="25389" y="20829"/>
                </a:lnTo>
                <a:lnTo>
                  <a:pt x="25125" y="20870"/>
                </a:lnTo>
                <a:lnTo>
                  <a:pt x="24654" y="20916"/>
                </a:lnTo>
                <a:lnTo>
                  <a:pt x="24202" y="20920"/>
                </a:lnTo>
                <a:lnTo>
                  <a:pt x="23838" y="20913"/>
                </a:lnTo>
                <a:lnTo>
                  <a:pt x="23438" y="20881"/>
                </a:lnTo>
                <a:lnTo>
                  <a:pt x="23005" y="20816"/>
                </a:lnTo>
                <a:lnTo>
                  <a:pt x="22561" y="20718"/>
                </a:lnTo>
                <a:lnTo>
                  <a:pt x="22190" y="20609"/>
                </a:lnTo>
                <a:lnTo>
                  <a:pt x="21896" y="20515"/>
                </a:lnTo>
                <a:lnTo>
                  <a:pt x="21529" y="20372"/>
                </a:lnTo>
                <a:lnTo>
                  <a:pt x="21161" y="20204"/>
                </a:lnTo>
                <a:lnTo>
                  <a:pt x="20760" y="19977"/>
                </a:lnTo>
                <a:lnTo>
                  <a:pt x="20428" y="19782"/>
                </a:lnTo>
                <a:lnTo>
                  <a:pt x="20100" y="19545"/>
                </a:lnTo>
                <a:lnTo>
                  <a:pt x="19851" y="19357"/>
                </a:lnTo>
                <a:lnTo>
                  <a:pt x="19261" y="18855"/>
                </a:lnTo>
                <a:lnTo>
                  <a:pt x="18570" y="18246"/>
                </a:lnTo>
                <a:lnTo>
                  <a:pt x="17199" y="17070"/>
                </a:lnTo>
                <a:lnTo>
                  <a:pt x="14536" y="14759"/>
                </a:lnTo>
                <a:lnTo>
                  <a:pt x="14122" y="14405"/>
                </a:lnTo>
                <a:lnTo>
                  <a:pt x="13706" y="14018"/>
                </a:lnTo>
                <a:lnTo>
                  <a:pt x="12945" y="13300"/>
                </a:lnTo>
                <a:lnTo>
                  <a:pt x="11321" y="11784"/>
                </a:lnTo>
                <a:lnTo>
                  <a:pt x="8141" y="8791"/>
                </a:lnTo>
                <a:lnTo>
                  <a:pt x="5234" y="6062"/>
                </a:lnTo>
                <a:lnTo>
                  <a:pt x="4589" y="5451"/>
                </a:lnTo>
                <a:lnTo>
                  <a:pt x="4041" y="4957"/>
                </a:lnTo>
                <a:lnTo>
                  <a:pt x="2861" y="3912"/>
                </a:lnTo>
                <a:lnTo>
                  <a:pt x="999" y="3207"/>
                </a:lnTo>
                <a:lnTo>
                  <a:pt x="0" y="2953"/>
                </a:lnTo>
                <a:lnTo>
                  <a:pt x="505" y="2423"/>
                </a:lnTo>
                <a:lnTo>
                  <a:pt x="950" y="1962"/>
                </a:lnTo>
                <a:lnTo>
                  <a:pt x="2705" y="2763"/>
                </a:lnTo>
                <a:lnTo>
                  <a:pt x="4571" y="4180"/>
                </a:lnTo>
                <a:lnTo>
                  <a:pt x="9016" y="8310"/>
                </a:lnTo>
                <a:lnTo>
                  <a:pt x="14995" y="14035"/>
                </a:lnTo>
                <a:lnTo>
                  <a:pt x="18056" y="16895"/>
                </a:lnTo>
                <a:lnTo>
                  <a:pt x="19551" y="18237"/>
                </a:lnTo>
                <a:lnTo>
                  <a:pt x="20440" y="18866"/>
                </a:lnTo>
                <a:lnTo>
                  <a:pt x="21497" y="19347"/>
                </a:lnTo>
                <a:lnTo>
                  <a:pt x="22595" y="19640"/>
                </a:lnTo>
                <a:lnTo>
                  <a:pt x="23693" y="19747"/>
                </a:lnTo>
                <a:lnTo>
                  <a:pt x="24558" y="19673"/>
                </a:lnTo>
                <a:lnTo>
                  <a:pt x="25211" y="19605"/>
                </a:lnTo>
                <a:lnTo>
                  <a:pt x="26087" y="19352"/>
                </a:lnTo>
                <a:lnTo>
                  <a:pt x="27083" y="18927"/>
                </a:lnTo>
                <a:lnTo>
                  <a:pt x="27638" y="18506"/>
                </a:lnTo>
                <a:lnTo>
                  <a:pt x="28489" y="17695"/>
                </a:lnTo>
                <a:lnTo>
                  <a:pt x="31924" y="14492"/>
                </a:lnTo>
                <a:lnTo>
                  <a:pt x="35179" y="11150"/>
                </a:lnTo>
                <a:lnTo>
                  <a:pt x="37610" y="8635"/>
                </a:lnTo>
                <a:lnTo>
                  <a:pt x="40672" y="5459"/>
                </a:lnTo>
                <a:lnTo>
                  <a:pt x="45035" y="977"/>
                </a:lnTo>
                <a:lnTo>
                  <a:pt x="45227" y="811"/>
                </a:lnTo>
                <a:lnTo>
                  <a:pt x="45429" y="594"/>
                </a:lnTo>
                <a:lnTo>
                  <a:pt x="45619" y="300"/>
                </a:lnTo>
                <a:lnTo>
                  <a:pt x="45751" y="0"/>
                </a:lnTo>
                <a:lnTo>
                  <a:pt x="47354" y="1517"/>
                </a:lnTo>
                <a:lnTo>
                  <a:pt x="46909" y="156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5C13D947-3741-47C4-8AEE-A5921607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9259" y="3824834"/>
            <a:ext cx="45598" cy="33722"/>
          </a:xfrm>
          <a:custGeom xmlns:a="http://schemas.openxmlformats.org/drawingml/2006/main">
            <a:pathLst>
              <a:path w="45598" h="33722">
                <a:moveTo>
                  <a:pt x="45540" y="33280"/>
                </a:moveTo>
                <a:lnTo>
                  <a:pt x="45471" y="33409"/>
                </a:lnTo>
                <a:lnTo>
                  <a:pt x="45375" y="33513"/>
                </a:lnTo>
                <a:lnTo>
                  <a:pt x="45284" y="33592"/>
                </a:lnTo>
                <a:lnTo>
                  <a:pt x="45150" y="33655"/>
                </a:lnTo>
                <a:lnTo>
                  <a:pt x="45001" y="33709"/>
                </a:lnTo>
                <a:lnTo>
                  <a:pt x="44830" y="33722"/>
                </a:lnTo>
                <a:lnTo>
                  <a:pt x="44674" y="33701"/>
                </a:lnTo>
                <a:lnTo>
                  <a:pt x="44527" y="33637"/>
                </a:lnTo>
                <a:lnTo>
                  <a:pt x="43548" y="33163"/>
                </a:lnTo>
                <a:lnTo>
                  <a:pt x="42707" y="32770"/>
                </a:lnTo>
                <a:lnTo>
                  <a:pt x="42403" y="32659"/>
                </a:lnTo>
                <a:lnTo>
                  <a:pt x="40772" y="32058"/>
                </a:lnTo>
                <a:lnTo>
                  <a:pt x="39633" y="31597"/>
                </a:lnTo>
                <a:lnTo>
                  <a:pt x="38294" y="31047"/>
                </a:lnTo>
                <a:lnTo>
                  <a:pt x="37639" y="30810"/>
                </a:lnTo>
                <a:lnTo>
                  <a:pt x="35742" y="30149"/>
                </a:lnTo>
                <a:lnTo>
                  <a:pt x="33970" y="29509"/>
                </a:lnTo>
                <a:lnTo>
                  <a:pt x="33585" y="29290"/>
                </a:lnTo>
                <a:lnTo>
                  <a:pt x="32008" y="28383"/>
                </a:lnTo>
                <a:lnTo>
                  <a:pt x="30709" y="27552"/>
                </a:lnTo>
                <a:lnTo>
                  <a:pt x="29443" y="26611"/>
                </a:lnTo>
                <a:lnTo>
                  <a:pt x="29011" y="26190"/>
                </a:lnTo>
                <a:lnTo>
                  <a:pt x="28152" y="25331"/>
                </a:lnTo>
                <a:lnTo>
                  <a:pt x="27226" y="24491"/>
                </a:lnTo>
                <a:lnTo>
                  <a:pt x="26045" y="23429"/>
                </a:lnTo>
                <a:lnTo>
                  <a:pt x="24875" y="22383"/>
                </a:lnTo>
                <a:lnTo>
                  <a:pt x="23735" y="21286"/>
                </a:lnTo>
                <a:lnTo>
                  <a:pt x="23490" y="21046"/>
                </a:lnTo>
                <a:lnTo>
                  <a:pt x="22616" y="20205"/>
                </a:lnTo>
                <a:lnTo>
                  <a:pt x="21977" y="19425"/>
                </a:lnTo>
                <a:lnTo>
                  <a:pt x="20883" y="18131"/>
                </a:lnTo>
                <a:lnTo>
                  <a:pt x="19765" y="16889"/>
                </a:lnTo>
                <a:lnTo>
                  <a:pt x="18653" y="15689"/>
                </a:lnTo>
                <a:lnTo>
                  <a:pt x="17736" y="14781"/>
                </a:lnTo>
                <a:lnTo>
                  <a:pt x="17438" y="14492"/>
                </a:lnTo>
                <a:lnTo>
                  <a:pt x="17295" y="14394"/>
                </a:lnTo>
                <a:lnTo>
                  <a:pt x="15871" y="13372"/>
                </a:lnTo>
                <a:lnTo>
                  <a:pt x="14875" y="12610"/>
                </a:lnTo>
                <a:lnTo>
                  <a:pt x="13856" y="11815"/>
                </a:lnTo>
                <a:lnTo>
                  <a:pt x="13018" y="11151"/>
                </a:lnTo>
                <a:lnTo>
                  <a:pt x="12398" y="10675"/>
                </a:lnTo>
                <a:lnTo>
                  <a:pt x="11847" y="10249"/>
                </a:lnTo>
                <a:lnTo>
                  <a:pt x="10708" y="9406"/>
                </a:lnTo>
                <a:lnTo>
                  <a:pt x="9818" y="8743"/>
                </a:lnTo>
                <a:lnTo>
                  <a:pt x="8913" y="8080"/>
                </a:lnTo>
                <a:lnTo>
                  <a:pt x="8324" y="7604"/>
                </a:lnTo>
                <a:lnTo>
                  <a:pt x="6863" y="6388"/>
                </a:lnTo>
                <a:lnTo>
                  <a:pt x="5419" y="5189"/>
                </a:lnTo>
                <a:lnTo>
                  <a:pt x="3980" y="3989"/>
                </a:lnTo>
                <a:lnTo>
                  <a:pt x="3159" y="3384"/>
                </a:lnTo>
                <a:lnTo>
                  <a:pt x="1819" y="2385"/>
                </a:lnTo>
                <a:lnTo>
                  <a:pt x="794" y="1513"/>
                </a:lnTo>
                <a:lnTo>
                  <a:pt x="363" y="1143"/>
                </a:lnTo>
                <a:lnTo>
                  <a:pt x="135" y="946"/>
                </a:lnTo>
                <a:lnTo>
                  <a:pt x="75" y="846"/>
                </a:lnTo>
                <a:lnTo>
                  <a:pt x="37" y="762"/>
                </a:lnTo>
                <a:lnTo>
                  <a:pt x="13" y="661"/>
                </a:lnTo>
                <a:lnTo>
                  <a:pt x="0" y="559"/>
                </a:lnTo>
                <a:lnTo>
                  <a:pt x="18" y="457"/>
                </a:lnTo>
                <a:lnTo>
                  <a:pt x="42" y="363"/>
                </a:lnTo>
                <a:lnTo>
                  <a:pt x="91" y="269"/>
                </a:lnTo>
                <a:lnTo>
                  <a:pt x="151" y="191"/>
                </a:lnTo>
                <a:lnTo>
                  <a:pt x="232" y="112"/>
                </a:lnTo>
                <a:lnTo>
                  <a:pt x="319" y="59"/>
                </a:lnTo>
                <a:lnTo>
                  <a:pt x="417" y="23"/>
                </a:lnTo>
                <a:lnTo>
                  <a:pt x="530" y="3"/>
                </a:lnTo>
                <a:lnTo>
                  <a:pt x="634" y="0"/>
                </a:lnTo>
                <a:lnTo>
                  <a:pt x="738" y="14"/>
                </a:lnTo>
                <a:lnTo>
                  <a:pt x="844" y="62"/>
                </a:lnTo>
                <a:lnTo>
                  <a:pt x="939" y="128"/>
                </a:lnTo>
                <a:lnTo>
                  <a:pt x="2229" y="1195"/>
                </a:lnTo>
                <a:lnTo>
                  <a:pt x="3668" y="2387"/>
                </a:lnTo>
                <a:lnTo>
                  <a:pt x="5116" y="3552"/>
                </a:lnTo>
                <a:lnTo>
                  <a:pt x="6777" y="4890"/>
                </a:lnTo>
                <a:lnTo>
                  <a:pt x="8451" y="6151"/>
                </a:lnTo>
                <a:lnTo>
                  <a:pt x="9728" y="7101"/>
                </a:lnTo>
                <a:lnTo>
                  <a:pt x="10015" y="7356"/>
                </a:lnTo>
                <a:lnTo>
                  <a:pt x="11178" y="8342"/>
                </a:lnTo>
                <a:lnTo>
                  <a:pt x="11907" y="8976"/>
                </a:lnTo>
                <a:lnTo>
                  <a:pt x="12851" y="9731"/>
                </a:lnTo>
                <a:lnTo>
                  <a:pt x="14335" y="10887"/>
                </a:lnTo>
                <a:lnTo>
                  <a:pt x="15389" y="11664"/>
                </a:lnTo>
                <a:lnTo>
                  <a:pt x="16401" y="12409"/>
                </a:lnTo>
                <a:lnTo>
                  <a:pt x="17650" y="13512"/>
                </a:lnTo>
                <a:lnTo>
                  <a:pt x="18953" y="14673"/>
                </a:lnTo>
                <a:lnTo>
                  <a:pt x="19926" y="15528"/>
                </a:lnTo>
                <a:lnTo>
                  <a:pt x="20486" y="16065"/>
                </a:lnTo>
                <a:lnTo>
                  <a:pt x="21354" y="16889"/>
                </a:lnTo>
                <a:lnTo>
                  <a:pt x="21803" y="17369"/>
                </a:lnTo>
                <a:lnTo>
                  <a:pt x="22967" y="18576"/>
                </a:lnTo>
                <a:lnTo>
                  <a:pt x="24067" y="19700"/>
                </a:lnTo>
                <a:lnTo>
                  <a:pt x="24520" y="20171"/>
                </a:lnTo>
                <a:lnTo>
                  <a:pt x="25092" y="20758"/>
                </a:lnTo>
                <a:lnTo>
                  <a:pt x="25989" y="21701"/>
                </a:lnTo>
                <a:lnTo>
                  <a:pt x="26982" y="22742"/>
                </a:lnTo>
                <a:lnTo>
                  <a:pt x="27903" y="23574"/>
                </a:lnTo>
                <a:lnTo>
                  <a:pt x="28840" y="24440"/>
                </a:lnTo>
                <a:lnTo>
                  <a:pt x="29960" y="25359"/>
                </a:lnTo>
                <a:lnTo>
                  <a:pt x="31108" y="26380"/>
                </a:lnTo>
                <a:lnTo>
                  <a:pt x="32192" y="27097"/>
                </a:lnTo>
                <a:lnTo>
                  <a:pt x="32891" y="27410"/>
                </a:lnTo>
                <a:lnTo>
                  <a:pt x="33863" y="27833"/>
                </a:lnTo>
                <a:lnTo>
                  <a:pt x="34444" y="28030"/>
                </a:lnTo>
                <a:lnTo>
                  <a:pt x="35424" y="28368"/>
                </a:lnTo>
                <a:lnTo>
                  <a:pt x="36171" y="28704"/>
                </a:lnTo>
                <a:lnTo>
                  <a:pt x="37169" y="29153"/>
                </a:lnTo>
                <a:lnTo>
                  <a:pt x="37699" y="29351"/>
                </a:lnTo>
                <a:lnTo>
                  <a:pt x="40803" y="30497"/>
                </a:lnTo>
                <a:lnTo>
                  <a:pt x="42891" y="31290"/>
                </a:lnTo>
                <a:lnTo>
                  <a:pt x="44346" y="31938"/>
                </a:lnTo>
                <a:lnTo>
                  <a:pt x="45150" y="32281"/>
                </a:lnTo>
                <a:lnTo>
                  <a:pt x="45266" y="32354"/>
                </a:lnTo>
                <a:lnTo>
                  <a:pt x="45377" y="32436"/>
                </a:lnTo>
                <a:lnTo>
                  <a:pt x="45458" y="32527"/>
                </a:lnTo>
                <a:lnTo>
                  <a:pt x="45523" y="32636"/>
                </a:lnTo>
                <a:lnTo>
                  <a:pt x="45573" y="32770"/>
                </a:lnTo>
                <a:lnTo>
                  <a:pt x="45598" y="32914"/>
                </a:lnTo>
                <a:lnTo>
                  <a:pt x="45591" y="33041"/>
                </a:lnTo>
                <a:lnTo>
                  <a:pt x="45568" y="33177"/>
                </a:lnTo>
                <a:lnTo>
                  <a:pt x="45540" y="3328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4764FB60-AEF8-481E-8106-E8F1EC27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132" y="2331384"/>
            <a:ext cx="14666" cy="1843"/>
          </a:xfrm>
          <a:custGeom xmlns:a="http://schemas.openxmlformats.org/drawingml/2006/main">
            <a:pathLst>
              <a:path w="14666" h="1843">
                <a:moveTo>
                  <a:pt x="0" y="1843"/>
                </a:moveTo>
                <a:lnTo>
                  <a:pt x="9489" y="678"/>
                </a:lnTo>
                <a:lnTo>
                  <a:pt x="146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D073DF21-FC62-4E5C-9181-9D297E14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674" y="2294138"/>
            <a:ext cx="214458" cy="39693"/>
          </a:xfrm>
          <a:custGeom xmlns:a="http://schemas.openxmlformats.org/drawingml/2006/main">
            <a:pathLst>
              <a:path w="214458" h="39693">
                <a:moveTo>
                  <a:pt x="0" y="0"/>
                </a:moveTo>
                <a:lnTo>
                  <a:pt x="198177" y="39693"/>
                </a:lnTo>
                <a:lnTo>
                  <a:pt x="214458" y="390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F6352507-63C2-4BD8-B24C-DD51FD20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2981" y="2289509"/>
            <a:ext cx="22693" cy="4629"/>
          </a:xfrm>
          <a:custGeom xmlns:a="http://schemas.openxmlformats.org/drawingml/2006/main">
            <a:pathLst>
              <a:path w="22693" h="4629">
                <a:moveTo>
                  <a:pt x="0" y="0"/>
                </a:moveTo>
                <a:lnTo>
                  <a:pt x="9009" y="1748"/>
                </a:lnTo>
                <a:lnTo>
                  <a:pt x="22693" y="462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DDF578E9-DA29-42C8-94F5-B8657CE1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326" y="2172233"/>
            <a:ext cx="1449" cy="23014"/>
          </a:xfrm>
          <a:custGeom xmlns:a="http://schemas.openxmlformats.org/drawingml/2006/main">
            <a:pathLst>
              <a:path w="1449" h="23014">
                <a:moveTo>
                  <a:pt x="0" y="0"/>
                </a:moveTo>
                <a:lnTo>
                  <a:pt x="663" y="11419"/>
                </a:lnTo>
                <a:lnTo>
                  <a:pt x="1449" y="2301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017EC248-9824-4063-A98A-2921C02A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2632" y="2233718"/>
            <a:ext cx="6906" cy="2250"/>
          </a:xfrm>
          <a:custGeom xmlns:a="http://schemas.openxmlformats.org/drawingml/2006/main">
            <a:pathLst>
              <a:path w="6906" h="2250">
                <a:moveTo>
                  <a:pt x="0" y="2250"/>
                </a:moveTo>
                <a:lnTo>
                  <a:pt x="2938" y="1274"/>
                </a:lnTo>
                <a:lnTo>
                  <a:pt x="69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405EE1BE-CCE2-4C5E-B4BE-35F605C5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2203" y="2477960"/>
            <a:ext cx="254997" cy="17932"/>
          </a:xfrm>
          <a:custGeom xmlns:a="http://schemas.openxmlformats.org/drawingml/2006/main">
            <a:pathLst>
              <a:path w="254997" h="17932">
                <a:moveTo>
                  <a:pt x="254997" y="14977"/>
                </a:moveTo>
                <a:lnTo>
                  <a:pt x="248992" y="17932"/>
                </a:lnTo>
                <a:lnTo>
                  <a:pt x="180860" y="1197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D1F68BEA-0462-4032-BDB7-B750B471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044" y="2621691"/>
            <a:ext cx="31151" cy="10415"/>
          </a:xfrm>
          <a:custGeom xmlns:a="http://schemas.openxmlformats.org/drawingml/2006/main">
            <a:pathLst>
              <a:path w="31151" h="10415">
                <a:moveTo>
                  <a:pt x="31151" y="0"/>
                </a:moveTo>
                <a:lnTo>
                  <a:pt x="15258" y="5775"/>
                </a:lnTo>
                <a:lnTo>
                  <a:pt x="0" y="1041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5F295C02-48C2-459E-B27D-D3AD345B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1023" y="2616665"/>
            <a:ext cx="405021" cy="25297"/>
          </a:xfrm>
          <a:custGeom xmlns:a="http://schemas.openxmlformats.org/drawingml/2006/main">
            <a:pathLst>
              <a:path w="405021" h="25297">
                <a:moveTo>
                  <a:pt x="405021" y="15441"/>
                </a:moveTo>
                <a:lnTo>
                  <a:pt x="365140" y="25297"/>
                </a:lnTo>
                <a:lnTo>
                  <a:pt x="346421" y="2367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E98C5402-BFE1-4087-AF9B-BB0F354B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551" y="2613214"/>
            <a:ext cx="30471" cy="3451"/>
          </a:xfrm>
          <a:custGeom xmlns:a="http://schemas.openxmlformats.org/drawingml/2006/main">
            <a:pathLst>
              <a:path w="30471" h="3451">
                <a:moveTo>
                  <a:pt x="30471" y="3451"/>
                </a:moveTo>
                <a:lnTo>
                  <a:pt x="18257" y="261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52F3E9D5-0191-4D59-AEDE-16048ECE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5611" y="2578376"/>
            <a:ext cx="21311" cy="7572"/>
          </a:xfrm>
          <a:custGeom xmlns:a="http://schemas.openxmlformats.org/drawingml/2006/main">
            <a:pathLst>
              <a:path w="21311" h="7572">
                <a:moveTo>
                  <a:pt x="21311" y="0"/>
                </a:moveTo>
                <a:lnTo>
                  <a:pt x="11692" y="3322"/>
                </a:lnTo>
                <a:lnTo>
                  <a:pt x="0" y="757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28179072-ECF2-4731-95E4-2D9A3C9B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021" y="2044999"/>
            <a:ext cx="47432" cy="37692"/>
          </a:xfrm>
          <a:custGeom xmlns:a="http://schemas.openxmlformats.org/drawingml/2006/main">
            <a:pathLst>
              <a:path w="47432" h="37692">
                <a:moveTo>
                  <a:pt x="0" y="37692"/>
                </a:moveTo>
                <a:lnTo>
                  <a:pt x="29106" y="26716"/>
                </a:lnTo>
                <a:lnTo>
                  <a:pt x="474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ADD1D3BA-852C-4EE7-9764-95DB7BB8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8088" y="2112967"/>
            <a:ext cx="26949" cy="20128"/>
          </a:xfrm>
          <a:custGeom xmlns:a="http://schemas.openxmlformats.org/drawingml/2006/main">
            <a:pathLst>
              <a:path w="26949" h="20128">
                <a:moveTo>
                  <a:pt x="0" y="20128"/>
                </a:moveTo>
                <a:lnTo>
                  <a:pt x="18737" y="13672"/>
                </a:lnTo>
                <a:lnTo>
                  <a:pt x="26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B72C9A84-5A6D-44F4-8D7B-631F43C8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719" y="2255134"/>
            <a:ext cx="100827" cy="32864"/>
          </a:xfrm>
          <a:custGeom xmlns:a="http://schemas.openxmlformats.org/drawingml/2006/main">
            <a:pathLst>
              <a:path w="100827" h="32864">
                <a:moveTo>
                  <a:pt x="0" y="32864"/>
                </a:moveTo>
                <a:lnTo>
                  <a:pt x="28972" y="23191"/>
                </a:lnTo>
                <a:lnTo>
                  <a:pt x="50764" y="16216"/>
                </a:lnTo>
                <a:lnTo>
                  <a:pt x="10082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59221188-1223-4473-BAE4-6A83CF98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545" y="2036929"/>
            <a:ext cx="184750" cy="118457"/>
          </a:xfrm>
          <a:custGeom xmlns:a="http://schemas.openxmlformats.org/drawingml/2006/main">
            <a:pathLst>
              <a:path w="184750" h="118457">
                <a:moveTo>
                  <a:pt x="184750" y="0"/>
                </a:moveTo>
                <a:lnTo>
                  <a:pt x="103552" y="83405"/>
                </a:lnTo>
                <a:lnTo>
                  <a:pt x="89318" y="95203"/>
                </a:lnTo>
                <a:lnTo>
                  <a:pt x="70743" y="102445"/>
                </a:lnTo>
                <a:lnTo>
                  <a:pt x="0" y="11845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3A60FEDA-3E38-47E1-9267-DBCD4597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1046" y="2298153"/>
            <a:ext cx="126713" cy="37460"/>
          </a:xfrm>
          <a:custGeom xmlns:a="http://schemas.openxmlformats.org/drawingml/2006/main">
            <a:pathLst>
              <a:path w="126713" h="37460">
                <a:moveTo>
                  <a:pt x="126713" y="0"/>
                </a:moveTo>
                <a:lnTo>
                  <a:pt x="84014" y="19884"/>
                </a:lnTo>
                <a:lnTo>
                  <a:pt x="55096" y="27245"/>
                </a:lnTo>
                <a:lnTo>
                  <a:pt x="40554" y="30826"/>
                </a:lnTo>
                <a:lnTo>
                  <a:pt x="0" y="3746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94D37572-519B-4ECE-B9C1-165B1B8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704" y="2340830"/>
            <a:ext cx="156308" cy="61197"/>
          </a:xfrm>
          <a:custGeom xmlns:a="http://schemas.openxmlformats.org/drawingml/2006/main">
            <a:pathLst>
              <a:path w="156308" h="61197">
                <a:moveTo>
                  <a:pt x="156308" y="0"/>
                </a:moveTo>
                <a:lnTo>
                  <a:pt x="147786" y="3566"/>
                </a:lnTo>
                <a:lnTo>
                  <a:pt x="141363" y="7762"/>
                </a:lnTo>
                <a:lnTo>
                  <a:pt x="136196" y="12587"/>
                </a:lnTo>
                <a:lnTo>
                  <a:pt x="111516" y="39513"/>
                </a:lnTo>
                <a:lnTo>
                  <a:pt x="100875" y="47950"/>
                </a:lnTo>
                <a:lnTo>
                  <a:pt x="90097" y="54924"/>
                </a:lnTo>
                <a:lnTo>
                  <a:pt x="77929" y="59188"/>
                </a:lnTo>
                <a:lnTo>
                  <a:pt x="67308" y="61130"/>
                </a:lnTo>
                <a:lnTo>
                  <a:pt x="50945" y="61197"/>
                </a:lnTo>
                <a:lnTo>
                  <a:pt x="20110" y="57730"/>
                </a:lnTo>
                <a:lnTo>
                  <a:pt x="0" y="5509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72DED8C0-8395-4137-BA1C-77C5EA2F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9769" y="2412632"/>
            <a:ext cx="105485" cy="83178"/>
          </a:xfrm>
          <a:custGeom xmlns:a="http://schemas.openxmlformats.org/drawingml/2006/main">
            <a:pathLst>
              <a:path w="105485" h="83178">
                <a:moveTo>
                  <a:pt x="105485" y="0"/>
                </a:moveTo>
                <a:lnTo>
                  <a:pt x="44165" y="64202"/>
                </a:lnTo>
                <a:lnTo>
                  <a:pt x="0" y="8317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24D65970-1734-443B-BB19-E445E8C2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9375" y="2151290"/>
            <a:ext cx="4426" cy="12965"/>
          </a:xfrm>
          <a:custGeom xmlns:a="http://schemas.openxmlformats.org/drawingml/2006/main">
            <a:pathLst>
              <a:path w="4426" h="12965">
                <a:moveTo>
                  <a:pt x="4426" y="12965"/>
                </a:moveTo>
                <a:lnTo>
                  <a:pt x="2392" y="630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FA156B84-1F92-4490-949D-0D3B902B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4386" y="2768842"/>
            <a:ext cx="8164" cy="23981"/>
          </a:xfrm>
          <a:custGeom xmlns:a="http://schemas.openxmlformats.org/drawingml/2006/main">
            <a:pathLst>
              <a:path w="8164" h="23981">
                <a:moveTo>
                  <a:pt x="8164" y="23981"/>
                </a:moveTo>
                <a:lnTo>
                  <a:pt x="3826" y="12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249A5060-5DF7-4D4B-8484-6E34C351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802" y="2528639"/>
            <a:ext cx="12057" cy="37401"/>
          </a:xfrm>
          <a:custGeom xmlns:a="http://schemas.openxmlformats.org/drawingml/2006/main">
            <a:pathLst>
              <a:path w="12057" h="37401">
                <a:moveTo>
                  <a:pt x="12057" y="37401"/>
                </a:moveTo>
                <a:lnTo>
                  <a:pt x="7407" y="2208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EB37BDD9-C3EF-4209-899D-6FC02575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023" y="2104971"/>
            <a:ext cx="224057" cy="56020"/>
          </a:xfrm>
          <a:custGeom xmlns:a="http://schemas.openxmlformats.org/drawingml/2006/main">
            <a:pathLst>
              <a:path w="224057" h="56020">
                <a:moveTo>
                  <a:pt x="224057" y="5500"/>
                </a:moveTo>
                <a:lnTo>
                  <a:pt x="124585" y="54911"/>
                </a:lnTo>
                <a:lnTo>
                  <a:pt x="111530" y="56020"/>
                </a:lnTo>
                <a:lnTo>
                  <a:pt x="98352" y="52690"/>
                </a:lnTo>
                <a:lnTo>
                  <a:pt x="15014" y="7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9B2F40D9-0753-4B78-9E0B-77F05567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9173" y="3412097"/>
            <a:ext cx="23749" cy="18000"/>
          </a:xfrm>
          <a:custGeom xmlns:a="http://schemas.openxmlformats.org/drawingml/2006/main">
            <a:pathLst>
              <a:path w="23749" h="18000">
                <a:moveTo>
                  <a:pt x="0" y="18000"/>
                </a:moveTo>
                <a:lnTo>
                  <a:pt x="12372" y="8762"/>
                </a:lnTo>
                <a:lnTo>
                  <a:pt x="237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F565E5FE-78AD-4AFA-8C34-D42A4A62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460" y="3307044"/>
            <a:ext cx="26602" cy="7875"/>
          </a:xfrm>
          <a:custGeom xmlns:a="http://schemas.openxmlformats.org/drawingml/2006/main">
            <a:pathLst>
              <a:path w="26602" h="7875">
                <a:moveTo>
                  <a:pt x="0" y="7875"/>
                </a:moveTo>
                <a:lnTo>
                  <a:pt x="14662" y="3774"/>
                </a:lnTo>
                <a:lnTo>
                  <a:pt x="266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BA0974A9-2346-4905-A058-26879375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3579" y="3381396"/>
            <a:ext cx="29039" cy="6860"/>
          </a:xfrm>
          <a:custGeom xmlns:a="http://schemas.openxmlformats.org/drawingml/2006/main">
            <a:pathLst>
              <a:path w="29039" h="6860">
                <a:moveTo>
                  <a:pt x="0" y="6860"/>
                </a:moveTo>
                <a:lnTo>
                  <a:pt x="12960" y="3535"/>
                </a:lnTo>
                <a:lnTo>
                  <a:pt x="2903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27D71B92-92C1-42A1-BD4E-CAE3B289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434" y="3441476"/>
            <a:ext cx="7967" cy="2066"/>
          </a:xfrm>
          <a:custGeom xmlns:a="http://schemas.openxmlformats.org/drawingml/2006/main">
            <a:pathLst>
              <a:path w="7967" h="2066">
                <a:moveTo>
                  <a:pt x="0" y="2066"/>
                </a:moveTo>
                <a:lnTo>
                  <a:pt x="4687" y="841"/>
                </a:lnTo>
                <a:lnTo>
                  <a:pt x="79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2DFFCA8C-7B40-4BE0-A0D0-C2A9AC87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347" y="3443542"/>
            <a:ext cx="221087" cy="44423"/>
          </a:xfrm>
          <a:custGeom xmlns:a="http://schemas.openxmlformats.org/drawingml/2006/main">
            <a:pathLst>
              <a:path w="221087" h="44423">
                <a:moveTo>
                  <a:pt x="0" y="43340"/>
                </a:moveTo>
                <a:lnTo>
                  <a:pt x="50208" y="44423"/>
                </a:lnTo>
                <a:lnTo>
                  <a:pt x="2210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87989D2B-00AF-4C52-BDF0-1CDDC643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973" y="3486152"/>
            <a:ext cx="19375" cy="953"/>
          </a:xfrm>
          <a:custGeom xmlns:a="http://schemas.openxmlformats.org/drawingml/2006/main">
            <a:pathLst>
              <a:path w="19375" h="953">
                <a:moveTo>
                  <a:pt x="0" y="0"/>
                </a:moveTo>
                <a:lnTo>
                  <a:pt x="8528" y="497"/>
                </a:lnTo>
                <a:lnTo>
                  <a:pt x="19375" y="73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2EF8711F-F6A1-48FF-B59D-C5ABBEA2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754" y="3474013"/>
            <a:ext cx="34664" cy="1688"/>
          </a:xfrm>
          <a:custGeom xmlns:a="http://schemas.openxmlformats.org/drawingml/2006/main">
            <a:pathLst>
              <a:path w="34664" h="1688">
                <a:moveTo>
                  <a:pt x="0" y="0"/>
                </a:moveTo>
                <a:lnTo>
                  <a:pt x="14130" y="495"/>
                </a:lnTo>
                <a:lnTo>
                  <a:pt x="34664" y="16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F06FFCB2-26BF-4E91-AB99-C0C45934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087" y="3460738"/>
            <a:ext cx="240667" cy="13275"/>
          </a:xfrm>
          <a:custGeom xmlns:a="http://schemas.openxmlformats.org/drawingml/2006/main">
            <a:pathLst>
              <a:path w="240667" h="13275">
                <a:moveTo>
                  <a:pt x="0" y="0"/>
                </a:moveTo>
                <a:lnTo>
                  <a:pt x="188472" y="11443"/>
                </a:lnTo>
                <a:lnTo>
                  <a:pt x="240667" y="132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5E07E33B-C000-4FDE-8EBD-9222DB28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9428" y="3895605"/>
            <a:ext cx="280839" cy="162835"/>
          </a:xfrm>
          <a:custGeom xmlns:a="http://schemas.openxmlformats.org/drawingml/2006/main">
            <a:pathLst>
              <a:path w="280839" h="162835">
                <a:moveTo>
                  <a:pt x="0" y="10579"/>
                </a:moveTo>
                <a:lnTo>
                  <a:pt x="30261" y="942"/>
                </a:lnTo>
                <a:lnTo>
                  <a:pt x="42101" y="0"/>
                </a:lnTo>
                <a:lnTo>
                  <a:pt x="53898" y="3103"/>
                </a:lnTo>
                <a:lnTo>
                  <a:pt x="192758" y="101109"/>
                </a:lnTo>
                <a:lnTo>
                  <a:pt x="280839" y="16283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EF400650-A907-4D1A-B519-645B5812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0127" y="3906184"/>
            <a:ext cx="29301" cy="11197"/>
          </a:xfrm>
          <a:custGeom xmlns:a="http://schemas.openxmlformats.org/drawingml/2006/main">
            <a:pathLst>
              <a:path w="29301" h="11197">
                <a:moveTo>
                  <a:pt x="0" y="11197"/>
                </a:moveTo>
                <a:lnTo>
                  <a:pt x="15421" y="5286"/>
                </a:lnTo>
                <a:lnTo>
                  <a:pt x="293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D06C098D-60C7-4401-9B66-6B156A7F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7583" y="3917381"/>
            <a:ext cx="32544" cy="12470"/>
          </a:xfrm>
          <a:custGeom xmlns:a="http://schemas.openxmlformats.org/drawingml/2006/main">
            <a:pathLst>
              <a:path w="32544" h="12470">
                <a:moveTo>
                  <a:pt x="0" y="12470"/>
                </a:moveTo>
                <a:lnTo>
                  <a:pt x="16362" y="6203"/>
                </a:lnTo>
                <a:lnTo>
                  <a:pt x="325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134C3279-5EAD-49C5-A818-655C3D2B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3538" y="3929851"/>
            <a:ext cx="164045" cy="42591"/>
          </a:xfrm>
          <a:custGeom xmlns:a="http://schemas.openxmlformats.org/drawingml/2006/main">
            <a:pathLst>
              <a:path w="164045" h="42591">
                <a:moveTo>
                  <a:pt x="0" y="42591"/>
                </a:moveTo>
                <a:lnTo>
                  <a:pt x="102798" y="19614"/>
                </a:lnTo>
                <a:lnTo>
                  <a:pt x="1640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F3E431AB-1BEA-4AC0-A919-ACAEFB42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108" y="4473635"/>
            <a:ext cx="128036" cy="289700"/>
          </a:xfrm>
          <a:custGeom xmlns:a="http://schemas.openxmlformats.org/drawingml/2006/main">
            <a:pathLst>
              <a:path w="128036" h="289700">
                <a:moveTo>
                  <a:pt x="128036" y="289700"/>
                </a:moveTo>
                <a:lnTo>
                  <a:pt x="49208" y="10911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F90CD53A-1FC3-432C-BB04-65573EE9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904" y="4259819"/>
            <a:ext cx="6467" cy="14801"/>
          </a:xfrm>
          <a:custGeom xmlns:a="http://schemas.openxmlformats.org/drawingml/2006/main">
            <a:pathLst>
              <a:path w="6467" h="14801">
                <a:moveTo>
                  <a:pt x="6467" y="14801"/>
                </a:moveTo>
                <a:lnTo>
                  <a:pt x="2722" y="64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71D2CF29-C865-4D81-872B-AAB8E301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816" y="3505813"/>
            <a:ext cx="6731" cy="26206"/>
          </a:xfrm>
          <a:custGeom xmlns:a="http://schemas.openxmlformats.org/drawingml/2006/main">
            <a:pathLst>
              <a:path w="6731" h="26206">
                <a:moveTo>
                  <a:pt x="6731" y="26206"/>
                </a:moveTo>
                <a:lnTo>
                  <a:pt x="3113" y="1228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4D29B189-8F16-4824-87A4-DD10B876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9547" y="3532019"/>
            <a:ext cx="143991" cy="440424"/>
          </a:xfrm>
          <a:custGeom xmlns:a="http://schemas.openxmlformats.org/drawingml/2006/main">
            <a:pathLst>
              <a:path w="143991" h="440424">
                <a:moveTo>
                  <a:pt x="143991" y="440424"/>
                </a:moveTo>
                <a:lnTo>
                  <a:pt x="101415" y="350530"/>
                </a:lnTo>
                <a:lnTo>
                  <a:pt x="33296" y="159965"/>
                </a:lnTo>
                <a:lnTo>
                  <a:pt x="31534" y="10159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E2BC8EF0-0133-41BA-AEC9-E96CDD2A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1084" y="4242380"/>
            <a:ext cx="26817" cy="18495"/>
          </a:xfrm>
          <a:custGeom xmlns:a="http://schemas.openxmlformats.org/drawingml/2006/main">
            <a:pathLst>
              <a:path w="26817" h="18495">
                <a:moveTo>
                  <a:pt x="0" y="18495"/>
                </a:moveTo>
                <a:lnTo>
                  <a:pt x="13643" y="9089"/>
                </a:lnTo>
                <a:lnTo>
                  <a:pt x="268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F75D4C3D-5F23-43B8-85DF-FB3B5729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7901" y="3972442"/>
            <a:ext cx="290905" cy="269938"/>
          </a:xfrm>
          <a:custGeom xmlns:a="http://schemas.openxmlformats.org/drawingml/2006/main">
            <a:pathLst>
              <a:path w="290905" h="269938">
                <a:moveTo>
                  <a:pt x="0" y="269938"/>
                </a:moveTo>
                <a:lnTo>
                  <a:pt x="118795" y="220002"/>
                </a:lnTo>
                <a:lnTo>
                  <a:pt x="136773" y="211532"/>
                </a:lnTo>
                <a:lnTo>
                  <a:pt x="222473" y="150131"/>
                </a:lnTo>
                <a:lnTo>
                  <a:pt x="282725" y="66511"/>
                </a:lnTo>
                <a:lnTo>
                  <a:pt x="290905" y="37741"/>
                </a:lnTo>
                <a:lnTo>
                  <a:pt x="2856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BE853DEC-A64F-4EFC-BABD-53E543F5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774" y="4072893"/>
            <a:ext cx="691925" cy="265371"/>
          </a:xfrm>
          <a:custGeom xmlns:a="http://schemas.openxmlformats.org/drawingml/2006/main">
            <a:pathLst>
              <a:path w="691925" h="265371">
                <a:moveTo>
                  <a:pt x="0" y="0"/>
                </a:moveTo>
                <a:lnTo>
                  <a:pt x="115349" y="83405"/>
                </a:lnTo>
                <a:lnTo>
                  <a:pt x="164193" y="118229"/>
                </a:lnTo>
                <a:lnTo>
                  <a:pt x="197567" y="134889"/>
                </a:lnTo>
                <a:lnTo>
                  <a:pt x="232374" y="143778"/>
                </a:lnTo>
                <a:lnTo>
                  <a:pt x="353338" y="174174"/>
                </a:lnTo>
                <a:lnTo>
                  <a:pt x="582173" y="235211"/>
                </a:lnTo>
                <a:lnTo>
                  <a:pt x="691925" y="26537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89A40689-D5DE-4963-AB91-3198BB85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362" y="2278099"/>
            <a:ext cx="4523" cy="4528"/>
          </a:xfrm>
          <a:custGeom xmlns:a="http://schemas.openxmlformats.org/drawingml/2006/main">
            <a:pathLst>
              <a:path w="4523" h="4528">
                <a:moveTo>
                  <a:pt x="1979" y="0"/>
                </a:moveTo>
                <a:lnTo>
                  <a:pt x="2493" y="800"/>
                </a:lnTo>
                <a:lnTo>
                  <a:pt x="3289" y="287"/>
                </a:lnTo>
                <a:lnTo>
                  <a:pt x="4523" y="2205"/>
                </a:lnTo>
                <a:lnTo>
                  <a:pt x="3855" y="2638"/>
                </a:lnTo>
                <a:lnTo>
                  <a:pt x="4261" y="3263"/>
                </a:lnTo>
                <a:lnTo>
                  <a:pt x="2286" y="4528"/>
                </a:lnTo>
                <a:lnTo>
                  <a:pt x="1793" y="3769"/>
                </a:lnTo>
                <a:lnTo>
                  <a:pt x="1191" y="4158"/>
                </a:lnTo>
                <a:lnTo>
                  <a:pt x="0" y="2308"/>
                </a:lnTo>
                <a:lnTo>
                  <a:pt x="745" y="1830"/>
                </a:lnTo>
                <a:lnTo>
                  <a:pt x="274" y="1097"/>
                </a:lnTo>
                <a:lnTo>
                  <a:pt x="1979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E36A248A-7D1C-4C55-8EA8-7A1B25A8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51" y="4114884"/>
            <a:ext cx="22599" cy="23811"/>
          </a:xfrm>
          <a:custGeom xmlns:a="http://schemas.openxmlformats.org/drawingml/2006/main">
            <a:pathLst>
              <a:path w="22599" h="23811">
                <a:moveTo>
                  <a:pt x="2733" y="12506"/>
                </a:moveTo>
                <a:lnTo>
                  <a:pt x="7816" y="8556"/>
                </a:lnTo>
                <a:lnTo>
                  <a:pt x="8498" y="7224"/>
                </a:lnTo>
                <a:lnTo>
                  <a:pt x="7391" y="5812"/>
                </a:lnTo>
                <a:lnTo>
                  <a:pt x="18116" y="0"/>
                </a:lnTo>
                <a:lnTo>
                  <a:pt x="22599" y="2238"/>
                </a:lnTo>
                <a:lnTo>
                  <a:pt x="22112" y="2844"/>
                </a:lnTo>
                <a:lnTo>
                  <a:pt x="19837" y="8127"/>
                </a:lnTo>
                <a:lnTo>
                  <a:pt x="19305" y="10007"/>
                </a:lnTo>
                <a:lnTo>
                  <a:pt x="19075" y="12666"/>
                </a:lnTo>
                <a:lnTo>
                  <a:pt x="19420" y="15328"/>
                </a:lnTo>
                <a:lnTo>
                  <a:pt x="15971" y="22151"/>
                </a:lnTo>
                <a:lnTo>
                  <a:pt x="10568" y="23811"/>
                </a:lnTo>
                <a:lnTo>
                  <a:pt x="0" y="16156"/>
                </a:lnTo>
                <a:lnTo>
                  <a:pt x="2733" y="1250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54ABFE0F-08F3-43E9-A02C-725FE409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2686" y="4135506"/>
            <a:ext cx="28617" cy="16296"/>
          </a:xfrm>
          <a:custGeom xmlns:a="http://schemas.openxmlformats.org/drawingml/2006/main">
            <a:pathLst>
              <a:path w="28617" h="16296">
                <a:moveTo>
                  <a:pt x="821" y="9221"/>
                </a:moveTo>
                <a:lnTo>
                  <a:pt x="1379" y="9308"/>
                </a:lnTo>
                <a:lnTo>
                  <a:pt x="2226" y="9344"/>
                </a:lnTo>
                <a:lnTo>
                  <a:pt x="12188" y="9208"/>
                </a:lnTo>
                <a:lnTo>
                  <a:pt x="12949" y="9137"/>
                </a:lnTo>
                <a:lnTo>
                  <a:pt x="13710" y="9023"/>
                </a:lnTo>
                <a:lnTo>
                  <a:pt x="14453" y="8868"/>
                </a:lnTo>
                <a:lnTo>
                  <a:pt x="15196" y="8662"/>
                </a:lnTo>
                <a:lnTo>
                  <a:pt x="16271" y="8277"/>
                </a:lnTo>
                <a:lnTo>
                  <a:pt x="16969" y="7962"/>
                </a:lnTo>
                <a:lnTo>
                  <a:pt x="17645" y="7605"/>
                </a:lnTo>
                <a:lnTo>
                  <a:pt x="18620" y="6994"/>
                </a:lnTo>
                <a:lnTo>
                  <a:pt x="26059" y="421"/>
                </a:lnTo>
                <a:lnTo>
                  <a:pt x="26915" y="0"/>
                </a:lnTo>
                <a:lnTo>
                  <a:pt x="28617" y="921"/>
                </a:lnTo>
                <a:lnTo>
                  <a:pt x="27666" y="2481"/>
                </a:lnTo>
                <a:lnTo>
                  <a:pt x="26610" y="4544"/>
                </a:lnTo>
                <a:lnTo>
                  <a:pt x="25900" y="7564"/>
                </a:lnTo>
                <a:lnTo>
                  <a:pt x="23931" y="10261"/>
                </a:lnTo>
                <a:lnTo>
                  <a:pt x="20863" y="11852"/>
                </a:lnTo>
                <a:lnTo>
                  <a:pt x="19878" y="12141"/>
                </a:lnTo>
                <a:lnTo>
                  <a:pt x="15697" y="15219"/>
                </a:lnTo>
                <a:lnTo>
                  <a:pt x="14411" y="16296"/>
                </a:lnTo>
                <a:lnTo>
                  <a:pt x="0" y="9013"/>
                </a:lnTo>
                <a:lnTo>
                  <a:pt x="821" y="922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90F7770D-0F55-4CD6-8BEB-E3CEBC0E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295" y="4474387"/>
            <a:ext cx="215270" cy="123012"/>
          </a:xfrm>
          <a:custGeom xmlns:a="http://schemas.openxmlformats.org/drawingml/2006/main">
            <a:pathLst>
              <a:path w="215270" h="123012">
                <a:moveTo>
                  <a:pt x="4667" y="85760"/>
                </a:moveTo>
                <a:lnTo>
                  <a:pt x="9989" y="85331"/>
                </a:lnTo>
                <a:lnTo>
                  <a:pt x="35782" y="74016"/>
                </a:lnTo>
                <a:lnTo>
                  <a:pt x="204455" y="0"/>
                </a:lnTo>
                <a:lnTo>
                  <a:pt x="215270" y="23952"/>
                </a:lnTo>
                <a:lnTo>
                  <a:pt x="214214" y="26820"/>
                </a:lnTo>
                <a:lnTo>
                  <a:pt x="211458" y="30624"/>
                </a:lnTo>
                <a:lnTo>
                  <a:pt x="207615" y="32175"/>
                </a:lnTo>
                <a:lnTo>
                  <a:pt x="206833" y="30500"/>
                </a:lnTo>
                <a:lnTo>
                  <a:pt x="194064" y="36426"/>
                </a:lnTo>
                <a:lnTo>
                  <a:pt x="194063" y="38368"/>
                </a:lnTo>
                <a:lnTo>
                  <a:pt x="127063" y="67198"/>
                </a:lnTo>
                <a:lnTo>
                  <a:pt x="93232" y="82651"/>
                </a:lnTo>
                <a:lnTo>
                  <a:pt x="88374" y="84908"/>
                </a:lnTo>
                <a:lnTo>
                  <a:pt x="63928" y="96094"/>
                </a:lnTo>
                <a:lnTo>
                  <a:pt x="23586" y="114559"/>
                </a:lnTo>
                <a:lnTo>
                  <a:pt x="21599" y="116002"/>
                </a:lnTo>
                <a:lnTo>
                  <a:pt x="19416" y="117925"/>
                </a:lnTo>
                <a:lnTo>
                  <a:pt x="18020" y="120116"/>
                </a:lnTo>
                <a:lnTo>
                  <a:pt x="16845" y="123012"/>
                </a:lnTo>
                <a:lnTo>
                  <a:pt x="0" y="82899"/>
                </a:lnTo>
                <a:lnTo>
                  <a:pt x="4667" y="8576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89B66B7B-FD6C-415D-9260-19904C39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679" y="4221835"/>
            <a:ext cx="218462" cy="390966"/>
          </a:xfrm>
          <a:custGeom xmlns:a="http://schemas.openxmlformats.org/drawingml/2006/main">
            <a:pathLst>
              <a:path w="218462" h="390966">
                <a:moveTo>
                  <a:pt x="218462" y="375564"/>
                </a:moveTo>
                <a:lnTo>
                  <a:pt x="217971" y="378418"/>
                </a:lnTo>
                <a:lnTo>
                  <a:pt x="175675" y="390966"/>
                </a:lnTo>
                <a:lnTo>
                  <a:pt x="161723" y="358101"/>
                </a:lnTo>
                <a:lnTo>
                  <a:pt x="158460" y="357272"/>
                </a:lnTo>
                <a:lnTo>
                  <a:pt x="113154" y="378377"/>
                </a:lnTo>
                <a:lnTo>
                  <a:pt x="111090" y="373980"/>
                </a:lnTo>
                <a:lnTo>
                  <a:pt x="109865" y="371452"/>
                </a:lnTo>
                <a:lnTo>
                  <a:pt x="107875" y="366715"/>
                </a:lnTo>
                <a:lnTo>
                  <a:pt x="108424" y="366455"/>
                </a:lnTo>
                <a:lnTo>
                  <a:pt x="144949" y="348744"/>
                </a:lnTo>
                <a:lnTo>
                  <a:pt x="148109" y="347448"/>
                </a:lnTo>
                <a:lnTo>
                  <a:pt x="153699" y="341417"/>
                </a:lnTo>
                <a:lnTo>
                  <a:pt x="109635" y="244551"/>
                </a:lnTo>
                <a:lnTo>
                  <a:pt x="34130" y="78555"/>
                </a:lnTo>
                <a:lnTo>
                  <a:pt x="24977" y="56262"/>
                </a:lnTo>
                <a:lnTo>
                  <a:pt x="22361" y="51973"/>
                </a:lnTo>
                <a:lnTo>
                  <a:pt x="21814" y="50716"/>
                </a:lnTo>
                <a:lnTo>
                  <a:pt x="18876" y="43909"/>
                </a:lnTo>
                <a:lnTo>
                  <a:pt x="18279" y="42535"/>
                </a:lnTo>
                <a:lnTo>
                  <a:pt x="12660" y="30365"/>
                </a:lnTo>
                <a:lnTo>
                  <a:pt x="9828" y="26565"/>
                </a:lnTo>
                <a:lnTo>
                  <a:pt x="5778" y="24222"/>
                </a:lnTo>
                <a:lnTo>
                  <a:pt x="0" y="23103"/>
                </a:lnTo>
                <a:lnTo>
                  <a:pt x="56466" y="0"/>
                </a:lnTo>
                <a:lnTo>
                  <a:pt x="54584" y="4840"/>
                </a:lnTo>
                <a:lnTo>
                  <a:pt x="54037" y="9093"/>
                </a:lnTo>
                <a:lnTo>
                  <a:pt x="55363" y="12704"/>
                </a:lnTo>
                <a:lnTo>
                  <a:pt x="56055" y="14296"/>
                </a:lnTo>
                <a:lnTo>
                  <a:pt x="60208" y="23894"/>
                </a:lnTo>
                <a:lnTo>
                  <a:pt x="60684" y="24984"/>
                </a:lnTo>
                <a:lnTo>
                  <a:pt x="64317" y="33365"/>
                </a:lnTo>
                <a:lnTo>
                  <a:pt x="152102" y="226522"/>
                </a:lnTo>
                <a:lnTo>
                  <a:pt x="160022" y="243981"/>
                </a:lnTo>
                <a:lnTo>
                  <a:pt x="160380" y="244776"/>
                </a:lnTo>
                <a:lnTo>
                  <a:pt x="201142" y="334404"/>
                </a:lnTo>
                <a:lnTo>
                  <a:pt x="201617" y="335451"/>
                </a:lnTo>
                <a:lnTo>
                  <a:pt x="218462" y="37556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023ACE3B-E0C5-48A3-AC9A-5534FA04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530" y="3312949"/>
            <a:ext cx="45820" cy="36828"/>
          </a:xfrm>
          <a:custGeom xmlns:a="http://schemas.openxmlformats.org/drawingml/2006/main">
            <a:pathLst>
              <a:path w="45820" h="36828">
                <a:moveTo>
                  <a:pt x="9219" y="108"/>
                </a:moveTo>
                <a:lnTo>
                  <a:pt x="10083" y="0"/>
                </a:lnTo>
                <a:lnTo>
                  <a:pt x="15335" y="5150"/>
                </a:lnTo>
                <a:lnTo>
                  <a:pt x="15477" y="6003"/>
                </a:lnTo>
                <a:lnTo>
                  <a:pt x="15662" y="6727"/>
                </a:lnTo>
                <a:lnTo>
                  <a:pt x="16818" y="7815"/>
                </a:lnTo>
                <a:lnTo>
                  <a:pt x="17652" y="8514"/>
                </a:lnTo>
                <a:lnTo>
                  <a:pt x="18721" y="9265"/>
                </a:lnTo>
                <a:lnTo>
                  <a:pt x="20087" y="10839"/>
                </a:lnTo>
                <a:lnTo>
                  <a:pt x="20654" y="11104"/>
                </a:lnTo>
                <a:lnTo>
                  <a:pt x="21397" y="11678"/>
                </a:lnTo>
                <a:lnTo>
                  <a:pt x="21667" y="12264"/>
                </a:lnTo>
                <a:lnTo>
                  <a:pt x="22713" y="13152"/>
                </a:lnTo>
                <a:lnTo>
                  <a:pt x="28975" y="19191"/>
                </a:lnTo>
                <a:lnTo>
                  <a:pt x="29830" y="19320"/>
                </a:lnTo>
                <a:lnTo>
                  <a:pt x="30532" y="19166"/>
                </a:lnTo>
                <a:lnTo>
                  <a:pt x="31248" y="18579"/>
                </a:lnTo>
                <a:lnTo>
                  <a:pt x="31893" y="17654"/>
                </a:lnTo>
                <a:lnTo>
                  <a:pt x="32340" y="16498"/>
                </a:lnTo>
                <a:lnTo>
                  <a:pt x="32194" y="15518"/>
                </a:lnTo>
                <a:lnTo>
                  <a:pt x="32007" y="14735"/>
                </a:lnTo>
                <a:lnTo>
                  <a:pt x="36950" y="14739"/>
                </a:lnTo>
                <a:lnTo>
                  <a:pt x="37214" y="16080"/>
                </a:lnTo>
                <a:lnTo>
                  <a:pt x="38101" y="17582"/>
                </a:lnTo>
                <a:lnTo>
                  <a:pt x="38911" y="17967"/>
                </a:lnTo>
                <a:lnTo>
                  <a:pt x="40569" y="17660"/>
                </a:lnTo>
                <a:lnTo>
                  <a:pt x="42552" y="17667"/>
                </a:lnTo>
                <a:lnTo>
                  <a:pt x="42759" y="15109"/>
                </a:lnTo>
                <a:lnTo>
                  <a:pt x="45820" y="18893"/>
                </a:lnTo>
                <a:lnTo>
                  <a:pt x="27914" y="36828"/>
                </a:lnTo>
                <a:lnTo>
                  <a:pt x="0" y="9502"/>
                </a:lnTo>
                <a:lnTo>
                  <a:pt x="9219" y="10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199389A2-EDAA-42DB-9E82-FC34B2E6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645" y="3331842"/>
            <a:ext cx="117959" cy="113307"/>
          </a:xfrm>
          <a:custGeom xmlns:a="http://schemas.openxmlformats.org/drawingml/2006/main">
            <a:pathLst>
              <a:path w="117959" h="113307">
                <a:moveTo>
                  <a:pt x="117152" y="11873"/>
                </a:moveTo>
                <a:lnTo>
                  <a:pt x="112346" y="17563"/>
                </a:lnTo>
                <a:lnTo>
                  <a:pt x="109775" y="21031"/>
                </a:lnTo>
                <a:lnTo>
                  <a:pt x="102407" y="28782"/>
                </a:lnTo>
                <a:lnTo>
                  <a:pt x="93753" y="37779"/>
                </a:lnTo>
                <a:lnTo>
                  <a:pt x="63538" y="67199"/>
                </a:lnTo>
                <a:lnTo>
                  <a:pt x="38351" y="91526"/>
                </a:lnTo>
                <a:lnTo>
                  <a:pt x="21128" y="108221"/>
                </a:lnTo>
                <a:lnTo>
                  <a:pt x="17838" y="111377"/>
                </a:lnTo>
                <a:lnTo>
                  <a:pt x="16260" y="112361"/>
                </a:lnTo>
                <a:lnTo>
                  <a:pt x="14082" y="112885"/>
                </a:lnTo>
                <a:lnTo>
                  <a:pt x="12000" y="113254"/>
                </a:lnTo>
                <a:lnTo>
                  <a:pt x="10002" y="113307"/>
                </a:lnTo>
                <a:lnTo>
                  <a:pt x="8018" y="112665"/>
                </a:lnTo>
                <a:lnTo>
                  <a:pt x="6476" y="111697"/>
                </a:lnTo>
                <a:lnTo>
                  <a:pt x="2271" y="108028"/>
                </a:lnTo>
                <a:lnTo>
                  <a:pt x="1199" y="107540"/>
                </a:lnTo>
                <a:lnTo>
                  <a:pt x="0" y="107758"/>
                </a:lnTo>
                <a:lnTo>
                  <a:pt x="3775" y="97441"/>
                </a:lnTo>
                <a:lnTo>
                  <a:pt x="22141" y="79809"/>
                </a:lnTo>
                <a:lnTo>
                  <a:pt x="39284" y="63243"/>
                </a:lnTo>
                <a:lnTo>
                  <a:pt x="39703" y="62579"/>
                </a:lnTo>
                <a:lnTo>
                  <a:pt x="40063" y="61679"/>
                </a:lnTo>
                <a:lnTo>
                  <a:pt x="40079" y="60543"/>
                </a:lnTo>
                <a:lnTo>
                  <a:pt x="41700" y="59007"/>
                </a:lnTo>
                <a:lnTo>
                  <a:pt x="42332" y="59177"/>
                </a:lnTo>
                <a:lnTo>
                  <a:pt x="43193" y="58925"/>
                </a:lnTo>
                <a:lnTo>
                  <a:pt x="43827" y="58577"/>
                </a:lnTo>
                <a:lnTo>
                  <a:pt x="44472" y="58043"/>
                </a:lnTo>
                <a:lnTo>
                  <a:pt x="46964" y="58791"/>
                </a:lnTo>
                <a:lnTo>
                  <a:pt x="49090" y="58903"/>
                </a:lnTo>
                <a:lnTo>
                  <a:pt x="50269" y="58719"/>
                </a:lnTo>
                <a:lnTo>
                  <a:pt x="51832" y="57567"/>
                </a:lnTo>
                <a:lnTo>
                  <a:pt x="90799" y="17935"/>
                </a:lnTo>
                <a:lnTo>
                  <a:pt x="108705" y="0"/>
                </a:lnTo>
                <a:lnTo>
                  <a:pt x="117959" y="11376"/>
                </a:lnTo>
                <a:lnTo>
                  <a:pt x="117152" y="1187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CD83A04A-88C5-4876-B182-119C0A97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613" y="3302043"/>
            <a:ext cx="30217" cy="25644"/>
          </a:xfrm>
          <a:custGeom xmlns:a="http://schemas.openxmlformats.org/drawingml/2006/main">
            <a:pathLst>
              <a:path w="30217" h="25644">
                <a:moveTo>
                  <a:pt x="30217" y="22986"/>
                </a:moveTo>
                <a:lnTo>
                  <a:pt x="30123" y="22954"/>
                </a:lnTo>
                <a:lnTo>
                  <a:pt x="28571" y="23538"/>
                </a:lnTo>
                <a:lnTo>
                  <a:pt x="27427" y="24468"/>
                </a:lnTo>
                <a:lnTo>
                  <a:pt x="26867" y="25644"/>
                </a:lnTo>
                <a:lnTo>
                  <a:pt x="21924" y="25640"/>
                </a:lnTo>
                <a:lnTo>
                  <a:pt x="21151" y="25271"/>
                </a:lnTo>
                <a:lnTo>
                  <a:pt x="20665" y="24979"/>
                </a:lnTo>
                <a:lnTo>
                  <a:pt x="20057" y="23766"/>
                </a:lnTo>
                <a:lnTo>
                  <a:pt x="19423" y="22384"/>
                </a:lnTo>
                <a:lnTo>
                  <a:pt x="18931" y="21659"/>
                </a:lnTo>
                <a:lnTo>
                  <a:pt x="18237" y="21144"/>
                </a:lnTo>
                <a:lnTo>
                  <a:pt x="18034" y="20946"/>
                </a:lnTo>
                <a:lnTo>
                  <a:pt x="17433" y="20580"/>
                </a:lnTo>
                <a:lnTo>
                  <a:pt x="17017" y="20371"/>
                </a:lnTo>
                <a:lnTo>
                  <a:pt x="16731" y="19768"/>
                </a:lnTo>
                <a:lnTo>
                  <a:pt x="16565" y="19009"/>
                </a:lnTo>
                <a:lnTo>
                  <a:pt x="15775" y="18564"/>
                </a:lnTo>
                <a:lnTo>
                  <a:pt x="15447" y="18353"/>
                </a:lnTo>
                <a:lnTo>
                  <a:pt x="14712" y="17075"/>
                </a:lnTo>
                <a:lnTo>
                  <a:pt x="13943" y="16638"/>
                </a:lnTo>
                <a:lnTo>
                  <a:pt x="13373" y="16127"/>
                </a:lnTo>
                <a:lnTo>
                  <a:pt x="12999" y="15518"/>
                </a:lnTo>
                <a:lnTo>
                  <a:pt x="12103" y="15034"/>
                </a:lnTo>
                <a:lnTo>
                  <a:pt x="10582" y="13650"/>
                </a:lnTo>
                <a:lnTo>
                  <a:pt x="9629" y="12989"/>
                </a:lnTo>
                <a:lnTo>
                  <a:pt x="8607" y="12821"/>
                </a:lnTo>
                <a:lnTo>
                  <a:pt x="6656" y="14602"/>
                </a:lnTo>
                <a:lnTo>
                  <a:pt x="6164" y="15039"/>
                </a:lnTo>
                <a:lnTo>
                  <a:pt x="5251" y="16056"/>
                </a:lnTo>
                <a:lnTo>
                  <a:pt x="0" y="10906"/>
                </a:lnTo>
                <a:lnTo>
                  <a:pt x="5797" y="5367"/>
                </a:lnTo>
                <a:lnTo>
                  <a:pt x="11536" y="0"/>
                </a:lnTo>
                <a:lnTo>
                  <a:pt x="30217" y="2298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6C12CB19-F954-420B-9E86-42541706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598" y="2285166"/>
            <a:ext cx="325069" cy="159054"/>
          </a:xfrm>
          <a:custGeom xmlns:a="http://schemas.openxmlformats.org/drawingml/2006/main">
            <a:pathLst>
              <a:path w="325069" h="159054">
                <a:moveTo>
                  <a:pt x="124591" y="149725"/>
                </a:moveTo>
                <a:lnTo>
                  <a:pt x="121315" y="150668"/>
                </a:lnTo>
                <a:lnTo>
                  <a:pt x="116711" y="152028"/>
                </a:lnTo>
                <a:lnTo>
                  <a:pt x="108708" y="153224"/>
                </a:lnTo>
                <a:lnTo>
                  <a:pt x="98095" y="154099"/>
                </a:lnTo>
                <a:lnTo>
                  <a:pt x="86366" y="153554"/>
                </a:lnTo>
                <a:lnTo>
                  <a:pt x="72810" y="151285"/>
                </a:lnTo>
                <a:lnTo>
                  <a:pt x="63802" y="148464"/>
                </a:lnTo>
                <a:lnTo>
                  <a:pt x="56642" y="146220"/>
                </a:lnTo>
                <a:lnTo>
                  <a:pt x="45351" y="144197"/>
                </a:lnTo>
                <a:lnTo>
                  <a:pt x="39744" y="144346"/>
                </a:lnTo>
                <a:lnTo>
                  <a:pt x="36804" y="145449"/>
                </a:lnTo>
                <a:lnTo>
                  <a:pt x="26307" y="150492"/>
                </a:lnTo>
                <a:lnTo>
                  <a:pt x="15201" y="155831"/>
                </a:lnTo>
                <a:lnTo>
                  <a:pt x="11466" y="157287"/>
                </a:lnTo>
                <a:lnTo>
                  <a:pt x="8830" y="158306"/>
                </a:lnTo>
                <a:lnTo>
                  <a:pt x="5585" y="159054"/>
                </a:lnTo>
                <a:lnTo>
                  <a:pt x="2539" y="158677"/>
                </a:lnTo>
                <a:lnTo>
                  <a:pt x="311" y="157065"/>
                </a:lnTo>
                <a:lnTo>
                  <a:pt x="0" y="155717"/>
                </a:lnTo>
                <a:lnTo>
                  <a:pt x="2373" y="151848"/>
                </a:lnTo>
                <a:lnTo>
                  <a:pt x="8131" y="152093"/>
                </a:lnTo>
                <a:lnTo>
                  <a:pt x="14926" y="150735"/>
                </a:lnTo>
                <a:lnTo>
                  <a:pt x="23536" y="144648"/>
                </a:lnTo>
                <a:lnTo>
                  <a:pt x="31733" y="138615"/>
                </a:lnTo>
                <a:lnTo>
                  <a:pt x="42052" y="132932"/>
                </a:lnTo>
                <a:lnTo>
                  <a:pt x="49288" y="130002"/>
                </a:lnTo>
                <a:lnTo>
                  <a:pt x="60543" y="127329"/>
                </a:lnTo>
                <a:lnTo>
                  <a:pt x="72582" y="125874"/>
                </a:lnTo>
                <a:lnTo>
                  <a:pt x="85252" y="126445"/>
                </a:lnTo>
                <a:lnTo>
                  <a:pt x="93488" y="127566"/>
                </a:lnTo>
                <a:lnTo>
                  <a:pt x="97382" y="128590"/>
                </a:lnTo>
                <a:lnTo>
                  <a:pt x="98987" y="130989"/>
                </a:lnTo>
                <a:lnTo>
                  <a:pt x="99902" y="134178"/>
                </a:lnTo>
                <a:lnTo>
                  <a:pt x="101456" y="139504"/>
                </a:lnTo>
                <a:lnTo>
                  <a:pt x="103425" y="142733"/>
                </a:lnTo>
                <a:lnTo>
                  <a:pt x="105551" y="145389"/>
                </a:lnTo>
                <a:lnTo>
                  <a:pt x="108203" y="147116"/>
                </a:lnTo>
                <a:lnTo>
                  <a:pt x="111115" y="147336"/>
                </a:lnTo>
                <a:lnTo>
                  <a:pt x="115901" y="145971"/>
                </a:lnTo>
                <a:lnTo>
                  <a:pt x="126228" y="142170"/>
                </a:lnTo>
                <a:lnTo>
                  <a:pt x="127986" y="140139"/>
                </a:lnTo>
                <a:lnTo>
                  <a:pt x="134780" y="138187"/>
                </a:lnTo>
                <a:lnTo>
                  <a:pt x="140152" y="134823"/>
                </a:lnTo>
                <a:lnTo>
                  <a:pt x="144349" y="130659"/>
                </a:lnTo>
                <a:lnTo>
                  <a:pt x="146127" y="127051"/>
                </a:lnTo>
                <a:lnTo>
                  <a:pt x="147101" y="122481"/>
                </a:lnTo>
                <a:lnTo>
                  <a:pt x="148091" y="114807"/>
                </a:lnTo>
                <a:lnTo>
                  <a:pt x="150635" y="108779"/>
                </a:lnTo>
                <a:lnTo>
                  <a:pt x="154874" y="104021"/>
                </a:lnTo>
                <a:lnTo>
                  <a:pt x="158523" y="101669"/>
                </a:lnTo>
                <a:lnTo>
                  <a:pt x="162315" y="99822"/>
                </a:lnTo>
                <a:lnTo>
                  <a:pt x="165400" y="99095"/>
                </a:lnTo>
                <a:lnTo>
                  <a:pt x="168258" y="98646"/>
                </a:lnTo>
                <a:lnTo>
                  <a:pt x="174698" y="98196"/>
                </a:lnTo>
                <a:lnTo>
                  <a:pt x="181208" y="98650"/>
                </a:lnTo>
                <a:lnTo>
                  <a:pt x="196080" y="101595"/>
                </a:lnTo>
                <a:lnTo>
                  <a:pt x="207814" y="103310"/>
                </a:lnTo>
                <a:lnTo>
                  <a:pt x="217768" y="103834"/>
                </a:lnTo>
                <a:lnTo>
                  <a:pt x="226890" y="103736"/>
                </a:lnTo>
                <a:lnTo>
                  <a:pt x="236356" y="102670"/>
                </a:lnTo>
                <a:lnTo>
                  <a:pt x="236597" y="103156"/>
                </a:lnTo>
                <a:lnTo>
                  <a:pt x="243853" y="101598"/>
                </a:lnTo>
                <a:lnTo>
                  <a:pt x="250507" y="99242"/>
                </a:lnTo>
                <a:lnTo>
                  <a:pt x="256921" y="95672"/>
                </a:lnTo>
                <a:lnTo>
                  <a:pt x="262074" y="92093"/>
                </a:lnTo>
                <a:lnTo>
                  <a:pt x="266657" y="88207"/>
                </a:lnTo>
                <a:lnTo>
                  <a:pt x="266492" y="87830"/>
                </a:lnTo>
                <a:lnTo>
                  <a:pt x="269564" y="84899"/>
                </a:lnTo>
                <a:lnTo>
                  <a:pt x="273514" y="80004"/>
                </a:lnTo>
                <a:lnTo>
                  <a:pt x="277037" y="74078"/>
                </a:lnTo>
                <a:lnTo>
                  <a:pt x="281068" y="64271"/>
                </a:lnTo>
                <a:lnTo>
                  <a:pt x="283302" y="56124"/>
                </a:lnTo>
                <a:lnTo>
                  <a:pt x="284809" y="48004"/>
                </a:lnTo>
                <a:lnTo>
                  <a:pt x="285891" y="43033"/>
                </a:lnTo>
                <a:lnTo>
                  <a:pt x="287199" y="36758"/>
                </a:lnTo>
                <a:lnTo>
                  <a:pt x="287239" y="34163"/>
                </a:lnTo>
                <a:lnTo>
                  <a:pt x="286852" y="30358"/>
                </a:lnTo>
                <a:lnTo>
                  <a:pt x="288540" y="24522"/>
                </a:lnTo>
                <a:lnTo>
                  <a:pt x="292588" y="18065"/>
                </a:lnTo>
                <a:lnTo>
                  <a:pt x="297590" y="12353"/>
                </a:lnTo>
                <a:lnTo>
                  <a:pt x="301329" y="9515"/>
                </a:lnTo>
                <a:lnTo>
                  <a:pt x="323743" y="0"/>
                </a:lnTo>
                <a:lnTo>
                  <a:pt x="325069" y="2059"/>
                </a:lnTo>
                <a:lnTo>
                  <a:pt x="319731" y="4905"/>
                </a:lnTo>
                <a:lnTo>
                  <a:pt x="315723" y="6826"/>
                </a:lnTo>
                <a:lnTo>
                  <a:pt x="308186" y="10893"/>
                </a:lnTo>
                <a:lnTo>
                  <a:pt x="299766" y="15144"/>
                </a:lnTo>
                <a:lnTo>
                  <a:pt x="297694" y="18989"/>
                </a:lnTo>
                <a:lnTo>
                  <a:pt x="295677" y="27664"/>
                </a:lnTo>
                <a:lnTo>
                  <a:pt x="295778" y="33622"/>
                </a:lnTo>
                <a:lnTo>
                  <a:pt x="294883" y="37240"/>
                </a:lnTo>
                <a:lnTo>
                  <a:pt x="297106" y="41590"/>
                </a:lnTo>
                <a:lnTo>
                  <a:pt x="300590" y="46703"/>
                </a:lnTo>
                <a:lnTo>
                  <a:pt x="304970" y="52343"/>
                </a:lnTo>
                <a:lnTo>
                  <a:pt x="306629" y="55190"/>
                </a:lnTo>
                <a:lnTo>
                  <a:pt x="308993" y="59782"/>
                </a:lnTo>
                <a:lnTo>
                  <a:pt x="310048" y="62738"/>
                </a:lnTo>
                <a:lnTo>
                  <a:pt x="311210" y="67997"/>
                </a:lnTo>
                <a:lnTo>
                  <a:pt x="311618" y="74370"/>
                </a:lnTo>
                <a:lnTo>
                  <a:pt x="311566" y="81960"/>
                </a:lnTo>
                <a:lnTo>
                  <a:pt x="310323" y="87538"/>
                </a:lnTo>
                <a:lnTo>
                  <a:pt x="309344" y="92099"/>
                </a:lnTo>
                <a:lnTo>
                  <a:pt x="307082" y="98569"/>
                </a:lnTo>
                <a:lnTo>
                  <a:pt x="302821" y="105448"/>
                </a:lnTo>
                <a:lnTo>
                  <a:pt x="299493" y="110488"/>
                </a:lnTo>
                <a:lnTo>
                  <a:pt x="289958" y="120220"/>
                </a:lnTo>
                <a:lnTo>
                  <a:pt x="282105" y="126109"/>
                </a:lnTo>
                <a:lnTo>
                  <a:pt x="272211" y="132137"/>
                </a:lnTo>
                <a:lnTo>
                  <a:pt x="263210" y="136403"/>
                </a:lnTo>
                <a:lnTo>
                  <a:pt x="252295" y="139559"/>
                </a:lnTo>
                <a:lnTo>
                  <a:pt x="243028" y="141645"/>
                </a:lnTo>
                <a:lnTo>
                  <a:pt x="233713" y="143291"/>
                </a:lnTo>
                <a:lnTo>
                  <a:pt x="224562" y="144052"/>
                </a:lnTo>
                <a:lnTo>
                  <a:pt x="213631" y="143308"/>
                </a:lnTo>
                <a:lnTo>
                  <a:pt x="201941" y="141117"/>
                </a:lnTo>
                <a:lnTo>
                  <a:pt x="196718" y="139510"/>
                </a:lnTo>
                <a:lnTo>
                  <a:pt x="194171" y="137992"/>
                </a:lnTo>
                <a:lnTo>
                  <a:pt x="192069" y="135470"/>
                </a:lnTo>
                <a:lnTo>
                  <a:pt x="191250" y="130422"/>
                </a:lnTo>
                <a:lnTo>
                  <a:pt x="195015" y="120725"/>
                </a:lnTo>
                <a:lnTo>
                  <a:pt x="195423" y="117704"/>
                </a:lnTo>
                <a:lnTo>
                  <a:pt x="194538" y="115668"/>
                </a:lnTo>
                <a:lnTo>
                  <a:pt x="192342" y="113301"/>
                </a:lnTo>
                <a:lnTo>
                  <a:pt x="188320" y="111585"/>
                </a:lnTo>
                <a:lnTo>
                  <a:pt x="182074" y="110725"/>
                </a:lnTo>
                <a:lnTo>
                  <a:pt x="174775" y="111843"/>
                </a:lnTo>
                <a:lnTo>
                  <a:pt x="168857" y="114374"/>
                </a:lnTo>
                <a:lnTo>
                  <a:pt x="163749" y="117876"/>
                </a:lnTo>
                <a:lnTo>
                  <a:pt x="160710" y="120907"/>
                </a:lnTo>
                <a:lnTo>
                  <a:pt x="157985" y="124803"/>
                </a:lnTo>
                <a:lnTo>
                  <a:pt x="150997" y="135705"/>
                </a:lnTo>
                <a:lnTo>
                  <a:pt x="146545" y="140045"/>
                </a:lnTo>
                <a:lnTo>
                  <a:pt x="142291" y="143252"/>
                </a:lnTo>
                <a:lnTo>
                  <a:pt x="139753" y="144625"/>
                </a:lnTo>
                <a:lnTo>
                  <a:pt x="136464" y="145306"/>
                </a:lnTo>
                <a:lnTo>
                  <a:pt x="133651" y="146076"/>
                </a:lnTo>
                <a:lnTo>
                  <a:pt x="128539" y="147687"/>
                </a:lnTo>
                <a:lnTo>
                  <a:pt x="124591" y="14972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88C6FE72-7AF8-4509-87F2-8E9D7965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8922" y="3001615"/>
            <a:ext cx="237075" cy="133579"/>
          </a:xfrm>
          <a:custGeom xmlns:a="http://schemas.openxmlformats.org/drawingml/2006/main">
            <a:pathLst>
              <a:path w="237075" h="133579">
                <a:moveTo>
                  <a:pt x="221087" y="133579"/>
                </a:moveTo>
                <a:lnTo>
                  <a:pt x="166425" y="80313"/>
                </a:lnTo>
                <a:lnTo>
                  <a:pt x="162550" y="76542"/>
                </a:lnTo>
                <a:lnTo>
                  <a:pt x="128955" y="42093"/>
                </a:lnTo>
                <a:lnTo>
                  <a:pt x="122170" y="35500"/>
                </a:lnTo>
                <a:lnTo>
                  <a:pt x="115717" y="29492"/>
                </a:lnTo>
                <a:lnTo>
                  <a:pt x="113374" y="27486"/>
                </a:lnTo>
                <a:lnTo>
                  <a:pt x="108768" y="23158"/>
                </a:lnTo>
                <a:lnTo>
                  <a:pt x="107117" y="22168"/>
                </a:lnTo>
                <a:lnTo>
                  <a:pt x="15234" y="117565"/>
                </a:lnTo>
                <a:lnTo>
                  <a:pt x="0" y="101540"/>
                </a:lnTo>
                <a:lnTo>
                  <a:pt x="5165" y="95298"/>
                </a:lnTo>
                <a:lnTo>
                  <a:pt x="7819" y="92218"/>
                </a:lnTo>
                <a:lnTo>
                  <a:pt x="10437" y="88943"/>
                </a:lnTo>
                <a:lnTo>
                  <a:pt x="23265" y="71043"/>
                </a:lnTo>
                <a:lnTo>
                  <a:pt x="26630" y="64645"/>
                </a:lnTo>
                <a:lnTo>
                  <a:pt x="31037" y="58381"/>
                </a:lnTo>
                <a:lnTo>
                  <a:pt x="47418" y="34129"/>
                </a:lnTo>
                <a:lnTo>
                  <a:pt x="54241" y="24062"/>
                </a:lnTo>
                <a:lnTo>
                  <a:pt x="55998" y="21624"/>
                </a:lnTo>
                <a:lnTo>
                  <a:pt x="57522" y="19388"/>
                </a:lnTo>
                <a:lnTo>
                  <a:pt x="58734" y="18711"/>
                </a:lnTo>
                <a:lnTo>
                  <a:pt x="60091" y="18412"/>
                </a:lnTo>
                <a:lnTo>
                  <a:pt x="61558" y="18534"/>
                </a:lnTo>
                <a:lnTo>
                  <a:pt x="62918" y="19108"/>
                </a:lnTo>
                <a:lnTo>
                  <a:pt x="65570" y="21021"/>
                </a:lnTo>
                <a:lnTo>
                  <a:pt x="67188" y="22690"/>
                </a:lnTo>
                <a:lnTo>
                  <a:pt x="72078" y="27757"/>
                </a:lnTo>
                <a:lnTo>
                  <a:pt x="76803" y="32252"/>
                </a:lnTo>
                <a:lnTo>
                  <a:pt x="81581" y="36779"/>
                </a:lnTo>
                <a:lnTo>
                  <a:pt x="82089" y="37138"/>
                </a:lnTo>
                <a:lnTo>
                  <a:pt x="82653" y="37284"/>
                </a:lnTo>
                <a:lnTo>
                  <a:pt x="83312" y="37267"/>
                </a:lnTo>
                <a:lnTo>
                  <a:pt x="84050" y="36916"/>
                </a:lnTo>
                <a:lnTo>
                  <a:pt x="85412" y="35608"/>
                </a:lnTo>
                <a:lnTo>
                  <a:pt x="96790" y="24062"/>
                </a:lnTo>
                <a:lnTo>
                  <a:pt x="114751" y="5728"/>
                </a:lnTo>
                <a:lnTo>
                  <a:pt x="114904" y="5436"/>
                </a:lnTo>
                <a:lnTo>
                  <a:pt x="114970" y="5197"/>
                </a:lnTo>
                <a:lnTo>
                  <a:pt x="114969" y="4976"/>
                </a:lnTo>
                <a:lnTo>
                  <a:pt x="114913" y="4791"/>
                </a:lnTo>
                <a:lnTo>
                  <a:pt x="113561" y="3564"/>
                </a:lnTo>
                <a:lnTo>
                  <a:pt x="113192" y="3133"/>
                </a:lnTo>
                <a:lnTo>
                  <a:pt x="113109" y="2584"/>
                </a:lnTo>
                <a:lnTo>
                  <a:pt x="113272" y="2071"/>
                </a:lnTo>
                <a:lnTo>
                  <a:pt x="113809" y="1387"/>
                </a:lnTo>
                <a:lnTo>
                  <a:pt x="115268" y="0"/>
                </a:lnTo>
                <a:lnTo>
                  <a:pt x="117522" y="2187"/>
                </a:lnTo>
                <a:lnTo>
                  <a:pt x="125409" y="9835"/>
                </a:lnTo>
                <a:lnTo>
                  <a:pt x="126997" y="11361"/>
                </a:lnTo>
                <a:lnTo>
                  <a:pt x="132283" y="16451"/>
                </a:lnTo>
                <a:lnTo>
                  <a:pt x="145833" y="29493"/>
                </a:lnTo>
                <a:lnTo>
                  <a:pt x="159671" y="42816"/>
                </a:lnTo>
                <a:lnTo>
                  <a:pt x="187592" y="69684"/>
                </a:lnTo>
                <a:lnTo>
                  <a:pt x="195580" y="77372"/>
                </a:lnTo>
                <a:lnTo>
                  <a:pt x="208485" y="89787"/>
                </a:lnTo>
                <a:lnTo>
                  <a:pt x="218130" y="99067"/>
                </a:lnTo>
                <a:lnTo>
                  <a:pt x="226251" y="106887"/>
                </a:lnTo>
                <a:lnTo>
                  <a:pt x="237075" y="117382"/>
                </a:lnTo>
                <a:lnTo>
                  <a:pt x="221087" y="13357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D13E3160-ADD8-49A2-A457-393554E4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7541" y="1984046"/>
            <a:ext cx="797279" cy="199606"/>
          </a:xfrm>
          <a:custGeom xmlns:a="http://schemas.openxmlformats.org/drawingml/2006/main">
            <a:pathLst>
              <a:path w="797279" h="199606">
                <a:moveTo>
                  <a:pt x="764921" y="109293"/>
                </a:moveTo>
                <a:lnTo>
                  <a:pt x="756922" y="111995"/>
                </a:lnTo>
                <a:lnTo>
                  <a:pt x="632269" y="154133"/>
                </a:lnTo>
                <a:lnTo>
                  <a:pt x="602034" y="164490"/>
                </a:lnTo>
                <a:lnTo>
                  <a:pt x="507307" y="197860"/>
                </a:lnTo>
                <a:lnTo>
                  <a:pt x="492447" y="199606"/>
                </a:lnTo>
                <a:lnTo>
                  <a:pt x="316276" y="167561"/>
                </a:lnTo>
                <a:lnTo>
                  <a:pt x="291905" y="162621"/>
                </a:lnTo>
                <a:lnTo>
                  <a:pt x="156275" y="136053"/>
                </a:lnTo>
                <a:lnTo>
                  <a:pt x="146909" y="130990"/>
                </a:lnTo>
                <a:lnTo>
                  <a:pt x="0" y="0"/>
                </a:lnTo>
                <a:lnTo>
                  <a:pt x="797279" y="98353"/>
                </a:lnTo>
                <a:lnTo>
                  <a:pt x="764921" y="10929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2A6B328B-190E-4A6E-8E11-0A39CDFA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6119" y="1907374"/>
            <a:ext cx="225698" cy="525720"/>
          </a:xfrm>
          <a:custGeom xmlns:a="http://schemas.openxmlformats.org/drawingml/2006/main">
            <a:pathLst>
              <a:path w="225698" h="525720">
                <a:moveTo>
                  <a:pt x="36714" y="862"/>
                </a:moveTo>
                <a:lnTo>
                  <a:pt x="36315" y="1093"/>
                </a:lnTo>
                <a:lnTo>
                  <a:pt x="35935" y="1451"/>
                </a:lnTo>
                <a:lnTo>
                  <a:pt x="35785" y="1845"/>
                </a:lnTo>
                <a:lnTo>
                  <a:pt x="35880" y="2715"/>
                </a:lnTo>
                <a:lnTo>
                  <a:pt x="39276" y="9875"/>
                </a:lnTo>
                <a:lnTo>
                  <a:pt x="42804" y="18557"/>
                </a:lnTo>
                <a:lnTo>
                  <a:pt x="44536" y="18274"/>
                </a:lnTo>
                <a:lnTo>
                  <a:pt x="46064" y="17988"/>
                </a:lnTo>
                <a:lnTo>
                  <a:pt x="47346" y="17971"/>
                </a:lnTo>
                <a:lnTo>
                  <a:pt x="48600" y="18125"/>
                </a:lnTo>
                <a:lnTo>
                  <a:pt x="50231" y="18557"/>
                </a:lnTo>
                <a:lnTo>
                  <a:pt x="51496" y="19108"/>
                </a:lnTo>
                <a:lnTo>
                  <a:pt x="52553" y="19818"/>
                </a:lnTo>
                <a:lnTo>
                  <a:pt x="53477" y="20803"/>
                </a:lnTo>
                <a:lnTo>
                  <a:pt x="54723" y="22406"/>
                </a:lnTo>
                <a:lnTo>
                  <a:pt x="55394" y="23838"/>
                </a:lnTo>
                <a:lnTo>
                  <a:pt x="64925" y="46063"/>
                </a:lnTo>
                <a:lnTo>
                  <a:pt x="65886" y="47462"/>
                </a:lnTo>
                <a:lnTo>
                  <a:pt x="67437" y="48227"/>
                </a:lnTo>
                <a:lnTo>
                  <a:pt x="70030" y="47548"/>
                </a:lnTo>
                <a:lnTo>
                  <a:pt x="72675" y="49869"/>
                </a:lnTo>
                <a:lnTo>
                  <a:pt x="73196" y="50322"/>
                </a:lnTo>
                <a:lnTo>
                  <a:pt x="73387" y="50893"/>
                </a:lnTo>
                <a:lnTo>
                  <a:pt x="76099" y="58910"/>
                </a:lnTo>
                <a:lnTo>
                  <a:pt x="76330" y="59582"/>
                </a:lnTo>
                <a:lnTo>
                  <a:pt x="76133" y="60401"/>
                </a:lnTo>
                <a:lnTo>
                  <a:pt x="75408" y="63422"/>
                </a:lnTo>
                <a:lnTo>
                  <a:pt x="74425" y="63710"/>
                </a:lnTo>
                <a:lnTo>
                  <a:pt x="76548" y="69657"/>
                </a:lnTo>
                <a:lnTo>
                  <a:pt x="105851" y="153149"/>
                </a:lnTo>
                <a:lnTo>
                  <a:pt x="113003" y="174063"/>
                </a:lnTo>
                <a:lnTo>
                  <a:pt x="134613" y="236554"/>
                </a:lnTo>
                <a:lnTo>
                  <a:pt x="132958" y="237174"/>
                </a:lnTo>
                <a:lnTo>
                  <a:pt x="129079" y="238463"/>
                </a:lnTo>
                <a:lnTo>
                  <a:pt x="131506" y="245699"/>
                </a:lnTo>
                <a:lnTo>
                  <a:pt x="135385" y="244385"/>
                </a:lnTo>
                <a:lnTo>
                  <a:pt x="137058" y="243857"/>
                </a:lnTo>
                <a:lnTo>
                  <a:pt x="154913" y="295968"/>
                </a:lnTo>
                <a:lnTo>
                  <a:pt x="161484" y="314930"/>
                </a:lnTo>
                <a:lnTo>
                  <a:pt x="163402" y="320763"/>
                </a:lnTo>
                <a:lnTo>
                  <a:pt x="164791" y="324813"/>
                </a:lnTo>
                <a:lnTo>
                  <a:pt x="166337" y="329325"/>
                </a:lnTo>
                <a:lnTo>
                  <a:pt x="167868" y="334058"/>
                </a:lnTo>
                <a:lnTo>
                  <a:pt x="181527" y="374215"/>
                </a:lnTo>
                <a:lnTo>
                  <a:pt x="181684" y="374669"/>
                </a:lnTo>
                <a:lnTo>
                  <a:pt x="181735" y="374829"/>
                </a:lnTo>
                <a:lnTo>
                  <a:pt x="225698" y="504962"/>
                </a:lnTo>
                <a:lnTo>
                  <a:pt x="166076" y="525522"/>
                </a:lnTo>
                <a:lnTo>
                  <a:pt x="165334" y="525720"/>
                </a:lnTo>
                <a:lnTo>
                  <a:pt x="133328" y="431752"/>
                </a:lnTo>
                <a:lnTo>
                  <a:pt x="128842" y="430700"/>
                </a:lnTo>
                <a:lnTo>
                  <a:pt x="124849" y="418614"/>
                </a:lnTo>
                <a:lnTo>
                  <a:pt x="127199" y="414813"/>
                </a:lnTo>
                <a:lnTo>
                  <a:pt x="114926" y="379164"/>
                </a:lnTo>
                <a:lnTo>
                  <a:pt x="125812" y="375308"/>
                </a:lnTo>
                <a:lnTo>
                  <a:pt x="132581" y="395054"/>
                </a:lnTo>
                <a:lnTo>
                  <a:pt x="134295" y="395704"/>
                </a:lnTo>
                <a:lnTo>
                  <a:pt x="135403" y="394013"/>
                </a:lnTo>
                <a:lnTo>
                  <a:pt x="133784" y="389316"/>
                </a:lnTo>
                <a:lnTo>
                  <a:pt x="133281" y="387753"/>
                </a:lnTo>
                <a:lnTo>
                  <a:pt x="121153" y="351904"/>
                </a:lnTo>
                <a:lnTo>
                  <a:pt x="120654" y="350485"/>
                </a:lnTo>
                <a:lnTo>
                  <a:pt x="119106" y="345905"/>
                </a:lnTo>
                <a:lnTo>
                  <a:pt x="117174" y="345057"/>
                </a:lnTo>
                <a:lnTo>
                  <a:pt x="116247" y="346913"/>
                </a:lnTo>
                <a:lnTo>
                  <a:pt x="122362" y="368083"/>
                </a:lnTo>
                <a:lnTo>
                  <a:pt x="112537" y="371435"/>
                </a:lnTo>
                <a:lnTo>
                  <a:pt x="102394" y="339621"/>
                </a:lnTo>
                <a:lnTo>
                  <a:pt x="100604" y="335277"/>
                </a:lnTo>
                <a:lnTo>
                  <a:pt x="96898" y="335468"/>
                </a:lnTo>
                <a:lnTo>
                  <a:pt x="95520" y="334580"/>
                </a:lnTo>
                <a:lnTo>
                  <a:pt x="90625" y="319753"/>
                </a:lnTo>
                <a:lnTo>
                  <a:pt x="90982" y="318345"/>
                </a:lnTo>
                <a:lnTo>
                  <a:pt x="93991" y="316324"/>
                </a:lnTo>
                <a:lnTo>
                  <a:pt x="93476" y="312531"/>
                </a:lnTo>
                <a:lnTo>
                  <a:pt x="76722" y="263782"/>
                </a:lnTo>
                <a:lnTo>
                  <a:pt x="83164" y="261638"/>
                </a:lnTo>
                <a:lnTo>
                  <a:pt x="80792" y="254544"/>
                </a:lnTo>
                <a:lnTo>
                  <a:pt x="74351" y="256689"/>
                </a:lnTo>
                <a:lnTo>
                  <a:pt x="74001" y="255622"/>
                </a:lnTo>
                <a:lnTo>
                  <a:pt x="51756" y="193418"/>
                </a:lnTo>
                <a:lnTo>
                  <a:pt x="49961" y="192075"/>
                </a:lnTo>
                <a:lnTo>
                  <a:pt x="47106" y="192650"/>
                </a:lnTo>
                <a:lnTo>
                  <a:pt x="42031" y="178286"/>
                </a:lnTo>
                <a:lnTo>
                  <a:pt x="42587" y="175940"/>
                </a:lnTo>
                <a:lnTo>
                  <a:pt x="44927" y="173513"/>
                </a:lnTo>
                <a:lnTo>
                  <a:pt x="15034" y="86704"/>
                </a:lnTo>
                <a:lnTo>
                  <a:pt x="14766" y="86177"/>
                </a:lnTo>
                <a:lnTo>
                  <a:pt x="14428" y="85754"/>
                </a:lnTo>
                <a:lnTo>
                  <a:pt x="13978" y="85426"/>
                </a:lnTo>
                <a:lnTo>
                  <a:pt x="13365" y="85188"/>
                </a:lnTo>
                <a:lnTo>
                  <a:pt x="12677" y="85079"/>
                </a:lnTo>
                <a:lnTo>
                  <a:pt x="11839" y="85194"/>
                </a:lnTo>
                <a:lnTo>
                  <a:pt x="10127" y="85816"/>
                </a:lnTo>
                <a:lnTo>
                  <a:pt x="9537" y="84076"/>
                </a:lnTo>
                <a:lnTo>
                  <a:pt x="8440" y="80858"/>
                </a:lnTo>
                <a:lnTo>
                  <a:pt x="8064" y="79757"/>
                </a:lnTo>
                <a:lnTo>
                  <a:pt x="6377" y="74808"/>
                </a:lnTo>
                <a:lnTo>
                  <a:pt x="6033" y="73783"/>
                </a:lnTo>
                <a:lnTo>
                  <a:pt x="4908" y="70489"/>
                </a:lnTo>
                <a:lnTo>
                  <a:pt x="4599" y="69581"/>
                </a:lnTo>
                <a:lnTo>
                  <a:pt x="4558" y="69209"/>
                </a:lnTo>
                <a:lnTo>
                  <a:pt x="4754" y="68763"/>
                </a:lnTo>
                <a:lnTo>
                  <a:pt x="5229" y="68454"/>
                </a:lnTo>
                <a:lnTo>
                  <a:pt x="6302" y="68019"/>
                </a:lnTo>
                <a:lnTo>
                  <a:pt x="7109" y="67515"/>
                </a:lnTo>
                <a:lnTo>
                  <a:pt x="7772" y="66692"/>
                </a:lnTo>
                <a:lnTo>
                  <a:pt x="8013" y="65592"/>
                </a:lnTo>
                <a:lnTo>
                  <a:pt x="7920" y="64611"/>
                </a:lnTo>
                <a:lnTo>
                  <a:pt x="2682" y="49751"/>
                </a:lnTo>
                <a:lnTo>
                  <a:pt x="2129" y="46857"/>
                </a:lnTo>
                <a:lnTo>
                  <a:pt x="2061" y="43680"/>
                </a:lnTo>
                <a:lnTo>
                  <a:pt x="2395" y="41009"/>
                </a:lnTo>
                <a:lnTo>
                  <a:pt x="3357" y="38915"/>
                </a:lnTo>
                <a:lnTo>
                  <a:pt x="4903" y="37111"/>
                </a:lnTo>
                <a:lnTo>
                  <a:pt x="6569" y="35312"/>
                </a:lnTo>
                <a:lnTo>
                  <a:pt x="7670" y="34181"/>
                </a:lnTo>
                <a:lnTo>
                  <a:pt x="8190" y="31624"/>
                </a:lnTo>
                <a:lnTo>
                  <a:pt x="1993" y="17018"/>
                </a:lnTo>
                <a:lnTo>
                  <a:pt x="1178" y="16217"/>
                </a:lnTo>
                <a:lnTo>
                  <a:pt x="0" y="15231"/>
                </a:lnTo>
                <a:lnTo>
                  <a:pt x="36297" y="0"/>
                </a:lnTo>
                <a:lnTo>
                  <a:pt x="36714" y="86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D814EBDE-9AE6-4265-9A78-EE0B4326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4330" y="1885115"/>
            <a:ext cx="1125292" cy="633765"/>
          </a:xfrm>
          <a:custGeom xmlns:a="http://schemas.openxmlformats.org/drawingml/2006/main">
            <a:pathLst>
              <a:path w="1125292" h="633765">
                <a:moveTo>
                  <a:pt x="3407" y="615210"/>
                </a:moveTo>
                <a:lnTo>
                  <a:pt x="7367" y="614987"/>
                </a:lnTo>
                <a:lnTo>
                  <a:pt x="11577" y="614418"/>
                </a:lnTo>
                <a:lnTo>
                  <a:pt x="16251" y="613108"/>
                </a:lnTo>
                <a:lnTo>
                  <a:pt x="18580" y="612462"/>
                </a:lnTo>
                <a:lnTo>
                  <a:pt x="20551" y="611842"/>
                </a:lnTo>
                <a:lnTo>
                  <a:pt x="21811" y="611376"/>
                </a:lnTo>
                <a:lnTo>
                  <a:pt x="22155" y="611240"/>
                </a:lnTo>
                <a:lnTo>
                  <a:pt x="30351" y="608091"/>
                </a:lnTo>
                <a:lnTo>
                  <a:pt x="32039" y="607546"/>
                </a:lnTo>
                <a:lnTo>
                  <a:pt x="41081" y="604179"/>
                </a:lnTo>
                <a:lnTo>
                  <a:pt x="41601" y="603844"/>
                </a:lnTo>
                <a:lnTo>
                  <a:pt x="41962" y="603334"/>
                </a:lnTo>
                <a:lnTo>
                  <a:pt x="42109" y="602813"/>
                </a:lnTo>
                <a:lnTo>
                  <a:pt x="42084" y="602271"/>
                </a:lnTo>
                <a:lnTo>
                  <a:pt x="66601" y="590519"/>
                </a:lnTo>
                <a:lnTo>
                  <a:pt x="72735" y="587517"/>
                </a:lnTo>
                <a:lnTo>
                  <a:pt x="73669" y="586738"/>
                </a:lnTo>
                <a:lnTo>
                  <a:pt x="74534" y="585672"/>
                </a:lnTo>
                <a:lnTo>
                  <a:pt x="98758" y="556513"/>
                </a:lnTo>
                <a:lnTo>
                  <a:pt x="110663" y="539896"/>
                </a:lnTo>
                <a:lnTo>
                  <a:pt x="115604" y="533992"/>
                </a:lnTo>
                <a:lnTo>
                  <a:pt x="119430" y="527923"/>
                </a:lnTo>
                <a:lnTo>
                  <a:pt x="122041" y="523962"/>
                </a:lnTo>
                <a:lnTo>
                  <a:pt x="125144" y="520583"/>
                </a:lnTo>
                <a:lnTo>
                  <a:pt x="130877" y="516786"/>
                </a:lnTo>
                <a:lnTo>
                  <a:pt x="133733" y="515651"/>
                </a:lnTo>
                <a:lnTo>
                  <a:pt x="134766" y="515242"/>
                </a:lnTo>
                <a:lnTo>
                  <a:pt x="137325" y="514072"/>
                </a:lnTo>
                <a:lnTo>
                  <a:pt x="138581" y="515845"/>
                </a:lnTo>
                <a:lnTo>
                  <a:pt x="140470" y="516804"/>
                </a:lnTo>
                <a:lnTo>
                  <a:pt x="144459" y="515334"/>
                </a:lnTo>
                <a:lnTo>
                  <a:pt x="178793" y="502720"/>
                </a:lnTo>
                <a:lnTo>
                  <a:pt x="179532" y="500208"/>
                </a:lnTo>
                <a:lnTo>
                  <a:pt x="181427" y="497496"/>
                </a:lnTo>
                <a:lnTo>
                  <a:pt x="182722" y="496029"/>
                </a:lnTo>
                <a:lnTo>
                  <a:pt x="182679" y="494190"/>
                </a:lnTo>
                <a:lnTo>
                  <a:pt x="186824" y="493106"/>
                </a:lnTo>
                <a:lnTo>
                  <a:pt x="190966" y="495870"/>
                </a:lnTo>
                <a:lnTo>
                  <a:pt x="196656" y="497891"/>
                </a:lnTo>
                <a:lnTo>
                  <a:pt x="202366" y="500843"/>
                </a:lnTo>
                <a:lnTo>
                  <a:pt x="206383" y="502611"/>
                </a:lnTo>
                <a:lnTo>
                  <a:pt x="210147" y="503842"/>
                </a:lnTo>
                <a:lnTo>
                  <a:pt x="221011" y="505828"/>
                </a:lnTo>
                <a:lnTo>
                  <a:pt x="223828" y="506152"/>
                </a:lnTo>
                <a:lnTo>
                  <a:pt x="238212" y="507196"/>
                </a:lnTo>
                <a:lnTo>
                  <a:pt x="249730" y="506222"/>
                </a:lnTo>
                <a:lnTo>
                  <a:pt x="255781" y="504994"/>
                </a:lnTo>
                <a:lnTo>
                  <a:pt x="264508" y="502305"/>
                </a:lnTo>
                <a:lnTo>
                  <a:pt x="274115" y="499152"/>
                </a:lnTo>
                <a:lnTo>
                  <a:pt x="284880" y="492246"/>
                </a:lnTo>
                <a:lnTo>
                  <a:pt x="290592" y="487848"/>
                </a:lnTo>
                <a:lnTo>
                  <a:pt x="296212" y="483486"/>
                </a:lnTo>
                <a:lnTo>
                  <a:pt x="300410" y="479492"/>
                </a:lnTo>
                <a:lnTo>
                  <a:pt x="306525" y="471471"/>
                </a:lnTo>
                <a:lnTo>
                  <a:pt x="310874" y="464167"/>
                </a:lnTo>
                <a:lnTo>
                  <a:pt x="320772" y="454766"/>
                </a:lnTo>
                <a:lnTo>
                  <a:pt x="327916" y="450491"/>
                </a:lnTo>
                <a:lnTo>
                  <a:pt x="346737" y="445830"/>
                </a:lnTo>
                <a:lnTo>
                  <a:pt x="350122" y="445054"/>
                </a:lnTo>
                <a:lnTo>
                  <a:pt x="358077" y="443225"/>
                </a:lnTo>
                <a:lnTo>
                  <a:pt x="373028" y="438616"/>
                </a:lnTo>
                <a:lnTo>
                  <a:pt x="384755" y="436915"/>
                </a:lnTo>
                <a:lnTo>
                  <a:pt x="392236" y="433657"/>
                </a:lnTo>
                <a:lnTo>
                  <a:pt x="402268" y="434197"/>
                </a:lnTo>
                <a:lnTo>
                  <a:pt x="417458" y="428437"/>
                </a:lnTo>
                <a:lnTo>
                  <a:pt x="417753" y="428404"/>
                </a:lnTo>
                <a:lnTo>
                  <a:pt x="429400" y="427222"/>
                </a:lnTo>
                <a:lnTo>
                  <a:pt x="444374" y="423070"/>
                </a:lnTo>
                <a:lnTo>
                  <a:pt x="457364" y="419471"/>
                </a:lnTo>
                <a:lnTo>
                  <a:pt x="472521" y="413839"/>
                </a:lnTo>
                <a:lnTo>
                  <a:pt x="499269" y="400770"/>
                </a:lnTo>
                <a:lnTo>
                  <a:pt x="500053" y="402182"/>
                </a:lnTo>
                <a:lnTo>
                  <a:pt x="513887" y="394999"/>
                </a:lnTo>
                <a:lnTo>
                  <a:pt x="520438" y="390307"/>
                </a:lnTo>
                <a:lnTo>
                  <a:pt x="528276" y="386428"/>
                </a:lnTo>
                <a:lnTo>
                  <a:pt x="546900" y="378805"/>
                </a:lnTo>
                <a:lnTo>
                  <a:pt x="559933" y="373144"/>
                </a:lnTo>
                <a:lnTo>
                  <a:pt x="562222" y="372142"/>
                </a:lnTo>
                <a:lnTo>
                  <a:pt x="572811" y="368479"/>
                </a:lnTo>
                <a:lnTo>
                  <a:pt x="601460" y="367440"/>
                </a:lnTo>
                <a:lnTo>
                  <a:pt x="607209" y="364812"/>
                </a:lnTo>
                <a:lnTo>
                  <a:pt x="640910" y="363257"/>
                </a:lnTo>
                <a:lnTo>
                  <a:pt x="654049" y="360009"/>
                </a:lnTo>
                <a:lnTo>
                  <a:pt x="663685" y="357168"/>
                </a:lnTo>
                <a:lnTo>
                  <a:pt x="673253" y="354515"/>
                </a:lnTo>
                <a:lnTo>
                  <a:pt x="682661" y="349560"/>
                </a:lnTo>
                <a:lnTo>
                  <a:pt x="690559" y="344230"/>
                </a:lnTo>
                <a:lnTo>
                  <a:pt x="697029" y="339226"/>
                </a:lnTo>
                <a:lnTo>
                  <a:pt x="702133" y="333842"/>
                </a:lnTo>
                <a:lnTo>
                  <a:pt x="705746" y="328583"/>
                </a:lnTo>
                <a:lnTo>
                  <a:pt x="721325" y="303846"/>
                </a:lnTo>
                <a:lnTo>
                  <a:pt x="727525" y="294000"/>
                </a:lnTo>
                <a:lnTo>
                  <a:pt x="731013" y="288117"/>
                </a:lnTo>
                <a:lnTo>
                  <a:pt x="733161" y="284974"/>
                </a:lnTo>
                <a:lnTo>
                  <a:pt x="736558" y="281526"/>
                </a:lnTo>
                <a:lnTo>
                  <a:pt x="741881" y="276781"/>
                </a:lnTo>
                <a:lnTo>
                  <a:pt x="746177" y="273403"/>
                </a:lnTo>
                <a:lnTo>
                  <a:pt x="748938" y="272211"/>
                </a:lnTo>
                <a:lnTo>
                  <a:pt x="750916" y="273981"/>
                </a:lnTo>
                <a:lnTo>
                  <a:pt x="753113" y="272473"/>
                </a:lnTo>
                <a:lnTo>
                  <a:pt x="757001" y="269775"/>
                </a:lnTo>
                <a:lnTo>
                  <a:pt x="757985" y="269080"/>
                </a:lnTo>
                <a:lnTo>
                  <a:pt x="758886" y="268445"/>
                </a:lnTo>
                <a:lnTo>
                  <a:pt x="761314" y="266838"/>
                </a:lnTo>
                <a:lnTo>
                  <a:pt x="763540" y="265227"/>
                </a:lnTo>
                <a:lnTo>
                  <a:pt x="764398" y="260999"/>
                </a:lnTo>
                <a:lnTo>
                  <a:pt x="775486" y="258331"/>
                </a:lnTo>
                <a:lnTo>
                  <a:pt x="777439" y="257414"/>
                </a:lnTo>
                <a:lnTo>
                  <a:pt x="845955" y="239834"/>
                </a:lnTo>
                <a:lnTo>
                  <a:pt x="851695" y="237884"/>
                </a:lnTo>
                <a:lnTo>
                  <a:pt x="856933" y="235184"/>
                </a:lnTo>
                <a:lnTo>
                  <a:pt x="862847" y="230966"/>
                </a:lnTo>
                <a:lnTo>
                  <a:pt x="867324" y="227201"/>
                </a:lnTo>
                <a:lnTo>
                  <a:pt x="875527" y="218904"/>
                </a:lnTo>
                <a:lnTo>
                  <a:pt x="893938" y="199839"/>
                </a:lnTo>
                <a:lnTo>
                  <a:pt x="894471" y="198773"/>
                </a:lnTo>
                <a:lnTo>
                  <a:pt x="919302" y="173662"/>
                </a:lnTo>
                <a:lnTo>
                  <a:pt x="923730" y="168441"/>
                </a:lnTo>
                <a:lnTo>
                  <a:pt x="947216" y="143874"/>
                </a:lnTo>
                <a:lnTo>
                  <a:pt x="950060" y="140924"/>
                </a:lnTo>
                <a:lnTo>
                  <a:pt x="1011568" y="76609"/>
                </a:lnTo>
                <a:lnTo>
                  <a:pt x="1050625" y="39884"/>
                </a:lnTo>
                <a:lnTo>
                  <a:pt x="1061001" y="30011"/>
                </a:lnTo>
                <a:lnTo>
                  <a:pt x="1074645" y="16540"/>
                </a:lnTo>
                <a:lnTo>
                  <a:pt x="1075125" y="15485"/>
                </a:lnTo>
                <a:lnTo>
                  <a:pt x="1075767" y="14823"/>
                </a:lnTo>
                <a:lnTo>
                  <a:pt x="1077437" y="13015"/>
                </a:lnTo>
                <a:lnTo>
                  <a:pt x="1081378" y="9002"/>
                </a:lnTo>
                <a:lnTo>
                  <a:pt x="1084615" y="5652"/>
                </a:lnTo>
                <a:lnTo>
                  <a:pt x="1086792" y="3398"/>
                </a:lnTo>
                <a:lnTo>
                  <a:pt x="1087251" y="1927"/>
                </a:lnTo>
                <a:lnTo>
                  <a:pt x="1089275" y="0"/>
                </a:lnTo>
                <a:lnTo>
                  <a:pt x="1114228" y="0"/>
                </a:lnTo>
                <a:lnTo>
                  <a:pt x="1125292" y="13784"/>
                </a:lnTo>
                <a:lnTo>
                  <a:pt x="1117259" y="17889"/>
                </a:lnTo>
                <a:lnTo>
                  <a:pt x="1108927" y="23063"/>
                </a:lnTo>
                <a:lnTo>
                  <a:pt x="1108178" y="22438"/>
                </a:lnTo>
                <a:lnTo>
                  <a:pt x="1107367" y="22375"/>
                </a:lnTo>
                <a:lnTo>
                  <a:pt x="1087593" y="43029"/>
                </a:lnTo>
                <a:lnTo>
                  <a:pt x="1088042" y="43899"/>
                </a:lnTo>
                <a:lnTo>
                  <a:pt x="1050969" y="80884"/>
                </a:lnTo>
                <a:lnTo>
                  <a:pt x="1028368" y="100011"/>
                </a:lnTo>
                <a:lnTo>
                  <a:pt x="1013899" y="111943"/>
                </a:lnTo>
                <a:lnTo>
                  <a:pt x="1001488" y="123380"/>
                </a:lnTo>
                <a:lnTo>
                  <a:pt x="965468" y="160209"/>
                </a:lnTo>
                <a:lnTo>
                  <a:pt x="926873" y="200744"/>
                </a:lnTo>
                <a:lnTo>
                  <a:pt x="924307" y="200286"/>
                </a:lnTo>
                <a:lnTo>
                  <a:pt x="907754" y="217191"/>
                </a:lnTo>
                <a:lnTo>
                  <a:pt x="909121" y="219800"/>
                </a:lnTo>
                <a:lnTo>
                  <a:pt x="873812" y="254541"/>
                </a:lnTo>
                <a:lnTo>
                  <a:pt x="854018" y="265554"/>
                </a:lnTo>
                <a:lnTo>
                  <a:pt x="835009" y="269357"/>
                </a:lnTo>
                <a:lnTo>
                  <a:pt x="793864" y="275723"/>
                </a:lnTo>
                <a:lnTo>
                  <a:pt x="775109" y="280503"/>
                </a:lnTo>
                <a:lnTo>
                  <a:pt x="772888" y="278747"/>
                </a:lnTo>
                <a:lnTo>
                  <a:pt x="770703" y="280315"/>
                </a:lnTo>
                <a:lnTo>
                  <a:pt x="768383" y="281877"/>
                </a:lnTo>
                <a:lnTo>
                  <a:pt x="767450" y="282529"/>
                </a:lnTo>
                <a:lnTo>
                  <a:pt x="766574" y="283137"/>
                </a:lnTo>
                <a:lnTo>
                  <a:pt x="762827" y="285704"/>
                </a:lnTo>
                <a:lnTo>
                  <a:pt x="760233" y="287485"/>
                </a:lnTo>
                <a:lnTo>
                  <a:pt x="761340" y="289499"/>
                </a:lnTo>
                <a:lnTo>
                  <a:pt x="758597" y="293116"/>
                </a:lnTo>
                <a:lnTo>
                  <a:pt x="758520" y="295882"/>
                </a:lnTo>
                <a:lnTo>
                  <a:pt x="752708" y="302386"/>
                </a:lnTo>
                <a:lnTo>
                  <a:pt x="747874" y="308381"/>
                </a:lnTo>
                <a:lnTo>
                  <a:pt x="745372" y="312102"/>
                </a:lnTo>
                <a:lnTo>
                  <a:pt x="741451" y="317479"/>
                </a:lnTo>
                <a:lnTo>
                  <a:pt x="727519" y="338552"/>
                </a:lnTo>
                <a:lnTo>
                  <a:pt x="722983" y="344828"/>
                </a:lnTo>
                <a:lnTo>
                  <a:pt x="716186" y="352528"/>
                </a:lnTo>
                <a:lnTo>
                  <a:pt x="710317" y="358254"/>
                </a:lnTo>
                <a:lnTo>
                  <a:pt x="701549" y="365413"/>
                </a:lnTo>
                <a:lnTo>
                  <a:pt x="696069" y="369179"/>
                </a:lnTo>
                <a:lnTo>
                  <a:pt x="684675" y="375195"/>
                </a:lnTo>
                <a:lnTo>
                  <a:pt x="670480" y="380896"/>
                </a:lnTo>
                <a:lnTo>
                  <a:pt x="651609" y="385644"/>
                </a:lnTo>
                <a:lnTo>
                  <a:pt x="602448" y="390805"/>
                </a:lnTo>
                <a:lnTo>
                  <a:pt x="583407" y="393039"/>
                </a:lnTo>
                <a:lnTo>
                  <a:pt x="575707" y="394506"/>
                </a:lnTo>
                <a:lnTo>
                  <a:pt x="565480" y="397583"/>
                </a:lnTo>
                <a:lnTo>
                  <a:pt x="554011" y="402152"/>
                </a:lnTo>
                <a:lnTo>
                  <a:pt x="527956" y="414491"/>
                </a:lnTo>
                <a:lnTo>
                  <a:pt x="525355" y="414297"/>
                </a:lnTo>
                <a:lnTo>
                  <a:pt x="521724" y="414969"/>
                </a:lnTo>
                <a:lnTo>
                  <a:pt x="521065" y="413978"/>
                </a:lnTo>
                <a:lnTo>
                  <a:pt x="507221" y="420991"/>
                </a:lnTo>
                <a:lnTo>
                  <a:pt x="506890" y="421433"/>
                </a:lnTo>
                <a:lnTo>
                  <a:pt x="507253" y="422398"/>
                </a:lnTo>
                <a:lnTo>
                  <a:pt x="504588" y="425258"/>
                </a:lnTo>
                <a:lnTo>
                  <a:pt x="504497" y="425727"/>
                </a:lnTo>
                <a:lnTo>
                  <a:pt x="497082" y="429331"/>
                </a:lnTo>
                <a:lnTo>
                  <a:pt x="494325" y="431278"/>
                </a:lnTo>
                <a:lnTo>
                  <a:pt x="480138" y="437664"/>
                </a:lnTo>
                <a:lnTo>
                  <a:pt x="453177" y="448178"/>
                </a:lnTo>
                <a:lnTo>
                  <a:pt x="441154" y="451057"/>
                </a:lnTo>
                <a:lnTo>
                  <a:pt x="428865" y="454061"/>
                </a:lnTo>
                <a:lnTo>
                  <a:pt x="416224" y="456337"/>
                </a:lnTo>
                <a:lnTo>
                  <a:pt x="360240" y="463803"/>
                </a:lnTo>
                <a:lnTo>
                  <a:pt x="343374" y="465478"/>
                </a:lnTo>
                <a:lnTo>
                  <a:pt x="337218" y="466056"/>
                </a:lnTo>
                <a:lnTo>
                  <a:pt x="335734" y="467817"/>
                </a:lnTo>
                <a:lnTo>
                  <a:pt x="329720" y="474953"/>
                </a:lnTo>
                <a:lnTo>
                  <a:pt x="327394" y="477702"/>
                </a:lnTo>
                <a:lnTo>
                  <a:pt x="315509" y="489504"/>
                </a:lnTo>
                <a:lnTo>
                  <a:pt x="306708" y="498248"/>
                </a:lnTo>
                <a:lnTo>
                  <a:pt x="299850" y="504093"/>
                </a:lnTo>
                <a:lnTo>
                  <a:pt x="291843" y="510239"/>
                </a:lnTo>
                <a:lnTo>
                  <a:pt x="278823" y="518400"/>
                </a:lnTo>
                <a:lnTo>
                  <a:pt x="274472" y="520711"/>
                </a:lnTo>
                <a:lnTo>
                  <a:pt x="270497" y="523088"/>
                </a:lnTo>
                <a:lnTo>
                  <a:pt x="266395" y="524807"/>
                </a:lnTo>
                <a:lnTo>
                  <a:pt x="259097" y="526187"/>
                </a:lnTo>
                <a:lnTo>
                  <a:pt x="243937" y="525832"/>
                </a:lnTo>
                <a:lnTo>
                  <a:pt x="232685" y="525477"/>
                </a:lnTo>
                <a:lnTo>
                  <a:pt x="221432" y="524892"/>
                </a:lnTo>
                <a:lnTo>
                  <a:pt x="205692" y="524036"/>
                </a:lnTo>
                <a:lnTo>
                  <a:pt x="200050" y="523227"/>
                </a:lnTo>
                <a:lnTo>
                  <a:pt x="196389" y="522967"/>
                </a:lnTo>
                <a:lnTo>
                  <a:pt x="187025" y="524130"/>
                </a:lnTo>
                <a:lnTo>
                  <a:pt x="186149" y="522042"/>
                </a:lnTo>
                <a:lnTo>
                  <a:pt x="147963" y="537005"/>
                </a:lnTo>
                <a:lnTo>
                  <a:pt x="141960" y="542979"/>
                </a:lnTo>
                <a:lnTo>
                  <a:pt x="137057" y="546406"/>
                </a:lnTo>
                <a:lnTo>
                  <a:pt x="134054" y="548859"/>
                </a:lnTo>
                <a:lnTo>
                  <a:pt x="130523" y="552335"/>
                </a:lnTo>
                <a:lnTo>
                  <a:pt x="125020" y="558805"/>
                </a:lnTo>
                <a:lnTo>
                  <a:pt x="119555" y="566308"/>
                </a:lnTo>
                <a:lnTo>
                  <a:pt x="113572" y="573443"/>
                </a:lnTo>
                <a:lnTo>
                  <a:pt x="106037" y="581179"/>
                </a:lnTo>
                <a:lnTo>
                  <a:pt x="73780" y="609854"/>
                </a:lnTo>
                <a:lnTo>
                  <a:pt x="73650" y="610036"/>
                </a:lnTo>
                <a:lnTo>
                  <a:pt x="68098" y="614811"/>
                </a:lnTo>
                <a:lnTo>
                  <a:pt x="64100" y="617918"/>
                </a:lnTo>
                <a:lnTo>
                  <a:pt x="61694" y="619600"/>
                </a:lnTo>
                <a:lnTo>
                  <a:pt x="59377" y="621111"/>
                </a:lnTo>
                <a:lnTo>
                  <a:pt x="57349" y="622335"/>
                </a:lnTo>
                <a:lnTo>
                  <a:pt x="54665" y="623906"/>
                </a:lnTo>
                <a:lnTo>
                  <a:pt x="51103" y="625823"/>
                </a:lnTo>
                <a:lnTo>
                  <a:pt x="48643" y="620902"/>
                </a:lnTo>
                <a:lnTo>
                  <a:pt x="48253" y="620073"/>
                </a:lnTo>
                <a:lnTo>
                  <a:pt x="47750" y="620315"/>
                </a:lnTo>
                <a:lnTo>
                  <a:pt x="48146" y="621136"/>
                </a:lnTo>
                <a:lnTo>
                  <a:pt x="45193" y="622545"/>
                </a:lnTo>
                <a:lnTo>
                  <a:pt x="44796" y="621682"/>
                </a:lnTo>
                <a:lnTo>
                  <a:pt x="44248" y="621934"/>
                </a:lnTo>
                <a:lnTo>
                  <a:pt x="44592" y="622798"/>
                </a:lnTo>
                <a:lnTo>
                  <a:pt x="41627" y="623927"/>
                </a:lnTo>
                <a:lnTo>
                  <a:pt x="41304" y="623097"/>
                </a:lnTo>
                <a:lnTo>
                  <a:pt x="40683" y="623342"/>
                </a:lnTo>
                <a:lnTo>
                  <a:pt x="41005" y="624173"/>
                </a:lnTo>
                <a:lnTo>
                  <a:pt x="38755" y="625046"/>
                </a:lnTo>
                <a:lnTo>
                  <a:pt x="38437" y="624198"/>
                </a:lnTo>
                <a:lnTo>
                  <a:pt x="36015" y="625076"/>
                </a:lnTo>
                <a:lnTo>
                  <a:pt x="27609" y="628120"/>
                </a:lnTo>
                <a:lnTo>
                  <a:pt x="18130" y="631846"/>
                </a:lnTo>
                <a:lnTo>
                  <a:pt x="16862" y="632566"/>
                </a:lnTo>
                <a:lnTo>
                  <a:pt x="16104" y="633765"/>
                </a:lnTo>
                <a:lnTo>
                  <a:pt x="0" y="614333"/>
                </a:lnTo>
                <a:lnTo>
                  <a:pt x="3407" y="61521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7E078188-C58D-4485-B569-D70AC273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8084" y="1885115"/>
            <a:ext cx="2996586" cy="2879728"/>
          </a:xfrm>
          <a:custGeom xmlns:a="http://schemas.openxmlformats.org/drawingml/2006/main">
            <a:pathLst>
              <a:path w="2996586" h="2879728">
                <a:moveTo>
                  <a:pt x="2022122" y="1195056"/>
                </a:moveTo>
                <a:lnTo>
                  <a:pt x="2031103" y="1206528"/>
                </a:lnTo>
                <a:lnTo>
                  <a:pt x="2037655" y="1214870"/>
                </a:lnTo>
                <a:lnTo>
                  <a:pt x="2044701" y="1224004"/>
                </a:lnTo>
                <a:lnTo>
                  <a:pt x="2052167" y="1233358"/>
                </a:lnTo>
                <a:lnTo>
                  <a:pt x="2057697" y="1240367"/>
                </a:lnTo>
                <a:lnTo>
                  <a:pt x="2063235" y="1246225"/>
                </a:lnTo>
                <a:lnTo>
                  <a:pt x="2077039" y="1259366"/>
                </a:lnTo>
                <a:lnTo>
                  <a:pt x="2088359" y="1269338"/>
                </a:lnTo>
                <a:lnTo>
                  <a:pt x="2115319" y="1295292"/>
                </a:lnTo>
                <a:lnTo>
                  <a:pt x="2133008" y="1311884"/>
                </a:lnTo>
                <a:lnTo>
                  <a:pt x="2137982" y="1316553"/>
                </a:lnTo>
                <a:moveTo>
                  <a:pt x="1997767" y="1163502"/>
                </a:moveTo>
                <a:lnTo>
                  <a:pt x="2013331" y="1183766"/>
                </a:lnTo>
                <a:lnTo>
                  <a:pt x="2015319" y="1186356"/>
                </a:lnTo>
                <a:moveTo>
                  <a:pt x="1974838" y="1134874"/>
                </a:moveTo>
                <a:lnTo>
                  <a:pt x="1975965" y="1136253"/>
                </a:lnTo>
                <a:lnTo>
                  <a:pt x="1983712" y="1145715"/>
                </a:lnTo>
                <a:lnTo>
                  <a:pt x="1985259" y="1147604"/>
                </a:lnTo>
                <a:moveTo>
                  <a:pt x="1950293" y="1104715"/>
                </a:moveTo>
                <a:lnTo>
                  <a:pt x="1969551" y="1128392"/>
                </a:lnTo>
                <a:moveTo>
                  <a:pt x="1955206" y="1073230"/>
                </a:moveTo>
                <a:lnTo>
                  <a:pt x="1954277" y="1075432"/>
                </a:lnTo>
                <a:lnTo>
                  <a:pt x="1946423" y="1093936"/>
                </a:lnTo>
                <a:lnTo>
                  <a:pt x="1945928" y="1096076"/>
                </a:lnTo>
                <a:lnTo>
                  <a:pt x="1946171" y="1097912"/>
                </a:lnTo>
                <a:moveTo>
                  <a:pt x="1952220" y="1040557"/>
                </a:moveTo>
                <a:lnTo>
                  <a:pt x="1952372" y="1041045"/>
                </a:lnTo>
                <a:lnTo>
                  <a:pt x="1953530" y="1045646"/>
                </a:lnTo>
                <a:lnTo>
                  <a:pt x="1955519" y="1053477"/>
                </a:lnTo>
                <a:lnTo>
                  <a:pt x="1956638" y="1059259"/>
                </a:lnTo>
                <a:lnTo>
                  <a:pt x="1957179" y="1063304"/>
                </a:lnTo>
                <a:lnTo>
                  <a:pt x="1957309" y="1065833"/>
                </a:lnTo>
                <a:moveTo>
                  <a:pt x="1931096" y="995718"/>
                </a:moveTo>
                <a:lnTo>
                  <a:pt x="1943520" y="1019700"/>
                </a:lnTo>
                <a:lnTo>
                  <a:pt x="1946187" y="1025040"/>
                </a:lnTo>
                <a:lnTo>
                  <a:pt x="1947878" y="1028445"/>
                </a:lnTo>
                <a:lnTo>
                  <a:pt x="1948457" y="1029892"/>
                </a:lnTo>
                <a:moveTo>
                  <a:pt x="1735636" y="825184"/>
                </a:moveTo>
                <a:lnTo>
                  <a:pt x="1751953" y="863777"/>
                </a:lnTo>
                <a:moveTo>
                  <a:pt x="1865681" y="1004365"/>
                </a:moveTo>
                <a:lnTo>
                  <a:pt x="1849782" y="1013217"/>
                </a:lnTo>
                <a:moveTo>
                  <a:pt x="1709027" y="764462"/>
                </a:moveTo>
                <a:lnTo>
                  <a:pt x="1709088" y="764599"/>
                </a:lnTo>
                <a:moveTo>
                  <a:pt x="1897326" y="2166039"/>
                </a:moveTo>
                <a:lnTo>
                  <a:pt x="1897257" y="2166191"/>
                </a:lnTo>
                <a:moveTo>
                  <a:pt x="1905172" y="2131263"/>
                </a:moveTo>
                <a:lnTo>
                  <a:pt x="1908158" y="2137190"/>
                </a:lnTo>
                <a:lnTo>
                  <a:pt x="1909354" y="2139963"/>
                </a:lnTo>
                <a:lnTo>
                  <a:pt x="1909286" y="2142187"/>
                </a:lnTo>
                <a:lnTo>
                  <a:pt x="1901234" y="2158360"/>
                </a:lnTo>
                <a:moveTo>
                  <a:pt x="980361" y="2192793"/>
                </a:moveTo>
                <a:lnTo>
                  <a:pt x="980368" y="2192625"/>
                </a:lnTo>
                <a:moveTo>
                  <a:pt x="1874099" y="301973"/>
                </a:moveTo>
                <a:lnTo>
                  <a:pt x="1881945" y="290272"/>
                </a:lnTo>
                <a:lnTo>
                  <a:pt x="1886699" y="283789"/>
                </a:lnTo>
                <a:lnTo>
                  <a:pt x="1891254" y="278670"/>
                </a:lnTo>
                <a:lnTo>
                  <a:pt x="1897036" y="273094"/>
                </a:lnTo>
                <a:lnTo>
                  <a:pt x="1900068" y="270313"/>
                </a:lnTo>
                <a:moveTo>
                  <a:pt x="2240458" y="2257164"/>
                </a:moveTo>
                <a:lnTo>
                  <a:pt x="2246552" y="2249264"/>
                </a:lnTo>
                <a:moveTo>
                  <a:pt x="2015014" y="1280643"/>
                </a:moveTo>
                <a:lnTo>
                  <a:pt x="2042324" y="1251519"/>
                </a:lnTo>
                <a:moveTo>
                  <a:pt x="1787255" y="2516667"/>
                </a:moveTo>
                <a:lnTo>
                  <a:pt x="1787003" y="2516088"/>
                </a:lnTo>
                <a:lnTo>
                  <a:pt x="1783629" y="2508828"/>
                </a:lnTo>
                <a:lnTo>
                  <a:pt x="1738188" y="2485647"/>
                </a:lnTo>
                <a:moveTo>
                  <a:pt x="1794583" y="2532909"/>
                </a:moveTo>
                <a:lnTo>
                  <a:pt x="1794377" y="2532459"/>
                </a:lnTo>
                <a:moveTo>
                  <a:pt x="1580490" y="1939506"/>
                </a:moveTo>
                <a:lnTo>
                  <a:pt x="1580376" y="1939475"/>
                </a:lnTo>
                <a:lnTo>
                  <a:pt x="1528064" y="1928955"/>
                </a:lnTo>
                <a:lnTo>
                  <a:pt x="1499786" y="1923379"/>
                </a:lnTo>
                <a:lnTo>
                  <a:pt x="1487773" y="1921002"/>
                </a:lnTo>
                <a:lnTo>
                  <a:pt x="1483484" y="1920065"/>
                </a:lnTo>
                <a:lnTo>
                  <a:pt x="1477428" y="1918823"/>
                </a:lnTo>
                <a:lnTo>
                  <a:pt x="1378449" y="1896396"/>
                </a:lnTo>
                <a:lnTo>
                  <a:pt x="1374815" y="1896053"/>
                </a:lnTo>
                <a:lnTo>
                  <a:pt x="1371174" y="1896175"/>
                </a:lnTo>
                <a:lnTo>
                  <a:pt x="1367654" y="1896724"/>
                </a:lnTo>
                <a:lnTo>
                  <a:pt x="1364287" y="1897691"/>
                </a:lnTo>
                <a:lnTo>
                  <a:pt x="1362017" y="1898354"/>
                </a:lnTo>
                <a:moveTo>
                  <a:pt x="1590477" y="1941144"/>
                </a:moveTo>
                <a:lnTo>
                  <a:pt x="1590325" y="1941159"/>
                </a:lnTo>
                <a:moveTo>
                  <a:pt x="1487720" y="1591506"/>
                </a:moveTo>
                <a:lnTo>
                  <a:pt x="1484756" y="1592846"/>
                </a:lnTo>
                <a:moveTo>
                  <a:pt x="2111221" y="923379"/>
                </a:moveTo>
                <a:lnTo>
                  <a:pt x="2110169" y="924011"/>
                </a:lnTo>
                <a:lnTo>
                  <a:pt x="2108257" y="925177"/>
                </a:lnTo>
                <a:lnTo>
                  <a:pt x="2106094" y="926914"/>
                </a:lnTo>
                <a:lnTo>
                  <a:pt x="2104623" y="928574"/>
                </a:lnTo>
                <a:lnTo>
                  <a:pt x="2103770" y="930410"/>
                </a:lnTo>
                <a:lnTo>
                  <a:pt x="2096632" y="955542"/>
                </a:lnTo>
                <a:lnTo>
                  <a:pt x="2096023" y="956745"/>
                </a:lnTo>
                <a:lnTo>
                  <a:pt x="2095566" y="957301"/>
                </a:lnTo>
                <a:lnTo>
                  <a:pt x="2038576" y="986912"/>
                </a:lnTo>
                <a:moveTo>
                  <a:pt x="2158710" y="922526"/>
                </a:moveTo>
                <a:lnTo>
                  <a:pt x="2156996" y="923349"/>
                </a:lnTo>
                <a:lnTo>
                  <a:pt x="2154117" y="924293"/>
                </a:lnTo>
                <a:lnTo>
                  <a:pt x="2151824" y="924743"/>
                </a:lnTo>
                <a:lnTo>
                  <a:pt x="2149866" y="924804"/>
                </a:lnTo>
                <a:lnTo>
                  <a:pt x="2148236" y="924438"/>
                </a:lnTo>
                <a:lnTo>
                  <a:pt x="2146545" y="923882"/>
                </a:lnTo>
                <a:lnTo>
                  <a:pt x="2131446" y="918397"/>
                </a:lnTo>
                <a:lnTo>
                  <a:pt x="2129443" y="917887"/>
                </a:lnTo>
                <a:lnTo>
                  <a:pt x="2126997" y="917673"/>
                </a:lnTo>
                <a:lnTo>
                  <a:pt x="2124278" y="917734"/>
                </a:lnTo>
                <a:lnTo>
                  <a:pt x="2121947" y="918176"/>
                </a:lnTo>
                <a:lnTo>
                  <a:pt x="2119090" y="919402"/>
                </a:lnTo>
                <a:lnTo>
                  <a:pt x="2118328" y="919730"/>
                </a:lnTo>
                <a:moveTo>
                  <a:pt x="411389" y="814931"/>
                </a:moveTo>
                <a:lnTo>
                  <a:pt x="410474" y="814885"/>
                </a:lnTo>
                <a:lnTo>
                  <a:pt x="409583" y="814839"/>
                </a:lnTo>
                <a:lnTo>
                  <a:pt x="401523" y="814306"/>
                </a:lnTo>
                <a:lnTo>
                  <a:pt x="397646" y="814040"/>
                </a:lnTo>
                <a:lnTo>
                  <a:pt x="392809" y="813666"/>
                </a:lnTo>
                <a:lnTo>
                  <a:pt x="388565" y="813316"/>
                </a:lnTo>
                <a:lnTo>
                  <a:pt x="371181" y="812135"/>
                </a:lnTo>
                <a:lnTo>
                  <a:pt x="355032" y="810954"/>
                </a:lnTo>
                <a:lnTo>
                  <a:pt x="324293" y="808890"/>
                </a:lnTo>
                <a:lnTo>
                  <a:pt x="321688" y="808418"/>
                </a:lnTo>
                <a:moveTo>
                  <a:pt x="1676445" y="1596891"/>
                </a:moveTo>
                <a:lnTo>
                  <a:pt x="1677313" y="1597295"/>
                </a:lnTo>
                <a:moveTo>
                  <a:pt x="2558337" y="1051512"/>
                </a:moveTo>
                <a:lnTo>
                  <a:pt x="2552883" y="1056951"/>
                </a:lnTo>
                <a:lnTo>
                  <a:pt x="2544975" y="1065140"/>
                </a:lnTo>
                <a:lnTo>
                  <a:pt x="2539757" y="1070549"/>
                </a:lnTo>
                <a:lnTo>
                  <a:pt x="2522358" y="1088603"/>
                </a:lnTo>
                <a:moveTo>
                  <a:pt x="2548533" y="1007816"/>
                </a:moveTo>
                <a:lnTo>
                  <a:pt x="2515738" y="1041342"/>
                </a:lnTo>
                <a:lnTo>
                  <a:pt x="2509034" y="1047078"/>
                </a:lnTo>
                <a:moveTo>
                  <a:pt x="2580330" y="975965"/>
                </a:moveTo>
                <a:lnTo>
                  <a:pt x="2559228" y="996815"/>
                </a:lnTo>
                <a:moveTo>
                  <a:pt x="2350833" y="1084154"/>
                </a:moveTo>
                <a:lnTo>
                  <a:pt x="2351854" y="1083339"/>
                </a:lnTo>
                <a:lnTo>
                  <a:pt x="2368187" y="1067014"/>
                </a:lnTo>
                <a:moveTo>
                  <a:pt x="2508432" y="1101279"/>
                </a:moveTo>
                <a:lnTo>
                  <a:pt x="2506703" y="1103146"/>
                </a:lnTo>
                <a:lnTo>
                  <a:pt x="2500814" y="1108882"/>
                </a:lnTo>
                <a:lnTo>
                  <a:pt x="2496381" y="1113201"/>
                </a:lnTo>
                <a:lnTo>
                  <a:pt x="2481099" y="1128110"/>
                </a:lnTo>
                <a:moveTo>
                  <a:pt x="2572293" y="1141311"/>
                </a:moveTo>
                <a:lnTo>
                  <a:pt x="2572186" y="1141418"/>
                </a:lnTo>
                <a:moveTo>
                  <a:pt x="847604" y="1387369"/>
                </a:moveTo>
                <a:lnTo>
                  <a:pt x="848023" y="1386638"/>
                </a:lnTo>
                <a:lnTo>
                  <a:pt x="849706" y="1384459"/>
                </a:lnTo>
                <a:lnTo>
                  <a:pt x="851504" y="1382722"/>
                </a:lnTo>
                <a:lnTo>
                  <a:pt x="853386" y="1381336"/>
                </a:lnTo>
                <a:lnTo>
                  <a:pt x="854803" y="1380505"/>
                </a:lnTo>
                <a:lnTo>
                  <a:pt x="857370" y="1379401"/>
                </a:lnTo>
                <a:lnTo>
                  <a:pt x="860143" y="1378685"/>
                </a:lnTo>
                <a:lnTo>
                  <a:pt x="862352" y="1378418"/>
                </a:lnTo>
                <a:lnTo>
                  <a:pt x="864737" y="1378449"/>
                </a:lnTo>
                <a:lnTo>
                  <a:pt x="867410" y="1378837"/>
                </a:lnTo>
                <a:lnTo>
                  <a:pt x="869551" y="1379454"/>
                </a:lnTo>
                <a:lnTo>
                  <a:pt x="869947" y="1379622"/>
                </a:lnTo>
                <a:moveTo>
                  <a:pt x="871448" y="1384810"/>
                </a:moveTo>
                <a:lnTo>
                  <a:pt x="870816" y="1385701"/>
                </a:lnTo>
                <a:lnTo>
                  <a:pt x="869033" y="1387141"/>
                </a:lnTo>
                <a:lnTo>
                  <a:pt x="866915" y="1388390"/>
                </a:lnTo>
                <a:lnTo>
                  <a:pt x="864797" y="1389472"/>
                </a:lnTo>
                <a:lnTo>
                  <a:pt x="862169" y="1390393"/>
                </a:lnTo>
                <a:lnTo>
                  <a:pt x="859358" y="1391026"/>
                </a:lnTo>
                <a:lnTo>
                  <a:pt x="856814" y="1391292"/>
                </a:lnTo>
                <a:lnTo>
                  <a:pt x="854567" y="1391201"/>
                </a:lnTo>
                <a:lnTo>
                  <a:pt x="852434" y="1390858"/>
                </a:lnTo>
                <a:lnTo>
                  <a:pt x="849722" y="1389990"/>
                </a:lnTo>
                <a:lnTo>
                  <a:pt x="847817" y="1388885"/>
                </a:lnTo>
                <a:moveTo>
                  <a:pt x="1769597" y="1260364"/>
                </a:moveTo>
                <a:lnTo>
                  <a:pt x="1820484" y="1205538"/>
                </a:lnTo>
                <a:lnTo>
                  <a:pt x="1823691" y="1202567"/>
                </a:lnTo>
                <a:lnTo>
                  <a:pt x="1826083" y="1200350"/>
                </a:lnTo>
                <a:moveTo>
                  <a:pt x="1722846" y="1336893"/>
                </a:moveTo>
                <a:lnTo>
                  <a:pt x="1729519" y="1328254"/>
                </a:lnTo>
                <a:moveTo>
                  <a:pt x="1861392" y="1246789"/>
                </a:moveTo>
                <a:lnTo>
                  <a:pt x="1836573" y="1266115"/>
                </a:lnTo>
                <a:moveTo>
                  <a:pt x="1600152" y="2568804"/>
                </a:moveTo>
                <a:lnTo>
                  <a:pt x="1598445" y="2568385"/>
                </a:lnTo>
                <a:moveTo>
                  <a:pt x="1621200" y="2563456"/>
                </a:moveTo>
                <a:lnTo>
                  <a:pt x="1618938" y="2558520"/>
                </a:lnTo>
                <a:moveTo>
                  <a:pt x="1643094" y="2578220"/>
                </a:moveTo>
                <a:lnTo>
                  <a:pt x="1635842" y="2581244"/>
                </a:lnTo>
                <a:lnTo>
                  <a:pt x="1630570" y="2583446"/>
                </a:lnTo>
                <a:lnTo>
                  <a:pt x="1625817" y="2573367"/>
                </a:lnTo>
                <a:moveTo>
                  <a:pt x="1616827" y="2570122"/>
                </a:moveTo>
                <a:lnTo>
                  <a:pt x="1615746" y="2570579"/>
                </a:lnTo>
                <a:lnTo>
                  <a:pt x="1611678" y="2571783"/>
                </a:lnTo>
                <a:lnTo>
                  <a:pt x="1607046" y="2571386"/>
                </a:lnTo>
                <a:lnTo>
                  <a:pt x="1600594" y="2568941"/>
                </a:lnTo>
                <a:moveTo>
                  <a:pt x="1873078" y="2496746"/>
                </a:moveTo>
                <a:lnTo>
                  <a:pt x="1873375" y="2497325"/>
                </a:lnTo>
                <a:moveTo>
                  <a:pt x="2074121" y="1555938"/>
                </a:moveTo>
                <a:lnTo>
                  <a:pt x="2063533" y="1560150"/>
                </a:lnTo>
                <a:lnTo>
                  <a:pt x="1966214" y="1598948"/>
                </a:lnTo>
                <a:lnTo>
                  <a:pt x="1963746" y="1600784"/>
                </a:lnTo>
                <a:lnTo>
                  <a:pt x="1963258" y="1601973"/>
                </a:lnTo>
                <a:lnTo>
                  <a:pt x="1962778" y="1603169"/>
                </a:lnTo>
                <a:lnTo>
                  <a:pt x="1962611" y="1605644"/>
                </a:lnTo>
                <a:lnTo>
                  <a:pt x="1966100" y="1615372"/>
                </a:lnTo>
                <a:lnTo>
                  <a:pt x="1967860" y="1617345"/>
                </a:lnTo>
                <a:lnTo>
                  <a:pt x="1970846" y="1619829"/>
                </a:lnTo>
                <a:lnTo>
                  <a:pt x="1972514" y="1622221"/>
                </a:lnTo>
                <a:lnTo>
                  <a:pt x="1973002" y="1623333"/>
                </a:lnTo>
                <a:moveTo>
                  <a:pt x="2458520" y="1961240"/>
                </a:moveTo>
                <a:lnTo>
                  <a:pt x="2461041" y="1963685"/>
                </a:lnTo>
                <a:lnTo>
                  <a:pt x="2462893" y="1966290"/>
                </a:lnTo>
                <a:moveTo>
                  <a:pt x="2227805" y="1222389"/>
                </a:moveTo>
                <a:lnTo>
                  <a:pt x="2195726" y="1191369"/>
                </a:lnTo>
                <a:moveTo>
                  <a:pt x="933077" y="2029862"/>
                </a:moveTo>
                <a:lnTo>
                  <a:pt x="932978" y="2029862"/>
                </a:lnTo>
                <a:lnTo>
                  <a:pt x="904494" y="2028658"/>
                </a:lnTo>
                <a:lnTo>
                  <a:pt x="902879" y="2028582"/>
                </a:lnTo>
                <a:moveTo>
                  <a:pt x="2319989" y="847924"/>
                </a:moveTo>
                <a:lnTo>
                  <a:pt x="2318183" y="848648"/>
                </a:lnTo>
                <a:lnTo>
                  <a:pt x="2277786" y="867380"/>
                </a:lnTo>
                <a:moveTo>
                  <a:pt x="1997805" y="1273307"/>
                </a:moveTo>
                <a:lnTo>
                  <a:pt x="2005522" y="1280848"/>
                </a:lnTo>
                <a:moveTo>
                  <a:pt x="1949363" y="2184337"/>
                </a:moveTo>
                <a:lnTo>
                  <a:pt x="1947406" y="2184619"/>
                </a:lnTo>
                <a:lnTo>
                  <a:pt x="1940953" y="2184771"/>
                </a:lnTo>
                <a:moveTo>
                  <a:pt x="1994256" y="2287666"/>
                </a:moveTo>
                <a:lnTo>
                  <a:pt x="1991513" y="2288633"/>
                </a:lnTo>
                <a:lnTo>
                  <a:pt x="1979949" y="2293524"/>
                </a:lnTo>
                <a:lnTo>
                  <a:pt x="1977001" y="2292572"/>
                </a:lnTo>
                <a:moveTo>
                  <a:pt x="2017582" y="1734554"/>
                </a:moveTo>
                <a:lnTo>
                  <a:pt x="2017597" y="1734707"/>
                </a:lnTo>
                <a:moveTo>
                  <a:pt x="2022251" y="1643680"/>
                </a:moveTo>
                <a:lnTo>
                  <a:pt x="2054132" y="1674099"/>
                </a:lnTo>
                <a:moveTo>
                  <a:pt x="2183301" y="2097508"/>
                </a:moveTo>
                <a:lnTo>
                  <a:pt x="2187300" y="2100365"/>
                </a:lnTo>
                <a:lnTo>
                  <a:pt x="2212836" y="2118557"/>
                </a:lnTo>
                <a:lnTo>
                  <a:pt x="2214435" y="2119654"/>
                </a:lnTo>
                <a:lnTo>
                  <a:pt x="2215761" y="2120065"/>
                </a:lnTo>
                <a:lnTo>
                  <a:pt x="2217543" y="2120286"/>
                </a:lnTo>
                <a:lnTo>
                  <a:pt x="2218960" y="2119935"/>
                </a:lnTo>
                <a:lnTo>
                  <a:pt x="2220187" y="2119433"/>
                </a:lnTo>
                <a:lnTo>
                  <a:pt x="2221230" y="2118656"/>
                </a:lnTo>
                <a:lnTo>
                  <a:pt x="2237723" y="2101592"/>
                </a:lnTo>
                <a:moveTo>
                  <a:pt x="2148297" y="2072476"/>
                </a:moveTo>
                <a:lnTo>
                  <a:pt x="2152868" y="2075752"/>
                </a:lnTo>
                <a:lnTo>
                  <a:pt x="2172773" y="2089982"/>
                </a:lnTo>
                <a:lnTo>
                  <a:pt x="2176171" y="2092412"/>
                </a:lnTo>
                <a:moveTo>
                  <a:pt x="2113574" y="2047581"/>
                </a:moveTo>
                <a:lnTo>
                  <a:pt x="2116477" y="2049653"/>
                </a:lnTo>
                <a:lnTo>
                  <a:pt x="2139932" y="2066481"/>
                </a:lnTo>
                <a:lnTo>
                  <a:pt x="2141326" y="2067486"/>
                </a:lnTo>
                <a:moveTo>
                  <a:pt x="2093014" y="2032893"/>
                </a:moveTo>
                <a:lnTo>
                  <a:pt x="2096541" y="2035377"/>
                </a:lnTo>
                <a:lnTo>
                  <a:pt x="2105827" y="2042035"/>
                </a:lnTo>
                <a:moveTo>
                  <a:pt x="1301996" y="2162321"/>
                </a:moveTo>
                <a:lnTo>
                  <a:pt x="1301942" y="2162039"/>
                </a:lnTo>
                <a:moveTo>
                  <a:pt x="2431202" y="2520156"/>
                </a:moveTo>
                <a:lnTo>
                  <a:pt x="2432634" y="2521604"/>
                </a:lnTo>
                <a:lnTo>
                  <a:pt x="2439658" y="2526609"/>
                </a:lnTo>
                <a:lnTo>
                  <a:pt x="2492450" y="2541471"/>
                </a:lnTo>
                <a:lnTo>
                  <a:pt x="2532139" y="2552304"/>
                </a:lnTo>
                <a:lnTo>
                  <a:pt x="2546247" y="2556151"/>
                </a:lnTo>
                <a:lnTo>
                  <a:pt x="2576292" y="2564348"/>
                </a:lnTo>
                <a:lnTo>
                  <a:pt x="2598186" y="2570427"/>
                </a:lnTo>
                <a:lnTo>
                  <a:pt x="2616880" y="2575454"/>
                </a:lnTo>
                <a:lnTo>
                  <a:pt x="2646750" y="2583476"/>
                </a:lnTo>
                <a:lnTo>
                  <a:pt x="2676003" y="2591886"/>
                </a:lnTo>
                <a:moveTo>
                  <a:pt x="2722533" y="2596449"/>
                </a:moveTo>
                <a:lnTo>
                  <a:pt x="2713483" y="2601500"/>
                </a:lnTo>
                <a:lnTo>
                  <a:pt x="2703237" y="2607533"/>
                </a:lnTo>
                <a:lnTo>
                  <a:pt x="2699375" y="2609864"/>
                </a:lnTo>
                <a:moveTo>
                  <a:pt x="2436009" y="2345074"/>
                </a:moveTo>
                <a:lnTo>
                  <a:pt x="2448754" y="2366001"/>
                </a:lnTo>
                <a:lnTo>
                  <a:pt x="2352304" y="2423295"/>
                </a:lnTo>
                <a:moveTo>
                  <a:pt x="868736" y="820210"/>
                </a:moveTo>
                <a:lnTo>
                  <a:pt x="868591" y="820271"/>
                </a:lnTo>
                <a:moveTo>
                  <a:pt x="890310" y="2320118"/>
                </a:moveTo>
                <a:lnTo>
                  <a:pt x="890127" y="2323257"/>
                </a:lnTo>
                <a:lnTo>
                  <a:pt x="889449" y="2337822"/>
                </a:lnTo>
                <a:moveTo>
                  <a:pt x="891094" y="2303542"/>
                </a:moveTo>
                <a:lnTo>
                  <a:pt x="890752" y="2311358"/>
                </a:lnTo>
                <a:moveTo>
                  <a:pt x="1014398" y="2407358"/>
                </a:moveTo>
                <a:lnTo>
                  <a:pt x="1014413" y="2407914"/>
                </a:lnTo>
                <a:lnTo>
                  <a:pt x="1014519" y="2409369"/>
                </a:lnTo>
                <a:lnTo>
                  <a:pt x="1014710" y="2411106"/>
                </a:lnTo>
                <a:lnTo>
                  <a:pt x="1014809" y="2412058"/>
                </a:lnTo>
                <a:lnTo>
                  <a:pt x="1015030" y="2413346"/>
                </a:lnTo>
                <a:lnTo>
                  <a:pt x="1015350" y="2414763"/>
                </a:lnTo>
                <a:lnTo>
                  <a:pt x="1015784" y="2416629"/>
                </a:lnTo>
                <a:lnTo>
                  <a:pt x="1016736" y="2420179"/>
                </a:lnTo>
                <a:lnTo>
                  <a:pt x="1017231" y="2421939"/>
                </a:lnTo>
                <a:lnTo>
                  <a:pt x="1018069" y="2424217"/>
                </a:lnTo>
                <a:moveTo>
                  <a:pt x="667974" y="1818633"/>
                </a:moveTo>
                <a:lnTo>
                  <a:pt x="673977" y="1817094"/>
                </a:lnTo>
                <a:lnTo>
                  <a:pt x="681511" y="1815159"/>
                </a:lnTo>
                <a:moveTo>
                  <a:pt x="729024" y="1903313"/>
                </a:moveTo>
                <a:lnTo>
                  <a:pt x="708539" y="1908204"/>
                </a:lnTo>
                <a:lnTo>
                  <a:pt x="705919" y="1908920"/>
                </a:lnTo>
                <a:lnTo>
                  <a:pt x="697425" y="1911434"/>
                </a:lnTo>
                <a:lnTo>
                  <a:pt x="692001" y="1912881"/>
                </a:lnTo>
                <a:moveTo>
                  <a:pt x="789312" y="1887590"/>
                </a:moveTo>
                <a:lnTo>
                  <a:pt x="755351" y="1896526"/>
                </a:lnTo>
                <a:lnTo>
                  <a:pt x="739826" y="1900594"/>
                </a:lnTo>
                <a:moveTo>
                  <a:pt x="2314283" y="2358733"/>
                </a:moveTo>
                <a:lnTo>
                  <a:pt x="2396838" y="2308821"/>
                </a:lnTo>
                <a:moveTo>
                  <a:pt x="2410855" y="2532238"/>
                </a:moveTo>
                <a:lnTo>
                  <a:pt x="2411396" y="2532901"/>
                </a:lnTo>
                <a:lnTo>
                  <a:pt x="2446651" y="2590751"/>
                </a:lnTo>
                <a:moveTo>
                  <a:pt x="2236497" y="2100403"/>
                </a:moveTo>
                <a:lnTo>
                  <a:pt x="2220103" y="2117361"/>
                </a:lnTo>
                <a:lnTo>
                  <a:pt x="2219334" y="2117924"/>
                </a:lnTo>
                <a:lnTo>
                  <a:pt x="2218427" y="2118305"/>
                </a:lnTo>
                <a:lnTo>
                  <a:pt x="2217437" y="2118549"/>
                </a:lnTo>
                <a:lnTo>
                  <a:pt x="2216126" y="2118389"/>
                </a:lnTo>
                <a:lnTo>
                  <a:pt x="2215197" y="2118099"/>
                </a:lnTo>
                <a:lnTo>
                  <a:pt x="2213818" y="2117155"/>
                </a:lnTo>
                <a:lnTo>
                  <a:pt x="2188291" y="2098963"/>
                </a:lnTo>
                <a:lnTo>
                  <a:pt x="2184299" y="2096114"/>
                </a:lnTo>
                <a:moveTo>
                  <a:pt x="2257393" y="2078905"/>
                </a:moveTo>
                <a:lnTo>
                  <a:pt x="2244137" y="2092519"/>
                </a:lnTo>
                <a:moveTo>
                  <a:pt x="2279271" y="2056646"/>
                </a:moveTo>
                <a:lnTo>
                  <a:pt x="2265170" y="2071090"/>
                </a:lnTo>
                <a:moveTo>
                  <a:pt x="2315860" y="2018237"/>
                </a:moveTo>
                <a:lnTo>
                  <a:pt x="2314123" y="2019844"/>
                </a:lnTo>
                <a:lnTo>
                  <a:pt x="2303694" y="2030730"/>
                </a:lnTo>
                <a:lnTo>
                  <a:pt x="2286615" y="2048541"/>
                </a:lnTo>
                <a:moveTo>
                  <a:pt x="2414435" y="1926555"/>
                </a:moveTo>
                <a:lnTo>
                  <a:pt x="2404715" y="1937030"/>
                </a:lnTo>
                <a:lnTo>
                  <a:pt x="2401927" y="1939856"/>
                </a:lnTo>
                <a:lnTo>
                  <a:pt x="2391673" y="1951237"/>
                </a:lnTo>
                <a:lnTo>
                  <a:pt x="2387826" y="1955001"/>
                </a:lnTo>
                <a:lnTo>
                  <a:pt x="2377580" y="1965719"/>
                </a:lnTo>
                <a:lnTo>
                  <a:pt x="2373192" y="1970343"/>
                </a:lnTo>
                <a:lnTo>
                  <a:pt x="2362679" y="1981427"/>
                </a:lnTo>
                <a:lnTo>
                  <a:pt x="2359396" y="1984916"/>
                </a:lnTo>
                <a:lnTo>
                  <a:pt x="2358162" y="1985784"/>
                </a:lnTo>
                <a:moveTo>
                  <a:pt x="2352022" y="1989982"/>
                </a:moveTo>
                <a:lnTo>
                  <a:pt x="2341448" y="1997028"/>
                </a:lnTo>
                <a:lnTo>
                  <a:pt x="2333343" y="2003816"/>
                </a:lnTo>
                <a:lnTo>
                  <a:pt x="2322716" y="2012318"/>
                </a:lnTo>
                <a:moveTo>
                  <a:pt x="1016226" y="2359190"/>
                </a:moveTo>
                <a:lnTo>
                  <a:pt x="1016112" y="2360950"/>
                </a:lnTo>
                <a:lnTo>
                  <a:pt x="1015990" y="2363251"/>
                </a:lnTo>
                <a:lnTo>
                  <a:pt x="1015365" y="2375454"/>
                </a:lnTo>
                <a:lnTo>
                  <a:pt x="1014710" y="2388359"/>
                </a:lnTo>
                <a:lnTo>
                  <a:pt x="1014245" y="2397463"/>
                </a:lnTo>
                <a:moveTo>
                  <a:pt x="1016820" y="2348678"/>
                </a:moveTo>
                <a:lnTo>
                  <a:pt x="1016751" y="2350049"/>
                </a:lnTo>
                <a:moveTo>
                  <a:pt x="913716" y="747730"/>
                </a:moveTo>
                <a:lnTo>
                  <a:pt x="943052" y="737087"/>
                </a:lnTo>
                <a:moveTo>
                  <a:pt x="450369" y="1894126"/>
                </a:moveTo>
                <a:lnTo>
                  <a:pt x="451756" y="1894827"/>
                </a:lnTo>
                <a:lnTo>
                  <a:pt x="456822" y="1897524"/>
                </a:lnTo>
                <a:moveTo>
                  <a:pt x="516013" y="1883271"/>
                </a:moveTo>
                <a:lnTo>
                  <a:pt x="520126" y="1882212"/>
                </a:lnTo>
                <a:lnTo>
                  <a:pt x="539925" y="1877100"/>
                </a:lnTo>
                <a:lnTo>
                  <a:pt x="547551" y="1875127"/>
                </a:lnTo>
                <a:lnTo>
                  <a:pt x="550895" y="1874266"/>
                </a:lnTo>
                <a:moveTo>
                  <a:pt x="559221" y="1872156"/>
                </a:moveTo>
                <a:lnTo>
                  <a:pt x="562253" y="1871402"/>
                </a:lnTo>
                <a:lnTo>
                  <a:pt x="573101" y="1868720"/>
                </a:lnTo>
                <a:lnTo>
                  <a:pt x="613849" y="1858162"/>
                </a:lnTo>
                <a:lnTo>
                  <a:pt x="619448" y="1856715"/>
                </a:lnTo>
                <a:moveTo>
                  <a:pt x="795726" y="2255016"/>
                </a:moveTo>
                <a:lnTo>
                  <a:pt x="795536" y="2259274"/>
                </a:lnTo>
                <a:moveTo>
                  <a:pt x="585945" y="2470221"/>
                </a:moveTo>
                <a:lnTo>
                  <a:pt x="585800" y="2468202"/>
                </a:lnTo>
                <a:lnTo>
                  <a:pt x="587301" y="2437319"/>
                </a:lnTo>
                <a:lnTo>
                  <a:pt x="587522" y="2432726"/>
                </a:lnTo>
                <a:lnTo>
                  <a:pt x="587613" y="2430943"/>
                </a:lnTo>
                <a:lnTo>
                  <a:pt x="587727" y="2428643"/>
                </a:lnTo>
                <a:lnTo>
                  <a:pt x="587903" y="2424940"/>
                </a:lnTo>
                <a:lnTo>
                  <a:pt x="588337" y="2415921"/>
                </a:lnTo>
                <a:lnTo>
                  <a:pt x="589007" y="2402757"/>
                </a:lnTo>
                <a:lnTo>
                  <a:pt x="589838" y="2386645"/>
                </a:lnTo>
                <a:lnTo>
                  <a:pt x="589982" y="2383834"/>
                </a:lnTo>
                <a:moveTo>
                  <a:pt x="590759" y="2368720"/>
                </a:moveTo>
                <a:lnTo>
                  <a:pt x="590813" y="2367631"/>
                </a:lnTo>
                <a:lnTo>
                  <a:pt x="590995" y="2363990"/>
                </a:lnTo>
                <a:lnTo>
                  <a:pt x="591110" y="2361826"/>
                </a:lnTo>
                <a:lnTo>
                  <a:pt x="591567" y="2352845"/>
                </a:lnTo>
                <a:lnTo>
                  <a:pt x="592374" y="2337030"/>
                </a:lnTo>
                <a:lnTo>
                  <a:pt x="593068" y="2323577"/>
                </a:lnTo>
                <a:lnTo>
                  <a:pt x="593167" y="2321558"/>
                </a:lnTo>
                <a:lnTo>
                  <a:pt x="593441" y="2316164"/>
                </a:lnTo>
                <a:lnTo>
                  <a:pt x="593509" y="2314938"/>
                </a:lnTo>
                <a:lnTo>
                  <a:pt x="593677" y="2312028"/>
                </a:lnTo>
                <a:lnTo>
                  <a:pt x="593974" y="2305766"/>
                </a:lnTo>
                <a:lnTo>
                  <a:pt x="594088" y="2303382"/>
                </a:lnTo>
                <a:lnTo>
                  <a:pt x="594286" y="2299199"/>
                </a:lnTo>
                <a:lnTo>
                  <a:pt x="594652" y="2291604"/>
                </a:lnTo>
                <a:lnTo>
                  <a:pt x="595269" y="2279934"/>
                </a:lnTo>
                <a:lnTo>
                  <a:pt x="595460" y="2276460"/>
                </a:lnTo>
                <a:lnTo>
                  <a:pt x="595521" y="2275317"/>
                </a:lnTo>
                <a:lnTo>
                  <a:pt x="596130" y="2264051"/>
                </a:lnTo>
                <a:lnTo>
                  <a:pt x="597707" y="2234714"/>
                </a:lnTo>
                <a:moveTo>
                  <a:pt x="585975" y="2480741"/>
                </a:moveTo>
                <a:lnTo>
                  <a:pt x="628239" y="2528284"/>
                </a:lnTo>
                <a:lnTo>
                  <a:pt x="633945" y="2535011"/>
                </a:lnTo>
                <a:lnTo>
                  <a:pt x="652601" y="2553774"/>
                </a:lnTo>
                <a:moveTo>
                  <a:pt x="639590" y="2321474"/>
                </a:moveTo>
                <a:lnTo>
                  <a:pt x="640390" y="2321779"/>
                </a:lnTo>
                <a:lnTo>
                  <a:pt x="644321" y="2322160"/>
                </a:lnTo>
                <a:moveTo>
                  <a:pt x="642492" y="2369543"/>
                </a:moveTo>
                <a:lnTo>
                  <a:pt x="684901" y="2371737"/>
                </a:lnTo>
                <a:moveTo>
                  <a:pt x="753828" y="2369147"/>
                </a:moveTo>
                <a:lnTo>
                  <a:pt x="754369" y="2357210"/>
                </a:lnTo>
                <a:lnTo>
                  <a:pt x="755755" y="2331408"/>
                </a:lnTo>
                <a:moveTo>
                  <a:pt x="687354" y="2371387"/>
                </a:moveTo>
                <a:lnTo>
                  <a:pt x="689556" y="2371470"/>
                </a:lnTo>
                <a:moveTo>
                  <a:pt x="788131" y="2327614"/>
                </a:moveTo>
                <a:lnTo>
                  <a:pt x="782875" y="2327363"/>
                </a:lnTo>
                <a:lnTo>
                  <a:pt x="759686" y="2326266"/>
                </a:lnTo>
                <a:moveTo>
                  <a:pt x="802925" y="2328330"/>
                </a:moveTo>
                <a:lnTo>
                  <a:pt x="799543" y="2328163"/>
                </a:lnTo>
                <a:moveTo>
                  <a:pt x="792359" y="2333206"/>
                </a:moveTo>
                <a:lnTo>
                  <a:pt x="791932" y="2337266"/>
                </a:lnTo>
                <a:moveTo>
                  <a:pt x="793288" y="2426540"/>
                </a:moveTo>
                <a:lnTo>
                  <a:pt x="797417" y="2426784"/>
                </a:lnTo>
                <a:lnTo>
                  <a:pt x="805393" y="2427256"/>
                </a:lnTo>
                <a:lnTo>
                  <a:pt x="817247" y="2427820"/>
                </a:lnTo>
                <a:lnTo>
                  <a:pt x="817650" y="2427843"/>
                </a:lnTo>
                <a:lnTo>
                  <a:pt x="839537" y="2428955"/>
                </a:lnTo>
                <a:lnTo>
                  <a:pt x="841929" y="2429069"/>
                </a:lnTo>
                <a:lnTo>
                  <a:pt x="877146" y="2430776"/>
                </a:lnTo>
                <a:lnTo>
                  <a:pt x="880521" y="2430936"/>
                </a:lnTo>
                <a:moveTo>
                  <a:pt x="793174" y="2340816"/>
                </a:moveTo>
                <a:lnTo>
                  <a:pt x="792237" y="2357453"/>
                </a:lnTo>
                <a:moveTo>
                  <a:pt x="803481" y="2264721"/>
                </a:moveTo>
                <a:lnTo>
                  <a:pt x="805698" y="2264828"/>
                </a:lnTo>
                <a:moveTo>
                  <a:pt x="795117" y="2268035"/>
                </a:moveTo>
                <a:lnTo>
                  <a:pt x="794865" y="2273063"/>
                </a:lnTo>
                <a:lnTo>
                  <a:pt x="792649" y="2317315"/>
                </a:lnTo>
                <a:moveTo>
                  <a:pt x="903656" y="2247543"/>
                </a:moveTo>
                <a:lnTo>
                  <a:pt x="893646" y="2247055"/>
                </a:lnTo>
                <a:lnTo>
                  <a:pt x="884284" y="2246606"/>
                </a:lnTo>
                <a:lnTo>
                  <a:pt x="874686" y="2246141"/>
                </a:lnTo>
                <a:lnTo>
                  <a:pt x="865255" y="2245684"/>
                </a:lnTo>
                <a:lnTo>
                  <a:pt x="855633" y="2245227"/>
                </a:lnTo>
                <a:lnTo>
                  <a:pt x="846202" y="2244770"/>
                </a:lnTo>
                <a:lnTo>
                  <a:pt x="836680" y="2244305"/>
                </a:lnTo>
                <a:lnTo>
                  <a:pt x="827241" y="2243856"/>
                </a:lnTo>
                <a:lnTo>
                  <a:pt x="817650" y="2243391"/>
                </a:lnTo>
                <a:lnTo>
                  <a:pt x="814847" y="2243101"/>
                </a:lnTo>
                <a:moveTo>
                  <a:pt x="790889" y="2242301"/>
                </a:moveTo>
                <a:lnTo>
                  <a:pt x="788101" y="2242149"/>
                </a:lnTo>
                <a:lnTo>
                  <a:pt x="783705" y="2241936"/>
                </a:lnTo>
                <a:lnTo>
                  <a:pt x="781823" y="2241837"/>
                </a:lnTo>
                <a:lnTo>
                  <a:pt x="780170" y="2241761"/>
                </a:lnTo>
                <a:lnTo>
                  <a:pt x="776407" y="2240450"/>
                </a:lnTo>
                <a:moveTo>
                  <a:pt x="798194" y="2242698"/>
                </a:moveTo>
                <a:lnTo>
                  <a:pt x="798042" y="2242690"/>
                </a:lnTo>
                <a:moveTo>
                  <a:pt x="696800" y="2259533"/>
                </a:moveTo>
                <a:lnTo>
                  <a:pt x="699390" y="2259655"/>
                </a:lnTo>
                <a:lnTo>
                  <a:pt x="735240" y="2261415"/>
                </a:lnTo>
                <a:lnTo>
                  <a:pt x="739118" y="2261605"/>
                </a:lnTo>
                <a:moveTo>
                  <a:pt x="688520" y="2257773"/>
                </a:moveTo>
                <a:lnTo>
                  <a:pt x="683842" y="2257522"/>
                </a:lnTo>
                <a:lnTo>
                  <a:pt x="673330" y="2256943"/>
                </a:lnTo>
                <a:lnTo>
                  <a:pt x="671242" y="2256829"/>
                </a:lnTo>
                <a:lnTo>
                  <a:pt x="645402" y="2255427"/>
                </a:lnTo>
                <a:lnTo>
                  <a:pt x="644382" y="2255366"/>
                </a:lnTo>
                <a:moveTo>
                  <a:pt x="684665" y="2322861"/>
                </a:moveTo>
                <a:lnTo>
                  <a:pt x="646637" y="2320895"/>
                </a:lnTo>
                <a:moveTo>
                  <a:pt x="803123" y="2242560"/>
                </a:moveTo>
                <a:lnTo>
                  <a:pt x="802971" y="2242576"/>
                </a:lnTo>
                <a:moveTo>
                  <a:pt x="812676" y="2242789"/>
                </a:moveTo>
                <a:lnTo>
                  <a:pt x="806742" y="2242500"/>
                </a:lnTo>
                <a:moveTo>
                  <a:pt x="856357" y="2292252"/>
                </a:moveTo>
                <a:lnTo>
                  <a:pt x="884147" y="2293539"/>
                </a:lnTo>
                <a:moveTo>
                  <a:pt x="853554" y="2293151"/>
                </a:moveTo>
                <a:lnTo>
                  <a:pt x="853706" y="2293151"/>
                </a:lnTo>
                <a:moveTo>
                  <a:pt x="890881" y="2287742"/>
                </a:moveTo>
                <a:lnTo>
                  <a:pt x="890858" y="2287895"/>
                </a:lnTo>
                <a:moveTo>
                  <a:pt x="890698" y="2298468"/>
                </a:moveTo>
                <a:lnTo>
                  <a:pt x="890584" y="2300830"/>
                </a:lnTo>
                <a:moveTo>
                  <a:pt x="891125" y="2289723"/>
                </a:moveTo>
                <a:lnTo>
                  <a:pt x="891117" y="2289883"/>
                </a:lnTo>
                <a:moveTo>
                  <a:pt x="856075" y="2267288"/>
                </a:moveTo>
                <a:lnTo>
                  <a:pt x="884284" y="2268637"/>
                </a:lnTo>
                <a:lnTo>
                  <a:pt x="887065" y="2268774"/>
                </a:lnTo>
                <a:moveTo>
                  <a:pt x="807976" y="2264988"/>
                </a:moveTo>
                <a:lnTo>
                  <a:pt x="830410" y="2266069"/>
                </a:lnTo>
                <a:lnTo>
                  <a:pt x="846995" y="2266854"/>
                </a:lnTo>
                <a:moveTo>
                  <a:pt x="892412" y="2274251"/>
                </a:moveTo>
                <a:lnTo>
                  <a:pt x="891803" y="2287453"/>
                </a:lnTo>
                <a:moveTo>
                  <a:pt x="898590" y="2270480"/>
                </a:moveTo>
                <a:lnTo>
                  <a:pt x="900929" y="2270556"/>
                </a:lnTo>
                <a:moveTo>
                  <a:pt x="852647" y="2314946"/>
                </a:moveTo>
                <a:lnTo>
                  <a:pt x="852799" y="2314953"/>
                </a:lnTo>
                <a:moveTo>
                  <a:pt x="855367" y="2313902"/>
                </a:moveTo>
                <a:lnTo>
                  <a:pt x="855443" y="2313872"/>
                </a:lnTo>
                <a:lnTo>
                  <a:pt x="882768" y="2315098"/>
                </a:lnTo>
                <a:moveTo>
                  <a:pt x="921954" y="2248556"/>
                </a:moveTo>
                <a:lnTo>
                  <a:pt x="916340" y="2248266"/>
                </a:lnTo>
                <a:lnTo>
                  <a:pt x="912181" y="2248114"/>
                </a:lnTo>
                <a:moveTo>
                  <a:pt x="888078" y="2352052"/>
                </a:moveTo>
                <a:lnTo>
                  <a:pt x="887857" y="2356181"/>
                </a:lnTo>
                <a:lnTo>
                  <a:pt x="887682" y="2359960"/>
                </a:lnTo>
                <a:lnTo>
                  <a:pt x="886722" y="2381495"/>
                </a:lnTo>
                <a:lnTo>
                  <a:pt x="885671" y="2402917"/>
                </a:lnTo>
                <a:lnTo>
                  <a:pt x="884794" y="2421208"/>
                </a:lnTo>
                <a:lnTo>
                  <a:pt x="884581" y="2425793"/>
                </a:lnTo>
                <a:moveTo>
                  <a:pt x="893570" y="2348914"/>
                </a:moveTo>
                <a:lnTo>
                  <a:pt x="894195" y="2348944"/>
                </a:lnTo>
                <a:lnTo>
                  <a:pt x="896640" y="2349074"/>
                </a:lnTo>
                <a:moveTo>
                  <a:pt x="889091" y="2339155"/>
                </a:moveTo>
                <a:lnTo>
                  <a:pt x="888527" y="2342035"/>
                </a:lnTo>
                <a:lnTo>
                  <a:pt x="888428" y="2344488"/>
                </a:lnTo>
                <a:moveTo>
                  <a:pt x="889647" y="2431377"/>
                </a:moveTo>
                <a:lnTo>
                  <a:pt x="892915" y="2431537"/>
                </a:lnTo>
                <a:lnTo>
                  <a:pt x="904037" y="2432078"/>
                </a:lnTo>
                <a:lnTo>
                  <a:pt x="922579" y="2432970"/>
                </a:lnTo>
                <a:lnTo>
                  <a:pt x="946012" y="2434105"/>
                </a:lnTo>
                <a:lnTo>
                  <a:pt x="973688" y="2435141"/>
                </a:lnTo>
                <a:lnTo>
                  <a:pt x="975104" y="2435194"/>
                </a:lnTo>
                <a:moveTo>
                  <a:pt x="899375" y="2350308"/>
                </a:moveTo>
                <a:lnTo>
                  <a:pt x="923006" y="2351405"/>
                </a:lnTo>
                <a:lnTo>
                  <a:pt x="949920" y="2352662"/>
                </a:lnTo>
                <a:lnTo>
                  <a:pt x="956494" y="2352913"/>
                </a:lnTo>
                <a:lnTo>
                  <a:pt x="972225" y="2353660"/>
                </a:lnTo>
                <a:lnTo>
                  <a:pt x="977443" y="2353873"/>
                </a:lnTo>
                <a:lnTo>
                  <a:pt x="993243" y="2354528"/>
                </a:lnTo>
                <a:lnTo>
                  <a:pt x="999779" y="2354719"/>
                </a:lnTo>
                <a:lnTo>
                  <a:pt x="1008981" y="2355016"/>
                </a:lnTo>
                <a:moveTo>
                  <a:pt x="2270114" y="2488390"/>
                </a:moveTo>
                <a:lnTo>
                  <a:pt x="2305446" y="2469855"/>
                </a:lnTo>
                <a:lnTo>
                  <a:pt x="2310154" y="2478479"/>
                </a:lnTo>
                <a:lnTo>
                  <a:pt x="2314283" y="2485563"/>
                </a:lnTo>
                <a:lnTo>
                  <a:pt x="2317505" y="2491102"/>
                </a:lnTo>
                <a:lnTo>
                  <a:pt x="2323470" y="2501363"/>
                </a:lnTo>
                <a:lnTo>
                  <a:pt x="2326106" y="2505896"/>
                </a:lnTo>
                <a:lnTo>
                  <a:pt x="2330585" y="2513590"/>
                </a:lnTo>
                <a:lnTo>
                  <a:pt x="2336268" y="2523356"/>
                </a:lnTo>
                <a:lnTo>
                  <a:pt x="2352898" y="2551953"/>
                </a:lnTo>
                <a:lnTo>
                  <a:pt x="2353248" y="2552403"/>
                </a:lnTo>
                <a:moveTo>
                  <a:pt x="1011259" y="2355145"/>
                </a:moveTo>
                <a:lnTo>
                  <a:pt x="1012424" y="2355191"/>
                </a:lnTo>
                <a:moveTo>
                  <a:pt x="1014245" y="2397524"/>
                </a:moveTo>
                <a:lnTo>
                  <a:pt x="1014283" y="2403785"/>
                </a:lnTo>
                <a:lnTo>
                  <a:pt x="1014306" y="2405073"/>
                </a:lnTo>
                <a:moveTo>
                  <a:pt x="1016531" y="2434524"/>
                </a:moveTo>
                <a:lnTo>
                  <a:pt x="1017056" y="2434066"/>
                </a:lnTo>
                <a:lnTo>
                  <a:pt x="1017696" y="2433350"/>
                </a:lnTo>
                <a:moveTo>
                  <a:pt x="1005020" y="2436702"/>
                </a:moveTo>
                <a:lnTo>
                  <a:pt x="1009126" y="2436786"/>
                </a:lnTo>
                <a:moveTo>
                  <a:pt x="977397" y="2434965"/>
                </a:moveTo>
                <a:lnTo>
                  <a:pt x="981808" y="2435042"/>
                </a:lnTo>
                <a:lnTo>
                  <a:pt x="983918" y="2435103"/>
                </a:lnTo>
                <a:lnTo>
                  <a:pt x="984871" y="2435103"/>
                </a:lnTo>
                <a:lnTo>
                  <a:pt x="989152" y="2435270"/>
                </a:lnTo>
                <a:moveTo>
                  <a:pt x="1232597" y="2545745"/>
                </a:moveTo>
                <a:lnTo>
                  <a:pt x="1232261" y="2546583"/>
                </a:lnTo>
                <a:lnTo>
                  <a:pt x="1231789" y="2547634"/>
                </a:lnTo>
                <a:lnTo>
                  <a:pt x="1231180" y="2548525"/>
                </a:lnTo>
                <a:lnTo>
                  <a:pt x="1230326" y="2549249"/>
                </a:lnTo>
                <a:moveTo>
                  <a:pt x="1228087" y="2550270"/>
                </a:moveTo>
                <a:lnTo>
                  <a:pt x="1227835" y="2550338"/>
                </a:lnTo>
                <a:lnTo>
                  <a:pt x="1226312" y="2550734"/>
                </a:lnTo>
                <a:lnTo>
                  <a:pt x="1224476" y="2550818"/>
                </a:lnTo>
                <a:lnTo>
                  <a:pt x="1221193" y="2550811"/>
                </a:lnTo>
                <a:moveTo>
                  <a:pt x="1026228" y="2449714"/>
                </a:moveTo>
                <a:lnTo>
                  <a:pt x="1020911" y="2446194"/>
                </a:lnTo>
                <a:lnTo>
                  <a:pt x="1019555" y="2445036"/>
                </a:lnTo>
                <a:lnTo>
                  <a:pt x="1018564" y="2444114"/>
                </a:lnTo>
                <a:lnTo>
                  <a:pt x="1016889" y="2442629"/>
                </a:lnTo>
                <a:lnTo>
                  <a:pt x="1015837" y="2441364"/>
                </a:lnTo>
                <a:lnTo>
                  <a:pt x="1015159" y="2440344"/>
                </a:lnTo>
                <a:moveTo>
                  <a:pt x="1239354" y="2542065"/>
                </a:moveTo>
                <a:lnTo>
                  <a:pt x="1245204" y="2542515"/>
                </a:lnTo>
                <a:lnTo>
                  <a:pt x="1252015" y="2542979"/>
                </a:lnTo>
                <a:moveTo>
                  <a:pt x="1023044" y="2433967"/>
                </a:moveTo>
                <a:lnTo>
                  <a:pt x="1023090" y="2434044"/>
                </a:lnTo>
                <a:lnTo>
                  <a:pt x="1024956" y="2436565"/>
                </a:lnTo>
                <a:lnTo>
                  <a:pt x="1026906" y="2438782"/>
                </a:lnTo>
                <a:lnTo>
                  <a:pt x="1028818" y="2440740"/>
                </a:lnTo>
                <a:lnTo>
                  <a:pt x="1031164" y="2442599"/>
                </a:lnTo>
                <a:lnTo>
                  <a:pt x="1033130" y="2444023"/>
                </a:lnTo>
                <a:lnTo>
                  <a:pt x="1035202" y="2445470"/>
                </a:lnTo>
                <a:lnTo>
                  <a:pt x="1039506" y="2447847"/>
                </a:lnTo>
                <a:lnTo>
                  <a:pt x="1046690" y="2452083"/>
                </a:lnTo>
                <a:moveTo>
                  <a:pt x="962893" y="2251382"/>
                </a:moveTo>
                <a:lnTo>
                  <a:pt x="931286" y="2249797"/>
                </a:lnTo>
                <a:moveTo>
                  <a:pt x="977748" y="2257530"/>
                </a:moveTo>
                <a:lnTo>
                  <a:pt x="977710" y="2258368"/>
                </a:lnTo>
                <a:lnTo>
                  <a:pt x="977611" y="2258916"/>
                </a:lnTo>
                <a:lnTo>
                  <a:pt x="977397" y="2259175"/>
                </a:lnTo>
                <a:moveTo>
                  <a:pt x="927173" y="2254612"/>
                </a:moveTo>
                <a:lnTo>
                  <a:pt x="927173" y="2254460"/>
                </a:lnTo>
                <a:moveTo>
                  <a:pt x="1014474" y="2254102"/>
                </a:moveTo>
                <a:lnTo>
                  <a:pt x="1009393" y="2253827"/>
                </a:lnTo>
                <a:lnTo>
                  <a:pt x="983896" y="2252487"/>
                </a:lnTo>
                <a:moveTo>
                  <a:pt x="1022389" y="2254962"/>
                </a:moveTo>
                <a:lnTo>
                  <a:pt x="1022236" y="2254955"/>
                </a:lnTo>
                <a:moveTo>
                  <a:pt x="1260303" y="2533807"/>
                </a:moveTo>
                <a:lnTo>
                  <a:pt x="1260082" y="2534478"/>
                </a:lnTo>
                <a:lnTo>
                  <a:pt x="1258307" y="2536931"/>
                </a:lnTo>
                <a:moveTo>
                  <a:pt x="1410246" y="2303473"/>
                </a:moveTo>
                <a:lnTo>
                  <a:pt x="1399413" y="2311457"/>
                </a:lnTo>
                <a:lnTo>
                  <a:pt x="1378068" y="2327370"/>
                </a:lnTo>
                <a:lnTo>
                  <a:pt x="1373680" y="2330532"/>
                </a:lnTo>
                <a:lnTo>
                  <a:pt x="1354742" y="2344046"/>
                </a:lnTo>
                <a:lnTo>
                  <a:pt x="1342568" y="2352730"/>
                </a:lnTo>
                <a:lnTo>
                  <a:pt x="1334592" y="2358429"/>
                </a:lnTo>
                <a:lnTo>
                  <a:pt x="1329176" y="2362291"/>
                </a:lnTo>
                <a:lnTo>
                  <a:pt x="1328414" y="2362816"/>
                </a:lnTo>
                <a:lnTo>
                  <a:pt x="1323341" y="2366359"/>
                </a:lnTo>
                <a:lnTo>
                  <a:pt x="1318458" y="2370069"/>
                </a:lnTo>
                <a:lnTo>
                  <a:pt x="1315258" y="2372712"/>
                </a:lnTo>
                <a:lnTo>
                  <a:pt x="1312363" y="2375234"/>
                </a:lnTo>
                <a:lnTo>
                  <a:pt x="1308996" y="2378547"/>
                </a:lnTo>
                <a:lnTo>
                  <a:pt x="1307153" y="2380353"/>
                </a:lnTo>
                <a:lnTo>
                  <a:pt x="1303649" y="2384230"/>
                </a:lnTo>
                <a:lnTo>
                  <a:pt x="1300647" y="2387765"/>
                </a:lnTo>
                <a:lnTo>
                  <a:pt x="1296838" y="2392747"/>
                </a:lnTo>
                <a:lnTo>
                  <a:pt x="1290249" y="2402269"/>
                </a:lnTo>
                <a:lnTo>
                  <a:pt x="1286341" y="2408714"/>
                </a:lnTo>
                <a:lnTo>
                  <a:pt x="1284825" y="2411639"/>
                </a:lnTo>
                <a:lnTo>
                  <a:pt x="1283271" y="2414633"/>
                </a:lnTo>
                <a:lnTo>
                  <a:pt x="1281580" y="2417993"/>
                </a:lnTo>
                <a:lnTo>
                  <a:pt x="1278220" y="2426030"/>
                </a:lnTo>
                <a:lnTo>
                  <a:pt x="1274251" y="2437403"/>
                </a:lnTo>
                <a:lnTo>
                  <a:pt x="1273063" y="2441593"/>
                </a:lnTo>
                <a:lnTo>
                  <a:pt x="1272126" y="2445996"/>
                </a:lnTo>
                <a:lnTo>
                  <a:pt x="1270404" y="2454810"/>
                </a:lnTo>
                <a:lnTo>
                  <a:pt x="1269536" y="2460280"/>
                </a:lnTo>
                <a:lnTo>
                  <a:pt x="1269231" y="2462984"/>
                </a:lnTo>
                <a:lnTo>
                  <a:pt x="1268728" y="2466961"/>
                </a:lnTo>
                <a:lnTo>
                  <a:pt x="1268271" y="2470609"/>
                </a:lnTo>
                <a:lnTo>
                  <a:pt x="1267517" y="2476788"/>
                </a:lnTo>
                <a:lnTo>
                  <a:pt x="1266892" y="2481846"/>
                </a:lnTo>
                <a:lnTo>
                  <a:pt x="1265925" y="2489822"/>
                </a:lnTo>
                <a:lnTo>
                  <a:pt x="1260775" y="2531956"/>
                </a:lnTo>
                <a:lnTo>
                  <a:pt x="1260676" y="2532535"/>
                </a:lnTo>
                <a:moveTo>
                  <a:pt x="1619288" y="1985358"/>
                </a:moveTo>
                <a:lnTo>
                  <a:pt x="1624003" y="1992214"/>
                </a:lnTo>
                <a:lnTo>
                  <a:pt x="1624994" y="1994355"/>
                </a:lnTo>
                <a:moveTo>
                  <a:pt x="1100144" y="2243353"/>
                </a:moveTo>
                <a:lnTo>
                  <a:pt x="1127390" y="2244888"/>
                </a:lnTo>
                <a:lnTo>
                  <a:pt x="1196061" y="2248354"/>
                </a:lnTo>
                <a:lnTo>
                  <a:pt x="1226209" y="2249832"/>
                </a:lnTo>
                <a:lnTo>
                  <a:pt x="1237628" y="2250384"/>
                </a:lnTo>
                <a:lnTo>
                  <a:pt x="1251184" y="2250491"/>
                </a:lnTo>
                <a:lnTo>
                  <a:pt x="1267022" y="2250003"/>
                </a:lnTo>
                <a:moveTo>
                  <a:pt x="1420496" y="2209232"/>
                </a:moveTo>
                <a:lnTo>
                  <a:pt x="1424998" y="2207137"/>
                </a:lnTo>
                <a:moveTo>
                  <a:pt x="1430429" y="2204391"/>
                </a:moveTo>
                <a:lnTo>
                  <a:pt x="1438085" y="2200209"/>
                </a:lnTo>
                <a:lnTo>
                  <a:pt x="1456254" y="2189578"/>
                </a:lnTo>
                <a:lnTo>
                  <a:pt x="1458490" y="2188115"/>
                </a:lnTo>
                <a:lnTo>
                  <a:pt x="1470057" y="2180928"/>
                </a:lnTo>
                <a:lnTo>
                  <a:pt x="1488169" y="2168172"/>
                </a:lnTo>
                <a:lnTo>
                  <a:pt x="1498099" y="2160969"/>
                </a:lnTo>
                <a:lnTo>
                  <a:pt x="1507195" y="2153538"/>
                </a:lnTo>
                <a:lnTo>
                  <a:pt x="1518423" y="2144012"/>
                </a:lnTo>
                <a:lnTo>
                  <a:pt x="1521821" y="2140961"/>
                </a:lnTo>
                <a:moveTo>
                  <a:pt x="1518747" y="1718199"/>
                </a:moveTo>
                <a:lnTo>
                  <a:pt x="1521200" y="1717422"/>
                </a:lnTo>
                <a:lnTo>
                  <a:pt x="1532848" y="1714481"/>
                </a:lnTo>
                <a:lnTo>
                  <a:pt x="1533914" y="1714207"/>
                </a:lnTo>
                <a:moveTo>
                  <a:pt x="1465452" y="2016241"/>
                </a:moveTo>
                <a:lnTo>
                  <a:pt x="1463182" y="2007130"/>
                </a:lnTo>
                <a:lnTo>
                  <a:pt x="1457941" y="1986135"/>
                </a:lnTo>
                <a:moveTo>
                  <a:pt x="1493273" y="2126944"/>
                </a:moveTo>
                <a:lnTo>
                  <a:pt x="1492938" y="2125641"/>
                </a:lnTo>
                <a:lnTo>
                  <a:pt x="1489632" y="2112523"/>
                </a:lnTo>
                <a:lnTo>
                  <a:pt x="1467517" y="2024514"/>
                </a:lnTo>
                <a:moveTo>
                  <a:pt x="1452670" y="2168888"/>
                </a:moveTo>
                <a:lnTo>
                  <a:pt x="1451237" y="2169848"/>
                </a:lnTo>
                <a:moveTo>
                  <a:pt x="1494096" y="2139909"/>
                </a:moveTo>
                <a:lnTo>
                  <a:pt x="1491970" y="2141563"/>
                </a:lnTo>
                <a:lnTo>
                  <a:pt x="1470907" y="2156555"/>
                </a:lnTo>
                <a:lnTo>
                  <a:pt x="1462680" y="2162298"/>
                </a:lnTo>
                <a:lnTo>
                  <a:pt x="1460280" y="2163853"/>
                </a:lnTo>
                <a:moveTo>
                  <a:pt x="1449577" y="2170930"/>
                </a:moveTo>
                <a:lnTo>
                  <a:pt x="1447886" y="2171897"/>
                </a:lnTo>
                <a:lnTo>
                  <a:pt x="1441921" y="2175089"/>
                </a:lnTo>
                <a:lnTo>
                  <a:pt x="1436223" y="2178151"/>
                </a:lnTo>
                <a:lnTo>
                  <a:pt x="1419060" y="2187255"/>
                </a:lnTo>
                <a:lnTo>
                  <a:pt x="1415822" y="2188641"/>
                </a:lnTo>
                <a:moveTo>
                  <a:pt x="1321452" y="2184032"/>
                </a:moveTo>
                <a:lnTo>
                  <a:pt x="1324042" y="2183362"/>
                </a:lnTo>
                <a:lnTo>
                  <a:pt x="1336040" y="2180254"/>
                </a:lnTo>
                <a:lnTo>
                  <a:pt x="1351634" y="2176209"/>
                </a:lnTo>
                <a:lnTo>
                  <a:pt x="1352647" y="2175950"/>
                </a:lnTo>
                <a:moveTo>
                  <a:pt x="1024575" y="2173832"/>
                </a:moveTo>
                <a:lnTo>
                  <a:pt x="1024339" y="2180300"/>
                </a:lnTo>
                <a:moveTo>
                  <a:pt x="1030342" y="2055008"/>
                </a:moveTo>
                <a:lnTo>
                  <a:pt x="1028399" y="2097051"/>
                </a:lnTo>
                <a:lnTo>
                  <a:pt x="1025047" y="2163220"/>
                </a:lnTo>
                <a:moveTo>
                  <a:pt x="939110" y="2186782"/>
                </a:moveTo>
                <a:lnTo>
                  <a:pt x="939796" y="2186820"/>
                </a:lnTo>
                <a:lnTo>
                  <a:pt x="943574" y="2187018"/>
                </a:lnTo>
                <a:lnTo>
                  <a:pt x="973230" y="2188405"/>
                </a:lnTo>
                <a:moveTo>
                  <a:pt x="895155" y="2184642"/>
                </a:moveTo>
                <a:lnTo>
                  <a:pt x="899147" y="2184832"/>
                </a:lnTo>
                <a:lnTo>
                  <a:pt x="910063" y="2185388"/>
                </a:lnTo>
                <a:lnTo>
                  <a:pt x="916256" y="2185655"/>
                </a:lnTo>
                <a:lnTo>
                  <a:pt x="925200" y="2186051"/>
                </a:lnTo>
                <a:lnTo>
                  <a:pt x="929138" y="2186264"/>
                </a:lnTo>
                <a:moveTo>
                  <a:pt x="889060" y="2188481"/>
                </a:moveTo>
                <a:lnTo>
                  <a:pt x="889030" y="2189052"/>
                </a:lnTo>
                <a:lnTo>
                  <a:pt x="888862" y="2192420"/>
                </a:lnTo>
                <a:lnTo>
                  <a:pt x="888710" y="2194827"/>
                </a:lnTo>
                <a:lnTo>
                  <a:pt x="888588" y="2195512"/>
                </a:lnTo>
                <a:lnTo>
                  <a:pt x="888329" y="2196145"/>
                </a:lnTo>
                <a:lnTo>
                  <a:pt x="887727" y="2197204"/>
                </a:lnTo>
                <a:lnTo>
                  <a:pt x="887438" y="2197569"/>
                </a:lnTo>
                <a:lnTo>
                  <a:pt x="887118" y="2197851"/>
                </a:lnTo>
                <a:lnTo>
                  <a:pt x="886813" y="2198133"/>
                </a:lnTo>
                <a:lnTo>
                  <a:pt x="886387" y="2198415"/>
                </a:lnTo>
                <a:lnTo>
                  <a:pt x="885671" y="2198811"/>
                </a:lnTo>
                <a:lnTo>
                  <a:pt x="884871" y="2199047"/>
                </a:lnTo>
                <a:lnTo>
                  <a:pt x="884353" y="2199123"/>
                </a:lnTo>
                <a:lnTo>
                  <a:pt x="882989" y="2199177"/>
                </a:lnTo>
                <a:lnTo>
                  <a:pt x="881717" y="2199131"/>
                </a:lnTo>
                <a:lnTo>
                  <a:pt x="878830" y="2199017"/>
                </a:lnTo>
                <a:lnTo>
                  <a:pt x="856090" y="2197904"/>
                </a:lnTo>
                <a:lnTo>
                  <a:pt x="852533" y="2197722"/>
                </a:lnTo>
                <a:lnTo>
                  <a:pt x="851184" y="2197661"/>
                </a:lnTo>
                <a:moveTo>
                  <a:pt x="851093" y="2199558"/>
                </a:moveTo>
                <a:lnTo>
                  <a:pt x="852441" y="2199626"/>
                </a:lnTo>
                <a:lnTo>
                  <a:pt x="855999" y="2199809"/>
                </a:lnTo>
                <a:lnTo>
                  <a:pt x="878738" y="2200921"/>
                </a:lnTo>
                <a:lnTo>
                  <a:pt x="881641" y="2201035"/>
                </a:lnTo>
                <a:lnTo>
                  <a:pt x="882989" y="2201081"/>
                </a:lnTo>
                <a:lnTo>
                  <a:pt x="884513" y="2201028"/>
                </a:lnTo>
                <a:lnTo>
                  <a:pt x="885282" y="2200906"/>
                </a:lnTo>
                <a:lnTo>
                  <a:pt x="886402" y="2200578"/>
                </a:lnTo>
                <a:lnTo>
                  <a:pt x="887369" y="2200053"/>
                </a:lnTo>
                <a:lnTo>
                  <a:pt x="887979" y="2199641"/>
                </a:lnTo>
                <a:lnTo>
                  <a:pt x="888398" y="2199268"/>
                </a:lnTo>
                <a:lnTo>
                  <a:pt x="888824" y="2198880"/>
                </a:lnTo>
                <a:lnTo>
                  <a:pt x="889312" y="2198270"/>
                </a:lnTo>
                <a:lnTo>
                  <a:pt x="890051" y="2196983"/>
                </a:lnTo>
                <a:lnTo>
                  <a:pt x="890432" y="2196046"/>
                </a:lnTo>
                <a:lnTo>
                  <a:pt x="890599" y="2195055"/>
                </a:lnTo>
                <a:lnTo>
                  <a:pt x="890767" y="2192526"/>
                </a:lnTo>
                <a:lnTo>
                  <a:pt x="890934" y="2189144"/>
                </a:lnTo>
                <a:lnTo>
                  <a:pt x="890965" y="2188573"/>
                </a:lnTo>
                <a:moveTo>
                  <a:pt x="985084" y="2029892"/>
                </a:moveTo>
                <a:lnTo>
                  <a:pt x="985076" y="2030044"/>
                </a:lnTo>
                <a:moveTo>
                  <a:pt x="978479" y="2171486"/>
                </a:moveTo>
                <a:lnTo>
                  <a:pt x="978205" y="2176414"/>
                </a:lnTo>
                <a:lnTo>
                  <a:pt x="977900" y="2182303"/>
                </a:lnTo>
                <a:moveTo>
                  <a:pt x="979028" y="2160165"/>
                </a:moveTo>
                <a:lnTo>
                  <a:pt x="978997" y="2160882"/>
                </a:lnTo>
                <a:moveTo>
                  <a:pt x="954902" y="2025207"/>
                </a:moveTo>
                <a:lnTo>
                  <a:pt x="979287" y="2026388"/>
                </a:lnTo>
                <a:lnTo>
                  <a:pt x="981359" y="2026494"/>
                </a:lnTo>
                <a:moveTo>
                  <a:pt x="903161" y="2022640"/>
                </a:moveTo>
                <a:lnTo>
                  <a:pt x="905172" y="2022739"/>
                </a:lnTo>
                <a:lnTo>
                  <a:pt x="932536" y="2024141"/>
                </a:lnTo>
                <a:lnTo>
                  <a:pt x="933343" y="2024179"/>
                </a:lnTo>
                <a:moveTo>
                  <a:pt x="890196" y="2021947"/>
                </a:moveTo>
                <a:lnTo>
                  <a:pt x="893083" y="2022107"/>
                </a:lnTo>
                <a:moveTo>
                  <a:pt x="896975" y="2025413"/>
                </a:moveTo>
                <a:lnTo>
                  <a:pt x="896968" y="2025565"/>
                </a:lnTo>
                <a:moveTo>
                  <a:pt x="889159" y="2174639"/>
                </a:moveTo>
                <a:lnTo>
                  <a:pt x="889190" y="2175249"/>
                </a:lnTo>
                <a:moveTo>
                  <a:pt x="979652" y="2216134"/>
                </a:moveTo>
                <a:lnTo>
                  <a:pt x="979736" y="2214382"/>
                </a:lnTo>
                <a:lnTo>
                  <a:pt x="980627" y="2196099"/>
                </a:lnTo>
                <a:lnTo>
                  <a:pt x="980467" y="2195345"/>
                </a:lnTo>
                <a:moveTo>
                  <a:pt x="985472" y="2045219"/>
                </a:moveTo>
                <a:lnTo>
                  <a:pt x="983964" y="2075348"/>
                </a:lnTo>
                <a:lnTo>
                  <a:pt x="983271" y="2089182"/>
                </a:lnTo>
                <a:lnTo>
                  <a:pt x="982143" y="2111876"/>
                </a:lnTo>
                <a:lnTo>
                  <a:pt x="979888" y="2157042"/>
                </a:lnTo>
                <a:moveTo>
                  <a:pt x="985747" y="2167700"/>
                </a:moveTo>
                <a:lnTo>
                  <a:pt x="989898" y="2167951"/>
                </a:lnTo>
                <a:lnTo>
                  <a:pt x="995878" y="2168256"/>
                </a:lnTo>
                <a:lnTo>
                  <a:pt x="1009111" y="2168903"/>
                </a:lnTo>
                <a:lnTo>
                  <a:pt x="1017109" y="2169307"/>
                </a:lnTo>
                <a:lnTo>
                  <a:pt x="1020035" y="2169452"/>
                </a:lnTo>
                <a:moveTo>
                  <a:pt x="1028826" y="2208410"/>
                </a:moveTo>
                <a:lnTo>
                  <a:pt x="1028673" y="2208402"/>
                </a:lnTo>
                <a:moveTo>
                  <a:pt x="1071791" y="2210299"/>
                </a:moveTo>
                <a:lnTo>
                  <a:pt x="1068325" y="2210131"/>
                </a:lnTo>
                <a:lnTo>
                  <a:pt x="1035590" y="2208516"/>
                </a:lnTo>
                <a:lnTo>
                  <a:pt x="1029275" y="2208166"/>
                </a:lnTo>
                <a:lnTo>
                  <a:pt x="1028521" y="2208112"/>
                </a:lnTo>
                <a:moveTo>
                  <a:pt x="1084406" y="2036954"/>
                </a:moveTo>
                <a:lnTo>
                  <a:pt x="1084375" y="2037609"/>
                </a:lnTo>
                <a:lnTo>
                  <a:pt x="1084330" y="2038706"/>
                </a:lnTo>
                <a:moveTo>
                  <a:pt x="1121932" y="2212759"/>
                </a:moveTo>
                <a:lnTo>
                  <a:pt x="1118595" y="2212599"/>
                </a:lnTo>
                <a:lnTo>
                  <a:pt x="1117170" y="2212523"/>
                </a:lnTo>
                <a:lnTo>
                  <a:pt x="1085998" y="2210977"/>
                </a:lnTo>
                <a:lnTo>
                  <a:pt x="1082235" y="2210794"/>
                </a:lnTo>
                <a:moveTo>
                  <a:pt x="1133008" y="2074205"/>
                </a:moveTo>
                <a:lnTo>
                  <a:pt x="1131020" y="2114367"/>
                </a:lnTo>
                <a:lnTo>
                  <a:pt x="1128940" y="2156021"/>
                </a:lnTo>
                <a:lnTo>
                  <a:pt x="1126586" y="2204364"/>
                </a:lnTo>
                <a:lnTo>
                  <a:pt x="1126365" y="2208973"/>
                </a:lnTo>
                <a:moveTo>
                  <a:pt x="1173268" y="2222640"/>
                </a:moveTo>
                <a:lnTo>
                  <a:pt x="1174137" y="2223089"/>
                </a:lnTo>
                <a:lnTo>
                  <a:pt x="1176293" y="2223805"/>
                </a:lnTo>
                <a:lnTo>
                  <a:pt x="1178357" y="2223996"/>
                </a:lnTo>
                <a:lnTo>
                  <a:pt x="1186196" y="2224300"/>
                </a:lnTo>
                <a:lnTo>
                  <a:pt x="1223044" y="2225999"/>
                </a:lnTo>
                <a:lnTo>
                  <a:pt x="1238158" y="2226700"/>
                </a:lnTo>
                <a:lnTo>
                  <a:pt x="1240352" y="2226593"/>
                </a:lnTo>
                <a:lnTo>
                  <a:pt x="1242073" y="2226350"/>
                </a:lnTo>
                <a:lnTo>
                  <a:pt x="1243117" y="2226174"/>
                </a:lnTo>
                <a:lnTo>
                  <a:pt x="1244130" y="2225672"/>
                </a:lnTo>
                <a:lnTo>
                  <a:pt x="1244907" y="2225192"/>
                </a:lnTo>
                <a:lnTo>
                  <a:pt x="1245562" y="2224689"/>
                </a:lnTo>
                <a:lnTo>
                  <a:pt x="1246446" y="2223851"/>
                </a:lnTo>
                <a:lnTo>
                  <a:pt x="1246979" y="2223066"/>
                </a:lnTo>
                <a:lnTo>
                  <a:pt x="1247375" y="2222335"/>
                </a:lnTo>
                <a:lnTo>
                  <a:pt x="1248000" y="2220750"/>
                </a:lnTo>
                <a:lnTo>
                  <a:pt x="1248952" y="2217475"/>
                </a:lnTo>
                <a:moveTo>
                  <a:pt x="1260150" y="2199763"/>
                </a:moveTo>
                <a:lnTo>
                  <a:pt x="1264592" y="2198636"/>
                </a:lnTo>
                <a:lnTo>
                  <a:pt x="1272469" y="2196648"/>
                </a:lnTo>
                <a:lnTo>
                  <a:pt x="1292565" y="2191559"/>
                </a:lnTo>
                <a:moveTo>
                  <a:pt x="1249836" y="2215944"/>
                </a:moveTo>
                <a:lnTo>
                  <a:pt x="1254018" y="2205713"/>
                </a:lnTo>
                <a:lnTo>
                  <a:pt x="1254749" y="2203930"/>
                </a:lnTo>
                <a:moveTo>
                  <a:pt x="1318572" y="2027447"/>
                </a:moveTo>
                <a:lnTo>
                  <a:pt x="1318808" y="2028627"/>
                </a:lnTo>
                <a:lnTo>
                  <a:pt x="1330372" y="2073489"/>
                </a:lnTo>
                <a:lnTo>
                  <a:pt x="1331621" y="2078327"/>
                </a:lnTo>
                <a:lnTo>
                  <a:pt x="1342287" y="2119867"/>
                </a:lnTo>
                <a:lnTo>
                  <a:pt x="1343483" y="2124468"/>
                </a:lnTo>
                <a:lnTo>
                  <a:pt x="1350483" y="2151473"/>
                </a:lnTo>
                <a:lnTo>
                  <a:pt x="1353416" y="2163083"/>
                </a:lnTo>
                <a:moveTo>
                  <a:pt x="1411731" y="2002087"/>
                </a:moveTo>
                <a:lnTo>
                  <a:pt x="1423272" y="2047230"/>
                </a:lnTo>
                <a:lnTo>
                  <a:pt x="1434090" y="2088984"/>
                </a:lnTo>
                <a:lnTo>
                  <a:pt x="1435362" y="2093913"/>
                </a:lnTo>
                <a:lnTo>
                  <a:pt x="1449569" y="2148746"/>
                </a:lnTo>
                <a:lnTo>
                  <a:pt x="1452365" y="2159510"/>
                </a:lnTo>
                <a:lnTo>
                  <a:pt x="1453637" y="2163136"/>
                </a:lnTo>
                <a:moveTo>
                  <a:pt x="788352" y="2075615"/>
                </a:moveTo>
                <a:lnTo>
                  <a:pt x="791940" y="2073398"/>
                </a:lnTo>
                <a:lnTo>
                  <a:pt x="795086" y="2071455"/>
                </a:lnTo>
                <a:lnTo>
                  <a:pt x="837617" y="2044770"/>
                </a:lnTo>
                <a:lnTo>
                  <a:pt x="840535" y="2042896"/>
                </a:lnTo>
                <a:moveTo>
                  <a:pt x="683858" y="2131141"/>
                </a:moveTo>
                <a:lnTo>
                  <a:pt x="684406" y="2131766"/>
                </a:lnTo>
                <a:lnTo>
                  <a:pt x="687804" y="2134196"/>
                </a:lnTo>
                <a:moveTo>
                  <a:pt x="848198" y="2037906"/>
                </a:moveTo>
                <a:lnTo>
                  <a:pt x="851489" y="2035788"/>
                </a:lnTo>
                <a:lnTo>
                  <a:pt x="872964" y="2022297"/>
                </a:lnTo>
                <a:lnTo>
                  <a:pt x="874442" y="2021718"/>
                </a:lnTo>
                <a:lnTo>
                  <a:pt x="875645" y="2021429"/>
                </a:lnTo>
                <a:lnTo>
                  <a:pt x="877337" y="2021352"/>
                </a:lnTo>
                <a:lnTo>
                  <a:pt x="878761" y="2021375"/>
                </a:lnTo>
                <a:lnTo>
                  <a:pt x="886417" y="2021840"/>
                </a:lnTo>
                <a:lnTo>
                  <a:pt x="887918" y="2021924"/>
                </a:lnTo>
                <a:moveTo>
                  <a:pt x="1071021" y="2028963"/>
                </a:moveTo>
                <a:lnTo>
                  <a:pt x="1044069" y="2027637"/>
                </a:lnTo>
                <a:moveTo>
                  <a:pt x="1041791" y="2027424"/>
                </a:moveTo>
                <a:lnTo>
                  <a:pt x="1039674" y="2027325"/>
                </a:lnTo>
                <a:moveTo>
                  <a:pt x="806490" y="2197432"/>
                </a:moveTo>
                <a:lnTo>
                  <a:pt x="811449" y="2197668"/>
                </a:lnTo>
                <a:lnTo>
                  <a:pt x="819631" y="2198057"/>
                </a:lnTo>
                <a:lnTo>
                  <a:pt x="839019" y="2198979"/>
                </a:lnTo>
                <a:lnTo>
                  <a:pt x="842774" y="2199161"/>
                </a:lnTo>
                <a:moveTo>
                  <a:pt x="848373" y="2186409"/>
                </a:moveTo>
                <a:lnTo>
                  <a:pt x="849950" y="2153119"/>
                </a:lnTo>
                <a:lnTo>
                  <a:pt x="851611" y="2121543"/>
                </a:lnTo>
                <a:lnTo>
                  <a:pt x="851664" y="2120248"/>
                </a:lnTo>
                <a:lnTo>
                  <a:pt x="852022" y="2113498"/>
                </a:lnTo>
                <a:lnTo>
                  <a:pt x="853554" y="2084649"/>
                </a:lnTo>
                <a:lnTo>
                  <a:pt x="853866" y="2078144"/>
                </a:lnTo>
                <a:lnTo>
                  <a:pt x="854041" y="2074449"/>
                </a:lnTo>
                <a:lnTo>
                  <a:pt x="854239" y="2070488"/>
                </a:lnTo>
                <a:lnTo>
                  <a:pt x="854673" y="2061255"/>
                </a:lnTo>
                <a:lnTo>
                  <a:pt x="854529" y="2057713"/>
                </a:lnTo>
                <a:lnTo>
                  <a:pt x="854430" y="2056166"/>
                </a:lnTo>
                <a:lnTo>
                  <a:pt x="854216" y="2054962"/>
                </a:lnTo>
                <a:lnTo>
                  <a:pt x="853805" y="2053675"/>
                </a:lnTo>
                <a:lnTo>
                  <a:pt x="853043" y="2052357"/>
                </a:lnTo>
                <a:lnTo>
                  <a:pt x="851649" y="2050133"/>
                </a:lnTo>
                <a:lnTo>
                  <a:pt x="849074" y="2046301"/>
                </a:lnTo>
                <a:lnTo>
                  <a:pt x="847284" y="2043528"/>
                </a:lnTo>
                <a:moveTo>
                  <a:pt x="944801" y="2027812"/>
                </a:moveTo>
                <a:lnTo>
                  <a:pt x="944808" y="2027660"/>
                </a:lnTo>
                <a:moveTo>
                  <a:pt x="978053" y="2032155"/>
                </a:moveTo>
                <a:lnTo>
                  <a:pt x="951596" y="2030768"/>
                </a:lnTo>
                <a:lnTo>
                  <a:pt x="950567" y="2030715"/>
                </a:lnTo>
                <a:moveTo>
                  <a:pt x="979873" y="2157271"/>
                </a:moveTo>
                <a:lnTo>
                  <a:pt x="979843" y="2157911"/>
                </a:lnTo>
                <a:moveTo>
                  <a:pt x="1030578" y="2051115"/>
                </a:moveTo>
                <a:lnTo>
                  <a:pt x="1030494" y="2052723"/>
                </a:lnTo>
                <a:moveTo>
                  <a:pt x="1007686" y="1938089"/>
                </a:moveTo>
                <a:lnTo>
                  <a:pt x="1022785" y="1928559"/>
                </a:lnTo>
                <a:lnTo>
                  <a:pt x="1039224" y="1918191"/>
                </a:lnTo>
                <a:lnTo>
                  <a:pt x="1044001" y="1915182"/>
                </a:lnTo>
                <a:moveTo>
                  <a:pt x="1049531" y="1920202"/>
                </a:moveTo>
                <a:lnTo>
                  <a:pt x="1050621" y="1921947"/>
                </a:lnTo>
                <a:lnTo>
                  <a:pt x="1061621" y="1939536"/>
                </a:lnTo>
                <a:lnTo>
                  <a:pt x="1069650" y="1952380"/>
                </a:lnTo>
                <a:lnTo>
                  <a:pt x="1072423" y="1956829"/>
                </a:lnTo>
                <a:lnTo>
                  <a:pt x="1072888" y="1957575"/>
                </a:lnTo>
                <a:lnTo>
                  <a:pt x="1075615" y="1961933"/>
                </a:lnTo>
                <a:lnTo>
                  <a:pt x="1076925" y="1964028"/>
                </a:lnTo>
                <a:moveTo>
                  <a:pt x="1085107" y="1981526"/>
                </a:moveTo>
                <a:lnTo>
                  <a:pt x="1085107" y="1982768"/>
                </a:lnTo>
                <a:lnTo>
                  <a:pt x="1085023" y="1985480"/>
                </a:lnTo>
                <a:lnTo>
                  <a:pt x="1084779" y="1990607"/>
                </a:lnTo>
                <a:lnTo>
                  <a:pt x="1084314" y="2000860"/>
                </a:lnTo>
                <a:lnTo>
                  <a:pt x="1083278" y="2021398"/>
                </a:lnTo>
                <a:lnTo>
                  <a:pt x="1083103" y="2025481"/>
                </a:lnTo>
                <a:moveTo>
                  <a:pt x="1089815" y="2060059"/>
                </a:moveTo>
                <a:lnTo>
                  <a:pt x="1091917" y="2060158"/>
                </a:lnTo>
                <a:lnTo>
                  <a:pt x="1125786" y="2061796"/>
                </a:lnTo>
                <a:lnTo>
                  <a:pt x="1129313" y="2061971"/>
                </a:lnTo>
                <a:moveTo>
                  <a:pt x="1140161" y="2062497"/>
                </a:moveTo>
                <a:lnTo>
                  <a:pt x="1143262" y="2062641"/>
                </a:lnTo>
                <a:lnTo>
                  <a:pt x="1173642" y="2064134"/>
                </a:lnTo>
                <a:moveTo>
                  <a:pt x="1259389" y="2027660"/>
                </a:moveTo>
                <a:lnTo>
                  <a:pt x="1251580" y="2029770"/>
                </a:lnTo>
                <a:lnTo>
                  <a:pt x="1246187" y="2031126"/>
                </a:lnTo>
                <a:lnTo>
                  <a:pt x="1233145" y="2034387"/>
                </a:lnTo>
                <a:lnTo>
                  <a:pt x="1229542" y="2034950"/>
                </a:lnTo>
                <a:lnTo>
                  <a:pt x="1227660" y="2035209"/>
                </a:lnTo>
                <a:lnTo>
                  <a:pt x="1225215" y="2035293"/>
                </a:lnTo>
                <a:lnTo>
                  <a:pt x="1222175" y="2035285"/>
                </a:lnTo>
                <a:lnTo>
                  <a:pt x="1221017" y="2035232"/>
                </a:lnTo>
                <a:moveTo>
                  <a:pt x="1268728" y="2025184"/>
                </a:moveTo>
                <a:lnTo>
                  <a:pt x="1268576" y="2025222"/>
                </a:lnTo>
                <a:moveTo>
                  <a:pt x="1190820" y="2035834"/>
                </a:moveTo>
                <a:lnTo>
                  <a:pt x="1196534" y="2037525"/>
                </a:lnTo>
                <a:lnTo>
                  <a:pt x="1210771" y="2038051"/>
                </a:lnTo>
                <a:moveTo>
                  <a:pt x="1915441" y="1852624"/>
                </a:moveTo>
                <a:lnTo>
                  <a:pt x="1923996" y="1889799"/>
                </a:lnTo>
                <a:lnTo>
                  <a:pt x="1926670" y="1900723"/>
                </a:lnTo>
                <a:moveTo>
                  <a:pt x="2494941" y="2100815"/>
                </a:moveTo>
                <a:lnTo>
                  <a:pt x="2497973" y="2103763"/>
                </a:lnTo>
                <a:lnTo>
                  <a:pt x="2500525" y="2106216"/>
                </a:lnTo>
                <a:lnTo>
                  <a:pt x="2568949" y="2171547"/>
                </a:lnTo>
                <a:lnTo>
                  <a:pt x="2577229" y="2179446"/>
                </a:lnTo>
                <a:lnTo>
                  <a:pt x="2625260" y="2225321"/>
                </a:lnTo>
                <a:lnTo>
                  <a:pt x="2640389" y="2240069"/>
                </a:lnTo>
                <a:lnTo>
                  <a:pt x="2685198" y="2283179"/>
                </a:lnTo>
                <a:lnTo>
                  <a:pt x="2692610" y="2290325"/>
                </a:lnTo>
                <a:lnTo>
                  <a:pt x="2697828" y="2296076"/>
                </a:lnTo>
                <a:lnTo>
                  <a:pt x="2705568" y="2303526"/>
                </a:lnTo>
                <a:lnTo>
                  <a:pt x="2708227" y="2305119"/>
                </a:lnTo>
                <a:moveTo>
                  <a:pt x="2272948" y="1784505"/>
                </a:moveTo>
                <a:lnTo>
                  <a:pt x="2274159" y="1785731"/>
                </a:lnTo>
                <a:lnTo>
                  <a:pt x="2278410" y="1789632"/>
                </a:lnTo>
                <a:lnTo>
                  <a:pt x="2279385" y="1790523"/>
                </a:lnTo>
                <a:moveTo>
                  <a:pt x="2173573" y="1875135"/>
                </a:moveTo>
                <a:lnTo>
                  <a:pt x="2178578" y="1879980"/>
                </a:lnTo>
                <a:lnTo>
                  <a:pt x="2180833" y="1882174"/>
                </a:lnTo>
                <a:lnTo>
                  <a:pt x="2184756" y="1885815"/>
                </a:lnTo>
                <a:lnTo>
                  <a:pt x="2185503" y="1886676"/>
                </a:lnTo>
                <a:moveTo>
                  <a:pt x="2449424" y="1952548"/>
                </a:moveTo>
                <a:lnTo>
                  <a:pt x="2455419" y="1958269"/>
                </a:lnTo>
                <a:lnTo>
                  <a:pt x="2457156" y="1959929"/>
                </a:lnTo>
                <a:lnTo>
                  <a:pt x="2458360" y="1961080"/>
                </a:lnTo>
                <a:moveTo>
                  <a:pt x="2525123" y="2027043"/>
                </a:moveTo>
                <a:lnTo>
                  <a:pt x="2530875" y="2032467"/>
                </a:lnTo>
                <a:lnTo>
                  <a:pt x="2534843" y="2036200"/>
                </a:lnTo>
                <a:lnTo>
                  <a:pt x="2537319" y="2038637"/>
                </a:lnTo>
                <a:lnTo>
                  <a:pt x="2538812" y="2040138"/>
                </a:lnTo>
                <a:lnTo>
                  <a:pt x="2539071" y="2040656"/>
                </a:lnTo>
                <a:lnTo>
                  <a:pt x="2539315" y="2041898"/>
                </a:lnTo>
                <a:lnTo>
                  <a:pt x="2539826" y="2043475"/>
                </a:lnTo>
                <a:moveTo>
                  <a:pt x="2463388" y="1967448"/>
                </a:moveTo>
                <a:lnTo>
                  <a:pt x="2524948" y="2026875"/>
                </a:lnTo>
                <a:moveTo>
                  <a:pt x="2495756" y="2094164"/>
                </a:moveTo>
                <a:lnTo>
                  <a:pt x="2498552" y="2091285"/>
                </a:lnTo>
                <a:lnTo>
                  <a:pt x="2539902" y="2048739"/>
                </a:lnTo>
                <a:lnTo>
                  <a:pt x="2540884" y="2047459"/>
                </a:lnTo>
                <a:lnTo>
                  <a:pt x="2541601" y="2046072"/>
                </a:lnTo>
                <a:moveTo>
                  <a:pt x="2147261" y="2198598"/>
                </a:moveTo>
                <a:lnTo>
                  <a:pt x="2150917" y="2201203"/>
                </a:lnTo>
                <a:lnTo>
                  <a:pt x="2174685" y="2218191"/>
                </a:lnTo>
                <a:lnTo>
                  <a:pt x="2200091" y="2237304"/>
                </a:lnTo>
                <a:lnTo>
                  <a:pt x="2220796" y="2251717"/>
                </a:lnTo>
                <a:lnTo>
                  <a:pt x="2231035" y="2258886"/>
                </a:lnTo>
                <a:moveTo>
                  <a:pt x="2239650" y="2265315"/>
                </a:moveTo>
                <a:lnTo>
                  <a:pt x="2241037" y="2266420"/>
                </a:lnTo>
                <a:lnTo>
                  <a:pt x="2249599" y="2272156"/>
                </a:lnTo>
                <a:lnTo>
                  <a:pt x="2255244" y="2276323"/>
                </a:lnTo>
                <a:lnTo>
                  <a:pt x="2260600" y="2282547"/>
                </a:lnTo>
                <a:lnTo>
                  <a:pt x="2262184" y="2285731"/>
                </a:lnTo>
                <a:moveTo>
                  <a:pt x="1957621" y="2459068"/>
                </a:moveTo>
                <a:lnTo>
                  <a:pt x="1957179" y="2458162"/>
                </a:lnTo>
                <a:moveTo>
                  <a:pt x="2357293" y="1523398"/>
                </a:moveTo>
                <a:lnTo>
                  <a:pt x="2394933" y="1559648"/>
                </a:lnTo>
                <a:lnTo>
                  <a:pt x="2405637" y="1568976"/>
                </a:lnTo>
                <a:lnTo>
                  <a:pt x="2407461" y="1570575"/>
                </a:lnTo>
                <a:lnTo>
                  <a:pt x="2424586" y="1585514"/>
                </a:lnTo>
                <a:moveTo>
                  <a:pt x="2171562" y="1736405"/>
                </a:moveTo>
                <a:lnTo>
                  <a:pt x="2061141" y="1739955"/>
                </a:lnTo>
                <a:moveTo>
                  <a:pt x="2249950" y="1762969"/>
                </a:moveTo>
                <a:lnTo>
                  <a:pt x="2255298" y="1768119"/>
                </a:lnTo>
                <a:lnTo>
                  <a:pt x="2259998" y="1772651"/>
                </a:lnTo>
                <a:lnTo>
                  <a:pt x="2271272" y="1783133"/>
                </a:lnTo>
                <a:moveTo>
                  <a:pt x="2241898" y="1712196"/>
                </a:moveTo>
                <a:lnTo>
                  <a:pt x="2240626" y="1710756"/>
                </a:lnTo>
                <a:lnTo>
                  <a:pt x="2239064" y="1709293"/>
                </a:lnTo>
                <a:lnTo>
                  <a:pt x="2234028" y="1704479"/>
                </a:lnTo>
                <a:moveTo>
                  <a:pt x="2224529" y="1777557"/>
                </a:moveTo>
                <a:lnTo>
                  <a:pt x="2231271" y="1770617"/>
                </a:lnTo>
                <a:lnTo>
                  <a:pt x="2240991" y="1760615"/>
                </a:lnTo>
                <a:lnTo>
                  <a:pt x="2241227" y="1760364"/>
                </a:lnTo>
                <a:moveTo>
                  <a:pt x="2200144" y="1760828"/>
                </a:moveTo>
                <a:lnTo>
                  <a:pt x="2203374" y="1763982"/>
                </a:lnTo>
                <a:lnTo>
                  <a:pt x="2206520" y="1767052"/>
                </a:lnTo>
                <a:lnTo>
                  <a:pt x="2211647" y="1772049"/>
                </a:lnTo>
                <a:lnTo>
                  <a:pt x="2214816" y="1775142"/>
                </a:lnTo>
                <a:lnTo>
                  <a:pt x="2217185" y="1777451"/>
                </a:lnTo>
                <a:moveTo>
                  <a:pt x="2195604" y="1755976"/>
                </a:moveTo>
                <a:lnTo>
                  <a:pt x="2193577" y="1755755"/>
                </a:lnTo>
                <a:moveTo>
                  <a:pt x="2202704" y="1753820"/>
                </a:moveTo>
                <a:lnTo>
                  <a:pt x="2202650" y="1753873"/>
                </a:lnTo>
                <a:moveTo>
                  <a:pt x="2130402" y="1797607"/>
                </a:moveTo>
                <a:lnTo>
                  <a:pt x="2121680" y="1789159"/>
                </a:lnTo>
                <a:lnTo>
                  <a:pt x="2114717" y="1782425"/>
                </a:lnTo>
                <a:lnTo>
                  <a:pt x="2111266" y="1779081"/>
                </a:lnTo>
                <a:lnTo>
                  <a:pt x="2106962" y="1774906"/>
                </a:lnTo>
                <a:lnTo>
                  <a:pt x="2101988" y="1770076"/>
                </a:lnTo>
                <a:lnTo>
                  <a:pt x="2101851" y="1769901"/>
                </a:lnTo>
                <a:lnTo>
                  <a:pt x="2101454" y="1769391"/>
                </a:lnTo>
                <a:lnTo>
                  <a:pt x="2101081" y="1768317"/>
                </a:lnTo>
                <a:lnTo>
                  <a:pt x="2101074" y="1767456"/>
                </a:lnTo>
                <a:lnTo>
                  <a:pt x="2101203" y="1766207"/>
                </a:lnTo>
                <a:lnTo>
                  <a:pt x="2101447" y="1764919"/>
                </a:lnTo>
                <a:lnTo>
                  <a:pt x="2101812" y="1763670"/>
                </a:lnTo>
                <a:lnTo>
                  <a:pt x="2102430" y="1762679"/>
                </a:lnTo>
                <a:lnTo>
                  <a:pt x="2102887" y="1762238"/>
                </a:lnTo>
                <a:lnTo>
                  <a:pt x="2103488" y="1761880"/>
                </a:lnTo>
                <a:lnTo>
                  <a:pt x="2104083" y="1761567"/>
                </a:lnTo>
                <a:lnTo>
                  <a:pt x="2104540" y="1761384"/>
                </a:lnTo>
                <a:lnTo>
                  <a:pt x="2105149" y="1761232"/>
                </a:lnTo>
                <a:lnTo>
                  <a:pt x="2105972" y="1761148"/>
                </a:lnTo>
                <a:lnTo>
                  <a:pt x="2117521" y="1760889"/>
                </a:lnTo>
                <a:lnTo>
                  <a:pt x="2118465" y="1760927"/>
                </a:lnTo>
                <a:lnTo>
                  <a:pt x="2119029" y="1761042"/>
                </a:lnTo>
                <a:lnTo>
                  <a:pt x="2119471" y="1761186"/>
                </a:lnTo>
                <a:lnTo>
                  <a:pt x="2120019" y="1761461"/>
                </a:lnTo>
                <a:lnTo>
                  <a:pt x="2120233" y="1761651"/>
                </a:lnTo>
                <a:lnTo>
                  <a:pt x="2120530" y="1761895"/>
                </a:lnTo>
                <a:lnTo>
                  <a:pt x="2121649" y="1763015"/>
                </a:lnTo>
                <a:lnTo>
                  <a:pt x="2125420" y="1766671"/>
                </a:lnTo>
                <a:lnTo>
                  <a:pt x="2129549" y="1770686"/>
                </a:lnTo>
                <a:lnTo>
                  <a:pt x="2143376" y="1784131"/>
                </a:lnTo>
                <a:moveTo>
                  <a:pt x="2103671" y="1807115"/>
                </a:moveTo>
                <a:lnTo>
                  <a:pt x="2106993" y="1810367"/>
                </a:lnTo>
                <a:lnTo>
                  <a:pt x="2110207" y="1813476"/>
                </a:lnTo>
                <a:moveTo>
                  <a:pt x="2119273" y="1821992"/>
                </a:moveTo>
                <a:lnTo>
                  <a:pt x="2119661" y="1822358"/>
                </a:lnTo>
                <a:lnTo>
                  <a:pt x="2146857" y="1848800"/>
                </a:lnTo>
                <a:lnTo>
                  <a:pt x="2147177" y="1849104"/>
                </a:lnTo>
                <a:moveTo>
                  <a:pt x="2111899" y="1815030"/>
                </a:moveTo>
                <a:lnTo>
                  <a:pt x="2112272" y="1815380"/>
                </a:lnTo>
                <a:moveTo>
                  <a:pt x="2153751" y="1855503"/>
                </a:moveTo>
                <a:lnTo>
                  <a:pt x="2153827" y="1855580"/>
                </a:lnTo>
                <a:lnTo>
                  <a:pt x="2172095" y="1873367"/>
                </a:lnTo>
                <a:moveTo>
                  <a:pt x="2090926" y="1796084"/>
                </a:moveTo>
                <a:lnTo>
                  <a:pt x="2090934" y="1796236"/>
                </a:lnTo>
                <a:moveTo>
                  <a:pt x="2017818" y="1812165"/>
                </a:moveTo>
                <a:lnTo>
                  <a:pt x="2027416" y="1808227"/>
                </a:lnTo>
                <a:moveTo>
                  <a:pt x="1998956" y="1819753"/>
                </a:moveTo>
                <a:lnTo>
                  <a:pt x="2008966" y="1815753"/>
                </a:lnTo>
                <a:moveTo>
                  <a:pt x="2044389" y="1804197"/>
                </a:moveTo>
                <a:lnTo>
                  <a:pt x="2045653" y="1804045"/>
                </a:lnTo>
                <a:moveTo>
                  <a:pt x="2048868" y="1798125"/>
                </a:moveTo>
                <a:lnTo>
                  <a:pt x="2048876" y="1798278"/>
                </a:lnTo>
                <a:moveTo>
                  <a:pt x="2028955" y="1801653"/>
                </a:moveTo>
                <a:lnTo>
                  <a:pt x="2029008" y="1801790"/>
                </a:lnTo>
                <a:moveTo>
                  <a:pt x="2010642" y="1809491"/>
                </a:moveTo>
                <a:lnTo>
                  <a:pt x="2010695" y="1809628"/>
                </a:lnTo>
                <a:moveTo>
                  <a:pt x="1993341" y="1814953"/>
                </a:moveTo>
                <a:lnTo>
                  <a:pt x="1982044" y="1786683"/>
                </a:lnTo>
                <a:lnTo>
                  <a:pt x="1981732" y="1785640"/>
                </a:lnTo>
                <a:lnTo>
                  <a:pt x="1981717" y="1785038"/>
                </a:lnTo>
                <a:lnTo>
                  <a:pt x="1981808" y="1784604"/>
                </a:lnTo>
                <a:lnTo>
                  <a:pt x="1982052" y="1784055"/>
                </a:lnTo>
                <a:lnTo>
                  <a:pt x="1982288" y="1783773"/>
                </a:lnTo>
                <a:lnTo>
                  <a:pt x="1982722" y="1783560"/>
                </a:lnTo>
                <a:lnTo>
                  <a:pt x="1983370" y="1783255"/>
                </a:lnTo>
                <a:lnTo>
                  <a:pt x="1994659" y="1778746"/>
                </a:lnTo>
                <a:lnTo>
                  <a:pt x="1995711" y="1778357"/>
                </a:lnTo>
                <a:lnTo>
                  <a:pt x="1996549" y="1778243"/>
                </a:lnTo>
                <a:lnTo>
                  <a:pt x="1997440" y="1778388"/>
                </a:lnTo>
                <a:lnTo>
                  <a:pt x="1998004" y="1778692"/>
                </a:lnTo>
                <a:lnTo>
                  <a:pt x="1998270" y="1778906"/>
                </a:lnTo>
                <a:lnTo>
                  <a:pt x="1998483" y="1779142"/>
                </a:lnTo>
                <a:lnTo>
                  <a:pt x="1998636" y="1779325"/>
                </a:lnTo>
                <a:lnTo>
                  <a:pt x="1998781" y="1779553"/>
                </a:lnTo>
                <a:lnTo>
                  <a:pt x="1999078" y="1780231"/>
                </a:lnTo>
                <a:lnTo>
                  <a:pt x="2005865" y="1797166"/>
                </a:lnTo>
                <a:lnTo>
                  <a:pt x="2010375" y="1808440"/>
                </a:lnTo>
                <a:lnTo>
                  <a:pt x="2010459" y="1808653"/>
                </a:lnTo>
                <a:moveTo>
                  <a:pt x="1998994" y="1819836"/>
                </a:moveTo>
                <a:lnTo>
                  <a:pt x="1999123" y="1819760"/>
                </a:lnTo>
                <a:moveTo>
                  <a:pt x="1994522" y="1827744"/>
                </a:moveTo>
                <a:lnTo>
                  <a:pt x="1997188" y="1830372"/>
                </a:lnTo>
                <a:lnTo>
                  <a:pt x="2018549" y="1851138"/>
                </a:lnTo>
                <a:lnTo>
                  <a:pt x="2027127" y="1859449"/>
                </a:lnTo>
                <a:lnTo>
                  <a:pt x="2035270" y="1867342"/>
                </a:lnTo>
                <a:lnTo>
                  <a:pt x="2035903" y="1867951"/>
                </a:lnTo>
                <a:moveTo>
                  <a:pt x="1962017" y="1794370"/>
                </a:moveTo>
                <a:lnTo>
                  <a:pt x="1962276" y="1794621"/>
                </a:lnTo>
                <a:lnTo>
                  <a:pt x="1962786" y="1795497"/>
                </a:lnTo>
                <a:lnTo>
                  <a:pt x="1964393" y="1799542"/>
                </a:lnTo>
                <a:lnTo>
                  <a:pt x="1968103" y="1808928"/>
                </a:lnTo>
                <a:lnTo>
                  <a:pt x="1974579" y="1825321"/>
                </a:lnTo>
                <a:lnTo>
                  <a:pt x="1974670" y="1825481"/>
                </a:lnTo>
                <a:moveTo>
                  <a:pt x="2462154" y="383606"/>
                </a:moveTo>
                <a:lnTo>
                  <a:pt x="2356654" y="429687"/>
                </a:lnTo>
                <a:lnTo>
                  <a:pt x="2247306" y="475904"/>
                </a:lnTo>
                <a:moveTo>
                  <a:pt x="2070008" y="1797067"/>
                </a:moveTo>
                <a:lnTo>
                  <a:pt x="2070000" y="1797219"/>
                </a:lnTo>
                <a:moveTo>
                  <a:pt x="2087956" y="1847786"/>
                </a:moveTo>
                <a:lnTo>
                  <a:pt x="2088618" y="1846987"/>
                </a:lnTo>
                <a:lnTo>
                  <a:pt x="2094735" y="1840725"/>
                </a:lnTo>
                <a:lnTo>
                  <a:pt x="2104128" y="1831119"/>
                </a:lnTo>
                <a:lnTo>
                  <a:pt x="2112935" y="1822076"/>
                </a:lnTo>
                <a:moveTo>
                  <a:pt x="2087681" y="1854269"/>
                </a:moveTo>
                <a:lnTo>
                  <a:pt x="2089251" y="1855427"/>
                </a:lnTo>
                <a:lnTo>
                  <a:pt x="2114656" y="1880185"/>
                </a:lnTo>
                <a:lnTo>
                  <a:pt x="2115662" y="1881183"/>
                </a:lnTo>
                <a:moveTo>
                  <a:pt x="2081602" y="1849638"/>
                </a:moveTo>
                <a:lnTo>
                  <a:pt x="2081724" y="1849737"/>
                </a:lnTo>
                <a:moveTo>
                  <a:pt x="2040237" y="1808813"/>
                </a:moveTo>
                <a:lnTo>
                  <a:pt x="2040923" y="1810032"/>
                </a:lnTo>
                <a:lnTo>
                  <a:pt x="2041707" y="1811007"/>
                </a:lnTo>
                <a:moveTo>
                  <a:pt x="2057012" y="1879424"/>
                </a:moveTo>
                <a:lnTo>
                  <a:pt x="2059091" y="1877321"/>
                </a:lnTo>
                <a:lnTo>
                  <a:pt x="2074342" y="1861575"/>
                </a:lnTo>
                <a:lnTo>
                  <a:pt x="2080071" y="1855663"/>
                </a:lnTo>
                <a:lnTo>
                  <a:pt x="2081221" y="1854658"/>
                </a:lnTo>
                <a:moveTo>
                  <a:pt x="2091544" y="1920636"/>
                </a:moveTo>
                <a:lnTo>
                  <a:pt x="2091810" y="1920880"/>
                </a:lnTo>
                <a:moveTo>
                  <a:pt x="2098499" y="1928346"/>
                </a:moveTo>
                <a:lnTo>
                  <a:pt x="2102711" y="1932467"/>
                </a:lnTo>
                <a:lnTo>
                  <a:pt x="2109590" y="1939178"/>
                </a:lnTo>
                <a:lnTo>
                  <a:pt x="2114801" y="1944267"/>
                </a:lnTo>
                <a:lnTo>
                  <a:pt x="2118458" y="1947764"/>
                </a:lnTo>
                <a:lnTo>
                  <a:pt x="2120545" y="1949752"/>
                </a:lnTo>
                <a:moveTo>
                  <a:pt x="2008021" y="1926974"/>
                </a:moveTo>
                <a:lnTo>
                  <a:pt x="2004014" y="1931111"/>
                </a:lnTo>
                <a:lnTo>
                  <a:pt x="1996251" y="1939140"/>
                </a:lnTo>
                <a:moveTo>
                  <a:pt x="2093418" y="1922952"/>
                </a:moveTo>
                <a:lnTo>
                  <a:pt x="2096731" y="1926106"/>
                </a:lnTo>
                <a:moveTo>
                  <a:pt x="2135971" y="1805020"/>
                </a:moveTo>
                <a:lnTo>
                  <a:pt x="2153233" y="1821756"/>
                </a:lnTo>
                <a:lnTo>
                  <a:pt x="2164112" y="1832307"/>
                </a:lnTo>
                <a:moveTo>
                  <a:pt x="2286546" y="1796869"/>
                </a:moveTo>
                <a:lnTo>
                  <a:pt x="2286660" y="1796968"/>
                </a:lnTo>
                <a:moveTo>
                  <a:pt x="2185335" y="1893098"/>
                </a:moveTo>
                <a:lnTo>
                  <a:pt x="2183522" y="1894972"/>
                </a:lnTo>
                <a:lnTo>
                  <a:pt x="2157316" y="1921969"/>
                </a:lnTo>
                <a:lnTo>
                  <a:pt x="2131499" y="1948419"/>
                </a:lnTo>
                <a:lnTo>
                  <a:pt x="2129816" y="1950118"/>
                </a:lnTo>
                <a:moveTo>
                  <a:pt x="2279423" y="1796267"/>
                </a:moveTo>
                <a:lnTo>
                  <a:pt x="2277801" y="1797935"/>
                </a:lnTo>
                <a:lnTo>
                  <a:pt x="2241745" y="1835057"/>
                </a:lnTo>
                <a:lnTo>
                  <a:pt x="2240069" y="1836786"/>
                </a:lnTo>
                <a:lnTo>
                  <a:pt x="2235765" y="1841243"/>
                </a:lnTo>
                <a:lnTo>
                  <a:pt x="2227256" y="1850064"/>
                </a:lnTo>
                <a:lnTo>
                  <a:pt x="2194362" y="1883766"/>
                </a:lnTo>
                <a:lnTo>
                  <a:pt x="2193425" y="1884733"/>
                </a:lnTo>
                <a:moveTo>
                  <a:pt x="2095672" y="1985701"/>
                </a:moveTo>
                <a:lnTo>
                  <a:pt x="2076788" y="2005035"/>
                </a:lnTo>
                <a:moveTo>
                  <a:pt x="2129884" y="1958665"/>
                </a:moveTo>
                <a:lnTo>
                  <a:pt x="2135384" y="1963594"/>
                </a:lnTo>
                <a:moveTo>
                  <a:pt x="2340168" y="1804486"/>
                </a:moveTo>
                <a:lnTo>
                  <a:pt x="2322937" y="1822373"/>
                </a:lnTo>
                <a:moveTo>
                  <a:pt x="2323219" y="1831865"/>
                </a:moveTo>
                <a:lnTo>
                  <a:pt x="2323333" y="1831972"/>
                </a:lnTo>
                <a:moveTo>
                  <a:pt x="2288093" y="1798034"/>
                </a:moveTo>
                <a:lnTo>
                  <a:pt x="2314100" y="1823257"/>
                </a:lnTo>
                <a:moveTo>
                  <a:pt x="2315167" y="1824811"/>
                </a:moveTo>
                <a:lnTo>
                  <a:pt x="2315281" y="1824918"/>
                </a:lnTo>
                <a:moveTo>
                  <a:pt x="2222076" y="1927942"/>
                </a:moveTo>
                <a:lnTo>
                  <a:pt x="2219311" y="1930852"/>
                </a:lnTo>
                <a:lnTo>
                  <a:pt x="2213689" y="1936649"/>
                </a:lnTo>
                <a:lnTo>
                  <a:pt x="2167959" y="1983773"/>
                </a:lnTo>
                <a:moveTo>
                  <a:pt x="2228346" y="1928681"/>
                </a:moveTo>
                <a:lnTo>
                  <a:pt x="2231073" y="1931317"/>
                </a:lnTo>
                <a:moveTo>
                  <a:pt x="2192717" y="1894035"/>
                </a:moveTo>
                <a:lnTo>
                  <a:pt x="2193501" y="1894949"/>
                </a:lnTo>
                <a:lnTo>
                  <a:pt x="2195322" y="1896693"/>
                </a:lnTo>
                <a:lnTo>
                  <a:pt x="2208219" y="1909019"/>
                </a:lnTo>
                <a:lnTo>
                  <a:pt x="2219463" y="1919768"/>
                </a:lnTo>
                <a:lnTo>
                  <a:pt x="2222152" y="1922526"/>
                </a:lnTo>
                <a:moveTo>
                  <a:pt x="2136900" y="1965529"/>
                </a:moveTo>
                <a:lnTo>
                  <a:pt x="2155877" y="1983888"/>
                </a:lnTo>
                <a:moveTo>
                  <a:pt x="2196533" y="2022617"/>
                </a:moveTo>
                <a:lnTo>
                  <a:pt x="2199154" y="2026464"/>
                </a:lnTo>
                <a:moveTo>
                  <a:pt x="2187171" y="2014321"/>
                </a:moveTo>
                <a:lnTo>
                  <a:pt x="2189197" y="2015692"/>
                </a:lnTo>
                <a:lnTo>
                  <a:pt x="2190073" y="2016485"/>
                </a:lnTo>
                <a:moveTo>
                  <a:pt x="2155671" y="1995474"/>
                </a:moveTo>
                <a:lnTo>
                  <a:pt x="2115250" y="2036794"/>
                </a:lnTo>
                <a:lnTo>
                  <a:pt x="2112356" y="2039757"/>
                </a:lnTo>
                <a:moveTo>
                  <a:pt x="2201592" y="2028033"/>
                </a:moveTo>
                <a:lnTo>
                  <a:pt x="2220103" y="2045920"/>
                </a:lnTo>
                <a:moveTo>
                  <a:pt x="2168896" y="1996457"/>
                </a:moveTo>
                <a:lnTo>
                  <a:pt x="2176064" y="2003374"/>
                </a:lnTo>
                <a:lnTo>
                  <a:pt x="2186363" y="2013300"/>
                </a:lnTo>
                <a:moveTo>
                  <a:pt x="2261499" y="1960280"/>
                </a:moveTo>
                <a:lnTo>
                  <a:pt x="2280894" y="1978791"/>
                </a:lnTo>
                <a:moveTo>
                  <a:pt x="2291962" y="1989464"/>
                </a:moveTo>
                <a:lnTo>
                  <a:pt x="2313483" y="2010154"/>
                </a:lnTo>
                <a:lnTo>
                  <a:pt x="2314694" y="2011320"/>
                </a:lnTo>
                <a:moveTo>
                  <a:pt x="2315860" y="2012737"/>
                </a:moveTo>
                <a:lnTo>
                  <a:pt x="2315966" y="2012843"/>
                </a:lnTo>
                <a:moveTo>
                  <a:pt x="2289639" y="1987712"/>
                </a:moveTo>
                <a:lnTo>
                  <a:pt x="2290347" y="1988291"/>
                </a:lnTo>
                <a:moveTo>
                  <a:pt x="2282181" y="1980376"/>
                </a:moveTo>
                <a:lnTo>
                  <a:pt x="2283674" y="1982036"/>
                </a:lnTo>
                <a:moveTo>
                  <a:pt x="2232848" y="1932764"/>
                </a:moveTo>
                <a:lnTo>
                  <a:pt x="2250803" y="1949980"/>
                </a:lnTo>
                <a:moveTo>
                  <a:pt x="2252967" y="1957766"/>
                </a:moveTo>
                <a:lnTo>
                  <a:pt x="2251687" y="1959091"/>
                </a:lnTo>
                <a:lnTo>
                  <a:pt x="2242888" y="1968180"/>
                </a:lnTo>
                <a:lnTo>
                  <a:pt x="2199329" y="2013148"/>
                </a:lnTo>
                <a:lnTo>
                  <a:pt x="2197371" y="2014946"/>
                </a:lnTo>
                <a:moveTo>
                  <a:pt x="2283522" y="1987171"/>
                </a:moveTo>
                <a:lnTo>
                  <a:pt x="2282737" y="1987978"/>
                </a:lnTo>
                <a:lnTo>
                  <a:pt x="2272857" y="1998156"/>
                </a:lnTo>
                <a:lnTo>
                  <a:pt x="2237807" y="2034181"/>
                </a:lnTo>
                <a:lnTo>
                  <a:pt x="2235392" y="2036489"/>
                </a:lnTo>
                <a:lnTo>
                  <a:pt x="2232368" y="2039361"/>
                </a:lnTo>
                <a:lnTo>
                  <a:pt x="2227721" y="2043726"/>
                </a:lnTo>
                <a:lnTo>
                  <a:pt x="2226380" y="2045006"/>
                </a:lnTo>
                <a:moveTo>
                  <a:pt x="1638721" y="1362177"/>
                </a:moveTo>
                <a:lnTo>
                  <a:pt x="1651108" y="1390180"/>
                </a:lnTo>
                <a:moveTo>
                  <a:pt x="1709423" y="2575150"/>
                </a:moveTo>
                <a:lnTo>
                  <a:pt x="1708996" y="2574182"/>
                </a:lnTo>
                <a:lnTo>
                  <a:pt x="1708372" y="2572773"/>
                </a:lnTo>
                <a:lnTo>
                  <a:pt x="1699360" y="2552517"/>
                </a:lnTo>
                <a:lnTo>
                  <a:pt x="1660623" y="2465422"/>
                </a:lnTo>
                <a:lnTo>
                  <a:pt x="1661423" y="2459465"/>
                </a:lnTo>
                <a:lnTo>
                  <a:pt x="1666069" y="2450696"/>
                </a:lnTo>
                <a:lnTo>
                  <a:pt x="1707054" y="2472156"/>
                </a:lnTo>
                <a:lnTo>
                  <a:pt x="1727302" y="2482768"/>
                </a:lnTo>
                <a:moveTo>
                  <a:pt x="2167989" y="2330608"/>
                </a:moveTo>
                <a:lnTo>
                  <a:pt x="2167951" y="2330539"/>
                </a:lnTo>
                <a:moveTo>
                  <a:pt x="2175455" y="2342659"/>
                </a:moveTo>
                <a:lnTo>
                  <a:pt x="2175378" y="2342530"/>
                </a:lnTo>
                <a:moveTo>
                  <a:pt x="874133" y="2232372"/>
                </a:moveTo>
                <a:lnTo>
                  <a:pt x="902898" y="2233907"/>
                </a:lnTo>
                <a:lnTo>
                  <a:pt x="933187" y="2235087"/>
                </a:lnTo>
                <a:moveTo>
                  <a:pt x="2117368" y="2255671"/>
                </a:moveTo>
                <a:lnTo>
                  <a:pt x="2109407" y="2251611"/>
                </a:lnTo>
                <a:lnTo>
                  <a:pt x="2089868" y="2242393"/>
                </a:lnTo>
                <a:lnTo>
                  <a:pt x="2074738" y="2234501"/>
                </a:lnTo>
                <a:lnTo>
                  <a:pt x="2071470" y="2232726"/>
                </a:lnTo>
                <a:moveTo>
                  <a:pt x="1758596" y="1275843"/>
                </a:moveTo>
                <a:lnTo>
                  <a:pt x="1761476" y="1271425"/>
                </a:lnTo>
                <a:lnTo>
                  <a:pt x="1765117" y="1266001"/>
                </a:lnTo>
                <a:moveTo>
                  <a:pt x="1735293" y="1319547"/>
                </a:moveTo>
                <a:lnTo>
                  <a:pt x="1753249" y="1284992"/>
                </a:lnTo>
                <a:moveTo>
                  <a:pt x="1816591" y="1397413"/>
                </a:moveTo>
                <a:lnTo>
                  <a:pt x="1798659" y="1411293"/>
                </a:lnTo>
                <a:moveTo>
                  <a:pt x="2186165" y="1191407"/>
                </a:moveTo>
                <a:lnTo>
                  <a:pt x="2180520" y="1197326"/>
                </a:lnTo>
                <a:lnTo>
                  <a:pt x="2160958" y="1178868"/>
                </a:lnTo>
                <a:lnTo>
                  <a:pt x="2172735" y="1167045"/>
                </a:lnTo>
                <a:lnTo>
                  <a:pt x="2184802" y="1182974"/>
                </a:lnTo>
                <a:moveTo>
                  <a:pt x="2186744" y="1181503"/>
                </a:moveTo>
                <a:lnTo>
                  <a:pt x="2172994" y="1163342"/>
                </a:lnTo>
                <a:lnTo>
                  <a:pt x="2157469" y="1178913"/>
                </a:lnTo>
                <a:lnTo>
                  <a:pt x="2180612" y="1200769"/>
                </a:lnTo>
                <a:lnTo>
                  <a:pt x="2187933" y="1193083"/>
                </a:lnTo>
                <a:moveTo>
                  <a:pt x="2188390" y="1183400"/>
                </a:moveTo>
                <a:lnTo>
                  <a:pt x="2186798" y="1181564"/>
                </a:lnTo>
                <a:moveTo>
                  <a:pt x="1614512" y="1982539"/>
                </a:moveTo>
                <a:lnTo>
                  <a:pt x="1616271" y="1982852"/>
                </a:lnTo>
                <a:lnTo>
                  <a:pt x="1617414" y="1983347"/>
                </a:lnTo>
                <a:moveTo>
                  <a:pt x="1582836" y="2474799"/>
                </a:moveTo>
                <a:lnTo>
                  <a:pt x="1578852" y="2463822"/>
                </a:lnTo>
                <a:lnTo>
                  <a:pt x="1572613" y="2446933"/>
                </a:lnTo>
                <a:lnTo>
                  <a:pt x="1566275" y="2433137"/>
                </a:lnTo>
                <a:lnTo>
                  <a:pt x="1552647" y="2410916"/>
                </a:lnTo>
                <a:lnTo>
                  <a:pt x="1548007" y="2405019"/>
                </a:lnTo>
                <a:lnTo>
                  <a:pt x="1542789" y="2398841"/>
                </a:lnTo>
                <a:lnTo>
                  <a:pt x="1535575" y="2391841"/>
                </a:lnTo>
                <a:lnTo>
                  <a:pt x="1526731" y="2386980"/>
                </a:lnTo>
                <a:lnTo>
                  <a:pt x="1520644" y="2384847"/>
                </a:lnTo>
                <a:lnTo>
                  <a:pt x="1517155" y="2383948"/>
                </a:lnTo>
                <a:lnTo>
                  <a:pt x="1504273" y="2383149"/>
                </a:lnTo>
                <a:lnTo>
                  <a:pt x="1494439" y="2384969"/>
                </a:lnTo>
                <a:lnTo>
                  <a:pt x="1483819" y="2389532"/>
                </a:lnTo>
                <a:lnTo>
                  <a:pt x="1467509" y="2399382"/>
                </a:lnTo>
                <a:lnTo>
                  <a:pt x="1462207" y="2403176"/>
                </a:lnTo>
                <a:lnTo>
                  <a:pt x="1449836" y="2411997"/>
                </a:lnTo>
                <a:lnTo>
                  <a:pt x="1444001" y="2416157"/>
                </a:lnTo>
                <a:lnTo>
                  <a:pt x="1433610" y="2424217"/>
                </a:lnTo>
                <a:lnTo>
                  <a:pt x="1429138" y="2432177"/>
                </a:lnTo>
                <a:lnTo>
                  <a:pt x="1426967" y="2436832"/>
                </a:lnTo>
                <a:lnTo>
                  <a:pt x="1425900" y="2440412"/>
                </a:lnTo>
                <a:lnTo>
                  <a:pt x="1425794" y="2442522"/>
                </a:lnTo>
                <a:moveTo>
                  <a:pt x="1211731" y="1183141"/>
                </a:moveTo>
                <a:lnTo>
                  <a:pt x="1187171" y="1193250"/>
                </a:lnTo>
                <a:lnTo>
                  <a:pt x="1183705" y="1194652"/>
                </a:lnTo>
                <a:moveTo>
                  <a:pt x="1293578" y="1147025"/>
                </a:moveTo>
                <a:lnTo>
                  <a:pt x="1281541" y="1152533"/>
                </a:lnTo>
                <a:lnTo>
                  <a:pt x="1254704" y="1164401"/>
                </a:lnTo>
                <a:lnTo>
                  <a:pt x="1242507" y="1169551"/>
                </a:lnTo>
                <a:lnTo>
                  <a:pt x="1240260" y="1170503"/>
                </a:lnTo>
                <a:moveTo>
                  <a:pt x="2372986" y="603603"/>
                </a:moveTo>
                <a:lnTo>
                  <a:pt x="2373139" y="603565"/>
                </a:lnTo>
                <a:moveTo>
                  <a:pt x="451024" y="1752182"/>
                </a:moveTo>
                <a:lnTo>
                  <a:pt x="450773" y="1756958"/>
                </a:lnTo>
                <a:lnTo>
                  <a:pt x="444062" y="1887476"/>
                </a:lnTo>
                <a:moveTo>
                  <a:pt x="2614648" y="1117947"/>
                </a:moveTo>
                <a:lnTo>
                  <a:pt x="2600449" y="1118085"/>
                </a:lnTo>
                <a:lnTo>
                  <a:pt x="2598262" y="1118267"/>
                </a:lnTo>
                <a:lnTo>
                  <a:pt x="2596434" y="1118694"/>
                </a:lnTo>
                <a:lnTo>
                  <a:pt x="2595139" y="1119166"/>
                </a:lnTo>
                <a:lnTo>
                  <a:pt x="2594118" y="1119730"/>
                </a:lnTo>
                <a:lnTo>
                  <a:pt x="2593120" y="1120438"/>
                </a:lnTo>
                <a:lnTo>
                  <a:pt x="2591909" y="1121383"/>
                </a:lnTo>
                <a:lnTo>
                  <a:pt x="2589898" y="1123349"/>
                </a:lnTo>
                <a:lnTo>
                  <a:pt x="2575142" y="1138859"/>
                </a:lnTo>
                <a:moveTo>
                  <a:pt x="1588794" y="1514611"/>
                </a:moveTo>
                <a:lnTo>
                  <a:pt x="1589380" y="1516081"/>
                </a:lnTo>
                <a:lnTo>
                  <a:pt x="1594492" y="1529024"/>
                </a:lnTo>
                <a:lnTo>
                  <a:pt x="1596815" y="1534554"/>
                </a:lnTo>
                <a:lnTo>
                  <a:pt x="1598164" y="1537746"/>
                </a:lnTo>
                <a:lnTo>
                  <a:pt x="1603938" y="1545364"/>
                </a:lnTo>
                <a:lnTo>
                  <a:pt x="1607937" y="1546629"/>
                </a:lnTo>
                <a:lnTo>
                  <a:pt x="1615974" y="1543391"/>
                </a:lnTo>
                <a:moveTo>
                  <a:pt x="2750833" y="1044176"/>
                </a:moveTo>
                <a:lnTo>
                  <a:pt x="2723980" y="1071882"/>
                </a:lnTo>
                <a:moveTo>
                  <a:pt x="2790050" y="1004190"/>
                </a:moveTo>
                <a:lnTo>
                  <a:pt x="2758512" y="1036307"/>
                </a:lnTo>
                <a:moveTo>
                  <a:pt x="2917779" y="875272"/>
                </a:moveTo>
                <a:lnTo>
                  <a:pt x="2887513" y="903999"/>
                </a:lnTo>
                <a:lnTo>
                  <a:pt x="2858131" y="935126"/>
                </a:lnTo>
                <a:lnTo>
                  <a:pt x="2826677" y="965734"/>
                </a:lnTo>
                <a:lnTo>
                  <a:pt x="2797683" y="996275"/>
                </a:lnTo>
                <a:moveTo>
                  <a:pt x="674967" y="1890949"/>
                </a:moveTo>
                <a:lnTo>
                  <a:pt x="671067" y="1891955"/>
                </a:lnTo>
                <a:lnTo>
                  <a:pt x="664432" y="1893677"/>
                </a:lnTo>
                <a:lnTo>
                  <a:pt x="661590" y="1894423"/>
                </a:lnTo>
                <a:lnTo>
                  <a:pt x="647794" y="1897920"/>
                </a:lnTo>
                <a:lnTo>
                  <a:pt x="641312" y="1899565"/>
                </a:lnTo>
                <a:lnTo>
                  <a:pt x="639857" y="1899923"/>
                </a:lnTo>
                <a:lnTo>
                  <a:pt x="637145" y="1901249"/>
                </a:lnTo>
                <a:moveTo>
                  <a:pt x="630921" y="1903481"/>
                </a:moveTo>
                <a:lnTo>
                  <a:pt x="629039" y="1903961"/>
                </a:lnTo>
                <a:lnTo>
                  <a:pt x="575333" y="1917528"/>
                </a:lnTo>
                <a:lnTo>
                  <a:pt x="571044" y="1918724"/>
                </a:lnTo>
                <a:moveTo>
                  <a:pt x="2462976" y="443300"/>
                </a:moveTo>
                <a:lnTo>
                  <a:pt x="2462976" y="447825"/>
                </a:lnTo>
                <a:lnTo>
                  <a:pt x="2462512" y="450491"/>
                </a:lnTo>
                <a:lnTo>
                  <a:pt x="2452098" y="485038"/>
                </a:lnTo>
                <a:lnTo>
                  <a:pt x="2451809" y="486333"/>
                </a:lnTo>
                <a:moveTo>
                  <a:pt x="2358665" y="2559899"/>
                </a:moveTo>
                <a:lnTo>
                  <a:pt x="2358741" y="2560028"/>
                </a:lnTo>
                <a:moveTo>
                  <a:pt x="2454231" y="493601"/>
                </a:moveTo>
                <a:lnTo>
                  <a:pt x="2457400" y="495094"/>
                </a:lnTo>
                <a:lnTo>
                  <a:pt x="2468553" y="498484"/>
                </a:lnTo>
                <a:lnTo>
                  <a:pt x="2470191" y="498964"/>
                </a:lnTo>
                <a:lnTo>
                  <a:pt x="2488565" y="504395"/>
                </a:lnTo>
                <a:lnTo>
                  <a:pt x="2491185" y="505172"/>
                </a:lnTo>
                <a:lnTo>
                  <a:pt x="2493334" y="505820"/>
                </a:lnTo>
                <a:lnTo>
                  <a:pt x="2496906" y="507145"/>
                </a:lnTo>
                <a:lnTo>
                  <a:pt x="2499001" y="508075"/>
                </a:lnTo>
                <a:lnTo>
                  <a:pt x="2501614" y="510528"/>
                </a:lnTo>
                <a:lnTo>
                  <a:pt x="2505141" y="517125"/>
                </a:lnTo>
                <a:lnTo>
                  <a:pt x="2506071" y="518770"/>
                </a:lnTo>
                <a:moveTo>
                  <a:pt x="765095" y="161568"/>
                </a:moveTo>
                <a:lnTo>
                  <a:pt x="765788" y="163655"/>
                </a:lnTo>
                <a:lnTo>
                  <a:pt x="767014" y="166740"/>
                </a:lnTo>
                <a:lnTo>
                  <a:pt x="784894" y="233839"/>
                </a:lnTo>
                <a:lnTo>
                  <a:pt x="785846" y="238166"/>
                </a:lnTo>
                <a:lnTo>
                  <a:pt x="786181" y="239735"/>
                </a:lnTo>
                <a:moveTo>
                  <a:pt x="1480688" y="952365"/>
                </a:moveTo>
                <a:lnTo>
                  <a:pt x="1480170" y="952563"/>
                </a:lnTo>
                <a:moveTo>
                  <a:pt x="1980703" y="645486"/>
                </a:moveTo>
                <a:lnTo>
                  <a:pt x="1980848" y="645783"/>
                </a:lnTo>
                <a:lnTo>
                  <a:pt x="2000083" y="687468"/>
                </a:lnTo>
                <a:moveTo>
                  <a:pt x="2460539" y="302651"/>
                </a:moveTo>
                <a:lnTo>
                  <a:pt x="2458604" y="303078"/>
                </a:lnTo>
                <a:lnTo>
                  <a:pt x="2352898" y="344062"/>
                </a:lnTo>
                <a:moveTo>
                  <a:pt x="2345234" y="2601142"/>
                </a:moveTo>
                <a:lnTo>
                  <a:pt x="2354063" y="2615898"/>
                </a:lnTo>
                <a:lnTo>
                  <a:pt x="2375264" y="2651374"/>
                </a:lnTo>
                <a:moveTo>
                  <a:pt x="2348800" y="2594042"/>
                </a:moveTo>
                <a:lnTo>
                  <a:pt x="2367380" y="2582928"/>
                </a:lnTo>
                <a:moveTo>
                  <a:pt x="1094842" y="684250"/>
                </a:moveTo>
                <a:lnTo>
                  <a:pt x="1097790" y="683549"/>
                </a:lnTo>
                <a:lnTo>
                  <a:pt x="1101108" y="682490"/>
                </a:lnTo>
                <a:lnTo>
                  <a:pt x="1105397" y="681126"/>
                </a:lnTo>
                <a:moveTo>
                  <a:pt x="1078182" y="686844"/>
                </a:moveTo>
                <a:lnTo>
                  <a:pt x="1081340" y="686349"/>
                </a:lnTo>
                <a:lnTo>
                  <a:pt x="1084402" y="686086"/>
                </a:lnTo>
                <a:moveTo>
                  <a:pt x="1032619" y="701264"/>
                </a:moveTo>
                <a:lnTo>
                  <a:pt x="1075097" y="687362"/>
                </a:lnTo>
                <a:moveTo>
                  <a:pt x="1421284" y="2446491"/>
                </a:moveTo>
                <a:lnTo>
                  <a:pt x="1420918" y="2446468"/>
                </a:lnTo>
                <a:lnTo>
                  <a:pt x="1417147" y="2447329"/>
                </a:lnTo>
                <a:lnTo>
                  <a:pt x="1413255" y="2449287"/>
                </a:lnTo>
                <a:lnTo>
                  <a:pt x="1409682" y="2453401"/>
                </a:lnTo>
                <a:lnTo>
                  <a:pt x="1407557" y="2458566"/>
                </a:lnTo>
                <a:lnTo>
                  <a:pt x="1407206" y="2459579"/>
                </a:lnTo>
                <a:moveTo>
                  <a:pt x="1413011" y="1412622"/>
                </a:moveTo>
                <a:lnTo>
                  <a:pt x="1414085" y="1416530"/>
                </a:lnTo>
                <a:lnTo>
                  <a:pt x="1419631" y="1436444"/>
                </a:lnTo>
                <a:lnTo>
                  <a:pt x="1420751" y="1440671"/>
                </a:lnTo>
                <a:moveTo>
                  <a:pt x="1223288" y="1031736"/>
                </a:moveTo>
                <a:lnTo>
                  <a:pt x="1238584" y="1057911"/>
                </a:lnTo>
                <a:moveTo>
                  <a:pt x="1204342" y="998286"/>
                </a:moveTo>
                <a:lnTo>
                  <a:pt x="1219121" y="1024476"/>
                </a:lnTo>
                <a:moveTo>
                  <a:pt x="1186280" y="965095"/>
                </a:moveTo>
                <a:lnTo>
                  <a:pt x="1190188" y="973093"/>
                </a:lnTo>
                <a:lnTo>
                  <a:pt x="1200160" y="990843"/>
                </a:lnTo>
                <a:moveTo>
                  <a:pt x="1175767" y="942157"/>
                </a:moveTo>
                <a:lnTo>
                  <a:pt x="1182661" y="957408"/>
                </a:lnTo>
                <a:moveTo>
                  <a:pt x="1380224" y="1315022"/>
                </a:moveTo>
                <a:lnTo>
                  <a:pt x="1394614" y="1358817"/>
                </a:lnTo>
                <a:lnTo>
                  <a:pt x="1410436" y="1404395"/>
                </a:lnTo>
                <a:moveTo>
                  <a:pt x="1337236" y="1212607"/>
                </a:moveTo>
                <a:lnTo>
                  <a:pt x="1354376" y="1254285"/>
                </a:lnTo>
                <a:lnTo>
                  <a:pt x="1375371" y="1302605"/>
                </a:lnTo>
                <a:lnTo>
                  <a:pt x="1376255" y="1304647"/>
                </a:lnTo>
                <a:moveTo>
                  <a:pt x="1301706" y="1148548"/>
                </a:moveTo>
                <a:lnTo>
                  <a:pt x="1307633" y="1157667"/>
                </a:lnTo>
                <a:lnTo>
                  <a:pt x="1315792" y="1171623"/>
                </a:lnTo>
                <a:lnTo>
                  <a:pt x="1333396" y="1204997"/>
                </a:lnTo>
                <a:moveTo>
                  <a:pt x="1243071" y="1065201"/>
                </a:moveTo>
                <a:lnTo>
                  <a:pt x="1249569" y="1075942"/>
                </a:lnTo>
                <a:lnTo>
                  <a:pt x="1288253" y="1128971"/>
                </a:lnTo>
                <a:lnTo>
                  <a:pt x="1296838" y="1141243"/>
                </a:lnTo>
                <a:lnTo>
                  <a:pt x="1297219" y="1141814"/>
                </a:lnTo>
                <a:moveTo>
                  <a:pt x="1423112" y="1440047"/>
                </a:moveTo>
                <a:lnTo>
                  <a:pt x="1421977" y="1435804"/>
                </a:lnTo>
                <a:lnTo>
                  <a:pt x="1416431" y="1415875"/>
                </a:lnTo>
                <a:lnTo>
                  <a:pt x="1415357" y="1411975"/>
                </a:lnTo>
                <a:moveTo>
                  <a:pt x="1451276" y="1532406"/>
                </a:moveTo>
                <a:lnTo>
                  <a:pt x="1447147" y="1524872"/>
                </a:lnTo>
                <a:lnTo>
                  <a:pt x="1443231" y="1516698"/>
                </a:lnTo>
                <a:lnTo>
                  <a:pt x="1425908" y="1450651"/>
                </a:lnTo>
                <a:lnTo>
                  <a:pt x="1425245" y="1448122"/>
                </a:lnTo>
                <a:moveTo>
                  <a:pt x="1459762" y="1542980"/>
                </a:moveTo>
                <a:lnTo>
                  <a:pt x="1457362" y="1540565"/>
                </a:lnTo>
                <a:lnTo>
                  <a:pt x="1454589" y="1537030"/>
                </a:lnTo>
                <a:moveTo>
                  <a:pt x="1024346" y="2182417"/>
                </a:moveTo>
                <a:lnTo>
                  <a:pt x="1023813" y="2188527"/>
                </a:lnTo>
                <a:lnTo>
                  <a:pt x="1023493" y="2194530"/>
                </a:lnTo>
                <a:lnTo>
                  <a:pt x="1023082" y="2202003"/>
                </a:lnTo>
                <a:moveTo>
                  <a:pt x="1198149" y="2262222"/>
                </a:moveTo>
                <a:lnTo>
                  <a:pt x="1195429" y="2262100"/>
                </a:lnTo>
                <a:lnTo>
                  <a:pt x="1179119" y="2261293"/>
                </a:lnTo>
                <a:lnTo>
                  <a:pt x="1063990" y="2255625"/>
                </a:lnTo>
                <a:lnTo>
                  <a:pt x="1035362" y="2254315"/>
                </a:lnTo>
                <a:lnTo>
                  <a:pt x="1029382" y="2254551"/>
                </a:lnTo>
                <a:moveTo>
                  <a:pt x="1018191" y="442241"/>
                </a:moveTo>
                <a:lnTo>
                  <a:pt x="1022785" y="455367"/>
                </a:lnTo>
                <a:moveTo>
                  <a:pt x="1103911" y="676480"/>
                </a:moveTo>
                <a:lnTo>
                  <a:pt x="1099623" y="677851"/>
                </a:lnTo>
                <a:lnTo>
                  <a:pt x="1096480" y="678849"/>
                </a:lnTo>
                <a:lnTo>
                  <a:pt x="1093715" y="679508"/>
                </a:lnTo>
                <a:moveTo>
                  <a:pt x="1109126" y="674381"/>
                </a:moveTo>
                <a:lnTo>
                  <a:pt x="1104083" y="676419"/>
                </a:lnTo>
                <a:moveTo>
                  <a:pt x="665590" y="283477"/>
                </a:moveTo>
                <a:lnTo>
                  <a:pt x="667616" y="283652"/>
                </a:lnTo>
                <a:lnTo>
                  <a:pt x="674686" y="283263"/>
                </a:lnTo>
                <a:lnTo>
                  <a:pt x="675790" y="283065"/>
                </a:lnTo>
                <a:moveTo>
                  <a:pt x="2513887" y="252213"/>
                </a:moveTo>
                <a:lnTo>
                  <a:pt x="2516858" y="275706"/>
                </a:lnTo>
                <a:lnTo>
                  <a:pt x="2519029" y="290539"/>
                </a:lnTo>
                <a:lnTo>
                  <a:pt x="2520293" y="293319"/>
                </a:lnTo>
                <a:lnTo>
                  <a:pt x="2522365" y="296092"/>
                </a:lnTo>
                <a:lnTo>
                  <a:pt x="2526113" y="297676"/>
                </a:lnTo>
                <a:moveTo>
                  <a:pt x="1909065" y="1420812"/>
                </a:moveTo>
                <a:lnTo>
                  <a:pt x="1965734" y="1474640"/>
                </a:lnTo>
                <a:moveTo>
                  <a:pt x="872103" y="1436786"/>
                </a:moveTo>
                <a:lnTo>
                  <a:pt x="897509" y="1535735"/>
                </a:lnTo>
                <a:moveTo>
                  <a:pt x="975044" y="2259891"/>
                </a:moveTo>
                <a:lnTo>
                  <a:pt x="965270" y="2259388"/>
                </a:lnTo>
                <a:lnTo>
                  <a:pt x="930875" y="2257735"/>
                </a:lnTo>
                <a:moveTo>
                  <a:pt x="790150" y="545204"/>
                </a:moveTo>
                <a:lnTo>
                  <a:pt x="801546" y="583294"/>
                </a:lnTo>
                <a:lnTo>
                  <a:pt x="806963" y="601516"/>
                </a:lnTo>
                <a:moveTo>
                  <a:pt x="674868" y="2222118"/>
                </a:moveTo>
                <a:lnTo>
                  <a:pt x="704266" y="2224563"/>
                </a:lnTo>
                <a:lnTo>
                  <a:pt x="718656" y="2225912"/>
                </a:lnTo>
                <a:moveTo>
                  <a:pt x="482357" y="1386303"/>
                </a:moveTo>
                <a:lnTo>
                  <a:pt x="486341" y="1386348"/>
                </a:lnTo>
                <a:moveTo>
                  <a:pt x="2492419" y="700129"/>
                </a:moveTo>
                <a:lnTo>
                  <a:pt x="2473695" y="707176"/>
                </a:lnTo>
                <a:lnTo>
                  <a:pt x="2440488" y="719997"/>
                </a:lnTo>
                <a:lnTo>
                  <a:pt x="2435034" y="722115"/>
                </a:lnTo>
                <a:lnTo>
                  <a:pt x="2362710" y="750537"/>
                </a:lnTo>
                <a:lnTo>
                  <a:pt x="2341128" y="759145"/>
                </a:lnTo>
                <a:lnTo>
                  <a:pt x="2336276" y="761080"/>
                </a:lnTo>
                <a:lnTo>
                  <a:pt x="2309293" y="771570"/>
                </a:lnTo>
                <a:lnTo>
                  <a:pt x="2307069" y="772461"/>
                </a:lnTo>
                <a:moveTo>
                  <a:pt x="997341" y="757043"/>
                </a:moveTo>
                <a:lnTo>
                  <a:pt x="993456" y="756829"/>
                </a:lnTo>
                <a:lnTo>
                  <a:pt x="984733" y="761400"/>
                </a:lnTo>
                <a:lnTo>
                  <a:pt x="923150" y="792679"/>
                </a:lnTo>
                <a:lnTo>
                  <a:pt x="876301" y="816569"/>
                </a:lnTo>
                <a:moveTo>
                  <a:pt x="2055176" y="1886683"/>
                </a:moveTo>
                <a:lnTo>
                  <a:pt x="2056357" y="1887826"/>
                </a:lnTo>
                <a:lnTo>
                  <a:pt x="2083545" y="1914146"/>
                </a:lnTo>
                <a:lnTo>
                  <a:pt x="2084017" y="1914542"/>
                </a:lnTo>
                <a:moveTo>
                  <a:pt x="2042439" y="1874297"/>
                </a:moveTo>
                <a:lnTo>
                  <a:pt x="2048670" y="1880338"/>
                </a:lnTo>
                <a:moveTo>
                  <a:pt x="2096983" y="1802323"/>
                </a:moveTo>
                <a:lnTo>
                  <a:pt x="2097828" y="1802536"/>
                </a:lnTo>
                <a:lnTo>
                  <a:pt x="2098567" y="1802772"/>
                </a:lnTo>
                <a:lnTo>
                  <a:pt x="2099801" y="1803519"/>
                </a:lnTo>
                <a:lnTo>
                  <a:pt x="2101218" y="1804715"/>
                </a:lnTo>
                <a:lnTo>
                  <a:pt x="2102018" y="1805522"/>
                </a:lnTo>
                <a:moveTo>
                  <a:pt x="2075759" y="1802727"/>
                </a:moveTo>
                <a:lnTo>
                  <a:pt x="2087034" y="1802277"/>
                </a:lnTo>
                <a:lnTo>
                  <a:pt x="2087140" y="1802277"/>
                </a:lnTo>
                <a:moveTo>
                  <a:pt x="2054597" y="1803374"/>
                </a:moveTo>
                <a:lnTo>
                  <a:pt x="2057522" y="1803290"/>
                </a:lnTo>
                <a:lnTo>
                  <a:pt x="2066184" y="1803054"/>
                </a:lnTo>
                <a:moveTo>
                  <a:pt x="472515" y="330022"/>
                </a:moveTo>
                <a:lnTo>
                  <a:pt x="479744" y="291514"/>
                </a:lnTo>
                <a:moveTo>
                  <a:pt x="468089" y="354194"/>
                </a:moveTo>
                <a:lnTo>
                  <a:pt x="469460" y="347056"/>
                </a:lnTo>
                <a:lnTo>
                  <a:pt x="469818" y="345212"/>
                </a:lnTo>
                <a:moveTo>
                  <a:pt x="464836" y="371334"/>
                </a:moveTo>
                <a:lnTo>
                  <a:pt x="468043" y="354422"/>
                </a:lnTo>
                <a:moveTo>
                  <a:pt x="805706" y="1224903"/>
                </a:moveTo>
                <a:lnTo>
                  <a:pt x="777809" y="1233587"/>
                </a:lnTo>
                <a:lnTo>
                  <a:pt x="774800" y="1234234"/>
                </a:lnTo>
                <a:moveTo>
                  <a:pt x="2139163" y="1293570"/>
                </a:moveTo>
                <a:lnTo>
                  <a:pt x="2169916" y="1261895"/>
                </a:lnTo>
                <a:moveTo>
                  <a:pt x="562474" y="1921040"/>
                </a:moveTo>
                <a:lnTo>
                  <a:pt x="558978" y="1921954"/>
                </a:lnTo>
                <a:lnTo>
                  <a:pt x="529115" y="1929976"/>
                </a:lnTo>
                <a:moveTo>
                  <a:pt x="2136481" y="381999"/>
                </a:moveTo>
                <a:lnTo>
                  <a:pt x="2136626" y="381953"/>
                </a:lnTo>
                <a:moveTo>
                  <a:pt x="2757994" y="355062"/>
                </a:moveTo>
                <a:lnTo>
                  <a:pt x="2772621" y="410810"/>
                </a:lnTo>
                <a:moveTo>
                  <a:pt x="2751169" y="327500"/>
                </a:moveTo>
                <a:lnTo>
                  <a:pt x="2755899" y="346812"/>
                </a:lnTo>
                <a:moveTo>
                  <a:pt x="2736001" y="268530"/>
                </a:moveTo>
                <a:lnTo>
                  <a:pt x="2741250" y="289342"/>
                </a:lnTo>
                <a:lnTo>
                  <a:pt x="2742027" y="291476"/>
                </a:lnTo>
                <a:lnTo>
                  <a:pt x="2759929" y="304959"/>
                </a:lnTo>
                <a:lnTo>
                  <a:pt x="2761178" y="307778"/>
                </a:lnTo>
                <a:lnTo>
                  <a:pt x="2759282" y="310360"/>
                </a:lnTo>
                <a:lnTo>
                  <a:pt x="2752197" y="320241"/>
                </a:lnTo>
                <a:lnTo>
                  <a:pt x="2751641" y="321947"/>
                </a:lnTo>
                <a:moveTo>
                  <a:pt x="2723348" y="219304"/>
                </a:moveTo>
                <a:lnTo>
                  <a:pt x="2733632" y="259229"/>
                </a:lnTo>
                <a:moveTo>
                  <a:pt x="2710398" y="169292"/>
                </a:moveTo>
                <a:lnTo>
                  <a:pt x="2720309" y="207549"/>
                </a:lnTo>
                <a:moveTo>
                  <a:pt x="2706718" y="101425"/>
                </a:moveTo>
                <a:lnTo>
                  <a:pt x="2705766" y="103725"/>
                </a:lnTo>
                <a:lnTo>
                  <a:pt x="2705400" y="104548"/>
                </a:lnTo>
                <a:lnTo>
                  <a:pt x="2704989" y="105515"/>
                </a:lnTo>
                <a:lnTo>
                  <a:pt x="2704060" y="107321"/>
                </a:lnTo>
                <a:lnTo>
                  <a:pt x="2697851" y="121002"/>
                </a:lnTo>
                <a:lnTo>
                  <a:pt x="2708112" y="160509"/>
                </a:lnTo>
                <a:moveTo>
                  <a:pt x="2510847" y="190005"/>
                </a:moveTo>
                <a:lnTo>
                  <a:pt x="2510710" y="194614"/>
                </a:lnTo>
                <a:lnTo>
                  <a:pt x="2511967" y="235781"/>
                </a:lnTo>
                <a:lnTo>
                  <a:pt x="2512576" y="241190"/>
                </a:lnTo>
                <a:moveTo>
                  <a:pt x="2519592" y="85366"/>
                </a:moveTo>
                <a:lnTo>
                  <a:pt x="2518404" y="91445"/>
                </a:lnTo>
                <a:lnTo>
                  <a:pt x="2513140" y="129908"/>
                </a:lnTo>
                <a:lnTo>
                  <a:pt x="2511792" y="154110"/>
                </a:lnTo>
                <a:lnTo>
                  <a:pt x="2511060" y="182288"/>
                </a:lnTo>
                <a:moveTo>
                  <a:pt x="1524476" y="2063494"/>
                </a:moveTo>
                <a:lnTo>
                  <a:pt x="1524925" y="2065247"/>
                </a:lnTo>
                <a:lnTo>
                  <a:pt x="1525641" y="2068050"/>
                </a:lnTo>
                <a:lnTo>
                  <a:pt x="1533526" y="2099062"/>
                </a:lnTo>
                <a:lnTo>
                  <a:pt x="1533762" y="2099961"/>
                </a:lnTo>
                <a:lnTo>
                  <a:pt x="1533785" y="2100609"/>
                </a:lnTo>
                <a:lnTo>
                  <a:pt x="1533823" y="2101127"/>
                </a:lnTo>
                <a:lnTo>
                  <a:pt x="1533678" y="2102049"/>
                </a:lnTo>
                <a:lnTo>
                  <a:pt x="1533556" y="2102605"/>
                </a:lnTo>
                <a:lnTo>
                  <a:pt x="1533465" y="2102864"/>
                </a:lnTo>
                <a:lnTo>
                  <a:pt x="1532680" y="2104098"/>
                </a:lnTo>
                <a:lnTo>
                  <a:pt x="1530540" y="2106406"/>
                </a:lnTo>
                <a:lnTo>
                  <a:pt x="1523874" y="2112813"/>
                </a:lnTo>
                <a:lnTo>
                  <a:pt x="1502491" y="2132909"/>
                </a:lnTo>
                <a:lnTo>
                  <a:pt x="1500716" y="2134447"/>
                </a:lnTo>
                <a:moveTo>
                  <a:pt x="2518861" y="533892"/>
                </a:moveTo>
                <a:lnTo>
                  <a:pt x="2520766" y="538005"/>
                </a:lnTo>
                <a:lnTo>
                  <a:pt x="2521535" y="539742"/>
                </a:lnTo>
                <a:moveTo>
                  <a:pt x="2729511" y="2600235"/>
                </a:moveTo>
                <a:lnTo>
                  <a:pt x="2730189" y="2601462"/>
                </a:lnTo>
                <a:lnTo>
                  <a:pt x="2731377" y="2603633"/>
                </a:lnTo>
                <a:moveTo>
                  <a:pt x="2122586" y="1957614"/>
                </a:moveTo>
                <a:lnTo>
                  <a:pt x="2121162" y="1959129"/>
                </a:lnTo>
                <a:lnTo>
                  <a:pt x="2097188" y="1983994"/>
                </a:lnTo>
                <a:moveTo>
                  <a:pt x="2696350" y="709614"/>
                </a:moveTo>
                <a:lnTo>
                  <a:pt x="2703892" y="727957"/>
                </a:lnTo>
                <a:moveTo>
                  <a:pt x="2650270" y="748450"/>
                </a:moveTo>
                <a:lnTo>
                  <a:pt x="2643254" y="729618"/>
                </a:lnTo>
                <a:lnTo>
                  <a:pt x="2640328" y="727287"/>
                </a:lnTo>
                <a:lnTo>
                  <a:pt x="2628795" y="731599"/>
                </a:lnTo>
                <a:lnTo>
                  <a:pt x="2628254" y="735994"/>
                </a:lnTo>
                <a:lnTo>
                  <a:pt x="2635224" y="754072"/>
                </a:lnTo>
                <a:moveTo>
                  <a:pt x="2706741" y="1335945"/>
                </a:moveTo>
                <a:lnTo>
                  <a:pt x="2721824" y="1320282"/>
                </a:lnTo>
                <a:moveTo>
                  <a:pt x="326190" y="243841"/>
                </a:moveTo>
                <a:lnTo>
                  <a:pt x="327462" y="241441"/>
                </a:lnTo>
                <a:lnTo>
                  <a:pt x="337030" y="223821"/>
                </a:lnTo>
                <a:lnTo>
                  <a:pt x="338882" y="220789"/>
                </a:lnTo>
                <a:moveTo>
                  <a:pt x="844488" y="458703"/>
                </a:moveTo>
                <a:lnTo>
                  <a:pt x="851360" y="484170"/>
                </a:lnTo>
                <a:moveTo>
                  <a:pt x="834105" y="420507"/>
                </a:moveTo>
                <a:lnTo>
                  <a:pt x="834455" y="421589"/>
                </a:lnTo>
                <a:lnTo>
                  <a:pt x="835537" y="424987"/>
                </a:lnTo>
                <a:lnTo>
                  <a:pt x="842203" y="450148"/>
                </a:lnTo>
                <a:moveTo>
                  <a:pt x="672370" y="380650"/>
                </a:moveTo>
                <a:lnTo>
                  <a:pt x="683279" y="380925"/>
                </a:lnTo>
                <a:moveTo>
                  <a:pt x="677161" y="312067"/>
                </a:moveTo>
                <a:lnTo>
                  <a:pt x="668675" y="312097"/>
                </a:lnTo>
                <a:lnTo>
                  <a:pt x="667631" y="312013"/>
                </a:lnTo>
                <a:moveTo>
                  <a:pt x="680269" y="286135"/>
                </a:moveTo>
                <a:lnTo>
                  <a:pt x="680369" y="288238"/>
                </a:lnTo>
                <a:lnTo>
                  <a:pt x="681465" y="306163"/>
                </a:lnTo>
                <a:lnTo>
                  <a:pt x="681511" y="308105"/>
                </a:lnTo>
                <a:moveTo>
                  <a:pt x="675584" y="281869"/>
                </a:moveTo>
                <a:lnTo>
                  <a:pt x="674548" y="282045"/>
                </a:lnTo>
                <a:lnTo>
                  <a:pt x="667631" y="282433"/>
                </a:lnTo>
                <a:lnTo>
                  <a:pt x="665704" y="282258"/>
                </a:lnTo>
                <a:moveTo>
                  <a:pt x="935514" y="198522"/>
                </a:moveTo>
                <a:lnTo>
                  <a:pt x="942911" y="220271"/>
                </a:lnTo>
                <a:moveTo>
                  <a:pt x="1058056" y="319974"/>
                </a:moveTo>
                <a:lnTo>
                  <a:pt x="1062901" y="333785"/>
                </a:lnTo>
                <a:lnTo>
                  <a:pt x="1064218" y="336909"/>
                </a:lnTo>
                <a:moveTo>
                  <a:pt x="1057157" y="317026"/>
                </a:moveTo>
                <a:lnTo>
                  <a:pt x="1057408" y="317887"/>
                </a:lnTo>
                <a:moveTo>
                  <a:pt x="1432162" y="296618"/>
                </a:moveTo>
                <a:lnTo>
                  <a:pt x="1432223" y="297577"/>
                </a:lnTo>
                <a:lnTo>
                  <a:pt x="1432505" y="299566"/>
                </a:lnTo>
                <a:lnTo>
                  <a:pt x="1433168" y="302468"/>
                </a:lnTo>
                <a:lnTo>
                  <a:pt x="1434882" y="307397"/>
                </a:lnTo>
                <a:lnTo>
                  <a:pt x="1436954" y="313293"/>
                </a:lnTo>
                <a:moveTo>
                  <a:pt x="879127" y="1381229"/>
                </a:moveTo>
                <a:lnTo>
                  <a:pt x="894431" y="1377420"/>
                </a:lnTo>
                <a:lnTo>
                  <a:pt x="902445" y="1375363"/>
                </a:lnTo>
                <a:lnTo>
                  <a:pt x="903451" y="1375036"/>
                </a:lnTo>
                <a:moveTo>
                  <a:pt x="1290325" y="1525824"/>
                </a:moveTo>
                <a:lnTo>
                  <a:pt x="1267806" y="1531141"/>
                </a:lnTo>
                <a:moveTo>
                  <a:pt x="1373695" y="1309857"/>
                </a:moveTo>
                <a:lnTo>
                  <a:pt x="1373230" y="1309979"/>
                </a:lnTo>
                <a:lnTo>
                  <a:pt x="1348168" y="1315807"/>
                </a:lnTo>
                <a:moveTo>
                  <a:pt x="1322122" y="1314786"/>
                </a:moveTo>
                <a:lnTo>
                  <a:pt x="1311510" y="1274472"/>
                </a:lnTo>
                <a:lnTo>
                  <a:pt x="1274289" y="1283941"/>
                </a:lnTo>
                <a:lnTo>
                  <a:pt x="1271951" y="1287461"/>
                </a:lnTo>
                <a:lnTo>
                  <a:pt x="1258284" y="1291193"/>
                </a:lnTo>
                <a:lnTo>
                  <a:pt x="1253294" y="1289022"/>
                </a:lnTo>
                <a:lnTo>
                  <a:pt x="1225687" y="1297067"/>
                </a:lnTo>
                <a:lnTo>
                  <a:pt x="1225436" y="1297029"/>
                </a:lnTo>
                <a:moveTo>
                  <a:pt x="1272750" y="1444534"/>
                </a:moveTo>
                <a:lnTo>
                  <a:pt x="1283545" y="1441715"/>
                </a:lnTo>
                <a:moveTo>
                  <a:pt x="2708135" y="1863266"/>
                </a:moveTo>
                <a:lnTo>
                  <a:pt x="2706162" y="1865239"/>
                </a:lnTo>
                <a:lnTo>
                  <a:pt x="2672369" y="1901272"/>
                </a:lnTo>
                <a:lnTo>
                  <a:pt x="2670686" y="1903092"/>
                </a:lnTo>
                <a:lnTo>
                  <a:pt x="2660531" y="1913978"/>
                </a:lnTo>
                <a:lnTo>
                  <a:pt x="2655663" y="1921802"/>
                </a:lnTo>
                <a:lnTo>
                  <a:pt x="2652974" y="1929481"/>
                </a:lnTo>
                <a:lnTo>
                  <a:pt x="2652296" y="1937464"/>
                </a:lnTo>
                <a:lnTo>
                  <a:pt x="2653568" y="1945684"/>
                </a:lnTo>
                <a:lnTo>
                  <a:pt x="2654574" y="1949561"/>
                </a:lnTo>
                <a:lnTo>
                  <a:pt x="2657712" y="1958139"/>
                </a:lnTo>
                <a:lnTo>
                  <a:pt x="2663083" y="1965605"/>
                </a:lnTo>
                <a:lnTo>
                  <a:pt x="2684977" y="1990233"/>
                </a:lnTo>
                <a:lnTo>
                  <a:pt x="2713993" y="2024841"/>
                </a:lnTo>
                <a:lnTo>
                  <a:pt x="2747771" y="2063060"/>
                </a:lnTo>
                <a:moveTo>
                  <a:pt x="2716919" y="212196"/>
                </a:moveTo>
                <a:lnTo>
                  <a:pt x="2714214" y="212349"/>
                </a:lnTo>
                <a:lnTo>
                  <a:pt x="2700761" y="212798"/>
                </a:lnTo>
                <a:lnTo>
                  <a:pt x="2664706" y="214611"/>
                </a:lnTo>
                <a:lnTo>
                  <a:pt x="2643756" y="216416"/>
                </a:lnTo>
                <a:lnTo>
                  <a:pt x="2614869" y="220538"/>
                </a:lnTo>
                <a:lnTo>
                  <a:pt x="2592183" y="224697"/>
                </a:lnTo>
                <a:lnTo>
                  <a:pt x="2570137" y="229755"/>
                </a:lnTo>
                <a:lnTo>
                  <a:pt x="2545356" y="236231"/>
                </a:lnTo>
                <a:lnTo>
                  <a:pt x="2519821" y="244077"/>
                </a:lnTo>
                <a:moveTo>
                  <a:pt x="2865003" y="206041"/>
                </a:moveTo>
                <a:lnTo>
                  <a:pt x="2732649" y="211632"/>
                </a:lnTo>
                <a:lnTo>
                  <a:pt x="2729084" y="211716"/>
                </a:lnTo>
                <a:moveTo>
                  <a:pt x="1925306" y="2199946"/>
                </a:moveTo>
                <a:lnTo>
                  <a:pt x="1917962" y="2214024"/>
                </a:lnTo>
                <a:lnTo>
                  <a:pt x="1911853" y="2227690"/>
                </a:lnTo>
                <a:lnTo>
                  <a:pt x="1905134" y="2241128"/>
                </a:lnTo>
                <a:moveTo>
                  <a:pt x="2701515" y="733465"/>
                </a:moveTo>
                <a:lnTo>
                  <a:pt x="2683354" y="740397"/>
                </a:lnTo>
                <a:moveTo>
                  <a:pt x="2730928" y="722252"/>
                </a:moveTo>
                <a:lnTo>
                  <a:pt x="2711761" y="729557"/>
                </a:lnTo>
                <a:moveTo>
                  <a:pt x="1456265" y="653622"/>
                </a:moveTo>
                <a:lnTo>
                  <a:pt x="1455999" y="653729"/>
                </a:lnTo>
                <a:moveTo>
                  <a:pt x="578380" y="2050986"/>
                </a:moveTo>
                <a:lnTo>
                  <a:pt x="577931" y="2051573"/>
                </a:lnTo>
                <a:lnTo>
                  <a:pt x="576788" y="2052563"/>
                </a:lnTo>
                <a:lnTo>
                  <a:pt x="547383" y="2070625"/>
                </a:lnTo>
                <a:moveTo>
                  <a:pt x="1226997" y="1338371"/>
                </a:moveTo>
                <a:lnTo>
                  <a:pt x="1218115" y="1340169"/>
                </a:lnTo>
                <a:lnTo>
                  <a:pt x="1216142" y="1342629"/>
                </a:lnTo>
                <a:lnTo>
                  <a:pt x="1214481" y="1343079"/>
                </a:lnTo>
                <a:lnTo>
                  <a:pt x="1207328" y="1344838"/>
                </a:lnTo>
                <a:lnTo>
                  <a:pt x="1205964" y="1346255"/>
                </a:lnTo>
                <a:lnTo>
                  <a:pt x="1202689" y="1347124"/>
                </a:lnTo>
                <a:lnTo>
                  <a:pt x="1178875" y="1353317"/>
                </a:lnTo>
                <a:lnTo>
                  <a:pt x="1176079" y="1356943"/>
                </a:lnTo>
                <a:lnTo>
                  <a:pt x="1177451" y="1361621"/>
                </a:lnTo>
                <a:lnTo>
                  <a:pt x="1179012" y="1367715"/>
                </a:lnTo>
                <a:lnTo>
                  <a:pt x="1182958" y="1383073"/>
                </a:lnTo>
                <a:lnTo>
                  <a:pt x="1187941" y="1386204"/>
                </a:lnTo>
                <a:lnTo>
                  <a:pt x="1198286" y="1383598"/>
                </a:lnTo>
                <a:lnTo>
                  <a:pt x="1209233" y="1380856"/>
                </a:lnTo>
                <a:lnTo>
                  <a:pt x="1212249" y="1375234"/>
                </a:lnTo>
                <a:lnTo>
                  <a:pt x="1210002" y="1365894"/>
                </a:lnTo>
                <a:moveTo>
                  <a:pt x="1950529" y="2442355"/>
                </a:moveTo>
                <a:lnTo>
                  <a:pt x="1950270" y="2441677"/>
                </a:lnTo>
                <a:lnTo>
                  <a:pt x="1948868" y="2438515"/>
                </a:lnTo>
                <a:lnTo>
                  <a:pt x="1946423" y="2434280"/>
                </a:lnTo>
                <a:lnTo>
                  <a:pt x="1941037" y="2431065"/>
                </a:lnTo>
                <a:lnTo>
                  <a:pt x="1892610" y="2405903"/>
                </a:lnTo>
                <a:lnTo>
                  <a:pt x="1828978" y="2374921"/>
                </a:lnTo>
                <a:lnTo>
                  <a:pt x="1770709" y="2344709"/>
                </a:lnTo>
                <a:lnTo>
                  <a:pt x="1731766" y="2325915"/>
                </a:lnTo>
                <a:lnTo>
                  <a:pt x="1728780" y="2324399"/>
                </a:lnTo>
                <a:moveTo>
                  <a:pt x="2391711" y="871120"/>
                </a:moveTo>
                <a:lnTo>
                  <a:pt x="2369855" y="879736"/>
                </a:lnTo>
                <a:lnTo>
                  <a:pt x="2367654" y="880635"/>
                </a:lnTo>
                <a:lnTo>
                  <a:pt x="2350194" y="888146"/>
                </a:lnTo>
                <a:lnTo>
                  <a:pt x="2349432" y="888474"/>
                </a:lnTo>
                <a:moveTo>
                  <a:pt x="2322160" y="1261453"/>
                </a:moveTo>
                <a:lnTo>
                  <a:pt x="2270869" y="1315685"/>
                </a:lnTo>
                <a:lnTo>
                  <a:pt x="2230479" y="1357378"/>
                </a:lnTo>
                <a:moveTo>
                  <a:pt x="2383964" y="1196160"/>
                </a:moveTo>
                <a:lnTo>
                  <a:pt x="2381313" y="1199573"/>
                </a:lnTo>
                <a:lnTo>
                  <a:pt x="2370510" y="1212363"/>
                </a:lnTo>
                <a:lnTo>
                  <a:pt x="2359960" y="1222442"/>
                </a:lnTo>
                <a:lnTo>
                  <a:pt x="2330585" y="1252662"/>
                </a:lnTo>
                <a:moveTo>
                  <a:pt x="2410901" y="1157416"/>
                </a:moveTo>
                <a:lnTo>
                  <a:pt x="2408044" y="1161545"/>
                </a:lnTo>
                <a:lnTo>
                  <a:pt x="2399344" y="1174160"/>
                </a:lnTo>
                <a:lnTo>
                  <a:pt x="2388108" y="1190599"/>
                </a:lnTo>
                <a:moveTo>
                  <a:pt x="2464127" y="1091666"/>
                </a:moveTo>
                <a:lnTo>
                  <a:pt x="2447276" y="1108448"/>
                </a:lnTo>
                <a:lnTo>
                  <a:pt x="2433952" y="1123021"/>
                </a:lnTo>
                <a:lnTo>
                  <a:pt x="2417749" y="1147314"/>
                </a:lnTo>
                <a:moveTo>
                  <a:pt x="1230007" y="581534"/>
                </a:moveTo>
                <a:lnTo>
                  <a:pt x="1232833" y="578076"/>
                </a:lnTo>
                <a:lnTo>
                  <a:pt x="1247947" y="559633"/>
                </a:lnTo>
                <a:lnTo>
                  <a:pt x="1249143" y="557934"/>
                </a:lnTo>
                <a:lnTo>
                  <a:pt x="1249851" y="555892"/>
                </a:lnTo>
                <a:lnTo>
                  <a:pt x="1250445" y="553157"/>
                </a:lnTo>
                <a:lnTo>
                  <a:pt x="1249630" y="550666"/>
                </a:lnTo>
                <a:lnTo>
                  <a:pt x="1248282" y="547254"/>
                </a:lnTo>
                <a:moveTo>
                  <a:pt x="2679926" y="669475"/>
                </a:moveTo>
                <a:lnTo>
                  <a:pt x="2708379" y="688017"/>
                </a:lnTo>
                <a:lnTo>
                  <a:pt x="2773794" y="729656"/>
                </a:lnTo>
                <a:moveTo>
                  <a:pt x="1904936" y="1081351"/>
                </a:moveTo>
                <a:lnTo>
                  <a:pt x="1907275" y="1076331"/>
                </a:lnTo>
                <a:lnTo>
                  <a:pt x="1915174" y="1059381"/>
                </a:lnTo>
                <a:lnTo>
                  <a:pt x="1918480" y="1054848"/>
                </a:lnTo>
                <a:lnTo>
                  <a:pt x="1922746" y="1050735"/>
                </a:lnTo>
                <a:lnTo>
                  <a:pt x="1930463" y="1045303"/>
                </a:lnTo>
                <a:lnTo>
                  <a:pt x="1940443" y="1040931"/>
                </a:lnTo>
                <a:lnTo>
                  <a:pt x="1946644" y="1038211"/>
                </a:lnTo>
                <a:lnTo>
                  <a:pt x="1946880" y="1038104"/>
                </a:lnTo>
                <a:moveTo>
                  <a:pt x="751931" y="2117482"/>
                </a:moveTo>
                <a:lnTo>
                  <a:pt x="752258" y="2110474"/>
                </a:lnTo>
                <a:lnTo>
                  <a:pt x="752457" y="2106627"/>
                </a:lnTo>
                <a:lnTo>
                  <a:pt x="752670" y="2101203"/>
                </a:lnTo>
                <a:lnTo>
                  <a:pt x="752769" y="2099718"/>
                </a:lnTo>
                <a:lnTo>
                  <a:pt x="752799" y="2099146"/>
                </a:lnTo>
                <a:lnTo>
                  <a:pt x="752883" y="2098849"/>
                </a:lnTo>
                <a:lnTo>
                  <a:pt x="753066" y="2098354"/>
                </a:lnTo>
                <a:lnTo>
                  <a:pt x="753256" y="2098026"/>
                </a:lnTo>
                <a:lnTo>
                  <a:pt x="753546" y="2097661"/>
                </a:lnTo>
                <a:lnTo>
                  <a:pt x="754049" y="2097265"/>
                </a:lnTo>
                <a:lnTo>
                  <a:pt x="754567" y="2096830"/>
                </a:lnTo>
                <a:lnTo>
                  <a:pt x="755138" y="2096442"/>
                </a:lnTo>
                <a:lnTo>
                  <a:pt x="757705" y="2094857"/>
                </a:lnTo>
                <a:lnTo>
                  <a:pt x="762360" y="2091963"/>
                </a:lnTo>
                <a:lnTo>
                  <a:pt x="765262" y="2090157"/>
                </a:lnTo>
                <a:lnTo>
                  <a:pt x="775105" y="2084063"/>
                </a:lnTo>
                <a:lnTo>
                  <a:pt x="778685" y="2081709"/>
                </a:lnTo>
                <a:moveTo>
                  <a:pt x="2988511" y="1569437"/>
                </a:moveTo>
                <a:lnTo>
                  <a:pt x="2980817" y="1577268"/>
                </a:lnTo>
                <a:lnTo>
                  <a:pt x="2973847" y="1584650"/>
                </a:lnTo>
                <a:lnTo>
                  <a:pt x="2965978" y="1593540"/>
                </a:lnTo>
                <a:lnTo>
                  <a:pt x="2962420" y="1597501"/>
                </a:lnTo>
                <a:lnTo>
                  <a:pt x="2936047" y="1624575"/>
                </a:lnTo>
                <a:lnTo>
                  <a:pt x="2918450" y="1642187"/>
                </a:lnTo>
                <a:lnTo>
                  <a:pt x="2913696" y="1646888"/>
                </a:lnTo>
                <a:lnTo>
                  <a:pt x="2905895" y="1655237"/>
                </a:lnTo>
                <a:lnTo>
                  <a:pt x="2899443" y="1662222"/>
                </a:lnTo>
                <a:lnTo>
                  <a:pt x="2893356" y="1668797"/>
                </a:lnTo>
                <a:lnTo>
                  <a:pt x="2828010" y="1737266"/>
                </a:lnTo>
                <a:lnTo>
                  <a:pt x="2812081" y="1754102"/>
                </a:lnTo>
                <a:lnTo>
                  <a:pt x="2737807" y="1831903"/>
                </a:lnTo>
                <a:lnTo>
                  <a:pt x="2715898" y="1855465"/>
                </a:lnTo>
                <a:moveTo>
                  <a:pt x="2995078" y="1562634"/>
                </a:moveTo>
                <a:lnTo>
                  <a:pt x="2991200" y="1566618"/>
                </a:lnTo>
                <a:moveTo>
                  <a:pt x="2643825" y="757987"/>
                </a:moveTo>
                <a:lnTo>
                  <a:pt x="2646308" y="757081"/>
                </a:lnTo>
                <a:moveTo>
                  <a:pt x="2582196" y="781603"/>
                </a:moveTo>
                <a:lnTo>
                  <a:pt x="2632505" y="762306"/>
                </a:lnTo>
                <a:lnTo>
                  <a:pt x="2633701" y="761842"/>
                </a:lnTo>
                <a:moveTo>
                  <a:pt x="2373740" y="2657179"/>
                </a:moveTo>
                <a:lnTo>
                  <a:pt x="2371478" y="2658474"/>
                </a:lnTo>
                <a:lnTo>
                  <a:pt x="2355122" y="2667821"/>
                </a:lnTo>
                <a:lnTo>
                  <a:pt x="2353523" y="2668728"/>
                </a:lnTo>
                <a:lnTo>
                  <a:pt x="2350894" y="2668636"/>
                </a:lnTo>
                <a:lnTo>
                  <a:pt x="2320773" y="2619432"/>
                </a:lnTo>
                <a:lnTo>
                  <a:pt x="2316873" y="2613140"/>
                </a:lnTo>
                <a:lnTo>
                  <a:pt x="2317056" y="2612630"/>
                </a:lnTo>
                <a:lnTo>
                  <a:pt x="2318785" y="2611632"/>
                </a:lnTo>
                <a:lnTo>
                  <a:pt x="2339369" y="2599618"/>
                </a:lnTo>
                <a:moveTo>
                  <a:pt x="2373230" y="2584398"/>
                </a:moveTo>
                <a:lnTo>
                  <a:pt x="2391978" y="2615677"/>
                </a:lnTo>
                <a:lnTo>
                  <a:pt x="2401995" y="2632421"/>
                </a:lnTo>
                <a:lnTo>
                  <a:pt x="2402871" y="2633861"/>
                </a:lnTo>
                <a:lnTo>
                  <a:pt x="2403245" y="2636908"/>
                </a:lnTo>
                <a:lnTo>
                  <a:pt x="2403427" y="2638340"/>
                </a:lnTo>
                <a:lnTo>
                  <a:pt x="2399847" y="2642126"/>
                </a:lnTo>
                <a:lnTo>
                  <a:pt x="2383255" y="2651717"/>
                </a:lnTo>
                <a:moveTo>
                  <a:pt x="2360173" y="2562405"/>
                </a:moveTo>
                <a:lnTo>
                  <a:pt x="2367616" y="2574975"/>
                </a:lnTo>
                <a:moveTo>
                  <a:pt x="2926479" y="2463075"/>
                </a:moveTo>
                <a:lnTo>
                  <a:pt x="2887742" y="2451595"/>
                </a:lnTo>
                <a:lnTo>
                  <a:pt x="2834874" y="2438599"/>
                </a:lnTo>
                <a:lnTo>
                  <a:pt x="2767478" y="2419745"/>
                </a:lnTo>
                <a:lnTo>
                  <a:pt x="2749394" y="2414968"/>
                </a:lnTo>
                <a:lnTo>
                  <a:pt x="2725420" y="2408143"/>
                </a:lnTo>
                <a:lnTo>
                  <a:pt x="2648838" y="2388161"/>
                </a:lnTo>
                <a:lnTo>
                  <a:pt x="2618579" y="2380079"/>
                </a:lnTo>
                <a:lnTo>
                  <a:pt x="2612371" y="2378403"/>
                </a:lnTo>
                <a:lnTo>
                  <a:pt x="2490370" y="2345570"/>
                </a:lnTo>
                <a:lnTo>
                  <a:pt x="2483857" y="2345928"/>
                </a:lnTo>
                <a:lnTo>
                  <a:pt x="2478715" y="2348411"/>
                </a:lnTo>
                <a:lnTo>
                  <a:pt x="2476247" y="2352791"/>
                </a:lnTo>
                <a:lnTo>
                  <a:pt x="2471295" y="2372560"/>
                </a:lnTo>
                <a:lnTo>
                  <a:pt x="2450079" y="2449904"/>
                </a:lnTo>
                <a:lnTo>
                  <a:pt x="2440374" y="2485190"/>
                </a:lnTo>
                <a:lnTo>
                  <a:pt x="2435483" y="2501576"/>
                </a:lnTo>
                <a:lnTo>
                  <a:pt x="2432177" y="2510306"/>
                </a:lnTo>
                <a:lnTo>
                  <a:pt x="2431735" y="2510664"/>
                </a:lnTo>
                <a:moveTo>
                  <a:pt x="1550780" y="2112318"/>
                </a:moveTo>
                <a:lnTo>
                  <a:pt x="1551637" y="2111316"/>
                </a:lnTo>
                <a:lnTo>
                  <a:pt x="1557297" y="2104543"/>
                </a:lnTo>
                <a:lnTo>
                  <a:pt x="1560455" y="2100460"/>
                </a:lnTo>
                <a:lnTo>
                  <a:pt x="1567292" y="2091125"/>
                </a:lnTo>
                <a:lnTo>
                  <a:pt x="1573101" y="2082185"/>
                </a:lnTo>
                <a:lnTo>
                  <a:pt x="1577024" y="2075557"/>
                </a:lnTo>
                <a:lnTo>
                  <a:pt x="1579671" y="2070758"/>
                </a:lnTo>
                <a:lnTo>
                  <a:pt x="1583027" y="2064054"/>
                </a:lnTo>
                <a:lnTo>
                  <a:pt x="1585674" y="2058775"/>
                </a:lnTo>
                <a:lnTo>
                  <a:pt x="1587571" y="2054810"/>
                </a:lnTo>
                <a:lnTo>
                  <a:pt x="1588973" y="2051237"/>
                </a:lnTo>
                <a:lnTo>
                  <a:pt x="1592458" y="2042599"/>
                </a:lnTo>
                <a:lnTo>
                  <a:pt x="1593905" y="2038740"/>
                </a:lnTo>
                <a:lnTo>
                  <a:pt x="1594728" y="2036725"/>
                </a:lnTo>
                <a:moveTo>
                  <a:pt x="1231705" y="1332231"/>
                </a:moveTo>
                <a:lnTo>
                  <a:pt x="1231538" y="1331888"/>
                </a:lnTo>
                <a:lnTo>
                  <a:pt x="1221680" y="1303412"/>
                </a:lnTo>
                <a:moveTo>
                  <a:pt x="2447230" y="1950620"/>
                </a:moveTo>
                <a:lnTo>
                  <a:pt x="2447687" y="1951055"/>
                </a:lnTo>
                <a:moveTo>
                  <a:pt x="2422091" y="1928125"/>
                </a:moveTo>
                <a:lnTo>
                  <a:pt x="2440702" y="1944732"/>
                </a:lnTo>
                <a:lnTo>
                  <a:pt x="2445874" y="1949051"/>
                </a:lnTo>
                <a:moveTo>
                  <a:pt x="2324620" y="1833160"/>
                </a:moveTo>
                <a:lnTo>
                  <a:pt x="2333549" y="1842271"/>
                </a:lnTo>
                <a:lnTo>
                  <a:pt x="2345707" y="1854665"/>
                </a:lnTo>
                <a:moveTo>
                  <a:pt x="2351969" y="1860691"/>
                </a:moveTo>
                <a:lnTo>
                  <a:pt x="2368477" y="1875660"/>
                </a:lnTo>
                <a:lnTo>
                  <a:pt x="2375858" y="1882768"/>
                </a:lnTo>
                <a:lnTo>
                  <a:pt x="2384055" y="1890500"/>
                </a:lnTo>
                <a:lnTo>
                  <a:pt x="2391353" y="1898278"/>
                </a:lnTo>
                <a:lnTo>
                  <a:pt x="2395688" y="1902544"/>
                </a:lnTo>
                <a:lnTo>
                  <a:pt x="2413399" y="1919943"/>
                </a:lnTo>
                <a:lnTo>
                  <a:pt x="2414130" y="1920659"/>
                </a:lnTo>
                <a:moveTo>
                  <a:pt x="675943" y="464203"/>
                </a:moveTo>
                <a:lnTo>
                  <a:pt x="679127" y="463922"/>
                </a:lnTo>
                <a:lnTo>
                  <a:pt x="687545" y="462901"/>
                </a:lnTo>
                <a:lnTo>
                  <a:pt x="687948" y="462840"/>
                </a:lnTo>
                <a:moveTo>
                  <a:pt x="684642" y="432726"/>
                </a:moveTo>
                <a:lnTo>
                  <a:pt x="681229" y="433199"/>
                </a:lnTo>
                <a:moveTo>
                  <a:pt x="690104" y="438501"/>
                </a:moveTo>
                <a:lnTo>
                  <a:pt x="690234" y="439316"/>
                </a:lnTo>
                <a:lnTo>
                  <a:pt x="691216" y="455938"/>
                </a:lnTo>
                <a:moveTo>
                  <a:pt x="241746" y="1467258"/>
                </a:moveTo>
                <a:lnTo>
                  <a:pt x="270900" y="1469155"/>
                </a:lnTo>
                <a:lnTo>
                  <a:pt x="333633" y="1472636"/>
                </a:lnTo>
                <a:lnTo>
                  <a:pt x="337335" y="1472811"/>
                </a:lnTo>
                <a:moveTo>
                  <a:pt x="349470" y="1473718"/>
                </a:moveTo>
                <a:lnTo>
                  <a:pt x="354209" y="1473893"/>
                </a:lnTo>
                <a:lnTo>
                  <a:pt x="369627" y="1474632"/>
                </a:lnTo>
                <a:lnTo>
                  <a:pt x="454399" y="1478388"/>
                </a:lnTo>
                <a:lnTo>
                  <a:pt x="460227" y="1478494"/>
                </a:lnTo>
                <a:moveTo>
                  <a:pt x="310939" y="955763"/>
                </a:moveTo>
                <a:lnTo>
                  <a:pt x="321459" y="956067"/>
                </a:lnTo>
                <a:lnTo>
                  <a:pt x="385008" y="961362"/>
                </a:lnTo>
                <a:lnTo>
                  <a:pt x="394347" y="962146"/>
                </a:lnTo>
                <a:moveTo>
                  <a:pt x="308402" y="857408"/>
                </a:moveTo>
                <a:lnTo>
                  <a:pt x="307702" y="857164"/>
                </a:lnTo>
                <a:lnTo>
                  <a:pt x="281801" y="854940"/>
                </a:lnTo>
                <a:lnTo>
                  <a:pt x="215205" y="851398"/>
                </a:lnTo>
                <a:moveTo>
                  <a:pt x="428521" y="457058"/>
                </a:moveTo>
                <a:lnTo>
                  <a:pt x="416241" y="454734"/>
                </a:lnTo>
                <a:lnTo>
                  <a:pt x="392961" y="450346"/>
                </a:lnTo>
                <a:lnTo>
                  <a:pt x="379805" y="448457"/>
                </a:lnTo>
                <a:lnTo>
                  <a:pt x="316736" y="435286"/>
                </a:lnTo>
                <a:moveTo>
                  <a:pt x="2626647" y="1693479"/>
                </a:moveTo>
                <a:lnTo>
                  <a:pt x="2588245" y="1730471"/>
                </a:lnTo>
                <a:moveTo>
                  <a:pt x="2714565" y="1210322"/>
                </a:moveTo>
                <a:lnTo>
                  <a:pt x="2715890" y="1214550"/>
                </a:lnTo>
                <a:lnTo>
                  <a:pt x="2732901" y="1231751"/>
                </a:lnTo>
                <a:lnTo>
                  <a:pt x="2740983" y="1249524"/>
                </a:lnTo>
                <a:lnTo>
                  <a:pt x="2745714" y="1254178"/>
                </a:lnTo>
                <a:lnTo>
                  <a:pt x="2760371" y="1268111"/>
                </a:lnTo>
                <a:moveTo>
                  <a:pt x="2566580" y="589152"/>
                </a:moveTo>
                <a:lnTo>
                  <a:pt x="2565231" y="589784"/>
                </a:lnTo>
                <a:lnTo>
                  <a:pt x="2561422" y="591719"/>
                </a:lnTo>
                <a:lnTo>
                  <a:pt x="2528543" y="607983"/>
                </a:lnTo>
                <a:moveTo>
                  <a:pt x="2018945" y="1290096"/>
                </a:moveTo>
                <a:lnTo>
                  <a:pt x="2015220" y="1286676"/>
                </a:lnTo>
                <a:moveTo>
                  <a:pt x="857126" y="1209613"/>
                </a:moveTo>
                <a:lnTo>
                  <a:pt x="856166" y="1209872"/>
                </a:lnTo>
                <a:lnTo>
                  <a:pt x="835530" y="1215967"/>
                </a:lnTo>
                <a:moveTo>
                  <a:pt x="2150003" y="2170092"/>
                </a:moveTo>
                <a:lnTo>
                  <a:pt x="2139521" y="2184832"/>
                </a:lnTo>
                <a:moveTo>
                  <a:pt x="2107617" y="2135392"/>
                </a:moveTo>
                <a:lnTo>
                  <a:pt x="2149135" y="2164828"/>
                </a:lnTo>
                <a:moveTo>
                  <a:pt x="2161278" y="2172004"/>
                </a:moveTo>
                <a:lnTo>
                  <a:pt x="2157240" y="2168972"/>
                </a:lnTo>
                <a:moveTo>
                  <a:pt x="916477" y="1727751"/>
                </a:moveTo>
                <a:lnTo>
                  <a:pt x="916652" y="1729252"/>
                </a:lnTo>
                <a:lnTo>
                  <a:pt x="914253" y="1767334"/>
                </a:lnTo>
                <a:moveTo>
                  <a:pt x="917528" y="1695276"/>
                </a:moveTo>
                <a:lnTo>
                  <a:pt x="916317" y="1718488"/>
                </a:lnTo>
                <a:moveTo>
                  <a:pt x="920431" y="1652944"/>
                </a:moveTo>
                <a:lnTo>
                  <a:pt x="918565" y="1684170"/>
                </a:lnTo>
                <a:lnTo>
                  <a:pt x="918374" y="1686554"/>
                </a:lnTo>
                <a:moveTo>
                  <a:pt x="918077" y="1617582"/>
                </a:moveTo>
                <a:lnTo>
                  <a:pt x="918869" y="1624293"/>
                </a:lnTo>
                <a:lnTo>
                  <a:pt x="920332" y="1644145"/>
                </a:lnTo>
                <a:moveTo>
                  <a:pt x="909537" y="1581595"/>
                </a:moveTo>
                <a:lnTo>
                  <a:pt x="916759" y="1610329"/>
                </a:lnTo>
                <a:moveTo>
                  <a:pt x="2644373" y="646690"/>
                </a:moveTo>
                <a:lnTo>
                  <a:pt x="2670701" y="663518"/>
                </a:lnTo>
                <a:moveTo>
                  <a:pt x="2603206" y="660684"/>
                </a:moveTo>
                <a:lnTo>
                  <a:pt x="2635697" y="647756"/>
                </a:lnTo>
                <a:moveTo>
                  <a:pt x="384787" y="745524"/>
                </a:moveTo>
                <a:lnTo>
                  <a:pt x="379249" y="743612"/>
                </a:lnTo>
                <a:lnTo>
                  <a:pt x="367014" y="738767"/>
                </a:lnTo>
                <a:moveTo>
                  <a:pt x="1091018" y="1818778"/>
                </a:moveTo>
                <a:lnTo>
                  <a:pt x="1091757" y="1819760"/>
                </a:lnTo>
                <a:lnTo>
                  <a:pt x="1093524" y="1822099"/>
                </a:lnTo>
                <a:moveTo>
                  <a:pt x="734242" y="2482570"/>
                </a:moveTo>
                <a:lnTo>
                  <a:pt x="697958" y="2480772"/>
                </a:lnTo>
                <a:lnTo>
                  <a:pt x="696206" y="2480688"/>
                </a:lnTo>
                <a:lnTo>
                  <a:pt x="690790" y="2480421"/>
                </a:lnTo>
                <a:lnTo>
                  <a:pt x="689152" y="2480338"/>
                </a:lnTo>
                <a:lnTo>
                  <a:pt x="686387" y="2480200"/>
                </a:lnTo>
                <a:lnTo>
                  <a:pt x="678068" y="2479797"/>
                </a:lnTo>
                <a:lnTo>
                  <a:pt x="644206" y="2478121"/>
                </a:lnTo>
                <a:lnTo>
                  <a:pt x="624819" y="2477161"/>
                </a:lnTo>
                <a:lnTo>
                  <a:pt x="620515" y="2476948"/>
                </a:lnTo>
                <a:lnTo>
                  <a:pt x="593730" y="2475622"/>
                </a:lnTo>
                <a:moveTo>
                  <a:pt x="447330" y="759800"/>
                </a:moveTo>
                <a:lnTo>
                  <a:pt x="470267" y="761766"/>
                </a:lnTo>
                <a:lnTo>
                  <a:pt x="480932" y="762573"/>
                </a:lnTo>
                <a:lnTo>
                  <a:pt x="493814" y="763701"/>
                </a:lnTo>
                <a:lnTo>
                  <a:pt x="516637" y="766633"/>
                </a:lnTo>
                <a:moveTo>
                  <a:pt x="2713856" y="628049"/>
                </a:moveTo>
                <a:lnTo>
                  <a:pt x="2729313" y="640367"/>
                </a:lnTo>
                <a:lnTo>
                  <a:pt x="2748540" y="654491"/>
                </a:lnTo>
                <a:lnTo>
                  <a:pt x="2771242" y="670381"/>
                </a:lnTo>
                <a:lnTo>
                  <a:pt x="2784169" y="679058"/>
                </a:lnTo>
                <a:lnTo>
                  <a:pt x="2797912" y="687758"/>
                </a:lnTo>
                <a:lnTo>
                  <a:pt x="2814626" y="696336"/>
                </a:lnTo>
                <a:lnTo>
                  <a:pt x="2825062" y="700830"/>
                </a:lnTo>
                <a:lnTo>
                  <a:pt x="2831743" y="702750"/>
                </a:lnTo>
                <a:lnTo>
                  <a:pt x="2839528" y="703580"/>
                </a:lnTo>
                <a:lnTo>
                  <a:pt x="2846316" y="703047"/>
                </a:lnTo>
                <a:lnTo>
                  <a:pt x="2853621" y="700617"/>
                </a:lnTo>
                <a:moveTo>
                  <a:pt x="2546278" y="395703"/>
                </a:moveTo>
                <a:lnTo>
                  <a:pt x="2553873" y="416416"/>
                </a:lnTo>
                <a:lnTo>
                  <a:pt x="2556288" y="422351"/>
                </a:lnTo>
                <a:moveTo>
                  <a:pt x="2531354" y="345791"/>
                </a:moveTo>
                <a:lnTo>
                  <a:pt x="2539071" y="374686"/>
                </a:lnTo>
                <a:lnTo>
                  <a:pt x="2543490" y="387796"/>
                </a:lnTo>
                <a:moveTo>
                  <a:pt x="1516431" y="429314"/>
                </a:moveTo>
                <a:lnTo>
                  <a:pt x="1516226" y="429534"/>
                </a:lnTo>
                <a:lnTo>
                  <a:pt x="1513651" y="431561"/>
                </a:lnTo>
                <a:lnTo>
                  <a:pt x="1509255" y="432627"/>
                </a:lnTo>
                <a:lnTo>
                  <a:pt x="1474282" y="445296"/>
                </a:lnTo>
                <a:lnTo>
                  <a:pt x="1466367" y="449813"/>
                </a:lnTo>
                <a:lnTo>
                  <a:pt x="1452990" y="468721"/>
                </a:lnTo>
                <a:lnTo>
                  <a:pt x="1449615" y="470922"/>
                </a:lnTo>
                <a:lnTo>
                  <a:pt x="1448945" y="471075"/>
                </a:lnTo>
                <a:lnTo>
                  <a:pt x="1414611" y="483659"/>
                </a:lnTo>
                <a:lnTo>
                  <a:pt x="1374655" y="498545"/>
                </a:lnTo>
                <a:lnTo>
                  <a:pt x="1373139" y="499025"/>
                </a:lnTo>
                <a:lnTo>
                  <a:pt x="1371486" y="499070"/>
                </a:lnTo>
                <a:lnTo>
                  <a:pt x="1369970" y="498880"/>
                </a:lnTo>
                <a:lnTo>
                  <a:pt x="1367867" y="498095"/>
                </a:lnTo>
                <a:lnTo>
                  <a:pt x="1356060" y="492222"/>
                </a:lnTo>
                <a:lnTo>
                  <a:pt x="1354208" y="491544"/>
                </a:lnTo>
                <a:lnTo>
                  <a:pt x="1351032" y="490378"/>
                </a:lnTo>
                <a:lnTo>
                  <a:pt x="1346789" y="489868"/>
                </a:lnTo>
                <a:lnTo>
                  <a:pt x="1343833" y="489830"/>
                </a:lnTo>
                <a:lnTo>
                  <a:pt x="1341715" y="490051"/>
                </a:lnTo>
                <a:lnTo>
                  <a:pt x="1339590" y="490683"/>
                </a:lnTo>
                <a:lnTo>
                  <a:pt x="1337960" y="491270"/>
                </a:lnTo>
                <a:lnTo>
                  <a:pt x="1337243" y="490508"/>
                </a:lnTo>
                <a:lnTo>
                  <a:pt x="1335507" y="489739"/>
                </a:lnTo>
                <a:lnTo>
                  <a:pt x="1335050" y="489723"/>
                </a:lnTo>
                <a:lnTo>
                  <a:pt x="1334562" y="488230"/>
                </a:lnTo>
                <a:moveTo>
                  <a:pt x="331751" y="598255"/>
                </a:moveTo>
                <a:lnTo>
                  <a:pt x="331218" y="598910"/>
                </a:lnTo>
                <a:lnTo>
                  <a:pt x="330540" y="599733"/>
                </a:lnTo>
                <a:lnTo>
                  <a:pt x="329039" y="601942"/>
                </a:lnTo>
                <a:lnTo>
                  <a:pt x="319966" y="623486"/>
                </a:lnTo>
                <a:lnTo>
                  <a:pt x="319410" y="625322"/>
                </a:lnTo>
                <a:lnTo>
                  <a:pt x="319113" y="627241"/>
                </a:lnTo>
                <a:lnTo>
                  <a:pt x="319296" y="629214"/>
                </a:lnTo>
                <a:lnTo>
                  <a:pt x="319829" y="631104"/>
                </a:lnTo>
                <a:lnTo>
                  <a:pt x="331866" y="661507"/>
                </a:lnTo>
                <a:lnTo>
                  <a:pt x="333404" y="663701"/>
                </a:lnTo>
                <a:lnTo>
                  <a:pt x="335484" y="664996"/>
                </a:lnTo>
                <a:lnTo>
                  <a:pt x="337602" y="665430"/>
                </a:lnTo>
                <a:lnTo>
                  <a:pt x="340702" y="665186"/>
                </a:lnTo>
                <a:lnTo>
                  <a:pt x="361621" y="657218"/>
                </a:lnTo>
                <a:lnTo>
                  <a:pt x="370945" y="653660"/>
                </a:lnTo>
                <a:lnTo>
                  <a:pt x="373094" y="653104"/>
                </a:lnTo>
                <a:lnTo>
                  <a:pt x="375082" y="652891"/>
                </a:lnTo>
                <a:lnTo>
                  <a:pt x="378860" y="653036"/>
                </a:lnTo>
                <a:lnTo>
                  <a:pt x="383500" y="653295"/>
                </a:lnTo>
                <a:lnTo>
                  <a:pt x="383599" y="653295"/>
                </a:lnTo>
                <a:moveTo>
                  <a:pt x="993646" y="365658"/>
                </a:moveTo>
                <a:lnTo>
                  <a:pt x="1003786" y="395924"/>
                </a:lnTo>
                <a:moveTo>
                  <a:pt x="1006490" y="404007"/>
                </a:moveTo>
                <a:lnTo>
                  <a:pt x="1016416" y="433663"/>
                </a:lnTo>
                <a:moveTo>
                  <a:pt x="968233" y="288893"/>
                </a:moveTo>
                <a:lnTo>
                  <a:pt x="982760" y="333389"/>
                </a:lnTo>
                <a:moveTo>
                  <a:pt x="946903" y="226830"/>
                </a:moveTo>
                <a:lnTo>
                  <a:pt x="958002" y="259838"/>
                </a:lnTo>
                <a:lnTo>
                  <a:pt x="965460" y="280788"/>
                </a:lnTo>
                <a:moveTo>
                  <a:pt x="325809" y="719799"/>
                </a:moveTo>
                <a:lnTo>
                  <a:pt x="329405" y="722480"/>
                </a:lnTo>
                <a:lnTo>
                  <a:pt x="343201" y="731660"/>
                </a:lnTo>
                <a:lnTo>
                  <a:pt x="360471" y="738760"/>
                </a:lnTo>
                <a:moveTo>
                  <a:pt x="273772" y="663807"/>
                </a:moveTo>
                <a:lnTo>
                  <a:pt x="287788" y="683713"/>
                </a:lnTo>
                <a:lnTo>
                  <a:pt x="295985" y="693365"/>
                </a:lnTo>
                <a:lnTo>
                  <a:pt x="302049" y="699284"/>
                </a:lnTo>
                <a:lnTo>
                  <a:pt x="303238" y="700434"/>
                </a:lnTo>
                <a:lnTo>
                  <a:pt x="320888" y="715967"/>
                </a:lnTo>
                <a:moveTo>
                  <a:pt x="415350" y="815091"/>
                </a:moveTo>
                <a:lnTo>
                  <a:pt x="414047" y="815053"/>
                </a:lnTo>
                <a:lnTo>
                  <a:pt x="411610" y="814946"/>
                </a:lnTo>
                <a:moveTo>
                  <a:pt x="410574" y="867167"/>
                </a:moveTo>
                <a:lnTo>
                  <a:pt x="409362" y="871478"/>
                </a:lnTo>
                <a:lnTo>
                  <a:pt x="408555" y="875356"/>
                </a:lnTo>
                <a:lnTo>
                  <a:pt x="408052" y="879447"/>
                </a:lnTo>
                <a:lnTo>
                  <a:pt x="405668" y="911366"/>
                </a:lnTo>
                <a:moveTo>
                  <a:pt x="416973" y="1100396"/>
                </a:moveTo>
                <a:lnTo>
                  <a:pt x="424971" y="1130715"/>
                </a:lnTo>
                <a:lnTo>
                  <a:pt x="428933" y="1143246"/>
                </a:lnTo>
                <a:moveTo>
                  <a:pt x="405355" y="1059084"/>
                </a:moveTo>
                <a:lnTo>
                  <a:pt x="414641" y="1091879"/>
                </a:lnTo>
                <a:moveTo>
                  <a:pt x="397897" y="1025276"/>
                </a:moveTo>
                <a:lnTo>
                  <a:pt x="398012" y="1027599"/>
                </a:lnTo>
                <a:lnTo>
                  <a:pt x="398034" y="1028117"/>
                </a:lnTo>
                <a:lnTo>
                  <a:pt x="398598" y="1034242"/>
                </a:lnTo>
                <a:lnTo>
                  <a:pt x="399611" y="1039788"/>
                </a:lnTo>
                <a:lnTo>
                  <a:pt x="401074" y="1045120"/>
                </a:lnTo>
                <a:lnTo>
                  <a:pt x="402933" y="1050986"/>
                </a:lnTo>
                <a:moveTo>
                  <a:pt x="400503" y="985023"/>
                </a:moveTo>
                <a:lnTo>
                  <a:pt x="398324" y="1012188"/>
                </a:lnTo>
                <a:moveTo>
                  <a:pt x="405005" y="920157"/>
                </a:moveTo>
                <a:lnTo>
                  <a:pt x="401805" y="961865"/>
                </a:lnTo>
                <a:lnTo>
                  <a:pt x="401523" y="968416"/>
                </a:lnTo>
                <a:lnTo>
                  <a:pt x="401325" y="972118"/>
                </a:lnTo>
                <a:lnTo>
                  <a:pt x="401219" y="974221"/>
                </a:lnTo>
                <a:moveTo>
                  <a:pt x="2060440" y="1762824"/>
                </a:moveTo>
                <a:lnTo>
                  <a:pt x="2060592" y="1762771"/>
                </a:lnTo>
                <a:lnTo>
                  <a:pt x="2061019" y="1762664"/>
                </a:lnTo>
                <a:lnTo>
                  <a:pt x="2061560" y="1762603"/>
                </a:lnTo>
                <a:lnTo>
                  <a:pt x="2073939" y="1761979"/>
                </a:lnTo>
                <a:lnTo>
                  <a:pt x="2074944" y="1761963"/>
                </a:lnTo>
                <a:lnTo>
                  <a:pt x="2075569" y="1762024"/>
                </a:lnTo>
                <a:lnTo>
                  <a:pt x="2075935" y="1762116"/>
                </a:lnTo>
                <a:lnTo>
                  <a:pt x="2076171" y="1762177"/>
                </a:lnTo>
                <a:moveTo>
                  <a:pt x="2527058" y="295437"/>
                </a:moveTo>
                <a:lnTo>
                  <a:pt x="2523919" y="294111"/>
                </a:lnTo>
                <a:lnTo>
                  <a:pt x="2522411" y="292070"/>
                </a:lnTo>
                <a:lnTo>
                  <a:pt x="2521390" y="289838"/>
                </a:lnTo>
                <a:lnTo>
                  <a:pt x="2519280" y="275371"/>
                </a:lnTo>
                <a:lnTo>
                  <a:pt x="2516309" y="251908"/>
                </a:lnTo>
                <a:moveTo>
                  <a:pt x="2673070" y="744283"/>
                </a:moveTo>
                <a:lnTo>
                  <a:pt x="2655762" y="750925"/>
                </a:lnTo>
                <a:moveTo>
                  <a:pt x="2672004" y="669521"/>
                </a:moveTo>
                <a:lnTo>
                  <a:pt x="2655549" y="696351"/>
                </a:lnTo>
                <a:lnTo>
                  <a:pt x="2660958" y="700800"/>
                </a:lnTo>
                <a:lnTo>
                  <a:pt x="2675546" y="738775"/>
                </a:lnTo>
                <a:moveTo>
                  <a:pt x="2017322" y="1613994"/>
                </a:moveTo>
                <a:lnTo>
                  <a:pt x="2098788" y="1581519"/>
                </a:lnTo>
                <a:lnTo>
                  <a:pt x="2102475" y="1580848"/>
                </a:lnTo>
                <a:moveTo>
                  <a:pt x="2419806" y="1602685"/>
                </a:moveTo>
                <a:lnTo>
                  <a:pt x="2402151" y="1619376"/>
                </a:lnTo>
                <a:lnTo>
                  <a:pt x="2374133" y="1647623"/>
                </a:lnTo>
                <a:lnTo>
                  <a:pt x="2354757" y="1667170"/>
                </a:lnTo>
                <a:lnTo>
                  <a:pt x="2326868" y="1692683"/>
                </a:lnTo>
                <a:lnTo>
                  <a:pt x="2315978" y="1702974"/>
                </a:lnTo>
                <a:moveTo>
                  <a:pt x="2421760" y="1600963"/>
                </a:moveTo>
                <a:lnTo>
                  <a:pt x="2420004" y="1602502"/>
                </a:lnTo>
                <a:moveTo>
                  <a:pt x="2423748" y="1599097"/>
                </a:moveTo>
                <a:lnTo>
                  <a:pt x="2421828" y="1600902"/>
                </a:lnTo>
                <a:moveTo>
                  <a:pt x="2427153" y="1595764"/>
                </a:moveTo>
                <a:lnTo>
                  <a:pt x="2423866" y="1598983"/>
                </a:lnTo>
                <a:moveTo>
                  <a:pt x="1257256" y="2546880"/>
                </a:moveTo>
                <a:lnTo>
                  <a:pt x="1257530" y="2547337"/>
                </a:lnTo>
                <a:lnTo>
                  <a:pt x="1258551" y="2549005"/>
                </a:lnTo>
                <a:lnTo>
                  <a:pt x="1259023" y="2551268"/>
                </a:lnTo>
                <a:lnTo>
                  <a:pt x="1253424" y="2594834"/>
                </a:lnTo>
                <a:lnTo>
                  <a:pt x="1252281" y="2599443"/>
                </a:lnTo>
                <a:lnTo>
                  <a:pt x="1248647" y="2609575"/>
                </a:lnTo>
                <a:lnTo>
                  <a:pt x="1242606" y="2624437"/>
                </a:lnTo>
                <a:lnTo>
                  <a:pt x="1237876" y="2634821"/>
                </a:lnTo>
                <a:lnTo>
                  <a:pt x="1218778" y="2671973"/>
                </a:lnTo>
                <a:lnTo>
                  <a:pt x="1204266" y="2696830"/>
                </a:lnTo>
                <a:lnTo>
                  <a:pt x="1172583" y="2745310"/>
                </a:lnTo>
                <a:lnTo>
                  <a:pt x="1164706" y="2756829"/>
                </a:lnTo>
                <a:lnTo>
                  <a:pt x="1153028" y="2768652"/>
                </a:lnTo>
                <a:lnTo>
                  <a:pt x="1144282" y="2775614"/>
                </a:lnTo>
                <a:lnTo>
                  <a:pt x="1137815" y="2778578"/>
                </a:lnTo>
                <a:lnTo>
                  <a:pt x="1121855" y="2783720"/>
                </a:lnTo>
                <a:lnTo>
                  <a:pt x="1076803" y="2791048"/>
                </a:lnTo>
                <a:lnTo>
                  <a:pt x="1065422" y="2791376"/>
                </a:lnTo>
                <a:lnTo>
                  <a:pt x="1021695" y="2787186"/>
                </a:lnTo>
                <a:lnTo>
                  <a:pt x="963030" y="2786104"/>
                </a:lnTo>
                <a:lnTo>
                  <a:pt x="951702" y="2787971"/>
                </a:lnTo>
                <a:lnTo>
                  <a:pt x="930951" y="2793189"/>
                </a:lnTo>
                <a:moveTo>
                  <a:pt x="2071676" y="2227858"/>
                </a:moveTo>
                <a:lnTo>
                  <a:pt x="2114816" y="2208882"/>
                </a:lnTo>
                <a:lnTo>
                  <a:pt x="2139331" y="2198499"/>
                </a:lnTo>
                <a:moveTo>
                  <a:pt x="2061171" y="2232292"/>
                </a:moveTo>
                <a:lnTo>
                  <a:pt x="2061308" y="2232238"/>
                </a:lnTo>
                <a:moveTo>
                  <a:pt x="2388329" y="515251"/>
                </a:moveTo>
                <a:lnTo>
                  <a:pt x="2359533" y="527782"/>
                </a:lnTo>
                <a:lnTo>
                  <a:pt x="2337990" y="537168"/>
                </a:lnTo>
                <a:lnTo>
                  <a:pt x="2294179" y="556052"/>
                </a:lnTo>
                <a:lnTo>
                  <a:pt x="2254383" y="573215"/>
                </a:lnTo>
                <a:lnTo>
                  <a:pt x="2231774" y="582951"/>
                </a:lnTo>
                <a:lnTo>
                  <a:pt x="2228155" y="584513"/>
                </a:lnTo>
                <a:moveTo>
                  <a:pt x="2448419" y="490173"/>
                </a:moveTo>
                <a:lnTo>
                  <a:pt x="2445912" y="491140"/>
                </a:lnTo>
                <a:lnTo>
                  <a:pt x="2402627" y="509377"/>
                </a:lnTo>
                <a:lnTo>
                  <a:pt x="2398361" y="511076"/>
                </a:lnTo>
                <a:moveTo>
                  <a:pt x="2371318" y="1122450"/>
                </a:moveTo>
                <a:lnTo>
                  <a:pt x="2370632" y="1123463"/>
                </a:lnTo>
                <a:lnTo>
                  <a:pt x="2324681" y="1170435"/>
                </a:lnTo>
                <a:lnTo>
                  <a:pt x="2307632" y="1154399"/>
                </a:lnTo>
                <a:moveTo>
                  <a:pt x="2797935" y="1005812"/>
                </a:moveTo>
                <a:lnTo>
                  <a:pt x="2807564" y="1014748"/>
                </a:lnTo>
                <a:lnTo>
                  <a:pt x="2837677" y="1044214"/>
                </a:lnTo>
                <a:lnTo>
                  <a:pt x="2875218" y="1081443"/>
                </a:lnTo>
                <a:moveTo>
                  <a:pt x="2678334" y="887430"/>
                </a:moveTo>
                <a:lnTo>
                  <a:pt x="2697554" y="905995"/>
                </a:lnTo>
                <a:lnTo>
                  <a:pt x="2738668" y="945730"/>
                </a:lnTo>
                <a:lnTo>
                  <a:pt x="2768141" y="975615"/>
                </a:lnTo>
                <a:lnTo>
                  <a:pt x="2789959" y="998019"/>
                </a:lnTo>
                <a:moveTo>
                  <a:pt x="2624285" y="831622"/>
                </a:moveTo>
                <a:lnTo>
                  <a:pt x="2624597" y="832429"/>
                </a:lnTo>
                <a:lnTo>
                  <a:pt x="2627942" y="837533"/>
                </a:lnTo>
                <a:lnTo>
                  <a:pt x="2670526" y="879789"/>
                </a:lnTo>
                <a:moveTo>
                  <a:pt x="2381023" y="1124087"/>
                </a:moveTo>
                <a:lnTo>
                  <a:pt x="2409484" y="1150872"/>
                </a:lnTo>
                <a:lnTo>
                  <a:pt x="2409933" y="1151184"/>
                </a:lnTo>
                <a:moveTo>
                  <a:pt x="2347756" y="1091841"/>
                </a:moveTo>
                <a:lnTo>
                  <a:pt x="2371051" y="1114550"/>
                </a:lnTo>
                <a:moveTo>
                  <a:pt x="2710200" y="844724"/>
                </a:moveTo>
                <a:lnTo>
                  <a:pt x="2681808" y="874632"/>
                </a:lnTo>
                <a:lnTo>
                  <a:pt x="2680216" y="876308"/>
                </a:lnTo>
                <a:moveTo>
                  <a:pt x="2748807" y="804296"/>
                </a:moveTo>
                <a:lnTo>
                  <a:pt x="2747657" y="807884"/>
                </a:lnTo>
                <a:lnTo>
                  <a:pt x="2739460" y="816089"/>
                </a:lnTo>
                <a:lnTo>
                  <a:pt x="2718031" y="836825"/>
                </a:lnTo>
                <a:moveTo>
                  <a:pt x="2798224" y="771745"/>
                </a:moveTo>
                <a:lnTo>
                  <a:pt x="2792534" y="771166"/>
                </a:lnTo>
                <a:lnTo>
                  <a:pt x="2783019" y="774937"/>
                </a:lnTo>
                <a:lnTo>
                  <a:pt x="2775218" y="780041"/>
                </a:lnTo>
                <a:lnTo>
                  <a:pt x="2760699" y="794888"/>
                </a:lnTo>
                <a:lnTo>
                  <a:pt x="2756737" y="796960"/>
                </a:lnTo>
                <a:lnTo>
                  <a:pt x="2755823" y="797151"/>
                </a:lnTo>
                <a:moveTo>
                  <a:pt x="2462908" y="340923"/>
                </a:moveTo>
                <a:lnTo>
                  <a:pt x="2462131" y="341274"/>
                </a:lnTo>
                <a:lnTo>
                  <a:pt x="2339993" y="391575"/>
                </a:lnTo>
                <a:lnTo>
                  <a:pt x="2290683" y="412379"/>
                </a:lnTo>
                <a:lnTo>
                  <a:pt x="2289639" y="412958"/>
                </a:lnTo>
                <a:moveTo>
                  <a:pt x="2309270" y="368020"/>
                </a:moveTo>
                <a:lnTo>
                  <a:pt x="2310680" y="370115"/>
                </a:lnTo>
                <a:lnTo>
                  <a:pt x="2312211" y="371936"/>
                </a:lnTo>
                <a:lnTo>
                  <a:pt x="2313925" y="373589"/>
                </a:lnTo>
                <a:lnTo>
                  <a:pt x="2315791" y="375051"/>
                </a:lnTo>
                <a:lnTo>
                  <a:pt x="2317802" y="376324"/>
                </a:lnTo>
                <a:lnTo>
                  <a:pt x="2319935" y="377375"/>
                </a:lnTo>
                <a:lnTo>
                  <a:pt x="2322175" y="378213"/>
                </a:lnTo>
                <a:lnTo>
                  <a:pt x="2324476" y="378807"/>
                </a:lnTo>
                <a:lnTo>
                  <a:pt x="2326830" y="379157"/>
                </a:lnTo>
                <a:lnTo>
                  <a:pt x="2329229" y="379264"/>
                </a:lnTo>
                <a:lnTo>
                  <a:pt x="2331164" y="379218"/>
                </a:lnTo>
                <a:lnTo>
                  <a:pt x="2332810" y="378929"/>
                </a:lnTo>
                <a:lnTo>
                  <a:pt x="2334356" y="378426"/>
                </a:lnTo>
                <a:moveTo>
                  <a:pt x="2314991" y="333534"/>
                </a:moveTo>
                <a:lnTo>
                  <a:pt x="2313056" y="334539"/>
                </a:lnTo>
                <a:lnTo>
                  <a:pt x="2310946" y="336231"/>
                </a:lnTo>
                <a:lnTo>
                  <a:pt x="2309385" y="338028"/>
                </a:lnTo>
                <a:lnTo>
                  <a:pt x="2308036" y="339933"/>
                </a:lnTo>
                <a:lnTo>
                  <a:pt x="2306894" y="341959"/>
                </a:lnTo>
                <a:lnTo>
                  <a:pt x="2305957" y="344100"/>
                </a:lnTo>
                <a:lnTo>
                  <a:pt x="2305248" y="346324"/>
                </a:lnTo>
                <a:lnTo>
                  <a:pt x="2304768" y="348610"/>
                </a:lnTo>
                <a:lnTo>
                  <a:pt x="2304517" y="350925"/>
                </a:lnTo>
                <a:lnTo>
                  <a:pt x="2304517" y="353257"/>
                </a:lnTo>
                <a:lnTo>
                  <a:pt x="2304753" y="355580"/>
                </a:lnTo>
                <a:lnTo>
                  <a:pt x="2305218" y="357865"/>
                </a:lnTo>
                <a:lnTo>
                  <a:pt x="2305279" y="358071"/>
                </a:lnTo>
                <a:moveTo>
                  <a:pt x="2467364" y="388893"/>
                </a:moveTo>
                <a:lnTo>
                  <a:pt x="2465742" y="408631"/>
                </a:lnTo>
                <a:lnTo>
                  <a:pt x="2464820" y="419822"/>
                </a:lnTo>
                <a:lnTo>
                  <a:pt x="2464294" y="422815"/>
                </a:lnTo>
                <a:lnTo>
                  <a:pt x="2464104" y="423791"/>
                </a:lnTo>
                <a:moveTo>
                  <a:pt x="2468370" y="346065"/>
                </a:moveTo>
                <a:lnTo>
                  <a:pt x="2467997" y="377268"/>
                </a:lnTo>
                <a:moveTo>
                  <a:pt x="2465787" y="308486"/>
                </a:moveTo>
                <a:lnTo>
                  <a:pt x="2468042" y="334555"/>
                </a:lnTo>
                <a:moveTo>
                  <a:pt x="2463014" y="263358"/>
                </a:moveTo>
                <a:lnTo>
                  <a:pt x="2463121" y="267852"/>
                </a:lnTo>
                <a:lnTo>
                  <a:pt x="2464965" y="297524"/>
                </a:lnTo>
                <a:moveTo>
                  <a:pt x="2627165" y="1033031"/>
                </a:moveTo>
                <a:lnTo>
                  <a:pt x="2568370" y="1094446"/>
                </a:lnTo>
                <a:lnTo>
                  <a:pt x="2560356" y="1102818"/>
                </a:lnTo>
                <a:lnTo>
                  <a:pt x="2548350" y="1115373"/>
                </a:lnTo>
                <a:moveTo>
                  <a:pt x="2632520" y="918267"/>
                </a:moveTo>
                <a:lnTo>
                  <a:pt x="2569086" y="856128"/>
                </a:lnTo>
                <a:lnTo>
                  <a:pt x="2567235" y="853660"/>
                </a:lnTo>
                <a:moveTo>
                  <a:pt x="2752372" y="1036383"/>
                </a:moveTo>
                <a:lnTo>
                  <a:pt x="2725892" y="1011449"/>
                </a:lnTo>
                <a:lnTo>
                  <a:pt x="2676963" y="962223"/>
                </a:lnTo>
                <a:lnTo>
                  <a:pt x="2640405" y="926022"/>
                </a:lnTo>
                <a:moveTo>
                  <a:pt x="2836702" y="1120789"/>
                </a:moveTo>
                <a:lnTo>
                  <a:pt x="2760318" y="1044107"/>
                </a:lnTo>
                <a:moveTo>
                  <a:pt x="2442644" y="901478"/>
                </a:moveTo>
                <a:lnTo>
                  <a:pt x="2440984" y="902796"/>
                </a:lnTo>
                <a:lnTo>
                  <a:pt x="2440146" y="903435"/>
                </a:lnTo>
                <a:lnTo>
                  <a:pt x="2436992" y="905850"/>
                </a:lnTo>
                <a:lnTo>
                  <a:pt x="2401523" y="933145"/>
                </a:lnTo>
                <a:lnTo>
                  <a:pt x="2382272" y="948419"/>
                </a:lnTo>
                <a:lnTo>
                  <a:pt x="2380825" y="949737"/>
                </a:lnTo>
                <a:moveTo>
                  <a:pt x="2496861" y="872880"/>
                </a:moveTo>
                <a:lnTo>
                  <a:pt x="2493029" y="874419"/>
                </a:lnTo>
                <a:lnTo>
                  <a:pt x="2459381" y="888405"/>
                </a:lnTo>
                <a:lnTo>
                  <a:pt x="2457210" y="890020"/>
                </a:lnTo>
                <a:moveTo>
                  <a:pt x="2557202" y="850103"/>
                </a:moveTo>
                <a:lnTo>
                  <a:pt x="2547718" y="853462"/>
                </a:lnTo>
                <a:lnTo>
                  <a:pt x="2512736" y="866710"/>
                </a:lnTo>
                <a:moveTo>
                  <a:pt x="2617886" y="826845"/>
                </a:moveTo>
                <a:lnTo>
                  <a:pt x="2592427" y="836619"/>
                </a:lnTo>
                <a:lnTo>
                  <a:pt x="2567920" y="845989"/>
                </a:lnTo>
                <a:moveTo>
                  <a:pt x="2630768" y="925992"/>
                </a:moveTo>
                <a:lnTo>
                  <a:pt x="2607952" y="947634"/>
                </a:lnTo>
                <a:moveTo>
                  <a:pt x="2670564" y="885808"/>
                </a:moveTo>
                <a:lnTo>
                  <a:pt x="2638622" y="918275"/>
                </a:lnTo>
                <a:moveTo>
                  <a:pt x="2718099" y="846317"/>
                </a:moveTo>
                <a:lnTo>
                  <a:pt x="2751344" y="877565"/>
                </a:lnTo>
                <a:moveTo>
                  <a:pt x="2712934" y="528369"/>
                </a:moveTo>
                <a:lnTo>
                  <a:pt x="2720926" y="559343"/>
                </a:lnTo>
                <a:lnTo>
                  <a:pt x="2722640" y="568850"/>
                </a:lnTo>
                <a:lnTo>
                  <a:pt x="2730775" y="598522"/>
                </a:lnTo>
                <a:lnTo>
                  <a:pt x="2713033" y="618587"/>
                </a:lnTo>
                <a:moveTo>
                  <a:pt x="2625108" y="519928"/>
                </a:moveTo>
                <a:lnTo>
                  <a:pt x="2627995" y="518953"/>
                </a:lnTo>
                <a:lnTo>
                  <a:pt x="2651679" y="500320"/>
                </a:lnTo>
                <a:lnTo>
                  <a:pt x="2655054" y="497311"/>
                </a:lnTo>
                <a:lnTo>
                  <a:pt x="2656730" y="494393"/>
                </a:lnTo>
                <a:lnTo>
                  <a:pt x="2658002" y="490356"/>
                </a:lnTo>
                <a:lnTo>
                  <a:pt x="2656448" y="452327"/>
                </a:lnTo>
                <a:lnTo>
                  <a:pt x="2656044" y="449775"/>
                </a:lnTo>
                <a:moveTo>
                  <a:pt x="2645874" y="560737"/>
                </a:moveTo>
                <a:lnTo>
                  <a:pt x="2670960" y="589129"/>
                </a:lnTo>
                <a:lnTo>
                  <a:pt x="2705332" y="620751"/>
                </a:lnTo>
                <a:moveTo>
                  <a:pt x="2618922" y="524788"/>
                </a:moveTo>
                <a:lnTo>
                  <a:pt x="2618922" y="526137"/>
                </a:lnTo>
                <a:lnTo>
                  <a:pt x="2619722" y="528834"/>
                </a:lnTo>
                <a:lnTo>
                  <a:pt x="2620728" y="532224"/>
                </a:lnTo>
                <a:lnTo>
                  <a:pt x="2628528" y="540961"/>
                </a:lnTo>
                <a:lnTo>
                  <a:pt x="2640458" y="554582"/>
                </a:lnTo>
                <a:moveTo>
                  <a:pt x="2606375" y="503550"/>
                </a:moveTo>
                <a:lnTo>
                  <a:pt x="2616621" y="516432"/>
                </a:lnTo>
                <a:lnTo>
                  <a:pt x="2616781" y="516721"/>
                </a:lnTo>
                <a:moveTo>
                  <a:pt x="2532878" y="668210"/>
                </a:moveTo>
                <a:lnTo>
                  <a:pt x="2538020" y="681504"/>
                </a:lnTo>
                <a:moveTo>
                  <a:pt x="2526883" y="652213"/>
                </a:moveTo>
                <a:lnTo>
                  <a:pt x="2528985" y="657896"/>
                </a:lnTo>
                <a:moveTo>
                  <a:pt x="2518823" y="630258"/>
                </a:moveTo>
                <a:lnTo>
                  <a:pt x="2523089" y="641906"/>
                </a:lnTo>
                <a:moveTo>
                  <a:pt x="2370427" y="610193"/>
                </a:moveTo>
                <a:lnTo>
                  <a:pt x="2371562" y="611381"/>
                </a:lnTo>
                <a:moveTo>
                  <a:pt x="2256448" y="654338"/>
                </a:moveTo>
                <a:lnTo>
                  <a:pt x="2260828" y="652373"/>
                </a:lnTo>
                <a:lnTo>
                  <a:pt x="2308920" y="631066"/>
                </a:lnTo>
                <a:lnTo>
                  <a:pt x="2339848" y="617155"/>
                </a:lnTo>
                <a:lnTo>
                  <a:pt x="2362565" y="607183"/>
                </a:lnTo>
                <a:moveTo>
                  <a:pt x="2790264" y="480178"/>
                </a:moveTo>
                <a:lnTo>
                  <a:pt x="2706170" y="501775"/>
                </a:lnTo>
                <a:lnTo>
                  <a:pt x="2710832" y="520134"/>
                </a:lnTo>
                <a:moveTo>
                  <a:pt x="2458314" y="213209"/>
                </a:moveTo>
                <a:lnTo>
                  <a:pt x="2460409" y="226868"/>
                </a:lnTo>
                <a:lnTo>
                  <a:pt x="2462550" y="247094"/>
                </a:lnTo>
                <a:lnTo>
                  <a:pt x="2462854" y="251695"/>
                </a:lnTo>
                <a:moveTo>
                  <a:pt x="2654498" y="434631"/>
                </a:moveTo>
                <a:lnTo>
                  <a:pt x="2654414" y="433267"/>
                </a:lnTo>
                <a:lnTo>
                  <a:pt x="2654322" y="432025"/>
                </a:lnTo>
                <a:lnTo>
                  <a:pt x="2654208" y="430464"/>
                </a:lnTo>
                <a:lnTo>
                  <a:pt x="2654117" y="429100"/>
                </a:lnTo>
                <a:moveTo>
                  <a:pt x="2376262" y="477352"/>
                </a:moveTo>
                <a:lnTo>
                  <a:pt x="2376422" y="477733"/>
                </a:lnTo>
                <a:lnTo>
                  <a:pt x="2387894" y="503550"/>
                </a:lnTo>
                <a:lnTo>
                  <a:pt x="2389014" y="506026"/>
                </a:lnTo>
                <a:lnTo>
                  <a:pt x="2390561" y="509675"/>
                </a:lnTo>
                <a:moveTo>
                  <a:pt x="2555252" y="659716"/>
                </a:moveTo>
                <a:lnTo>
                  <a:pt x="2560440" y="673040"/>
                </a:lnTo>
                <a:moveTo>
                  <a:pt x="2548990" y="643635"/>
                </a:moveTo>
                <a:lnTo>
                  <a:pt x="2551268" y="649493"/>
                </a:lnTo>
                <a:moveTo>
                  <a:pt x="2541593" y="624644"/>
                </a:moveTo>
                <a:lnTo>
                  <a:pt x="2545006" y="633412"/>
                </a:lnTo>
                <a:moveTo>
                  <a:pt x="2542576" y="638942"/>
                </a:moveTo>
                <a:lnTo>
                  <a:pt x="2530859" y="643536"/>
                </a:lnTo>
                <a:moveTo>
                  <a:pt x="2548822" y="654993"/>
                </a:moveTo>
                <a:lnTo>
                  <a:pt x="2536748" y="659549"/>
                </a:lnTo>
                <a:moveTo>
                  <a:pt x="2370206" y="123852"/>
                </a:moveTo>
                <a:lnTo>
                  <a:pt x="2368873" y="125825"/>
                </a:lnTo>
                <a:lnTo>
                  <a:pt x="2330486" y="139057"/>
                </a:lnTo>
                <a:lnTo>
                  <a:pt x="2326479" y="148518"/>
                </a:lnTo>
                <a:lnTo>
                  <a:pt x="2313651" y="153196"/>
                </a:lnTo>
                <a:lnTo>
                  <a:pt x="2304913" y="149806"/>
                </a:lnTo>
                <a:lnTo>
                  <a:pt x="2262954" y="165864"/>
                </a:lnTo>
                <a:lnTo>
                  <a:pt x="2252083" y="171105"/>
                </a:lnTo>
                <a:lnTo>
                  <a:pt x="2243124" y="176148"/>
                </a:lnTo>
                <a:lnTo>
                  <a:pt x="2102064" y="228118"/>
                </a:lnTo>
                <a:lnTo>
                  <a:pt x="2091391" y="232102"/>
                </a:lnTo>
                <a:moveTo>
                  <a:pt x="2420689" y="157835"/>
                </a:moveTo>
                <a:lnTo>
                  <a:pt x="2428559" y="164600"/>
                </a:lnTo>
                <a:lnTo>
                  <a:pt x="2439407" y="174396"/>
                </a:lnTo>
                <a:lnTo>
                  <a:pt x="2447603" y="184391"/>
                </a:lnTo>
                <a:lnTo>
                  <a:pt x="2451969" y="192542"/>
                </a:lnTo>
                <a:lnTo>
                  <a:pt x="2455122" y="199497"/>
                </a:lnTo>
                <a:lnTo>
                  <a:pt x="2455945" y="202308"/>
                </a:lnTo>
                <a:moveTo>
                  <a:pt x="2378334" y="123768"/>
                </a:moveTo>
                <a:lnTo>
                  <a:pt x="2384444" y="127729"/>
                </a:lnTo>
                <a:lnTo>
                  <a:pt x="2412287" y="150750"/>
                </a:lnTo>
                <a:moveTo>
                  <a:pt x="2282577" y="71220"/>
                </a:moveTo>
                <a:lnTo>
                  <a:pt x="2295886" y="78678"/>
                </a:lnTo>
                <a:lnTo>
                  <a:pt x="2319745" y="91483"/>
                </a:lnTo>
                <a:lnTo>
                  <a:pt x="2368819" y="118123"/>
                </a:lnTo>
                <a:moveTo>
                  <a:pt x="1729176" y="301249"/>
                </a:moveTo>
                <a:lnTo>
                  <a:pt x="1728978" y="300785"/>
                </a:lnTo>
                <a:lnTo>
                  <a:pt x="1727211" y="296938"/>
                </a:lnTo>
                <a:lnTo>
                  <a:pt x="1724224" y="294477"/>
                </a:lnTo>
                <a:lnTo>
                  <a:pt x="1704014" y="284025"/>
                </a:lnTo>
                <a:lnTo>
                  <a:pt x="1700472" y="283941"/>
                </a:lnTo>
                <a:lnTo>
                  <a:pt x="1696937" y="285176"/>
                </a:lnTo>
                <a:lnTo>
                  <a:pt x="1667646" y="295406"/>
                </a:lnTo>
                <a:lnTo>
                  <a:pt x="1605294" y="317308"/>
                </a:lnTo>
                <a:moveTo>
                  <a:pt x="2043505" y="779211"/>
                </a:moveTo>
                <a:lnTo>
                  <a:pt x="2058490" y="811229"/>
                </a:lnTo>
                <a:moveTo>
                  <a:pt x="2023143" y="736505"/>
                </a:moveTo>
                <a:lnTo>
                  <a:pt x="2039635" y="771006"/>
                </a:lnTo>
                <a:moveTo>
                  <a:pt x="2215563" y="895924"/>
                </a:moveTo>
                <a:lnTo>
                  <a:pt x="2166260" y="918945"/>
                </a:lnTo>
                <a:moveTo>
                  <a:pt x="2267814" y="871974"/>
                </a:moveTo>
                <a:lnTo>
                  <a:pt x="2223257" y="892367"/>
                </a:lnTo>
                <a:moveTo>
                  <a:pt x="2256303" y="831843"/>
                </a:moveTo>
                <a:lnTo>
                  <a:pt x="2269985" y="866077"/>
                </a:lnTo>
                <a:moveTo>
                  <a:pt x="2057636" y="1160440"/>
                </a:moveTo>
                <a:lnTo>
                  <a:pt x="2023402" y="1185640"/>
                </a:lnTo>
                <a:moveTo>
                  <a:pt x="1733236" y="1165559"/>
                </a:moveTo>
                <a:lnTo>
                  <a:pt x="1770038" y="1172522"/>
                </a:lnTo>
                <a:moveTo>
                  <a:pt x="1687956" y="1155976"/>
                </a:moveTo>
                <a:lnTo>
                  <a:pt x="1689327" y="1156517"/>
                </a:lnTo>
                <a:lnTo>
                  <a:pt x="1724956" y="1163914"/>
                </a:lnTo>
                <a:moveTo>
                  <a:pt x="1823287" y="1028361"/>
                </a:moveTo>
                <a:lnTo>
                  <a:pt x="1807892" y="1037457"/>
                </a:lnTo>
                <a:moveTo>
                  <a:pt x="1784924" y="1008859"/>
                </a:moveTo>
                <a:lnTo>
                  <a:pt x="1787034" y="1012546"/>
                </a:lnTo>
                <a:lnTo>
                  <a:pt x="1797950" y="1033130"/>
                </a:lnTo>
                <a:moveTo>
                  <a:pt x="2305020" y="1157180"/>
                </a:moveTo>
                <a:lnTo>
                  <a:pt x="2324788" y="1175767"/>
                </a:lnTo>
                <a:lnTo>
                  <a:pt x="2373603" y="1125885"/>
                </a:lnTo>
                <a:lnTo>
                  <a:pt x="2374479" y="1124575"/>
                </a:lnTo>
                <a:moveTo>
                  <a:pt x="2265117" y="1116355"/>
                </a:moveTo>
                <a:lnTo>
                  <a:pt x="2288481" y="1139285"/>
                </a:lnTo>
                <a:moveTo>
                  <a:pt x="2224895" y="1077413"/>
                </a:moveTo>
                <a:lnTo>
                  <a:pt x="2229001" y="1082806"/>
                </a:lnTo>
                <a:lnTo>
                  <a:pt x="2258147" y="1109697"/>
                </a:lnTo>
                <a:moveTo>
                  <a:pt x="2023760" y="140276"/>
                </a:moveTo>
                <a:lnTo>
                  <a:pt x="2001668" y="164683"/>
                </a:lnTo>
                <a:lnTo>
                  <a:pt x="1988656" y="179058"/>
                </a:lnTo>
                <a:moveTo>
                  <a:pt x="1988870" y="188710"/>
                </a:moveTo>
                <a:lnTo>
                  <a:pt x="2021025" y="219022"/>
                </a:lnTo>
                <a:moveTo>
                  <a:pt x="1966785" y="165727"/>
                </a:moveTo>
                <a:lnTo>
                  <a:pt x="1980962" y="180788"/>
                </a:lnTo>
                <a:moveTo>
                  <a:pt x="1842949" y="823387"/>
                </a:moveTo>
                <a:lnTo>
                  <a:pt x="1846979" y="831660"/>
                </a:lnTo>
                <a:lnTo>
                  <a:pt x="1860546" y="858932"/>
                </a:lnTo>
                <a:moveTo>
                  <a:pt x="2031004" y="990942"/>
                </a:moveTo>
                <a:lnTo>
                  <a:pt x="1962580" y="1028110"/>
                </a:lnTo>
                <a:lnTo>
                  <a:pt x="1956258" y="1031142"/>
                </a:lnTo>
                <a:moveTo>
                  <a:pt x="1822746" y="780848"/>
                </a:moveTo>
                <a:lnTo>
                  <a:pt x="1827096" y="790036"/>
                </a:lnTo>
                <a:lnTo>
                  <a:pt x="1830631" y="797547"/>
                </a:lnTo>
                <a:lnTo>
                  <a:pt x="1833990" y="804677"/>
                </a:lnTo>
                <a:lnTo>
                  <a:pt x="1839163" y="815540"/>
                </a:lnTo>
                <a:moveTo>
                  <a:pt x="2452547" y="207968"/>
                </a:moveTo>
                <a:lnTo>
                  <a:pt x="2392244" y="229595"/>
                </a:lnTo>
                <a:lnTo>
                  <a:pt x="2376628" y="231279"/>
                </a:lnTo>
                <a:lnTo>
                  <a:pt x="2287826" y="265217"/>
                </a:lnTo>
                <a:lnTo>
                  <a:pt x="2248838" y="280171"/>
                </a:lnTo>
                <a:lnTo>
                  <a:pt x="2121764" y="328209"/>
                </a:lnTo>
                <a:moveTo>
                  <a:pt x="2239475" y="479272"/>
                </a:moveTo>
                <a:lnTo>
                  <a:pt x="2190119" y="500868"/>
                </a:lnTo>
                <a:moveTo>
                  <a:pt x="1804745" y="742020"/>
                </a:moveTo>
                <a:lnTo>
                  <a:pt x="1815555" y="765392"/>
                </a:lnTo>
                <a:lnTo>
                  <a:pt x="1819098" y="773055"/>
                </a:lnTo>
                <a:moveTo>
                  <a:pt x="1994141" y="700373"/>
                </a:moveTo>
                <a:lnTo>
                  <a:pt x="1994256" y="700663"/>
                </a:lnTo>
                <a:lnTo>
                  <a:pt x="2001729" y="715792"/>
                </a:lnTo>
                <a:lnTo>
                  <a:pt x="2009720" y="731500"/>
                </a:lnTo>
                <a:lnTo>
                  <a:pt x="2010017" y="732163"/>
                </a:lnTo>
                <a:moveTo>
                  <a:pt x="2314374" y="1055344"/>
                </a:moveTo>
                <a:lnTo>
                  <a:pt x="2314542" y="1058200"/>
                </a:lnTo>
                <a:moveTo>
                  <a:pt x="2270092" y="383743"/>
                </a:moveTo>
                <a:lnTo>
                  <a:pt x="2281831" y="411952"/>
                </a:lnTo>
                <a:moveTo>
                  <a:pt x="2263593" y="378982"/>
                </a:moveTo>
                <a:lnTo>
                  <a:pt x="2204555" y="401722"/>
                </a:lnTo>
                <a:lnTo>
                  <a:pt x="2193814" y="406955"/>
                </a:lnTo>
                <a:lnTo>
                  <a:pt x="2153210" y="422534"/>
                </a:lnTo>
                <a:moveTo>
                  <a:pt x="2302681" y="363518"/>
                </a:moveTo>
                <a:lnTo>
                  <a:pt x="2301485" y="363975"/>
                </a:lnTo>
                <a:lnTo>
                  <a:pt x="2273779" y="374998"/>
                </a:lnTo>
                <a:moveTo>
                  <a:pt x="2162550" y="1015068"/>
                </a:moveTo>
                <a:lnTo>
                  <a:pt x="2161049" y="1011457"/>
                </a:lnTo>
                <a:lnTo>
                  <a:pt x="2149531" y="987788"/>
                </a:lnTo>
                <a:lnTo>
                  <a:pt x="2137624" y="964219"/>
                </a:lnTo>
                <a:moveTo>
                  <a:pt x="1908372" y="954163"/>
                </a:moveTo>
                <a:lnTo>
                  <a:pt x="1910908" y="958856"/>
                </a:lnTo>
                <a:lnTo>
                  <a:pt x="1921550" y="978517"/>
                </a:lnTo>
                <a:lnTo>
                  <a:pt x="1927142" y="988413"/>
                </a:lnTo>
                <a:moveTo>
                  <a:pt x="2412828" y="156845"/>
                </a:moveTo>
                <a:lnTo>
                  <a:pt x="2407960" y="162863"/>
                </a:lnTo>
                <a:lnTo>
                  <a:pt x="2370632" y="176247"/>
                </a:lnTo>
                <a:lnTo>
                  <a:pt x="2365437" y="181793"/>
                </a:lnTo>
                <a:lnTo>
                  <a:pt x="2270061" y="217300"/>
                </a:lnTo>
                <a:lnTo>
                  <a:pt x="2111632" y="275105"/>
                </a:lnTo>
                <a:lnTo>
                  <a:pt x="2104121" y="279493"/>
                </a:lnTo>
                <a:moveTo>
                  <a:pt x="1904418" y="216287"/>
                </a:moveTo>
                <a:lnTo>
                  <a:pt x="1928003" y="252594"/>
                </a:lnTo>
                <a:moveTo>
                  <a:pt x="2676132" y="2591932"/>
                </a:moveTo>
                <a:lnTo>
                  <a:pt x="2684383" y="2595375"/>
                </a:lnTo>
                <a:lnTo>
                  <a:pt x="2687696" y="2598636"/>
                </a:lnTo>
                <a:lnTo>
                  <a:pt x="2689951" y="2602064"/>
                </a:lnTo>
                <a:lnTo>
                  <a:pt x="2690949" y="2603587"/>
                </a:lnTo>
                <a:lnTo>
                  <a:pt x="2695688" y="2610824"/>
                </a:lnTo>
                <a:moveTo>
                  <a:pt x="2402224" y="2529084"/>
                </a:moveTo>
                <a:lnTo>
                  <a:pt x="2400228" y="2530288"/>
                </a:lnTo>
                <a:lnTo>
                  <a:pt x="2397767" y="2531781"/>
                </a:lnTo>
                <a:lnTo>
                  <a:pt x="2362397" y="2553104"/>
                </a:lnTo>
                <a:moveTo>
                  <a:pt x="2910260" y="2483560"/>
                </a:moveTo>
                <a:lnTo>
                  <a:pt x="2894636" y="2492968"/>
                </a:lnTo>
                <a:lnTo>
                  <a:pt x="2884047" y="2499367"/>
                </a:lnTo>
                <a:lnTo>
                  <a:pt x="2866442" y="2510070"/>
                </a:lnTo>
                <a:lnTo>
                  <a:pt x="2846110" y="2521901"/>
                </a:lnTo>
                <a:lnTo>
                  <a:pt x="2784002" y="2559838"/>
                </a:lnTo>
                <a:lnTo>
                  <a:pt x="2731941" y="2591010"/>
                </a:lnTo>
                <a:moveTo>
                  <a:pt x="2498803" y="1660828"/>
                </a:moveTo>
                <a:lnTo>
                  <a:pt x="2497493" y="1659518"/>
                </a:lnTo>
                <a:lnTo>
                  <a:pt x="2459023" y="1621132"/>
                </a:lnTo>
                <a:lnTo>
                  <a:pt x="2458954" y="1620195"/>
                </a:lnTo>
                <a:moveTo>
                  <a:pt x="2559853" y="1716942"/>
                </a:moveTo>
                <a:lnTo>
                  <a:pt x="2554909" y="1714702"/>
                </a:lnTo>
                <a:lnTo>
                  <a:pt x="2512485" y="1674068"/>
                </a:lnTo>
                <a:lnTo>
                  <a:pt x="2506673" y="1668507"/>
                </a:lnTo>
                <a:moveTo>
                  <a:pt x="2688969" y="1752182"/>
                </a:moveTo>
                <a:lnTo>
                  <a:pt x="2651557" y="1790622"/>
                </a:lnTo>
                <a:lnTo>
                  <a:pt x="2651245" y="1791026"/>
                </a:lnTo>
                <a:moveTo>
                  <a:pt x="2702947" y="1737876"/>
                </a:moveTo>
                <a:lnTo>
                  <a:pt x="2696701" y="1744267"/>
                </a:lnTo>
                <a:moveTo>
                  <a:pt x="2725001" y="1714413"/>
                </a:moveTo>
                <a:lnTo>
                  <a:pt x="2710542" y="1729923"/>
                </a:lnTo>
                <a:moveTo>
                  <a:pt x="2525039" y="1650498"/>
                </a:moveTo>
                <a:lnTo>
                  <a:pt x="2515052" y="1660082"/>
                </a:lnTo>
                <a:moveTo>
                  <a:pt x="2551062" y="1624339"/>
                </a:moveTo>
                <a:lnTo>
                  <a:pt x="2530852" y="1644770"/>
                </a:lnTo>
                <a:moveTo>
                  <a:pt x="2567501" y="1609720"/>
                </a:moveTo>
                <a:lnTo>
                  <a:pt x="2559023" y="1616926"/>
                </a:lnTo>
                <a:moveTo>
                  <a:pt x="2594827" y="1584764"/>
                </a:moveTo>
                <a:lnTo>
                  <a:pt x="2573428" y="1604471"/>
                </a:lnTo>
                <a:moveTo>
                  <a:pt x="2609263" y="1571349"/>
                </a:moveTo>
                <a:lnTo>
                  <a:pt x="2601317" y="1578753"/>
                </a:lnTo>
                <a:moveTo>
                  <a:pt x="2503633" y="1662009"/>
                </a:moveTo>
                <a:lnTo>
                  <a:pt x="2503526" y="1662116"/>
                </a:lnTo>
                <a:moveTo>
                  <a:pt x="2659685" y="1405827"/>
                </a:moveTo>
                <a:lnTo>
                  <a:pt x="2695200" y="1371783"/>
                </a:lnTo>
                <a:moveTo>
                  <a:pt x="2618145" y="1445745"/>
                </a:moveTo>
                <a:lnTo>
                  <a:pt x="2653530" y="1411739"/>
                </a:lnTo>
                <a:moveTo>
                  <a:pt x="2777610" y="1765452"/>
                </a:moveTo>
                <a:lnTo>
                  <a:pt x="2746453" y="1798720"/>
                </a:lnTo>
                <a:lnTo>
                  <a:pt x="2744914" y="1797592"/>
                </a:lnTo>
                <a:moveTo>
                  <a:pt x="2884527" y="1657187"/>
                </a:moveTo>
                <a:lnTo>
                  <a:pt x="2847535" y="1693920"/>
                </a:lnTo>
                <a:lnTo>
                  <a:pt x="2814549" y="1727576"/>
                </a:lnTo>
                <a:lnTo>
                  <a:pt x="2810519" y="1731682"/>
                </a:lnTo>
                <a:lnTo>
                  <a:pt x="2785167" y="1757560"/>
                </a:lnTo>
                <a:moveTo>
                  <a:pt x="2542378" y="1610718"/>
                </a:moveTo>
                <a:lnTo>
                  <a:pt x="2550887" y="1618366"/>
                </a:lnTo>
                <a:moveTo>
                  <a:pt x="2508943" y="1578471"/>
                </a:moveTo>
                <a:lnTo>
                  <a:pt x="2536299" y="1605043"/>
                </a:lnTo>
                <a:moveTo>
                  <a:pt x="2496510" y="1566839"/>
                </a:moveTo>
                <a:lnTo>
                  <a:pt x="2502909" y="1572758"/>
                </a:lnTo>
                <a:moveTo>
                  <a:pt x="2758360" y="1640374"/>
                </a:moveTo>
                <a:lnTo>
                  <a:pt x="2758543" y="1641913"/>
                </a:lnTo>
                <a:lnTo>
                  <a:pt x="2757491" y="1644404"/>
                </a:lnTo>
                <a:lnTo>
                  <a:pt x="2745615" y="1656425"/>
                </a:lnTo>
                <a:lnTo>
                  <a:pt x="2744648" y="1660432"/>
                </a:lnTo>
                <a:lnTo>
                  <a:pt x="2745608" y="1663799"/>
                </a:lnTo>
                <a:lnTo>
                  <a:pt x="2746415" y="1664645"/>
                </a:lnTo>
                <a:lnTo>
                  <a:pt x="2751161" y="1669635"/>
                </a:lnTo>
                <a:lnTo>
                  <a:pt x="2760051" y="1679005"/>
                </a:lnTo>
                <a:lnTo>
                  <a:pt x="2756897" y="1682166"/>
                </a:lnTo>
                <a:lnTo>
                  <a:pt x="2732710" y="1706429"/>
                </a:lnTo>
                <a:moveTo>
                  <a:pt x="2805522" y="1582844"/>
                </a:moveTo>
                <a:lnTo>
                  <a:pt x="2790873" y="1598133"/>
                </a:lnTo>
                <a:lnTo>
                  <a:pt x="2778235" y="1611541"/>
                </a:lnTo>
                <a:lnTo>
                  <a:pt x="2771409" y="1618785"/>
                </a:lnTo>
                <a:lnTo>
                  <a:pt x="2760097" y="1630524"/>
                </a:lnTo>
                <a:moveTo>
                  <a:pt x="2705111" y="1694362"/>
                </a:moveTo>
                <a:lnTo>
                  <a:pt x="2687704" y="1711960"/>
                </a:lnTo>
                <a:lnTo>
                  <a:pt x="2687734" y="1714435"/>
                </a:lnTo>
                <a:lnTo>
                  <a:pt x="2687765" y="1717368"/>
                </a:lnTo>
                <a:lnTo>
                  <a:pt x="2702841" y="1731850"/>
                </a:lnTo>
                <a:moveTo>
                  <a:pt x="2724994" y="1606688"/>
                </a:moveTo>
                <a:lnTo>
                  <a:pt x="2752433" y="1632452"/>
                </a:lnTo>
                <a:moveTo>
                  <a:pt x="2442903" y="1606300"/>
                </a:moveTo>
                <a:lnTo>
                  <a:pt x="2440755" y="1608882"/>
                </a:lnTo>
                <a:lnTo>
                  <a:pt x="2438881" y="1611563"/>
                </a:lnTo>
                <a:lnTo>
                  <a:pt x="2428467" y="1621817"/>
                </a:lnTo>
                <a:moveTo>
                  <a:pt x="2732787" y="1715936"/>
                </a:moveTo>
                <a:lnTo>
                  <a:pt x="2777443" y="1759381"/>
                </a:lnTo>
                <a:moveTo>
                  <a:pt x="2652205" y="1603565"/>
                </a:moveTo>
                <a:lnTo>
                  <a:pt x="2642728" y="1594652"/>
                </a:lnTo>
                <a:lnTo>
                  <a:pt x="2623249" y="1575813"/>
                </a:lnTo>
                <a:lnTo>
                  <a:pt x="2618815" y="1571532"/>
                </a:lnTo>
                <a:moveTo>
                  <a:pt x="2619189" y="1834927"/>
                </a:moveTo>
                <a:lnTo>
                  <a:pt x="2665825" y="1879820"/>
                </a:lnTo>
                <a:lnTo>
                  <a:pt x="2672803" y="1883194"/>
                </a:lnTo>
                <a:moveTo>
                  <a:pt x="2475020" y="1695566"/>
                </a:moveTo>
                <a:lnTo>
                  <a:pt x="2478593" y="1699360"/>
                </a:lnTo>
                <a:lnTo>
                  <a:pt x="2539734" y="1758116"/>
                </a:lnTo>
                <a:lnTo>
                  <a:pt x="2544617" y="1762999"/>
                </a:lnTo>
                <a:lnTo>
                  <a:pt x="2593486" y="1809278"/>
                </a:lnTo>
                <a:lnTo>
                  <a:pt x="2611312" y="1827180"/>
                </a:lnTo>
                <a:moveTo>
                  <a:pt x="2450727" y="1607488"/>
                </a:moveTo>
                <a:lnTo>
                  <a:pt x="2454421" y="1610939"/>
                </a:lnTo>
                <a:moveTo>
                  <a:pt x="2443010" y="1600419"/>
                </a:moveTo>
                <a:lnTo>
                  <a:pt x="2443124" y="1600518"/>
                </a:lnTo>
                <a:moveTo>
                  <a:pt x="2440618" y="1598819"/>
                </a:moveTo>
                <a:lnTo>
                  <a:pt x="2443520" y="1600860"/>
                </a:lnTo>
                <a:moveTo>
                  <a:pt x="2439628" y="1597973"/>
                </a:moveTo>
                <a:lnTo>
                  <a:pt x="2439963" y="1598293"/>
                </a:lnTo>
                <a:moveTo>
                  <a:pt x="2681175" y="1738424"/>
                </a:moveTo>
                <a:lnTo>
                  <a:pt x="2688961" y="1746065"/>
                </a:lnTo>
                <a:moveTo>
                  <a:pt x="2649858" y="1709484"/>
                </a:moveTo>
                <a:lnTo>
                  <a:pt x="2674959" y="1732520"/>
                </a:lnTo>
                <a:moveTo>
                  <a:pt x="2634143" y="1695132"/>
                </a:moveTo>
                <a:lnTo>
                  <a:pt x="2643825" y="1703808"/>
                </a:lnTo>
                <a:moveTo>
                  <a:pt x="2712934" y="1770610"/>
                </a:moveTo>
                <a:lnTo>
                  <a:pt x="2737792" y="1794720"/>
                </a:lnTo>
                <a:moveTo>
                  <a:pt x="2696708" y="1753904"/>
                </a:moveTo>
                <a:lnTo>
                  <a:pt x="2707099" y="1764744"/>
                </a:lnTo>
                <a:moveTo>
                  <a:pt x="2542637" y="2042568"/>
                </a:moveTo>
                <a:lnTo>
                  <a:pt x="2542180" y="2041151"/>
                </a:lnTo>
                <a:lnTo>
                  <a:pt x="2541890" y="2039696"/>
                </a:lnTo>
                <a:lnTo>
                  <a:pt x="2541235" y="2038386"/>
                </a:lnTo>
                <a:lnTo>
                  <a:pt x="2539391" y="2036535"/>
                </a:lnTo>
                <a:lnTo>
                  <a:pt x="2536885" y="2034067"/>
                </a:lnTo>
                <a:lnTo>
                  <a:pt x="2532901" y="2030319"/>
                </a:lnTo>
                <a:lnTo>
                  <a:pt x="2527149" y="2024895"/>
                </a:lnTo>
                <a:moveTo>
                  <a:pt x="2729861" y="1467456"/>
                </a:moveTo>
                <a:lnTo>
                  <a:pt x="2738927" y="1475417"/>
                </a:lnTo>
                <a:lnTo>
                  <a:pt x="2754909" y="1503489"/>
                </a:lnTo>
                <a:lnTo>
                  <a:pt x="2761156" y="1514237"/>
                </a:lnTo>
                <a:lnTo>
                  <a:pt x="2783110" y="1548183"/>
                </a:lnTo>
                <a:moveTo>
                  <a:pt x="2689426" y="1359800"/>
                </a:moveTo>
                <a:lnTo>
                  <a:pt x="2693593" y="1364013"/>
                </a:lnTo>
                <a:moveTo>
                  <a:pt x="2515334" y="1669627"/>
                </a:moveTo>
                <a:lnTo>
                  <a:pt x="2516119" y="1670351"/>
                </a:lnTo>
                <a:lnTo>
                  <a:pt x="2544754" y="1695825"/>
                </a:lnTo>
                <a:lnTo>
                  <a:pt x="2558444" y="1710428"/>
                </a:lnTo>
                <a:lnTo>
                  <a:pt x="2560691" y="1712843"/>
                </a:lnTo>
                <a:moveTo>
                  <a:pt x="2465955" y="1620774"/>
                </a:moveTo>
                <a:lnTo>
                  <a:pt x="2501226" y="1656052"/>
                </a:lnTo>
                <a:lnTo>
                  <a:pt x="2501736" y="1656555"/>
                </a:lnTo>
                <a:lnTo>
                  <a:pt x="2502368" y="1657172"/>
                </a:lnTo>
                <a:moveTo>
                  <a:pt x="2461834" y="1617064"/>
                </a:moveTo>
                <a:lnTo>
                  <a:pt x="2461956" y="1617155"/>
                </a:lnTo>
                <a:moveTo>
                  <a:pt x="2697805" y="1845181"/>
                </a:moveTo>
                <a:lnTo>
                  <a:pt x="2703511" y="1852517"/>
                </a:lnTo>
                <a:lnTo>
                  <a:pt x="2706048" y="1855062"/>
                </a:lnTo>
                <a:lnTo>
                  <a:pt x="2708166" y="1857225"/>
                </a:lnTo>
                <a:moveTo>
                  <a:pt x="2651946" y="1801302"/>
                </a:moveTo>
                <a:lnTo>
                  <a:pt x="2659434" y="1807389"/>
                </a:lnTo>
                <a:lnTo>
                  <a:pt x="2688199" y="1835263"/>
                </a:lnTo>
                <a:lnTo>
                  <a:pt x="2689601" y="1836702"/>
                </a:lnTo>
                <a:moveTo>
                  <a:pt x="2593791" y="1745341"/>
                </a:moveTo>
                <a:lnTo>
                  <a:pt x="2640107" y="1789494"/>
                </a:lnTo>
                <a:lnTo>
                  <a:pt x="2643680" y="1793105"/>
                </a:lnTo>
                <a:moveTo>
                  <a:pt x="2568339" y="1720789"/>
                </a:moveTo>
                <a:lnTo>
                  <a:pt x="2569429" y="1721870"/>
                </a:lnTo>
                <a:lnTo>
                  <a:pt x="2577405" y="1729717"/>
                </a:lnTo>
                <a:lnTo>
                  <a:pt x="2580840" y="1732993"/>
                </a:lnTo>
                <a:moveTo>
                  <a:pt x="2764667" y="1430608"/>
                </a:moveTo>
                <a:lnTo>
                  <a:pt x="2790126" y="1456113"/>
                </a:lnTo>
                <a:lnTo>
                  <a:pt x="2795741" y="1461605"/>
                </a:lnTo>
                <a:lnTo>
                  <a:pt x="2808516" y="1474114"/>
                </a:lnTo>
                <a:lnTo>
                  <a:pt x="2836260" y="1499215"/>
                </a:lnTo>
                <a:lnTo>
                  <a:pt x="2878357" y="1537662"/>
                </a:lnTo>
                <a:moveTo>
                  <a:pt x="2747840" y="1414626"/>
                </a:moveTo>
                <a:lnTo>
                  <a:pt x="2756752" y="1422952"/>
                </a:lnTo>
                <a:moveTo>
                  <a:pt x="2701820" y="1370892"/>
                </a:moveTo>
                <a:lnTo>
                  <a:pt x="2704113" y="1373055"/>
                </a:lnTo>
                <a:lnTo>
                  <a:pt x="2739071" y="1406109"/>
                </a:lnTo>
                <a:lnTo>
                  <a:pt x="2741677" y="1408692"/>
                </a:lnTo>
                <a:moveTo>
                  <a:pt x="2569147" y="1471661"/>
                </a:moveTo>
                <a:lnTo>
                  <a:pt x="2570328" y="1473025"/>
                </a:lnTo>
                <a:lnTo>
                  <a:pt x="2574830" y="1477496"/>
                </a:lnTo>
                <a:moveTo>
                  <a:pt x="2731194" y="1459648"/>
                </a:moveTo>
                <a:lnTo>
                  <a:pt x="2758672" y="1430684"/>
                </a:lnTo>
                <a:moveTo>
                  <a:pt x="2722967" y="1468134"/>
                </a:moveTo>
                <a:lnTo>
                  <a:pt x="2723584" y="1467517"/>
                </a:lnTo>
                <a:moveTo>
                  <a:pt x="2626593" y="1528445"/>
                </a:moveTo>
                <a:lnTo>
                  <a:pt x="2627926" y="1529732"/>
                </a:lnTo>
                <a:lnTo>
                  <a:pt x="2639468" y="1540824"/>
                </a:lnTo>
                <a:lnTo>
                  <a:pt x="2616995" y="1563799"/>
                </a:lnTo>
                <a:moveTo>
                  <a:pt x="2584223" y="1485107"/>
                </a:moveTo>
                <a:lnTo>
                  <a:pt x="2620743" y="1522632"/>
                </a:lnTo>
                <a:moveTo>
                  <a:pt x="2441981" y="1581549"/>
                </a:moveTo>
                <a:lnTo>
                  <a:pt x="2438946" y="1584417"/>
                </a:lnTo>
                <a:moveTo>
                  <a:pt x="2445051" y="1578597"/>
                </a:moveTo>
                <a:lnTo>
                  <a:pt x="2442134" y="1581400"/>
                </a:lnTo>
                <a:moveTo>
                  <a:pt x="2476807" y="1548708"/>
                </a:moveTo>
                <a:lnTo>
                  <a:pt x="2447504" y="1576396"/>
                </a:lnTo>
                <a:moveTo>
                  <a:pt x="2216987" y="1394454"/>
                </a:moveTo>
                <a:lnTo>
                  <a:pt x="2234851" y="1408494"/>
                </a:lnTo>
                <a:lnTo>
                  <a:pt x="2263662" y="1435491"/>
                </a:lnTo>
                <a:lnTo>
                  <a:pt x="2266054" y="1437723"/>
                </a:lnTo>
                <a:lnTo>
                  <a:pt x="2270267" y="1441525"/>
                </a:lnTo>
                <a:lnTo>
                  <a:pt x="2273916" y="1445029"/>
                </a:lnTo>
                <a:lnTo>
                  <a:pt x="2332193" y="1498826"/>
                </a:lnTo>
                <a:lnTo>
                  <a:pt x="2353721" y="1518389"/>
                </a:lnTo>
                <a:moveTo>
                  <a:pt x="2743665" y="1291011"/>
                </a:moveTo>
                <a:lnTo>
                  <a:pt x="2741776" y="1292999"/>
                </a:lnTo>
                <a:lnTo>
                  <a:pt x="2738881" y="1296023"/>
                </a:lnTo>
                <a:moveTo>
                  <a:pt x="2760325" y="1273931"/>
                </a:moveTo>
                <a:lnTo>
                  <a:pt x="2751633" y="1282837"/>
                </a:lnTo>
                <a:lnTo>
                  <a:pt x="2743833" y="1290843"/>
                </a:lnTo>
                <a:moveTo>
                  <a:pt x="2835559" y="1198560"/>
                </a:moveTo>
                <a:lnTo>
                  <a:pt x="2828460" y="1205667"/>
                </a:lnTo>
                <a:lnTo>
                  <a:pt x="2768027" y="1266131"/>
                </a:lnTo>
                <a:moveTo>
                  <a:pt x="2356593" y="2280315"/>
                </a:moveTo>
                <a:lnTo>
                  <a:pt x="2291490" y="2319646"/>
                </a:lnTo>
                <a:moveTo>
                  <a:pt x="2208608" y="1689365"/>
                </a:moveTo>
                <a:lnTo>
                  <a:pt x="2207054" y="1690919"/>
                </a:lnTo>
                <a:lnTo>
                  <a:pt x="2199977" y="1698004"/>
                </a:lnTo>
                <a:lnTo>
                  <a:pt x="2213590" y="1710581"/>
                </a:lnTo>
                <a:moveTo>
                  <a:pt x="2136200" y="1334402"/>
                </a:moveTo>
                <a:lnTo>
                  <a:pt x="2164828" y="1360402"/>
                </a:lnTo>
                <a:lnTo>
                  <a:pt x="2170442" y="1355123"/>
                </a:lnTo>
                <a:lnTo>
                  <a:pt x="2170693" y="1354909"/>
                </a:lnTo>
                <a:moveTo>
                  <a:pt x="2177230" y="1354772"/>
                </a:moveTo>
                <a:lnTo>
                  <a:pt x="2177313" y="1354856"/>
                </a:lnTo>
                <a:lnTo>
                  <a:pt x="2194972" y="1371653"/>
                </a:lnTo>
                <a:lnTo>
                  <a:pt x="2196952" y="1373497"/>
                </a:lnTo>
                <a:moveTo>
                  <a:pt x="2222899" y="1359610"/>
                </a:moveTo>
                <a:lnTo>
                  <a:pt x="2223013" y="1359709"/>
                </a:lnTo>
                <a:moveTo>
                  <a:pt x="2017589" y="1297874"/>
                </a:moveTo>
                <a:lnTo>
                  <a:pt x="2006109" y="1310756"/>
                </a:lnTo>
                <a:lnTo>
                  <a:pt x="1986051" y="1331484"/>
                </a:lnTo>
                <a:moveTo>
                  <a:pt x="2169642" y="1252403"/>
                </a:moveTo>
                <a:lnTo>
                  <a:pt x="2164660" y="1247832"/>
                </a:lnTo>
                <a:moveTo>
                  <a:pt x="2184649" y="1265894"/>
                </a:moveTo>
                <a:lnTo>
                  <a:pt x="2180018" y="1261956"/>
                </a:lnTo>
                <a:lnTo>
                  <a:pt x="2177725" y="1259838"/>
                </a:lnTo>
                <a:moveTo>
                  <a:pt x="2236093" y="1339894"/>
                </a:moveTo>
                <a:lnTo>
                  <a:pt x="2224506" y="1351992"/>
                </a:lnTo>
                <a:moveTo>
                  <a:pt x="2251763" y="1323120"/>
                </a:moveTo>
                <a:lnTo>
                  <a:pt x="2241959" y="1333678"/>
                </a:lnTo>
                <a:moveTo>
                  <a:pt x="2266610" y="1307785"/>
                </a:moveTo>
                <a:lnTo>
                  <a:pt x="2257629" y="1316965"/>
                </a:lnTo>
                <a:moveTo>
                  <a:pt x="2283248" y="1290493"/>
                </a:moveTo>
                <a:lnTo>
                  <a:pt x="2272506" y="1301698"/>
                </a:lnTo>
                <a:moveTo>
                  <a:pt x="2298742" y="1274114"/>
                </a:moveTo>
                <a:lnTo>
                  <a:pt x="2289129" y="1284307"/>
                </a:lnTo>
                <a:moveTo>
                  <a:pt x="1978410" y="1339331"/>
                </a:moveTo>
                <a:lnTo>
                  <a:pt x="1970602" y="1347291"/>
                </a:lnTo>
                <a:lnTo>
                  <a:pt x="1953157" y="1365407"/>
                </a:lnTo>
                <a:lnTo>
                  <a:pt x="1946210" y="1372689"/>
                </a:lnTo>
                <a:lnTo>
                  <a:pt x="1915944" y="1404106"/>
                </a:lnTo>
                <a:lnTo>
                  <a:pt x="1908890" y="1411327"/>
                </a:lnTo>
                <a:moveTo>
                  <a:pt x="1982067" y="1465475"/>
                </a:moveTo>
                <a:lnTo>
                  <a:pt x="1973108" y="1473040"/>
                </a:lnTo>
                <a:moveTo>
                  <a:pt x="2014001" y="1440550"/>
                </a:moveTo>
                <a:lnTo>
                  <a:pt x="1988573" y="1460219"/>
                </a:lnTo>
                <a:moveTo>
                  <a:pt x="2050613" y="1411076"/>
                </a:moveTo>
                <a:lnTo>
                  <a:pt x="2020537" y="1435377"/>
                </a:lnTo>
                <a:moveTo>
                  <a:pt x="2123661" y="1337464"/>
                </a:moveTo>
                <a:lnTo>
                  <a:pt x="2095299" y="1367037"/>
                </a:lnTo>
                <a:lnTo>
                  <a:pt x="2082653" y="1380315"/>
                </a:lnTo>
                <a:lnTo>
                  <a:pt x="2065673" y="1398126"/>
                </a:lnTo>
                <a:lnTo>
                  <a:pt x="2062969" y="1400959"/>
                </a:lnTo>
                <a:lnTo>
                  <a:pt x="2059122" y="1404128"/>
                </a:lnTo>
                <a:moveTo>
                  <a:pt x="2212097" y="1377115"/>
                </a:moveTo>
                <a:lnTo>
                  <a:pt x="2211579" y="1377892"/>
                </a:lnTo>
                <a:moveTo>
                  <a:pt x="2218976" y="1369498"/>
                </a:moveTo>
                <a:lnTo>
                  <a:pt x="2216736" y="1371958"/>
                </a:lnTo>
                <a:lnTo>
                  <a:pt x="2212424" y="1376696"/>
                </a:lnTo>
                <a:moveTo>
                  <a:pt x="2222914" y="1365300"/>
                </a:moveTo>
                <a:lnTo>
                  <a:pt x="2219135" y="1369322"/>
                </a:lnTo>
                <a:moveTo>
                  <a:pt x="2197120" y="1373649"/>
                </a:moveTo>
                <a:lnTo>
                  <a:pt x="2199565" y="1375927"/>
                </a:lnTo>
                <a:lnTo>
                  <a:pt x="2201546" y="1377763"/>
                </a:lnTo>
                <a:lnTo>
                  <a:pt x="2202391" y="1378586"/>
                </a:lnTo>
                <a:moveTo>
                  <a:pt x="1901089" y="1419136"/>
                </a:moveTo>
                <a:lnTo>
                  <a:pt x="1891094" y="1428917"/>
                </a:lnTo>
                <a:lnTo>
                  <a:pt x="1878707" y="1441791"/>
                </a:lnTo>
                <a:lnTo>
                  <a:pt x="1874152" y="1446438"/>
                </a:lnTo>
                <a:moveTo>
                  <a:pt x="1971737" y="1481892"/>
                </a:moveTo>
                <a:lnTo>
                  <a:pt x="1972354" y="1482852"/>
                </a:lnTo>
                <a:lnTo>
                  <a:pt x="1942065" y="1514192"/>
                </a:lnTo>
                <a:lnTo>
                  <a:pt x="1941608" y="1514557"/>
                </a:lnTo>
                <a:lnTo>
                  <a:pt x="1940999" y="1514778"/>
                </a:lnTo>
                <a:lnTo>
                  <a:pt x="1940336" y="1514839"/>
                </a:lnTo>
                <a:lnTo>
                  <a:pt x="1939201" y="1514664"/>
                </a:lnTo>
                <a:lnTo>
                  <a:pt x="1938256" y="1514489"/>
                </a:lnTo>
                <a:lnTo>
                  <a:pt x="1938066" y="1514466"/>
                </a:lnTo>
                <a:lnTo>
                  <a:pt x="1936626" y="1513742"/>
                </a:lnTo>
                <a:lnTo>
                  <a:pt x="1935278" y="1512523"/>
                </a:lnTo>
                <a:lnTo>
                  <a:pt x="1904189" y="1481816"/>
                </a:lnTo>
                <a:lnTo>
                  <a:pt x="1886074" y="1464081"/>
                </a:lnTo>
                <a:lnTo>
                  <a:pt x="1875957" y="1454178"/>
                </a:lnTo>
                <a:moveTo>
                  <a:pt x="2197006" y="1270297"/>
                </a:moveTo>
                <a:lnTo>
                  <a:pt x="2205553" y="1277946"/>
                </a:lnTo>
                <a:moveTo>
                  <a:pt x="2145950" y="1324217"/>
                </a:moveTo>
                <a:lnTo>
                  <a:pt x="2151054" y="1329237"/>
                </a:lnTo>
                <a:lnTo>
                  <a:pt x="2169330" y="1347147"/>
                </a:lnTo>
                <a:moveTo>
                  <a:pt x="1868119" y="1446492"/>
                </a:moveTo>
                <a:lnTo>
                  <a:pt x="1832558" y="1411541"/>
                </a:lnTo>
                <a:moveTo>
                  <a:pt x="2105309" y="1635895"/>
                </a:moveTo>
                <a:lnTo>
                  <a:pt x="2116538" y="1646857"/>
                </a:lnTo>
                <a:moveTo>
                  <a:pt x="2083796" y="1614893"/>
                </a:moveTo>
                <a:lnTo>
                  <a:pt x="2097455" y="1628231"/>
                </a:lnTo>
                <a:moveTo>
                  <a:pt x="2138180" y="1322610"/>
                </a:moveTo>
                <a:lnTo>
                  <a:pt x="2136862" y="1323973"/>
                </a:lnTo>
                <a:lnTo>
                  <a:pt x="2135941" y="1324910"/>
                </a:lnTo>
                <a:moveTo>
                  <a:pt x="2257347" y="1197836"/>
                </a:moveTo>
                <a:lnTo>
                  <a:pt x="2233907" y="1222351"/>
                </a:lnTo>
                <a:moveTo>
                  <a:pt x="2296747" y="1156182"/>
                </a:moveTo>
                <a:lnTo>
                  <a:pt x="2264310" y="1190515"/>
                </a:lnTo>
                <a:moveTo>
                  <a:pt x="2158177" y="1301455"/>
                </a:moveTo>
                <a:lnTo>
                  <a:pt x="2151420" y="1308417"/>
                </a:lnTo>
                <a:lnTo>
                  <a:pt x="2145859" y="1314207"/>
                </a:lnTo>
                <a:lnTo>
                  <a:pt x="2145623" y="1314474"/>
                </a:lnTo>
                <a:moveTo>
                  <a:pt x="2183469" y="1273733"/>
                </a:moveTo>
                <a:lnTo>
                  <a:pt x="2163936" y="1295315"/>
                </a:lnTo>
                <a:moveTo>
                  <a:pt x="2220446" y="1236154"/>
                </a:moveTo>
                <a:lnTo>
                  <a:pt x="2196655" y="1260806"/>
                </a:lnTo>
                <a:moveTo>
                  <a:pt x="1974022" y="1625359"/>
                </a:moveTo>
                <a:lnTo>
                  <a:pt x="1979759" y="1638676"/>
                </a:lnTo>
                <a:lnTo>
                  <a:pt x="1984558" y="1651291"/>
                </a:lnTo>
                <a:lnTo>
                  <a:pt x="1995154" y="1677382"/>
                </a:lnTo>
                <a:lnTo>
                  <a:pt x="2001531" y="1693258"/>
                </a:lnTo>
                <a:lnTo>
                  <a:pt x="2005210" y="1702521"/>
                </a:lnTo>
                <a:lnTo>
                  <a:pt x="2013750" y="1723455"/>
                </a:lnTo>
                <a:lnTo>
                  <a:pt x="2015845" y="1728582"/>
                </a:lnTo>
                <a:lnTo>
                  <a:pt x="2017109" y="1733145"/>
                </a:lnTo>
                <a:moveTo>
                  <a:pt x="2112203" y="1587811"/>
                </a:moveTo>
                <a:lnTo>
                  <a:pt x="2123782" y="1598331"/>
                </a:lnTo>
                <a:moveTo>
                  <a:pt x="2103382" y="1581039"/>
                </a:moveTo>
                <a:lnTo>
                  <a:pt x="2105926" y="1582791"/>
                </a:lnTo>
                <a:moveTo>
                  <a:pt x="2228513" y="1237861"/>
                </a:moveTo>
                <a:lnTo>
                  <a:pt x="2237639" y="1246118"/>
                </a:lnTo>
                <a:lnTo>
                  <a:pt x="2239993" y="1247261"/>
                </a:lnTo>
                <a:moveTo>
                  <a:pt x="2322708" y="1255709"/>
                </a:moveTo>
                <a:lnTo>
                  <a:pt x="2322823" y="1255808"/>
                </a:lnTo>
                <a:moveTo>
                  <a:pt x="1712996" y="1270869"/>
                </a:moveTo>
                <a:lnTo>
                  <a:pt x="1746012" y="1276773"/>
                </a:lnTo>
                <a:lnTo>
                  <a:pt x="1749386" y="1277992"/>
                </a:lnTo>
                <a:moveTo>
                  <a:pt x="2162283" y="1705865"/>
                </a:moveTo>
                <a:lnTo>
                  <a:pt x="2191125" y="1675714"/>
                </a:lnTo>
                <a:lnTo>
                  <a:pt x="2192915" y="1673832"/>
                </a:lnTo>
                <a:moveTo>
                  <a:pt x="2093060" y="1714565"/>
                </a:moveTo>
                <a:lnTo>
                  <a:pt x="2100373" y="1720911"/>
                </a:lnTo>
                <a:lnTo>
                  <a:pt x="2114626" y="1720278"/>
                </a:lnTo>
                <a:lnTo>
                  <a:pt x="2148373" y="1718778"/>
                </a:lnTo>
                <a:lnTo>
                  <a:pt x="2154147" y="1713674"/>
                </a:lnTo>
                <a:moveTo>
                  <a:pt x="2060325" y="1683514"/>
                </a:moveTo>
                <a:lnTo>
                  <a:pt x="2086645" y="1708722"/>
                </a:lnTo>
                <a:moveTo>
                  <a:pt x="2123394" y="1607762"/>
                </a:moveTo>
                <a:lnTo>
                  <a:pt x="2118511" y="1612759"/>
                </a:lnTo>
                <a:lnTo>
                  <a:pt x="2105819" y="1625778"/>
                </a:lnTo>
                <a:lnTo>
                  <a:pt x="2105195" y="1626411"/>
                </a:lnTo>
                <a:moveTo>
                  <a:pt x="2052494" y="1681838"/>
                </a:moveTo>
                <a:lnTo>
                  <a:pt x="2040496" y="1693075"/>
                </a:lnTo>
                <a:lnTo>
                  <a:pt x="2039277" y="1694233"/>
                </a:lnTo>
                <a:moveTo>
                  <a:pt x="2075416" y="1657301"/>
                </a:moveTo>
                <a:lnTo>
                  <a:pt x="2075173" y="1657576"/>
                </a:lnTo>
                <a:lnTo>
                  <a:pt x="2063159" y="1670747"/>
                </a:lnTo>
                <a:lnTo>
                  <a:pt x="2061834" y="1672164"/>
                </a:lnTo>
                <a:moveTo>
                  <a:pt x="2097531" y="1634265"/>
                </a:moveTo>
                <a:lnTo>
                  <a:pt x="2096739" y="1635072"/>
                </a:lnTo>
                <a:lnTo>
                  <a:pt x="2084009" y="1648145"/>
                </a:lnTo>
                <a:lnTo>
                  <a:pt x="2083012" y="1649165"/>
                </a:lnTo>
                <a:moveTo>
                  <a:pt x="2140199" y="1614108"/>
                </a:moveTo>
                <a:lnTo>
                  <a:pt x="2132848" y="1607465"/>
                </a:lnTo>
                <a:moveTo>
                  <a:pt x="2158177" y="1630905"/>
                </a:moveTo>
                <a:lnTo>
                  <a:pt x="2146453" y="1619882"/>
                </a:lnTo>
                <a:moveTo>
                  <a:pt x="2175378" y="1647459"/>
                </a:moveTo>
                <a:lnTo>
                  <a:pt x="2166168" y="1638744"/>
                </a:lnTo>
                <a:moveTo>
                  <a:pt x="2192900" y="1664310"/>
                </a:moveTo>
                <a:lnTo>
                  <a:pt x="2181473" y="1653279"/>
                </a:lnTo>
                <a:moveTo>
                  <a:pt x="2210314" y="1681602"/>
                </a:moveTo>
                <a:lnTo>
                  <a:pt x="2200639" y="1672019"/>
                </a:lnTo>
                <a:moveTo>
                  <a:pt x="2232337" y="1702948"/>
                </a:moveTo>
                <a:lnTo>
                  <a:pt x="2218122" y="1689235"/>
                </a:lnTo>
                <a:moveTo>
                  <a:pt x="1986158" y="1341045"/>
                </a:moveTo>
                <a:lnTo>
                  <a:pt x="2002788" y="1358155"/>
                </a:lnTo>
                <a:lnTo>
                  <a:pt x="2016119" y="1370823"/>
                </a:lnTo>
                <a:lnTo>
                  <a:pt x="2034897" y="1388999"/>
                </a:lnTo>
                <a:lnTo>
                  <a:pt x="2040572" y="1394499"/>
                </a:lnTo>
                <a:lnTo>
                  <a:pt x="2048845" y="1402498"/>
                </a:lnTo>
                <a:lnTo>
                  <a:pt x="2051131" y="1405119"/>
                </a:lnTo>
                <a:moveTo>
                  <a:pt x="2040184" y="1702742"/>
                </a:moveTo>
                <a:lnTo>
                  <a:pt x="2059655" y="1721444"/>
                </a:lnTo>
                <a:moveTo>
                  <a:pt x="2002658" y="1666694"/>
                </a:moveTo>
                <a:lnTo>
                  <a:pt x="2032269" y="1695139"/>
                </a:lnTo>
                <a:moveTo>
                  <a:pt x="2083210" y="1658718"/>
                </a:moveTo>
                <a:lnTo>
                  <a:pt x="2098171" y="1673246"/>
                </a:lnTo>
                <a:moveTo>
                  <a:pt x="2054681" y="1630936"/>
                </a:moveTo>
                <a:lnTo>
                  <a:pt x="2075272" y="1650994"/>
                </a:lnTo>
                <a:moveTo>
                  <a:pt x="2142926" y="1696663"/>
                </a:moveTo>
                <a:lnTo>
                  <a:pt x="2152647" y="1705926"/>
                </a:lnTo>
                <a:moveTo>
                  <a:pt x="2243505" y="2101241"/>
                </a:moveTo>
                <a:lnTo>
                  <a:pt x="2254642" y="2112013"/>
                </a:lnTo>
                <a:lnTo>
                  <a:pt x="2277130" y="2133762"/>
                </a:lnTo>
                <a:lnTo>
                  <a:pt x="2285480" y="2124895"/>
                </a:lnTo>
                <a:lnTo>
                  <a:pt x="2294682" y="2115090"/>
                </a:lnTo>
                <a:moveTo>
                  <a:pt x="2286775" y="2058010"/>
                </a:moveTo>
                <a:lnTo>
                  <a:pt x="2315144" y="2085663"/>
                </a:lnTo>
                <a:lnTo>
                  <a:pt x="2316203" y="2089350"/>
                </a:lnTo>
                <a:lnTo>
                  <a:pt x="2304677" y="2101188"/>
                </a:lnTo>
                <a:lnTo>
                  <a:pt x="2300472" y="2105515"/>
                </a:lnTo>
                <a:moveTo>
                  <a:pt x="2220179" y="2051161"/>
                </a:moveTo>
                <a:lnTo>
                  <a:pt x="2185038" y="2087148"/>
                </a:lnTo>
                <a:lnTo>
                  <a:pt x="2182692" y="2090020"/>
                </a:lnTo>
                <a:moveTo>
                  <a:pt x="2189799" y="2021695"/>
                </a:moveTo>
                <a:lnTo>
                  <a:pt x="2188854" y="2022518"/>
                </a:lnTo>
                <a:lnTo>
                  <a:pt x="2186775" y="2024666"/>
                </a:lnTo>
                <a:lnTo>
                  <a:pt x="2182174" y="2029397"/>
                </a:lnTo>
                <a:lnTo>
                  <a:pt x="2152426" y="2060188"/>
                </a:lnTo>
                <a:lnTo>
                  <a:pt x="2147710" y="2064927"/>
                </a:lnTo>
                <a:lnTo>
                  <a:pt x="2147611" y="2065056"/>
                </a:lnTo>
                <a:moveTo>
                  <a:pt x="2158558" y="1992100"/>
                </a:moveTo>
                <a:lnTo>
                  <a:pt x="2157019" y="1993593"/>
                </a:lnTo>
                <a:moveTo>
                  <a:pt x="2165993" y="1984924"/>
                </a:moveTo>
                <a:lnTo>
                  <a:pt x="2165818" y="1985084"/>
                </a:lnTo>
                <a:moveTo>
                  <a:pt x="2042980" y="1812340"/>
                </a:moveTo>
                <a:lnTo>
                  <a:pt x="2048442" y="1817681"/>
                </a:lnTo>
                <a:lnTo>
                  <a:pt x="2058375" y="1827325"/>
                </a:lnTo>
                <a:lnTo>
                  <a:pt x="2078700" y="1847154"/>
                </a:lnTo>
                <a:moveTo>
                  <a:pt x="2057644" y="1764028"/>
                </a:moveTo>
                <a:lnTo>
                  <a:pt x="2057514" y="1764378"/>
                </a:lnTo>
                <a:lnTo>
                  <a:pt x="2057476" y="1764904"/>
                </a:lnTo>
                <a:lnTo>
                  <a:pt x="2057461" y="1765544"/>
                </a:lnTo>
                <a:lnTo>
                  <a:pt x="2057613" y="1766252"/>
                </a:lnTo>
                <a:lnTo>
                  <a:pt x="2057964" y="1767433"/>
                </a:lnTo>
                <a:lnTo>
                  <a:pt x="2069414" y="1795817"/>
                </a:lnTo>
                <a:moveTo>
                  <a:pt x="2166336" y="1994157"/>
                </a:moveTo>
                <a:lnTo>
                  <a:pt x="2167197" y="1995116"/>
                </a:lnTo>
                <a:moveTo>
                  <a:pt x="2157294" y="1985556"/>
                </a:moveTo>
                <a:lnTo>
                  <a:pt x="2158276" y="1986386"/>
                </a:lnTo>
                <a:moveTo>
                  <a:pt x="2259038" y="1958314"/>
                </a:moveTo>
                <a:lnTo>
                  <a:pt x="2259746" y="1958939"/>
                </a:lnTo>
                <a:moveTo>
                  <a:pt x="2252197" y="1951656"/>
                </a:moveTo>
                <a:lnTo>
                  <a:pt x="2253096" y="1952593"/>
                </a:lnTo>
                <a:moveTo>
                  <a:pt x="1951374" y="1816972"/>
                </a:moveTo>
                <a:lnTo>
                  <a:pt x="1944267" y="1799101"/>
                </a:lnTo>
                <a:lnTo>
                  <a:pt x="1957644" y="1793684"/>
                </a:lnTo>
                <a:lnTo>
                  <a:pt x="1958680" y="1793319"/>
                </a:lnTo>
                <a:lnTo>
                  <a:pt x="1959708" y="1793273"/>
                </a:lnTo>
                <a:lnTo>
                  <a:pt x="1959838" y="1793303"/>
                </a:lnTo>
                <a:moveTo>
                  <a:pt x="1981823" y="1828330"/>
                </a:moveTo>
                <a:lnTo>
                  <a:pt x="1984893" y="1827112"/>
                </a:lnTo>
                <a:lnTo>
                  <a:pt x="1988405" y="1825679"/>
                </a:lnTo>
                <a:moveTo>
                  <a:pt x="1974236" y="1832223"/>
                </a:moveTo>
                <a:lnTo>
                  <a:pt x="1974342" y="1832116"/>
                </a:lnTo>
                <a:moveTo>
                  <a:pt x="1968682" y="1837883"/>
                </a:moveTo>
                <a:lnTo>
                  <a:pt x="1968789" y="1837769"/>
                </a:lnTo>
                <a:moveTo>
                  <a:pt x="2264439" y="2079804"/>
                </a:moveTo>
                <a:lnTo>
                  <a:pt x="2275828" y="2090888"/>
                </a:lnTo>
                <a:lnTo>
                  <a:pt x="2292739" y="2107343"/>
                </a:lnTo>
                <a:moveTo>
                  <a:pt x="2329290" y="1787651"/>
                </a:moveTo>
                <a:lnTo>
                  <a:pt x="2335887" y="1794263"/>
                </a:lnTo>
                <a:lnTo>
                  <a:pt x="2340313" y="1798704"/>
                </a:lnTo>
                <a:moveTo>
                  <a:pt x="2077755" y="1763716"/>
                </a:moveTo>
                <a:lnTo>
                  <a:pt x="2077946" y="1764028"/>
                </a:lnTo>
                <a:lnTo>
                  <a:pt x="2078304" y="1764904"/>
                </a:lnTo>
                <a:lnTo>
                  <a:pt x="2090249" y="1794598"/>
                </a:lnTo>
                <a:moveTo>
                  <a:pt x="2122023" y="1951519"/>
                </a:moveTo>
                <a:lnTo>
                  <a:pt x="2122449" y="1951915"/>
                </a:lnTo>
                <a:moveTo>
                  <a:pt x="1947710" y="1822274"/>
                </a:moveTo>
                <a:lnTo>
                  <a:pt x="1947535" y="1822335"/>
                </a:lnTo>
                <a:lnTo>
                  <a:pt x="1946552" y="1822800"/>
                </a:lnTo>
                <a:lnTo>
                  <a:pt x="1945676" y="1823562"/>
                </a:lnTo>
                <a:lnTo>
                  <a:pt x="1941715" y="1827637"/>
                </a:lnTo>
                <a:lnTo>
                  <a:pt x="1930890" y="1838790"/>
                </a:lnTo>
                <a:moveTo>
                  <a:pt x="1965544" y="2288024"/>
                </a:moveTo>
                <a:lnTo>
                  <a:pt x="1961781" y="2286379"/>
                </a:lnTo>
                <a:lnTo>
                  <a:pt x="1897348" y="2254193"/>
                </a:lnTo>
                <a:lnTo>
                  <a:pt x="1887933" y="2249173"/>
                </a:lnTo>
                <a:moveTo>
                  <a:pt x="2203336" y="1735857"/>
                </a:moveTo>
                <a:lnTo>
                  <a:pt x="2199977" y="1735941"/>
                </a:lnTo>
                <a:lnTo>
                  <a:pt x="2182166" y="1736383"/>
                </a:lnTo>
                <a:lnTo>
                  <a:pt x="2173847" y="1736702"/>
                </a:lnTo>
                <a:moveTo>
                  <a:pt x="1891125" y="1918793"/>
                </a:moveTo>
                <a:lnTo>
                  <a:pt x="1920095" y="1939963"/>
                </a:lnTo>
                <a:moveTo>
                  <a:pt x="2351649" y="2557842"/>
                </a:moveTo>
                <a:lnTo>
                  <a:pt x="2332810" y="2568789"/>
                </a:lnTo>
                <a:lnTo>
                  <a:pt x="2312538" y="2580574"/>
                </a:lnTo>
                <a:lnTo>
                  <a:pt x="2308638" y="2581610"/>
                </a:lnTo>
                <a:lnTo>
                  <a:pt x="2306368" y="2580566"/>
                </a:lnTo>
                <a:lnTo>
                  <a:pt x="2304684" y="2579804"/>
                </a:lnTo>
                <a:lnTo>
                  <a:pt x="2301317" y="2574685"/>
                </a:lnTo>
                <a:lnTo>
                  <a:pt x="2296861" y="2567174"/>
                </a:lnTo>
                <a:lnTo>
                  <a:pt x="2286836" y="2550293"/>
                </a:lnTo>
                <a:lnTo>
                  <a:pt x="2283590" y="2544838"/>
                </a:lnTo>
                <a:lnTo>
                  <a:pt x="2277138" y="2533488"/>
                </a:lnTo>
                <a:lnTo>
                  <a:pt x="2266603" y="2514946"/>
                </a:lnTo>
                <a:moveTo>
                  <a:pt x="295947" y="1051977"/>
                </a:moveTo>
                <a:lnTo>
                  <a:pt x="295300" y="1052281"/>
                </a:lnTo>
                <a:lnTo>
                  <a:pt x="289030" y="1052731"/>
                </a:lnTo>
                <a:lnTo>
                  <a:pt x="261811" y="1050354"/>
                </a:lnTo>
                <a:lnTo>
                  <a:pt x="252167" y="1050049"/>
                </a:lnTo>
                <a:lnTo>
                  <a:pt x="228361" y="1050864"/>
                </a:lnTo>
                <a:lnTo>
                  <a:pt x="216904" y="1051657"/>
                </a:lnTo>
                <a:moveTo>
                  <a:pt x="304007" y="1049028"/>
                </a:moveTo>
                <a:lnTo>
                  <a:pt x="303855" y="1049074"/>
                </a:lnTo>
                <a:moveTo>
                  <a:pt x="1538020" y="1641772"/>
                </a:moveTo>
                <a:lnTo>
                  <a:pt x="1535522" y="1642481"/>
                </a:lnTo>
                <a:lnTo>
                  <a:pt x="1534825" y="1642675"/>
                </a:lnTo>
                <a:moveTo>
                  <a:pt x="1536981" y="1642085"/>
                </a:moveTo>
                <a:lnTo>
                  <a:pt x="1536836" y="1642123"/>
                </a:lnTo>
                <a:moveTo>
                  <a:pt x="1608718" y="1623543"/>
                </a:moveTo>
                <a:lnTo>
                  <a:pt x="1602216" y="1625257"/>
                </a:lnTo>
                <a:lnTo>
                  <a:pt x="1581880" y="1630483"/>
                </a:lnTo>
                <a:lnTo>
                  <a:pt x="1573105" y="1632730"/>
                </a:lnTo>
                <a:lnTo>
                  <a:pt x="1571524" y="1633141"/>
                </a:lnTo>
                <a:lnTo>
                  <a:pt x="1551626" y="1638306"/>
                </a:lnTo>
                <a:lnTo>
                  <a:pt x="1543981" y="1640321"/>
                </a:lnTo>
                <a:moveTo>
                  <a:pt x="1195970" y="1758276"/>
                </a:moveTo>
                <a:lnTo>
                  <a:pt x="1201546" y="1779302"/>
                </a:lnTo>
                <a:moveTo>
                  <a:pt x="1193639" y="1749622"/>
                </a:moveTo>
                <a:lnTo>
                  <a:pt x="1193745" y="1750011"/>
                </a:lnTo>
                <a:lnTo>
                  <a:pt x="1195223" y="1755328"/>
                </a:lnTo>
                <a:lnTo>
                  <a:pt x="1195909" y="1758033"/>
                </a:lnTo>
                <a:moveTo>
                  <a:pt x="1439369" y="1667437"/>
                </a:moveTo>
                <a:lnTo>
                  <a:pt x="1349866" y="1690508"/>
                </a:lnTo>
                <a:lnTo>
                  <a:pt x="1344374" y="1691925"/>
                </a:lnTo>
                <a:lnTo>
                  <a:pt x="1271414" y="1710634"/>
                </a:lnTo>
                <a:moveTo>
                  <a:pt x="468797" y="1355587"/>
                </a:moveTo>
                <a:lnTo>
                  <a:pt x="466314" y="1344663"/>
                </a:lnTo>
                <a:lnTo>
                  <a:pt x="462048" y="1327036"/>
                </a:lnTo>
                <a:lnTo>
                  <a:pt x="461164" y="1321718"/>
                </a:lnTo>
                <a:moveTo>
                  <a:pt x="458360" y="1256357"/>
                </a:moveTo>
                <a:lnTo>
                  <a:pt x="456494" y="1247924"/>
                </a:lnTo>
                <a:lnTo>
                  <a:pt x="448899" y="1216637"/>
                </a:lnTo>
                <a:lnTo>
                  <a:pt x="447627" y="1211411"/>
                </a:lnTo>
                <a:moveTo>
                  <a:pt x="460303" y="1312851"/>
                </a:moveTo>
                <a:lnTo>
                  <a:pt x="460326" y="1291727"/>
                </a:lnTo>
                <a:lnTo>
                  <a:pt x="460494" y="1271760"/>
                </a:lnTo>
                <a:lnTo>
                  <a:pt x="460120" y="1265254"/>
                </a:lnTo>
                <a:lnTo>
                  <a:pt x="460052" y="1264874"/>
                </a:lnTo>
                <a:moveTo>
                  <a:pt x="1048686" y="2453157"/>
                </a:moveTo>
                <a:lnTo>
                  <a:pt x="1078487" y="2469269"/>
                </a:lnTo>
                <a:lnTo>
                  <a:pt x="1080406" y="2470312"/>
                </a:lnTo>
                <a:lnTo>
                  <a:pt x="1127325" y="2496289"/>
                </a:lnTo>
                <a:lnTo>
                  <a:pt x="1176438" y="2523295"/>
                </a:lnTo>
                <a:lnTo>
                  <a:pt x="1178578" y="2524430"/>
                </a:lnTo>
                <a:lnTo>
                  <a:pt x="1197691" y="2534904"/>
                </a:lnTo>
                <a:lnTo>
                  <a:pt x="1199680" y="2535819"/>
                </a:lnTo>
                <a:lnTo>
                  <a:pt x="1203710" y="2537258"/>
                </a:lnTo>
                <a:lnTo>
                  <a:pt x="1206696" y="2538028"/>
                </a:lnTo>
                <a:lnTo>
                  <a:pt x="1209431" y="2538485"/>
                </a:lnTo>
                <a:lnTo>
                  <a:pt x="1212501" y="2538911"/>
                </a:lnTo>
                <a:lnTo>
                  <a:pt x="1226213" y="2540389"/>
                </a:lnTo>
                <a:lnTo>
                  <a:pt x="1229214" y="2540763"/>
                </a:lnTo>
                <a:moveTo>
                  <a:pt x="1219593" y="2550894"/>
                </a:moveTo>
                <a:lnTo>
                  <a:pt x="1216729" y="2550521"/>
                </a:lnTo>
                <a:lnTo>
                  <a:pt x="1214253" y="2550201"/>
                </a:lnTo>
                <a:lnTo>
                  <a:pt x="1211373" y="2549531"/>
                </a:lnTo>
                <a:lnTo>
                  <a:pt x="1209499" y="2548815"/>
                </a:lnTo>
                <a:lnTo>
                  <a:pt x="1206841" y="2547489"/>
                </a:lnTo>
                <a:lnTo>
                  <a:pt x="1199009" y="2543619"/>
                </a:lnTo>
                <a:lnTo>
                  <a:pt x="1194553" y="2541380"/>
                </a:lnTo>
                <a:lnTo>
                  <a:pt x="1174960" y="2531514"/>
                </a:lnTo>
                <a:lnTo>
                  <a:pt x="1174046" y="2531019"/>
                </a:lnTo>
                <a:lnTo>
                  <a:pt x="1153965" y="2520857"/>
                </a:lnTo>
                <a:lnTo>
                  <a:pt x="1144275" y="2515875"/>
                </a:lnTo>
                <a:lnTo>
                  <a:pt x="1135849" y="2511723"/>
                </a:lnTo>
                <a:lnTo>
                  <a:pt x="1134113" y="2510786"/>
                </a:lnTo>
                <a:lnTo>
                  <a:pt x="1131081" y="2509194"/>
                </a:lnTo>
                <a:lnTo>
                  <a:pt x="1123806" y="2505050"/>
                </a:lnTo>
                <a:lnTo>
                  <a:pt x="1121817" y="2503945"/>
                </a:lnTo>
                <a:lnTo>
                  <a:pt x="1110048" y="2497303"/>
                </a:lnTo>
                <a:lnTo>
                  <a:pt x="1108189" y="2496213"/>
                </a:lnTo>
                <a:lnTo>
                  <a:pt x="1105073" y="2494476"/>
                </a:lnTo>
                <a:lnTo>
                  <a:pt x="1091666" y="2486820"/>
                </a:lnTo>
                <a:lnTo>
                  <a:pt x="1074251" y="2476963"/>
                </a:lnTo>
                <a:lnTo>
                  <a:pt x="1060509" y="2469246"/>
                </a:lnTo>
                <a:lnTo>
                  <a:pt x="1049630" y="2462954"/>
                </a:lnTo>
                <a:lnTo>
                  <a:pt x="1044686" y="2460173"/>
                </a:lnTo>
                <a:lnTo>
                  <a:pt x="1033366" y="2453827"/>
                </a:lnTo>
                <a:lnTo>
                  <a:pt x="1028133" y="2450742"/>
                </a:lnTo>
                <a:moveTo>
                  <a:pt x="1406414" y="2461293"/>
                </a:moveTo>
                <a:lnTo>
                  <a:pt x="1404913" y="2468400"/>
                </a:lnTo>
                <a:lnTo>
                  <a:pt x="1404601" y="2477001"/>
                </a:lnTo>
                <a:lnTo>
                  <a:pt x="1406909" y="2490187"/>
                </a:lnTo>
                <a:lnTo>
                  <a:pt x="1408623" y="2498201"/>
                </a:lnTo>
                <a:lnTo>
                  <a:pt x="1409095" y="2500388"/>
                </a:lnTo>
                <a:lnTo>
                  <a:pt x="1414245" y="2519821"/>
                </a:lnTo>
                <a:lnTo>
                  <a:pt x="1415571" y="2524841"/>
                </a:lnTo>
                <a:lnTo>
                  <a:pt x="1420294" y="2548007"/>
                </a:lnTo>
                <a:lnTo>
                  <a:pt x="1420972" y="2552250"/>
                </a:lnTo>
                <a:lnTo>
                  <a:pt x="1423592" y="2574837"/>
                </a:lnTo>
                <a:lnTo>
                  <a:pt x="1424164" y="2579690"/>
                </a:lnTo>
                <a:lnTo>
                  <a:pt x="1425161" y="2586729"/>
                </a:lnTo>
                <a:lnTo>
                  <a:pt x="1425398" y="2606444"/>
                </a:lnTo>
                <a:lnTo>
                  <a:pt x="1425443" y="2608806"/>
                </a:lnTo>
                <a:lnTo>
                  <a:pt x="1425855" y="2631187"/>
                </a:lnTo>
                <a:lnTo>
                  <a:pt x="1425702" y="2632794"/>
                </a:lnTo>
                <a:lnTo>
                  <a:pt x="1422937" y="2661864"/>
                </a:lnTo>
                <a:lnTo>
                  <a:pt x="1421581" y="2673215"/>
                </a:lnTo>
                <a:lnTo>
                  <a:pt x="1419204" y="2684657"/>
                </a:lnTo>
                <a:lnTo>
                  <a:pt x="1417825" y="2688976"/>
                </a:lnTo>
                <a:lnTo>
                  <a:pt x="1415631" y="2695840"/>
                </a:lnTo>
                <a:lnTo>
                  <a:pt x="1410322" y="2708524"/>
                </a:lnTo>
                <a:lnTo>
                  <a:pt x="1398339" y="2729092"/>
                </a:lnTo>
                <a:lnTo>
                  <a:pt x="1395254" y="2733548"/>
                </a:lnTo>
                <a:lnTo>
                  <a:pt x="1383926" y="2748868"/>
                </a:lnTo>
                <a:lnTo>
                  <a:pt x="1371676" y="2762656"/>
                </a:lnTo>
                <a:lnTo>
                  <a:pt x="1370198" y="2764325"/>
                </a:lnTo>
                <a:lnTo>
                  <a:pt x="1369566" y="2765033"/>
                </a:lnTo>
                <a:lnTo>
                  <a:pt x="1365353" y="2769261"/>
                </a:lnTo>
                <a:lnTo>
                  <a:pt x="1358642" y="2775790"/>
                </a:lnTo>
                <a:lnTo>
                  <a:pt x="1334234" y="2795505"/>
                </a:lnTo>
                <a:lnTo>
                  <a:pt x="1330654" y="2798148"/>
                </a:lnTo>
                <a:lnTo>
                  <a:pt x="1314032" y="2811274"/>
                </a:lnTo>
                <a:lnTo>
                  <a:pt x="1300007" y="2820606"/>
                </a:lnTo>
                <a:lnTo>
                  <a:pt x="1280003" y="2832147"/>
                </a:lnTo>
                <a:lnTo>
                  <a:pt x="1263220" y="2841433"/>
                </a:lnTo>
                <a:lnTo>
                  <a:pt x="1258909" y="2843749"/>
                </a:lnTo>
                <a:lnTo>
                  <a:pt x="1247154" y="2849904"/>
                </a:lnTo>
                <a:lnTo>
                  <a:pt x="1241852" y="2852075"/>
                </a:lnTo>
                <a:lnTo>
                  <a:pt x="1232033" y="2856791"/>
                </a:lnTo>
                <a:lnTo>
                  <a:pt x="1217231" y="2862321"/>
                </a:lnTo>
                <a:lnTo>
                  <a:pt x="1204570" y="2866564"/>
                </a:lnTo>
                <a:lnTo>
                  <a:pt x="1180178" y="2872430"/>
                </a:lnTo>
                <a:lnTo>
                  <a:pt x="1164485" y="2875104"/>
                </a:lnTo>
                <a:lnTo>
                  <a:pt x="1153995" y="2876711"/>
                </a:lnTo>
                <a:moveTo>
                  <a:pt x="1426578" y="2453119"/>
                </a:moveTo>
                <a:lnTo>
                  <a:pt x="1427744" y="2458360"/>
                </a:lnTo>
                <a:lnTo>
                  <a:pt x="1435072" y="2475637"/>
                </a:lnTo>
                <a:lnTo>
                  <a:pt x="1454879" y="2504037"/>
                </a:lnTo>
                <a:lnTo>
                  <a:pt x="1464470" y="2514999"/>
                </a:lnTo>
                <a:lnTo>
                  <a:pt x="1474221" y="2524178"/>
                </a:lnTo>
                <a:lnTo>
                  <a:pt x="1483956" y="2528483"/>
                </a:lnTo>
                <a:lnTo>
                  <a:pt x="1489411" y="2529191"/>
                </a:lnTo>
                <a:moveTo>
                  <a:pt x="950407" y="1876460"/>
                </a:moveTo>
                <a:lnTo>
                  <a:pt x="946697" y="1878982"/>
                </a:lnTo>
                <a:lnTo>
                  <a:pt x="924903" y="1892770"/>
                </a:lnTo>
                <a:lnTo>
                  <a:pt x="878464" y="1922434"/>
                </a:lnTo>
                <a:lnTo>
                  <a:pt x="840131" y="1946042"/>
                </a:lnTo>
                <a:lnTo>
                  <a:pt x="816096" y="1961270"/>
                </a:lnTo>
                <a:lnTo>
                  <a:pt x="769170" y="1990904"/>
                </a:lnTo>
                <a:lnTo>
                  <a:pt x="747848" y="2003229"/>
                </a:lnTo>
                <a:lnTo>
                  <a:pt x="745311" y="2004814"/>
                </a:lnTo>
                <a:moveTo>
                  <a:pt x="1072659" y="1799748"/>
                </a:moveTo>
                <a:lnTo>
                  <a:pt x="1061796" y="1806901"/>
                </a:lnTo>
                <a:lnTo>
                  <a:pt x="964744" y="1868355"/>
                </a:lnTo>
                <a:lnTo>
                  <a:pt x="959701" y="1870937"/>
                </a:lnTo>
                <a:moveTo>
                  <a:pt x="1055336" y="1908448"/>
                </a:moveTo>
                <a:lnTo>
                  <a:pt x="1088687" y="1887658"/>
                </a:lnTo>
                <a:lnTo>
                  <a:pt x="1101706" y="1879728"/>
                </a:lnTo>
                <a:lnTo>
                  <a:pt x="1112775" y="1873543"/>
                </a:lnTo>
                <a:lnTo>
                  <a:pt x="1125801" y="1867166"/>
                </a:lnTo>
                <a:lnTo>
                  <a:pt x="1137144" y="1863152"/>
                </a:lnTo>
                <a:lnTo>
                  <a:pt x="1157461" y="1857865"/>
                </a:lnTo>
                <a:lnTo>
                  <a:pt x="1162017" y="1856677"/>
                </a:lnTo>
                <a:moveTo>
                  <a:pt x="1127196" y="1267578"/>
                </a:moveTo>
                <a:lnTo>
                  <a:pt x="1155024" y="1260882"/>
                </a:lnTo>
                <a:moveTo>
                  <a:pt x="1488238" y="1591239"/>
                </a:moveTo>
                <a:lnTo>
                  <a:pt x="1487659" y="1591536"/>
                </a:lnTo>
                <a:moveTo>
                  <a:pt x="1613735" y="1277801"/>
                </a:moveTo>
                <a:lnTo>
                  <a:pt x="1610390" y="1281641"/>
                </a:lnTo>
                <a:lnTo>
                  <a:pt x="1608958" y="1285168"/>
                </a:lnTo>
                <a:lnTo>
                  <a:pt x="1609293" y="1288474"/>
                </a:lnTo>
                <a:lnTo>
                  <a:pt x="1626685" y="1332345"/>
                </a:lnTo>
                <a:lnTo>
                  <a:pt x="1635423" y="1354353"/>
                </a:lnTo>
                <a:moveTo>
                  <a:pt x="1365734" y="1761727"/>
                </a:moveTo>
                <a:lnTo>
                  <a:pt x="1374373" y="1795840"/>
                </a:lnTo>
                <a:moveTo>
                  <a:pt x="1304433" y="1594301"/>
                </a:moveTo>
                <a:lnTo>
                  <a:pt x="1285602" y="1599002"/>
                </a:lnTo>
                <a:moveTo>
                  <a:pt x="1288040" y="1336291"/>
                </a:moveTo>
                <a:lnTo>
                  <a:pt x="1289982" y="1333770"/>
                </a:lnTo>
                <a:lnTo>
                  <a:pt x="1318305" y="1326876"/>
                </a:lnTo>
                <a:moveTo>
                  <a:pt x="1244183" y="1345136"/>
                </a:moveTo>
                <a:lnTo>
                  <a:pt x="1276346" y="1337312"/>
                </a:lnTo>
                <a:lnTo>
                  <a:pt x="1280818" y="1338638"/>
                </a:lnTo>
                <a:moveTo>
                  <a:pt x="1061956" y="1754071"/>
                </a:moveTo>
                <a:lnTo>
                  <a:pt x="1046294" y="1758246"/>
                </a:lnTo>
                <a:lnTo>
                  <a:pt x="1041822" y="1759442"/>
                </a:lnTo>
                <a:lnTo>
                  <a:pt x="1043490" y="1767532"/>
                </a:lnTo>
                <a:moveTo>
                  <a:pt x="1181031" y="2058931"/>
                </a:moveTo>
                <a:lnTo>
                  <a:pt x="1181199" y="2056349"/>
                </a:lnTo>
                <a:lnTo>
                  <a:pt x="1182006" y="2049919"/>
                </a:lnTo>
                <a:lnTo>
                  <a:pt x="1182570" y="2046598"/>
                </a:lnTo>
                <a:lnTo>
                  <a:pt x="1184261" y="2040450"/>
                </a:lnTo>
                <a:moveTo>
                  <a:pt x="1215479" y="2050437"/>
                </a:moveTo>
                <a:lnTo>
                  <a:pt x="1227188" y="2095764"/>
                </a:lnTo>
                <a:lnTo>
                  <a:pt x="1237853" y="2137510"/>
                </a:lnTo>
                <a:lnTo>
                  <a:pt x="1251466" y="2190812"/>
                </a:lnTo>
                <a:lnTo>
                  <a:pt x="1252586" y="2195192"/>
                </a:lnTo>
                <a:lnTo>
                  <a:pt x="1252632" y="2195368"/>
                </a:lnTo>
                <a:moveTo>
                  <a:pt x="1510733" y="2013620"/>
                </a:moveTo>
                <a:lnTo>
                  <a:pt x="1515228" y="2031941"/>
                </a:lnTo>
                <a:lnTo>
                  <a:pt x="1520789" y="2053667"/>
                </a:lnTo>
                <a:lnTo>
                  <a:pt x="1521101" y="2054330"/>
                </a:lnTo>
                <a:moveTo>
                  <a:pt x="1411259" y="2181716"/>
                </a:moveTo>
                <a:lnTo>
                  <a:pt x="1409910" y="2176399"/>
                </a:lnTo>
                <a:lnTo>
                  <a:pt x="1390081" y="2099824"/>
                </a:lnTo>
                <a:lnTo>
                  <a:pt x="1388733" y="2094621"/>
                </a:lnTo>
                <a:lnTo>
                  <a:pt x="1366115" y="2007244"/>
                </a:lnTo>
                <a:moveTo>
                  <a:pt x="1357766" y="2178845"/>
                </a:moveTo>
                <a:lnTo>
                  <a:pt x="1358223" y="2180589"/>
                </a:lnTo>
                <a:lnTo>
                  <a:pt x="1358726" y="2182463"/>
                </a:lnTo>
                <a:lnTo>
                  <a:pt x="1362322" y="2196457"/>
                </a:lnTo>
                <a:moveTo>
                  <a:pt x="1354414" y="2166923"/>
                </a:moveTo>
                <a:lnTo>
                  <a:pt x="1354627" y="2167128"/>
                </a:lnTo>
                <a:lnTo>
                  <a:pt x="1355115" y="2168903"/>
                </a:lnTo>
                <a:moveTo>
                  <a:pt x="1027119" y="2026708"/>
                </a:moveTo>
                <a:lnTo>
                  <a:pt x="1023775" y="2026548"/>
                </a:lnTo>
                <a:lnTo>
                  <a:pt x="998918" y="2025314"/>
                </a:lnTo>
                <a:moveTo>
                  <a:pt x="1090995" y="2032071"/>
                </a:moveTo>
                <a:lnTo>
                  <a:pt x="1104845" y="2032756"/>
                </a:lnTo>
                <a:lnTo>
                  <a:pt x="1173398" y="2036139"/>
                </a:lnTo>
                <a:lnTo>
                  <a:pt x="1178616" y="2035270"/>
                </a:lnTo>
                <a:moveTo>
                  <a:pt x="1083134" y="2063639"/>
                </a:moveTo>
                <a:lnTo>
                  <a:pt x="1082121" y="2082973"/>
                </a:lnTo>
                <a:lnTo>
                  <a:pt x="1080285" y="2119532"/>
                </a:lnTo>
                <a:lnTo>
                  <a:pt x="1078014" y="2167616"/>
                </a:lnTo>
                <a:lnTo>
                  <a:pt x="1076415" y="2199542"/>
                </a:lnTo>
                <a:moveTo>
                  <a:pt x="1084276" y="2040984"/>
                </a:moveTo>
                <a:lnTo>
                  <a:pt x="1084109" y="2044678"/>
                </a:lnTo>
                <a:lnTo>
                  <a:pt x="1083621" y="2054132"/>
                </a:lnTo>
                <a:moveTo>
                  <a:pt x="1167212" y="1859739"/>
                </a:moveTo>
                <a:lnTo>
                  <a:pt x="1167890" y="1862398"/>
                </a:lnTo>
                <a:lnTo>
                  <a:pt x="1177108" y="1898575"/>
                </a:lnTo>
                <a:lnTo>
                  <a:pt x="1185168" y="1933183"/>
                </a:lnTo>
                <a:lnTo>
                  <a:pt x="1187072" y="1941342"/>
                </a:lnTo>
                <a:moveTo>
                  <a:pt x="1045379" y="1775752"/>
                </a:moveTo>
                <a:lnTo>
                  <a:pt x="1047482" y="1784070"/>
                </a:lnTo>
                <a:lnTo>
                  <a:pt x="1052434" y="1782874"/>
                </a:lnTo>
                <a:lnTo>
                  <a:pt x="1068683" y="1778685"/>
                </a:lnTo>
                <a:moveTo>
                  <a:pt x="1188215" y="1951336"/>
                </a:moveTo>
                <a:lnTo>
                  <a:pt x="1187963" y="1964089"/>
                </a:lnTo>
                <a:lnTo>
                  <a:pt x="1187819" y="1972720"/>
                </a:lnTo>
                <a:lnTo>
                  <a:pt x="1185282" y="2026952"/>
                </a:lnTo>
                <a:moveTo>
                  <a:pt x="1584505" y="1946865"/>
                </a:moveTo>
                <a:lnTo>
                  <a:pt x="1584512" y="1946948"/>
                </a:lnTo>
                <a:lnTo>
                  <a:pt x="1585388" y="1957827"/>
                </a:lnTo>
                <a:lnTo>
                  <a:pt x="1585678" y="1970930"/>
                </a:lnTo>
                <a:lnTo>
                  <a:pt x="1585541" y="1975333"/>
                </a:lnTo>
                <a:lnTo>
                  <a:pt x="1585267" y="1979782"/>
                </a:lnTo>
                <a:lnTo>
                  <a:pt x="1584657" y="1988694"/>
                </a:lnTo>
                <a:lnTo>
                  <a:pt x="1584390" y="1991186"/>
                </a:lnTo>
                <a:lnTo>
                  <a:pt x="1584307" y="1991993"/>
                </a:lnTo>
                <a:lnTo>
                  <a:pt x="1583751" y="1997272"/>
                </a:lnTo>
                <a:lnTo>
                  <a:pt x="1582494" y="2006178"/>
                </a:lnTo>
                <a:lnTo>
                  <a:pt x="1580658" y="2014192"/>
                </a:lnTo>
                <a:lnTo>
                  <a:pt x="1578845" y="2021718"/>
                </a:lnTo>
                <a:lnTo>
                  <a:pt x="1576818" y="2028787"/>
                </a:lnTo>
                <a:lnTo>
                  <a:pt x="1574518" y="2035826"/>
                </a:lnTo>
                <a:lnTo>
                  <a:pt x="1572583" y="2041060"/>
                </a:lnTo>
                <a:lnTo>
                  <a:pt x="1571676" y="2043315"/>
                </a:lnTo>
                <a:lnTo>
                  <a:pt x="1570914" y="2044183"/>
                </a:lnTo>
                <a:lnTo>
                  <a:pt x="1569924" y="2044953"/>
                </a:lnTo>
                <a:lnTo>
                  <a:pt x="1568820" y="2045524"/>
                </a:lnTo>
                <a:lnTo>
                  <a:pt x="1567387" y="2045935"/>
                </a:lnTo>
                <a:lnTo>
                  <a:pt x="1529039" y="2055800"/>
                </a:lnTo>
                <a:moveTo>
                  <a:pt x="1406391" y="1990873"/>
                </a:moveTo>
                <a:lnTo>
                  <a:pt x="1402521" y="1991239"/>
                </a:lnTo>
                <a:lnTo>
                  <a:pt x="1387003" y="1995094"/>
                </a:lnTo>
                <a:moveTo>
                  <a:pt x="1451344" y="1980962"/>
                </a:moveTo>
                <a:lnTo>
                  <a:pt x="1420469" y="1989578"/>
                </a:lnTo>
                <a:lnTo>
                  <a:pt x="1415563" y="1990028"/>
                </a:lnTo>
                <a:moveTo>
                  <a:pt x="1310665" y="2014930"/>
                </a:moveTo>
                <a:lnTo>
                  <a:pt x="1271478" y="2024940"/>
                </a:lnTo>
                <a:lnTo>
                  <a:pt x="1269460" y="2025420"/>
                </a:lnTo>
                <a:moveTo>
                  <a:pt x="1359518" y="2002064"/>
                </a:moveTo>
                <a:lnTo>
                  <a:pt x="1321299" y="2012424"/>
                </a:lnTo>
                <a:moveTo>
                  <a:pt x="1376361" y="1997752"/>
                </a:moveTo>
                <a:lnTo>
                  <a:pt x="1368058" y="1999832"/>
                </a:lnTo>
                <a:moveTo>
                  <a:pt x="1381816" y="1991978"/>
                </a:moveTo>
                <a:lnTo>
                  <a:pt x="1380147" y="1985373"/>
                </a:lnTo>
                <a:lnTo>
                  <a:pt x="1374503" y="1963060"/>
                </a:lnTo>
                <a:lnTo>
                  <a:pt x="1371059" y="1949417"/>
                </a:lnTo>
                <a:lnTo>
                  <a:pt x="1359533" y="1905743"/>
                </a:lnTo>
                <a:moveTo>
                  <a:pt x="1286981" y="1918884"/>
                </a:moveTo>
                <a:lnTo>
                  <a:pt x="1255549" y="1926258"/>
                </a:lnTo>
                <a:lnTo>
                  <a:pt x="1246690" y="1929138"/>
                </a:lnTo>
                <a:lnTo>
                  <a:pt x="1246514" y="1929184"/>
                </a:lnTo>
                <a:moveTo>
                  <a:pt x="1351192" y="1901157"/>
                </a:moveTo>
                <a:lnTo>
                  <a:pt x="1297600" y="1916027"/>
                </a:lnTo>
                <a:lnTo>
                  <a:pt x="1297448" y="1916073"/>
                </a:lnTo>
                <a:moveTo>
                  <a:pt x="1077893" y="1965551"/>
                </a:moveTo>
                <a:lnTo>
                  <a:pt x="1078951" y="1966862"/>
                </a:lnTo>
                <a:lnTo>
                  <a:pt x="1081054" y="1970198"/>
                </a:lnTo>
                <a:lnTo>
                  <a:pt x="1082235" y="1972087"/>
                </a:lnTo>
                <a:lnTo>
                  <a:pt x="1083438" y="1974030"/>
                </a:lnTo>
                <a:lnTo>
                  <a:pt x="1084459" y="1976628"/>
                </a:lnTo>
                <a:lnTo>
                  <a:pt x="1084794" y="1977892"/>
                </a:lnTo>
                <a:lnTo>
                  <a:pt x="1084962" y="1979241"/>
                </a:lnTo>
                <a:moveTo>
                  <a:pt x="1316142" y="2009156"/>
                </a:moveTo>
                <a:lnTo>
                  <a:pt x="1295117" y="1923798"/>
                </a:lnTo>
                <a:moveTo>
                  <a:pt x="1220873" y="2038462"/>
                </a:moveTo>
                <a:lnTo>
                  <a:pt x="1222099" y="2038515"/>
                </a:lnTo>
                <a:lnTo>
                  <a:pt x="1225261" y="2038538"/>
                </a:lnTo>
                <a:lnTo>
                  <a:pt x="1227934" y="2038439"/>
                </a:lnTo>
                <a:lnTo>
                  <a:pt x="1230029" y="2038150"/>
                </a:lnTo>
                <a:lnTo>
                  <a:pt x="1233785" y="2037556"/>
                </a:lnTo>
                <a:lnTo>
                  <a:pt x="1246979" y="2034265"/>
                </a:lnTo>
                <a:lnTo>
                  <a:pt x="1252403" y="2032909"/>
                </a:lnTo>
                <a:lnTo>
                  <a:pt x="1260265" y="2030776"/>
                </a:lnTo>
                <a:moveTo>
                  <a:pt x="1630989" y="1640770"/>
                </a:moveTo>
                <a:lnTo>
                  <a:pt x="1665155" y="1739201"/>
                </a:lnTo>
                <a:lnTo>
                  <a:pt x="1666671" y="1747223"/>
                </a:lnTo>
                <a:lnTo>
                  <a:pt x="1666900" y="1754033"/>
                </a:lnTo>
                <a:lnTo>
                  <a:pt x="1669627" y="1762824"/>
                </a:lnTo>
                <a:lnTo>
                  <a:pt x="1676087" y="1782829"/>
                </a:lnTo>
                <a:lnTo>
                  <a:pt x="1683194" y="1800213"/>
                </a:lnTo>
                <a:lnTo>
                  <a:pt x="1692443" y="1822693"/>
                </a:lnTo>
                <a:lnTo>
                  <a:pt x="1694896" y="1828650"/>
                </a:lnTo>
                <a:lnTo>
                  <a:pt x="1696221" y="1831522"/>
                </a:lnTo>
                <a:lnTo>
                  <a:pt x="1700426" y="1841921"/>
                </a:lnTo>
                <a:lnTo>
                  <a:pt x="1708433" y="1861171"/>
                </a:lnTo>
                <a:lnTo>
                  <a:pt x="1713811" y="1874883"/>
                </a:lnTo>
                <a:lnTo>
                  <a:pt x="1719166" y="1888291"/>
                </a:lnTo>
                <a:lnTo>
                  <a:pt x="1721375" y="1893821"/>
                </a:lnTo>
                <a:lnTo>
                  <a:pt x="1733015" y="1923127"/>
                </a:lnTo>
                <a:lnTo>
                  <a:pt x="1739651" y="1939513"/>
                </a:lnTo>
                <a:lnTo>
                  <a:pt x="1751527" y="1970587"/>
                </a:lnTo>
                <a:moveTo>
                  <a:pt x="1535705" y="1714070"/>
                </a:moveTo>
                <a:lnTo>
                  <a:pt x="1535849" y="1714032"/>
                </a:lnTo>
                <a:moveTo>
                  <a:pt x="1363007" y="2198643"/>
                </a:moveTo>
                <a:lnTo>
                  <a:pt x="1363678" y="2201051"/>
                </a:lnTo>
                <a:lnTo>
                  <a:pt x="1364447" y="2202391"/>
                </a:lnTo>
                <a:lnTo>
                  <a:pt x="1365407" y="2203778"/>
                </a:lnTo>
                <a:lnTo>
                  <a:pt x="1366260" y="2204463"/>
                </a:lnTo>
                <a:lnTo>
                  <a:pt x="1367151" y="2204783"/>
                </a:lnTo>
                <a:lnTo>
                  <a:pt x="1368736" y="2205020"/>
                </a:lnTo>
                <a:lnTo>
                  <a:pt x="1370290" y="2204806"/>
                </a:lnTo>
                <a:lnTo>
                  <a:pt x="1388580" y="2199740"/>
                </a:lnTo>
                <a:lnTo>
                  <a:pt x="1398171" y="2197089"/>
                </a:lnTo>
                <a:lnTo>
                  <a:pt x="1402224" y="2195931"/>
                </a:lnTo>
                <a:lnTo>
                  <a:pt x="1407404" y="2194316"/>
                </a:lnTo>
                <a:lnTo>
                  <a:pt x="1409781" y="2193486"/>
                </a:lnTo>
                <a:moveTo>
                  <a:pt x="1092481" y="1382654"/>
                </a:moveTo>
                <a:lnTo>
                  <a:pt x="1088093" y="1383994"/>
                </a:lnTo>
                <a:lnTo>
                  <a:pt x="1055237" y="1392999"/>
                </a:lnTo>
                <a:moveTo>
                  <a:pt x="1143277" y="1368667"/>
                </a:moveTo>
                <a:lnTo>
                  <a:pt x="1111053" y="1377001"/>
                </a:lnTo>
                <a:lnTo>
                  <a:pt x="1107092" y="1378205"/>
                </a:lnTo>
                <a:moveTo>
                  <a:pt x="1217292" y="1835712"/>
                </a:moveTo>
                <a:lnTo>
                  <a:pt x="1205378" y="1784573"/>
                </a:lnTo>
                <a:moveTo>
                  <a:pt x="1241098" y="1926251"/>
                </a:moveTo>
                <a:lnTo>
                  <a:pt x="1221833" y="1853340"/>
                </a:lnTo>
                <a:lnTo>
                  <a:pt x="1220461" y="1848312"/>
                </a:lnTo>
                <a:lnTo>
                  <a:pt x="1219959" y="1846400"/>
                </a:lnTo>
                <a:moveTo>
                  <a:pt x="1264889" y="2021330"/>
                </a:moveTo>
                <a:lnTo>
                  <a:pt x="1244442" y="1940435"/>
                </a:lnTo>
                <a:lnTo>
                  <a:pt x="1243841" y="1937647"/>
                </a:lnTo>
                <a:moveTo>
                  <a:pt x="1301874" y="2161697"/>
                </a:moveTo>
                <a:lnTo>
                  <a:pt x="1269376" y="2038896"/>
                </a:lnTo>
                <a:moveTo>
                  <a:pt x="1235651" y="1932817"/>
                </a:moveTo>
                <a:lnTo>
                  <a:pt x="1194583" y="1943863"/>
                </a:lnTo>
                <a:moveTo>
                  <a:pt x="1079462" y="1803519"/>
                </a:moveTo>
                <a:lnTo>
                  <a:pt x="1079965" y="1804799"/>
                </a:lnTo>
                <a:moveTo>
                  <a:pt x="1073771" y="1781823"/>
                </a:moveTo>
                <a:lnTo>
                  <a:pt x="1076201" y="1793082"/>
                </a:lnTo>
                <a:moveTo>
                  <a:pt x="1067791" y="1759389"/>
                </a:moveTo>
                <a:lnTo>
                  <a:pt x="1071105" y="1771105"/>
                </a:lnTo>
                <a:moveTo>
                  <a:pt x="1060463" y="1730326"/>
                </a:moveTo>
                <a:lnTo>
                  <a:pt x="1063053" y="1740839"/>
                </a:lnTo>
                <a:lnTo>
                  <a:pt x="1065026" y="1748914"/>
                </a:lnTo>
                <a:moveTo>
                  <a:pt x="1060326" y="1712295"/>
                </a:moveTo>
                <a:lnTo>
                  <a:pt x="1059358" y="1720324"/>
                </a:lnTo>
                <a:moveTo>
                  <a:pt x="1356738" y="1895132"/>
                </a:moveTo>
                <a:lnTo>
                  <a:pt x="1346842" y="1857484"/>
                </a:lnTo>
                <a:lnTo>
                  <a:pt x="1337419" y="1817406"/>
                </a:lnTo>
                <a:moveTo>
                  <a:pt x="1266397" y="1829001"/>
                </a:moveTo>
                <a:lnTo>
                  <a:pt x="1235034" y="1837060"/>
                </a:lnTo>
                <a:lnTo>
                  <a:pt x="1224895" y="1838660"/>
                </a:lnTo>
                <a:lnTo>
                  <a:pt x="1223943" y="1838805"/>
                </a:lnTo>
                <a:lnTo>
                  <a:pt x="1222975" y="1838973"/>
                </a:lnTo>
                <a:lnTo>
                  <a:pt x="1222739" y="1839018"/>
                </a:lnTo>
                <a:moveTo>
                  <a:pt x="1329313" y="1812539"/>
                </a:moveTo>
                <a:lnTo>
                  <a:pt x="1288474" y="1822952"/>
                </a:lnTo>
                <a:lnTo>
                  <a:pt x="1271242" y="1827348"/>
                </a:lnTo>
                <a:lnTo>
                  <a:pt x="1270998" y="1827439"/>
                </a:lnTo>
                <a:moveTo>
                  <a:pt x="1371341" y="1801104"/>
                </a:moveTo>
                <a:lnTo>
                  <a:pt x="1353607" y="1806200"/>
                </a:lnTo>
                <a:lnTo>
                  <a:pt x="1339910" y="1809796"/>
                </a:lnTo>
                <a:moveTo>
                  <a:pt x="397890" y="1405728"/>
                </a:moveTo>
                <a:lnTo>
                  <a:pt x="364881" y="1434371"/>
                </a:lnTo>
                <a:lnTo>
                  <a:pt x="349257" y="1448068"/>
                </a:lnTo>
                <a:lnTo>
                  <a:pt x="346469" y="1450468"/>
                </a:lnTo>
                <a:lnTo>
                  <a:pt x="344085" y="1452898"/>
                </a:lnTo>
                <a:lnTo>
                  <a:pt x="342652" y="1456707"/>
                </a:lnTo>
                <a:lnTo>
                  <a:pt x="342401" y="1462245"/>
                </a:lnTo>
                <a:lnTo>
                  <a:pt x="342226" y="1466290"/>
                </a:lnTo>
                <a:moveTo>
                  <a:pt x="790592" y="2360668"/>
                </a:moveTo>
                <a:lnTo>
                  <a:pt x="789799" y="2378723"/>
                </a:lnTo>
                <a:lnTo>
                  <a:pt x="788207" y="2409148"/>
                </a:lnTo>
                <a:lnTo>
                  <a:pt x="787971" y="2414770"/>
                </a:lnTo>
                <a:lnTo>
                  <a:pt x="787712" y="2420758"/>
                </a:lnTo>
                <a:lnTo>
                  <a:pt x="787705" y="2420964"/>
                </a:lnTo>
                <a:moveTo>
                  <a:pt x="692900" y="2375416"/>
                </a:moveTo>
                <a:lnTo>
                  <a:pt x="691087" y="2413658"/>
                </a:lnTo>
                <a:moveTo>
                  <a:pt x="903184" y="2270373"/>
                </a:moveTo>
                <a:lnTo>
                  <a:pt x="903801" y="2270411"/>
                </a:lnTo>
                <a:lnTo>
                  <a:pt x="905584" y="2269749"/>
                </a:lnTo>
                <a:lnTo>
                  <a:pt x="906772" y="2268827"/>
                </a:lnTo>
                <a:lnTo>
                  <a:pt x="907640" y="2267258"/>
                </a:lnTo>
                <a:lnTo>
                  <a:pt x="907732" y="2266138"/>
                </a:lnTo>
                <a:lnTo>
                  <a:pt x="908197" y="2254147"/>
                </a:lnTo>
                <a:moveTo>
                  <a:pt x="779675" y="2263563"/>
                </a:moveTo>
                <a:lnTo>
                  <a:pt x="787126" y="2263929"/>
                </a:lnTo>
                <a:lnTo>
                  <a:pt x="790218" y="2264073"/>
                </a:lnTo>
                <a:lnTo>
                  <a:pt x="790538" y="2264089"/>
                </a:lnTo>
                <a:moveTo>
                  <a:pt x="457964" y="1748350"/>
                </a:moveTo>
                <a:lnTo>
                  <a:pt x="458894" y="1748426"/>
                </a:lnTo>
                <a:lnTo>
                  <a:pt x="497783" y="1751535"/>
                </a:lnTo>
                <a:moveTo>
                  <a:pt x="408654" y="1745745"/>
                </a:moveTo>
                <a:lnTo>
                  <a:pt x="446926" y="1747459"/>
                </a:lnTo>
                <a:moveTo>
                  <a:pt x="668926" y="1586371"/>
                </a:moveTo>
                <a:lnTo>
                  <a:pt x="668866" y="1588314"/>
                </a:lnTo>
                <a:lnTo>
                  <a:pt x="667593" y="1612485"/>
                </a:lnTo>
                <a:moveTo>
                  <a:pt x="649067" y="1504113"/>
                </a:moveTo>
                <a:lnTo>
                  <a:pt x="668386" y="1578220"/>
                </a:lnTo>
                <a:lnTo>
                  <a:pt x="668660" y="1580094"/>
                </a:lnTo>
                <a:moveTo>
                  <a:pt x="625687" y="1397973"/>
                </a:moveTo>
                <a:lnTo>
                  <a:pt x="625878" y="1400937"/>
                </a:lnTo>
                <a:lnTo>
                  <a:pt x="632003" y="1436345"/>
                </a:lnTo>
                <a:lnTo>
                  <a:pt x="639529" y="1465178"/>
                </a:lnTo>
                <a:lnTo>
                  <a:pt x="645174" y="1488999"/>
                </a:lnTo>
                <a:moveTo>
                  <a:pt x="549470" y="1389746"/>
                </a:moveTo>
                <a:lnTo>
                  <a:pt x="611663" y="1393562"/>
                </a:lnTo>
                <a:lnTo>
                  <a:pt x="621254" y="1393791"/>
                </a:lnTo>
                <a:moveTo>
                  <a:pt x="488504" y="1386348"/>
                </a:moveTo>
                <a:lnTo>
                  <a:pt x="540420" y="1389220"/>
                </a:lnTo>
                <a:moveTo>
                  <a:pt x="667578" y="1612706"/>
                </a:moveTo>
                <a:lnTo>
                  <a:pt x="667410" y="1615616"/>
                </a:lnTo>
                <a:moveTo>
                  <a:pt x="453866" y="1705324"/>
                </a:moveTo>
                <a:lnTo>
                  <a:pt x="453279" y="1721093"/>
                </a:lnTo>
                <a:lnTo>
                  <a:pt x="451733" y="1741113"/>
                </a:lnTo>
                <a:moveTo>
                  <a:pt x="661187" y="1719989"/>
                </a:moveTo>
                <a:lnTo>
                  <a:pt x="660874" y="1725481"/>
                </a:lnTo>
                <a:lnTo>
                  <a:pt x="659320" y="1753728"/>
                </a:lnTo>
                <a:moveTo>
                  <a:pt x="666923" y="1624194"/>
                </a:moveTo>
                <a:lnTo>
                  <a:pt x="664607" y="1665925"/>
                </a:lnTo>
                <a:moveTo>
                  <a:pt x="663403" y="1684581"/>
                </a:moveTo>
                <a:lnTo>
                  <a:pt x="662451" y="1700639"/>
                </a:lnTo>
                <a:moveTo>
                  <a:pt x="808349" y="1646690"/>
                </a:moveTo>
                <a:lnTo>
                  <a:pt x="807458" y="1663205"/>
                </a:lnTo>
                <a:lnTo>
                  <a:pt x="806544" y="1680368"/>
                </a:lnTo>
                <a:moveTo>
                  <a:pt x="620553" y="1758901"/>
                </a:moveTo>
                <a:lnTo>
                  <a:pt x="654658" y="1760234"/>
                </a:lnTo>
                <a:moveTo>
                  <a:pt x="998819" y="2027310"/>
                </a:moveTo>
                <a:lnTo>
                  <a:pt x="1023684" y="2028544"/>
                </a:lnTo>
                <a:lnTo>
                  <a:pt x="1027020" y="2028704"/>
                </a:lnTo>
                <a:moveTo>
                  <a:pt x="935895" y="2174708"/>
                </a:moveTo>
                <a:lnTo>
                  <a:pt x="937792" y="2135125"/>
                </a:lnTo>
                <a:lnTo>
                  <a:pt x="939788" y="2093524"/>
                </a:lnTo>
                <a:lnTo>
                  <a:pt x="942302" y="2041128"/>
                </a:lnTo>
                <a:lnTo>
                  <a:pt x="942576" y="2035362"/>
                </a:lnTo>
                <a:moveTo>
                  <a:pt x="464394" y="1896625"/>
                </a:moveTo>
                <a:lnTo>
                  <a:pt x="465704" y="1896259"/>
                </a:lnTo>
                <a:lnTo>
                  <a:pt x="503923" y="1886386"/>
                </a:lnTo>
                <a:lnTo>
                  <a:pt x="507755" y="1885396"/>
                </a:lnTo>
                <a:moveTo>
                  <a:pt x="914466" y="1808577"/>
                </a:moveTo>
                <a:lnTo>
                  <a:pt x="914923" y="1809354"/>
                </a:lnTo>
                <a:lnTo>
                  <a:pt x="928140" y="1831842"/>
                </a:lnTo>
                <a:moveTo>
                  <a:pt x="913704" y="1775935"/>
                </a:moveTo>
                <a:lnTo>
                  <a:pt x="912554" y="1794042"/>
                </a:lnTo>
                <a:lnTo>
                  <a:pt x="912744" y="1802483"/>
                </a:lnTo>
                <a:moveTo>
                  <a:pt x="662916" y="1844008"/>
                </a:moveTo>
                <a:lnTo>
                  <a:pt x="652617" y="1846606"/>
                </a:lnTo>
                <a:lnTo>
                  <a:pt x="630121" y="1852441"/>
                </a:lnTo>
                <a:moveTo>
                  <a:pt x="710787" y="1759343"/>
                </a:moveTo>
                <a:lnTo>
                  <a:pt x="708517" y="1799070"/>
                </a:lnTo>
                <a:lnTo>
                  <a:pt x="708646" y="1800205"/>
                </a:lnTo>
                <a:lnTo>
                  <a:pt x="708928" y="1802277"/>
                </a:lnTo>
                <a:moveTo>
                  <a:pt x="926639" y="1837716"/>
                </a:moveTo>
                <a:lnTo>
                  <a:pt x="825383" y="1899253"/>
                </a:lnTo>
                <a:lnTo>
                  <a:pt x="821139" y="1900617"/>
                </a:lnTo>
                <a:lnTo>
                  <a:pt x="809149" y="1894385"/>
                </a:lnTo>
                <a:lnTo>
                  <a:pt x="803961" y="1892526"/>
                </a:lnTo>
                <a:lnTo>
                  <a:pt x="791567" y="1887712"/>
                </a:lnTo>
                <a:moveTo>
                  <a:pt x="999634" y="1947794"/>
                </a:moveTo>
                <a:lnTo>
                  <a:pt x="1005127" y="1956501"/>
                </a:lnTo>
                <a:lnTo>
                  <a:pt x="1031538" y="1998346"/>
                </a:lnTo>
                <a:lnTo>
                  <a:pt x="1032345" y="1999984"/>
                </a:lnTo>
                <a:lnTo>
                  <a:pt x="1032703" y="2000997"/>
                </a:lnTo>
                <a:lnTo>
                  <a:pt x="1032886" y="2002270"/>
                </a:lnTo>
                <a:lnTo>
                  <a:pt x="1032955" y="2003153"/>
                </a:lnTo>
                <a:lnTo>
                  <a:pt x="1032955" y="2004349"/>
                </a:lnTo>
                <a:lnTo>
                  <a:pt x="1032863" y="2006993"/>
                </a:lnTo>
                <a:lnTo>
                  <a:pt x="1032063" y="2022891"/>
                </a:lnTo>
                <a:moveTo>
                  <a:pt x="975219" y="1908790"/>
                </a:moveTo>
                <a:lnTo>
                  <a:pt x="994454" y="1939552"/>
                </a:lnTo>
                <a:moveTo>
                  <a:pt x="714565" y="1973413"/>
                </a:moveTo>
                <a:lnTo>
                  <a:pt x="715693" y="1975097"/>
                </a:lnTo>
                <a:lnTo>
                  <a:pt x="736124" y="2005660"/>
                </a:lnTo>
                <a:moveTo>
                  <a:pt x="658696" y="1764691"/>
                </a:moveTo>
                <a:lnTo>
                  <a:pt x="656761" y="1798179"/>
                </a:lnTo>
                <a:lnTo>
                  <a:pt x="657134" y="1802361"/>
                </a:lnTo>
                <a:lnTo>
                  <a:pt x="659854" y="1813735"/>
                </a:lnTo>
                <a:moveTo>
                  <a:pt x="687164" y="1921078"/>
                </a:moveTo>
                <a:lnTo>
                  <a:pt x="689053" y="1928467"/>
                </a:lnTo>
                <a:lnTo>
                  <a:pt x="696777" y="1944198"/>
                </a:lnTo>
                <a:lnTo>
                  <a:pt x="708677" y="1963990"/>
                </a:lnTo>
                <a:lnTo>
                  <a:pt x="710071" y="1966313"/>
                </a:lnTo>
                <a:moveTo>
                  <a:pt x="680848" y="1896328"/>
                </a:moveTo>
                <a:lnTo>
                  <a:pt x="681229" y="1897783"/>
                </a:lnTo>
                <a:lnTo>
                  <a:pt x="684452" y="1910444"/>
                </a:lnTo>
                <a:moveTo>
                  <a:pt x="674312" y="1871760"/>
                </a:moveTo>
                <a:lnTo>
                  <a:pt x="678037" y="1885716"/>
                </a:lnTo>
                <a:moveTo>
                  <a:pt x="668347" y="1848145"/>
                </a:moveTo>
                <a:lnTo>
                  <a:pt x="672156" y="1863624"/>
                </a:lnTo>
                <a:moveTo>
                  <a:pt x="662459" y="1824422"/>
                </a:moveTo>
                <a:lnTo>
                  <a:pt x="666077" y="1838973"/>
                </a:lnTo>
                <a:lnTo>
                  <a:pt x="666154" y="1839270"/>
                </a:lnTo>
                <a:moveTo>
                  <a:pt x="895924" y="2039795"/>
                </a:moveTo>
                <a:lnTo>
                  <a:pt x="894378" y="2070572"/>
                </a:lnTo>
                <a:lnTo>
                  <a:pt x="892123" y="2115418"/>
                </a:lnTo>
                <a:lnTo>
                  <a:pt x="891719" y="2123402"/>
                </a:lnTo>
                <a:lnTo>
                  <a:pt x="891445" y="2128993"/>
                </a:lnTo>
                <a:lnTo>
                  <a:pt x="889159" y="2174571"/>
                </a:lnTo>
                <a:moveTo>
                  <a:pt x="648792" y="2073192"/>
                </a:moveTo>
                <a:lnTo>
                  <a:pt x="650682" y="2076064"/>
                </a:lnTo>
                <a:lnTo>
                  <a:pt x="650971" y="2076552"/>
                </a:lnTo>
                <a:moveTo>
                  <a:pt x="622465" y="2030859"/>
                </a:moveTo>
                <a:lnTo>
                  <a:pt x="623890" y="2033152"/>
                </a:lnTo>
                <a:lnTo>
                  <a:pt x="644161" y="2065917"/>
                </a:lnTo>
                <a:moveTo>
                  <a:pt x="784543" y="2082935"/>
                </a:moveTo>
                <a:lnTo>
                  <a:pt x="785693" y="2084855"/>
                </a:lnTo>
                <a:lnTo>
                  <a:pt x="788085" y="2088839"/>
                </a:lnTo>
                <a:lnTo>
                  <a:pt x="799939" y="2107122"/>
                </a:lnTo>
                <a:lnTo>
                  <a:pt x="800960" y="2109141"/>
                </a:lnTo>
                <a:lnTo>
                  <a:pt x="801691" y="2110634"/>
                </a:lnTo>
                <a:lnTo>
                  <a:pt x="802224" y="2112348"/>
                </a:lnTo>
                <a:lnTo>
                  <a:pt x="802712" y="2114991"/>
                </a:lnTo>
                <a:lnTo>
                  <a:pt x="802818" y="2117703"/>
                </a:lnTo>
                <a:lnTo>
                  <a:pt x="802011" y="2135430"/>
                </a:lnTo>
                <a:lnTo>
                  <a:pt x="799748" y="2180383"/>
                </a:lnTo>
                <a:lnTo>
                  <a:pt x="799543" y="2188573"/>
                </a:lnTo>
                <a:lnTo>
                  <a:pt x="799474" y="2191246"/>
                </a:lnTo>
                <a:moveTo>
                  <a:pt x="759861" y="2043513"/>
                </a:moveTo>
                <a:lnTo>
                  <a:pt x="774472" y="2066724"/>
                </a:lnTo>
                <a:lnTo>
                  <a:pt x="778152" y="2072583"/>
                </a:lnTo>
                <a:lnTo>
                  <a:pt x="778936" y="2073824"/>
                </a:lnTo>
                <a:moveTo>
                  <a:pt x="1023067" y="2202239"/>
                </a:moveTo>
                <a:lnTo>
                  <a:pt x="1022960" y="2204380"/>
                </a:lnTo>
                <a:moveTo>
                  <a:pt x="975135" y="2250773"/>
                </a:moveTo>
                <a:lnTo>
                  <a:pt x="972080" y="2250605"/>
                </a:lnTo>
                <a:lnTo>
                  <a:pt x="967570" y="2250369"/>
                </a:lnTo>
                <a:lnTo>
                  <a:pt x="965407" y="2251245"/>
                </a:lnTo>
                <a:moveTo>
                  <a:pt x="735888" y="2324994"/>
                </a:moveTo>
                <a:lnTo>
                  <a:pt x="702651" y="2323440"/>
                </a:lnTo>
                <a:lnTo>
                  <a:pt x="699687" y="2323310"/>
                </a:lnTo>
                <a:moveTo>
                  <a:pt x="792915" y="2319615"/>
                </a:moveTo>
                <a:lnTo>
                  <a:pt x="792694" y="2324011"/>
                </a:lnTo>
                <a:moveTo>
                  <a:pt x="736337" y="1909430"/>
                </a:moveTo>
                <a:lnTo>
                  <a:pt x="736779" y="1910131"/>
                </a:lnTo>
                <a:lnTo>
                  <a:pt x="752594" y="1936085"/>
                </a:lnTo>
                <a:lnTo>
                  <a:pt x="758612" y="1945791"/>
                </a:lnTo>
                <a:moveTo>
                  <a:pt x="933762" y="1841220"/>
                </a:moveTo>
                <a:lnTo>
                  <a:pt x="951687" y="1870503"/>
                </a:lnTo>
                <a:moveTo>
                  <a:pt x="690203" y="2139422"/>
                </a:moveTo>
                <a:lnTo>
                  <a:pt x="691468" y="2141624"/>
                </a:lnTo>
                <a:moveTo>
                  <a:pt x="687461" y="2133107"/>
                </a:moveTo>
                <a:lnTo>
                  <a:pt x="687529" y="2133244"/>
                </a:lnTo>
                <a:moveTo>
                  <a:pt x="886585" y="2294156"/>
                </a:moveTo>
                <a:lnTo>
                  <a:pt x="887095" y="2294507"/>
                </a:lnTo>
                <a:moveTo>
                  <a:pt x="885213" y="2315654"/>
                </a:moveTo>
                <a:lnTo>
                  <a:pt x="886097" y="2316195"/>
                </a:lnTo>
                <a:lnTo>
                  <a:pt x="886897" y="2316233"/>
                </a:lnTo>
                <a:moveTo>
                  <a:pt x="1020728" y="2260897"/>
                </a:moveTo>
                <a:lnTo>
                  <a:pt x="1020507" y="2265353"/>
                </a:lnTo>
                <a:moveTo>
                  <a:pt x="1020499" y="2265582"/>
                </a:moveTo>
                <a:lnTo>
                  <a:pt x="1019821" y="2280749"/>
                </a:lnTo>
                <a:lnTo>
                  <a:pt x="1019639" y="2284825"/>
                </a:lnTo>
                <a:lnTo>
                  <a:pt x="1019220" y="2293364"/>
                </a:lnTo>
                <a:lnTo>
                  <a:pt x="1016812" y="2342324"/>
                </a:lnTo>
                <a:lnTo>
                  <a:pt x="1016599" y="2346369"/>
                </a:lnTo>
                <a:moveTo>
                  <a:pt x="991422" y="2435651"/>
                </a:moveTo>
                <a:lnTo>
                  <a:pt x="995117" y="2435872"/>
                </a:lnTo>
                <a:lnTo>
                  <a:pt x="1002750" y="2436245"/>
                </a:lnTo>
                <a:moveTo>
                  <a:pt x="1030921" y="581968"/>
                </a:moveTo>
                <a:lnTo>
                  <a:pt x="1040115" y="613552"/>
                </a:lnTo>
                <a:lnTo>
                  <a:pt x="1040192" y="616013"/>
                </a:lnTo>
                <a:lnTo>
                  <a:pt x="1038904" y="617468"/>
                </a:lnTo>
                <a:lnTo>
                  <a:pt x="1005302" y="627249"/>
                </a:lnTo>
                <a:lnTo>
                  <a:pt x="1002133" y="627264"/>
                </a:lnTo>
                <a:lnTo>
                  <a:pt x="1000716" y="625169"/>
                </a:lnTo>
                <a:lnTo>
                  <a:pt x="991574" y="591018"/>
                </a:lnTo>
                <a:lnTo>
                  <a:pt x="991132" y="589266"/>
                </a:lnTo>
                <a:moveTo>
                  <a:pt x="1268629" y="415815"/>
                </a:moveTo>
                <a:lnTo>
                  <a:pt x="1266976" y="416401"/>
                </a:lnTo>
                <a:lnTo>
                  <a:pt x="1264264" y="417407"/>
                </a:lnTo>
                <a:lnTo>
                  <a:pt x="1263289" y="417765"/>
                </a:lnTo>
                <a:lnTo>
                  <a:pt x="1256776" y="420218"/>
                </a:lnTo>
                <a:lnTo>
                  <a:pt x="1254148" y="421132"/>
                </a:lnTo>
                <a:lnTo>
                  <a:pt x="1236230" y="427508"/>
                </a:lnTo>
                <a:lnTo>
                  <a:pt x="1235232" y="427866"/>
                </a:lnTo>
                <a:lnTo>
                  <a:pt x="1233709" y="428384"/>
                </a:lnTo>
                <a:lnTo>
                  <a:pt x="1233412" y="428468"/>
                </a:lnTo>
                <a:lnTo>
                  <a:pt x="1224499" y="430875"/>
                </a:lnTo>
                <a:lnTo>
                  <a:pt x="1185290" y="445037"/>
                </a:lnTo>
                <a:lnTo>
                  <a:pt x="1183873" y="445578"/>
                </a:lnTo>
                <a:lnTo>
                  <a:pt x="1173032" y="449562"/>
                </a:lnTo>
                <a:lnTo>
                  <a:pt x="1163350" y="453287"/>
                </a:lnTo>
                <a:lnTo>
                  <a:pt x="1161453" y="454018"/>
                </a:lnTo>
                <a:lnTo>
                  <a:pt x="1135659" y="466009"/>
                </a:lnTo>
                <a:moveTo>
                  <a:pt x="1425116" y="945395"/>
                </a:moveTo>
                <a:lnTo>
                  <a:pt x="1393921" y="958726"/>
                </a:lnTo>
                <a:lnTo>
                  <a:pt x="1373596" y="967410"/>
                </a:lnTo>
                <a:moveTo>
                  <a:pt x="1427645" y="957294"/>
                </a:moveTo>
                <a:lnTo>
                  <a:pt x="1398628" y="969917"/>
                </a:lnTo>
                <a:lnTo>
                  <a:pt x="1374503" y="980087"/>
                </a:lnTo>
                <a:lnTo>
                  <a:pt x="1372362" y="975249"/>
                </a:lnTo>
                <a:moveTo>
                  <a:pt x="1365993" y="967106"/>
                </a:moveTo>
                <a:lnTo>
                  <a:pt x="1366054" y="967243"/>
                </a:lnTo>
                <a:moveTo>
                  <a:pt x="1433831" y="962520"/>
                </a:moveTo>
                <a:lnTo>
                  <a:pt x="1435636" y="966991"/>
                </a:lnTo>
                <a:moveTo>
                  <a:pt x="1431652" y="949905"/>
                </a:moveTo>
                <a:lnTo>
                  <a:pt x="1432178" y="951169"/>
                </a:lnTo>
                <a:moveTo>
                  <a:pt x="1410230" y="897143"/>
                </a:moveTo>
                <a:lnTo>
                  <a:pt x="1412958" y="904136"/>
                </a:lnTo>
                <a:lnTo>
                  <a:pt x="1427470" y="939773"/>
                </a:lnTo>
                <a:moveTo>
                  <a:pt x="1653614" y="997859"/>
                </a:moveTo>
                <a:lnTo>
                  <a:pt x="1637860" y="1020286"/>
                </a:lnTo>
                <a:lnTo>
                  <a:pt x="1636642" y="1022015"/>
                </a:lnTo>
                <a:lnTo>
                  <a:pt x="1635918" y="1023051"/>
                </a:lnTo>
                <a:lnTo>
                  <a:pt x="1630555" y="1031385"/>
                </a:lnTo>
                <a:lnTo>
                  <a:pt x="1625139" y="1039796"/>
                </a:lnTo>
                <a:lnTo>
                  <a:pt x="1623021" y="1043467"/>
                </a:lnTo>
                <a:lnTo>
                  <a:pt x="1621680" y="1045821"/>
                </a:lnTo>
                <a:lnTo>
                  <a:pt x="1608387" y="1072956"/>
                </a:lnTo>
                <a:lnTo>
                  <a:pt x="1604197" y="1081953"/>
                </a:lnTo>
                <a:lnTo>
                  <a:pt x="1601401" y="1087834"/>
                </a:lnTo>
                <a:lnTo>
                  <a:pt x="1597051" y="1097021"/>
                </a:lnTo>
                <a:lnTo>
                  <a:pt x="1596130" y="1098903"/>
                </a:lnTo>
                <a:lnTo>
                  <a:pt x="1594873" y="1101478"/>
                </a:lnTo>
                <a:lnTo>
                  <a:pt x="1591673" y="1104349"/>
                </a:lnTo>
                <a:lnTo>
                  <a:pt x="1588573" y="1104563"/>
                </a:lnTo>
                <a:moveTo>
                  <a:pt x="1641730" y="973977"/>
                </a:moveTo>
                <a:lnTo>
                  <a:pt x="1653675" y="991696"/>
                </a:lnTo>
                <a:moveTo>
                  <a:pt x="1283385" y="237373"/>
                </a:moveTo>
                <a:lnTo>
                  <a:pt x="1230067" y="255291"/>
                </a:lnTo>
                <a:lnTo>
                  <a:pt x="1227211" y="256258"/>
                </a:lnTo>
                <a:moveTo>
                  <a:pt x="1588055" y="1104479"/>
                </a:moveTo>
                <a:lnTo>
                  <a:pt x="1572606" y="1098514"/>
                </a:lnTo>
                <a:moveTo>
                  <a:pt x="1582676" y="956799"/>
                </a:moveTo>
                <a:lnTo>
                  <a:pt x="1598964" y="962535"/>
                </a:lnTo>
                <a:lnTo>
                  <a:pt x="1610741" y="965734"/>
                </a:lnTo>
                <a:lnTo>
                  <a:pt x="1617056" y="967456"/>
                </a:lnTo>
                <a:lnTo>
                  <a:pt x="1638089" y="970960"/>
                </a:lnTo>
                <a:moveTo>
                  <a:pt x="1524087" y="923615"/>
                </a:moveTo>
                <a:lnTo>
                  <a:pt x="1534981" y="934638"/>
                </a:lnTo>
                <a:lnTo>
                  <a:pt x="1574205" y="953401"/>
                </a:lnTo>
                <a:moveTo>
                  <a:pt x="1660348" y="852594"/>
                </a:moveTo>
                <a:lnTo>
                  <a:pt x="1656349" y="853972"/>
                </a:lnTo>
                <a:lnTo>
                  <a:pt x="1651306" y="854391"/>
                </a:lnTo>
                <a:lnTo>
                  <a:pt x="1648335" y="853919"/>
                </a:lnTo>
                <a:moveTo>
                  <a:pt x="1375859" y="749188"/>
                </a:moveTo>
                <a:lnTo>
                  <a:pt x="1371029" y="747208"/>
                </a:lnTo>
                <a:lnTo>
                  <a:pt x="1340085" y="758528"/>
                </a:lnTo>
                <a:lnTo>
                  <a:pt x="1320956" y="765582"/>
                </a:lnTo>
                <a:lnTo>
                  <a:pt x="1303169" y="772553"/>
                </a:lnTo>
                <a:moveTo>
                  <a:pt x="1299504" y="781305"/>
                </a:moveTo>
                <a:lnTo>
                  <a:pt x="1315273" y="818191"/>
                </a:lnTo>
                <a:moveTo>
                  <a:pt x="1279348" y="728277"/>
                </a:moveTo>
                <a:lnTo>
                  <a:pt x="1295360" y="770976"/>
                </a:lnTo>
                <a:moveTo>
                  <a:pt x="1192229" y="336916"/>
                </a:moveTo>
                <a:lnTo>
                  <a:pt x="1145722" y="352845"/>
                </a:lnTo>
                <a:moveTo>
                  <a:pt x="1438546" y="563023"/>
                </a:moveTo>
                <a:lnTo>
                  <a:pt x="1452456" y="567235"/>
                </a:lnTo>
                <a:lnTo>
                  <a:pt x="1453028" y="567182"/>
                </a:lnTo>
                <a:moveTo>
                  <a:pt x="1636078" y="389769"/>
                </a:moveTo>
                <a:lnTo>
                  <a:pt x="1626083" y="393860"/>
                </a:lnTo>
                <a:lnTo>
                  <a:pt x="1592519" y="406818"/>
                </a:lnTo>
                <a:lnTo>
                  <a:pt x="1577664" y="412295"/>
                </a:lnTo>
                <a:lnTo>
                  <a:pt x="1575737" y="411907"/>
                </a:lnTo>
                <a:lnTo>
                  <a:pt x="1572750" y="411305"/>
                </a:lnTo>
                <a:lnTo>
                  <a:pt x="1569886" y="410916"/>
                </a:lnTo>
                <a:lnTo>
                  <a:pt x="1527020" y="425535"/>
                </a:lnTo>
                <a:moveTo>
                  <a:pt x="1531103" y="394309"/>
                </a:moveTo>
                <a:lnTo>
                  <a:pt x="1531202" y="394469"/>
                </a:lnTo>
                <a:lnTo>
                  <a:pt x="1531667" y="396968"/>
                </a:lnTo>
                <a:lnTo>
                  <a:pt x="1532269" y="401470"/>
                </a:lnTo>
                <a:lnTo>
                  <a:pt x="1530265" y="406726"/>
                </a:lnTo>
                <a:lnTo>
                  <a:pt x="1522533" y="420210"/>
                </a:lnTo>
                <a:moveTo>
                  <a:pt x="1245151" y="539316"/>
                </a:moveTo>
                <a:lnTo>
                  <a:pt x="1231355" y="504357"/>
                </a:lnTo>
                <a:moveTo>
                  <a:pt x="1444404" y="218900"/>
                </a:moveTo>
                <a:lnTo>
                  <a:pt x="1438272" y="255390"/>
                </a:lnTo>
                <a:lnTo>
                  <a:pt x="1432802" y="288428"/>
                </a:lnTo>
                <a:lnTo>
                  <a:pt x="1432574" y="290173"/>
                </a:lnTo>
                <a:moveTo>
                  <a:pt x="1141091" y="856814"/>
                </a:moveTo>
                <a:lnTo>
                  <a:pt x="1151443" y="887545"/>
                </a:lnTo>
                <a:moveTo>
                  <a:pt x="1124019" y="806338"/>
                </a:moveTo>
                <a:lnTo>
                  <a:pt x="1138508" y="849166"/>
                </a:lnTo>
                <a:moveTo>
                  <a:pt x="1107960" y="753721"/>
                </a:moveTo>
                <a:lnTo>
                  <a:pt x="1121406" y="798217"/>
                </a:lnTo>
                <a:moveTo>
                  <a:pt x="1091574" y="697943"/>
                </a:moveTo>
                <a:lnTo>
                  <a:pt x="1105530" y="745540"/>
                </a:lnTo>
                <a:moveTo>
                  <a:pt x="1090683" y="694698"/>
                </a:moveTo>
                <a:lnTo>
                  <a:pt x="1091513" y="697714"/>
                </a:lnTo>
                <a:moveTo>
                  <a:pt x="1425763" y="128102"/>
                </a:moveTo>
                <a:lnTo>
                  <a:pt x="1425161" y="131233"/>
                </a:lnTo>
                <a:lnTo>
                  <a:pt x="1424948" y="132932"/>
                </a:lnTo>
                <a:lnTo>
                  <a:pt x="1424796" y="135286"/>
                </a:lnTo>
                <a:lnTo>
                  <a:pt x="1424933" y="138646"/>
                </a:lnTo>
                <a:lnTo>
                  <a:pt x="1425253" y="141350"/>
                </a:lnTo>
                <a:lnTo>
                  <a:pt x="1425862" y="144077"/>
                </a:lnTo>
                <a:lnTo>
                  <a:pt x="1426662" y="146690"/>
                </a:lnTo>
                <a:lnTo>
                  <a:pt x="1438790" y="183957"/>
                </a:lnTo>
                <a:lnTo>
                  <a:pt x="1442957" y="196755"/>
                </a:lnTo>
                <a:lnTo>
                  <a:pt x="1443444" y="198613"/>
                </a:lnTo>
                <a:lnTo>
                  <a:pt x="1443901" y="200952"/>
                </a:lnTo>
                <a:lnTo>
                  <a:pt x="1444229" y="203131"/>
                </a:lnTo>
                <a:lnTo>
                  <a:pt x="1444915" y="208821"/>
                </a:lnTo>
                <a:lnTo>
                  <a:pt x="1444976" y="210147"/>
                </a:lnTo>
                <a:moveTo>
                  <a:pt x="392542" y="1019486"/>
                </a:moveTo>
                <a:lnTo>
                  <a:pt x="389579" y="1020499"/>
                </a:lnTo>
                <a:lnTo>
                  <a:pt x="387606" y="1021177"/>
                </a:lnTo>
                <a:moveTo>
                  <a:pt x="870640" y="819364"/>
                </a:moveTo>
                <a:lnTo>
                  <a:pt x="864721" y="822183"/>
                </a:lnTo>
                <a:lnTo>
                  <a:pt x="833023" y="839102"/>
                </a:lnTo>
                <a:lnTo>
                  <a:pt x="759648" y="877047"/>
                </a:lnTo>
                <a:lnTo>
                  <a:pt x="688931" y="912783"/>
                </a:lnTo>
                <a:lnTo>
                  <a:pt x="652959" y="928704"/>
                </a:lnTo>
                <a:lnTo>
                  <a:pt x="603489" y="948510"/>
                </a:lnTo>
                <a:lnTo>
                  <a:pt x="546789" y="968477"/>
                </a:lnTo>
                <a:lnTo>
                  <a:pt x="542500" y="970084"/>
                </a:lnTo>
                <a:lnTo>
                  <a:pt x="538859" y="971296"/>
                </a:lnTo>
                <a:lnTo>
                  <a:pt x="427135" y="1008357"/>
                </a:lnTo>
                <a:lnTo>
                  <a:pt x="405051" y="1015746"/>
                </a:lnTo>
                <a:moveTo>
                  <a:pt x="519197" y="818565"/>
                </a:moveTo>
                <a:lnTo>
                  <a:pt x="523052" y="771699"/>
                </a:lnTo>
                <a:moveTo>
                  <a:pt x="697204" y="553622"/>
                </a:moveTo>
                <a:lnTo>
                  <a:pt x="697791" y="559503"/>
                </a:lnTo>
                <a:lnTo>
                  <a:pt x="698240" y="566839"/>
                </a:lnTo>
                <a:moveTo>
                  <a:pt x="972492" y="677146"/>
                </a:moveTo>
                <a:lnTo>
                  <a:pt x="971440" y="673093"/>
                </a:lnTo>
                <a:lnTo>
                  <a:pt x="967982" y="661103"/>
                </a:lnTo>
                <a:lnTo>
                  <a:pt x="952007" y="603557"/>
                </a:lnTo>
                <a:lnTo>
                  <a:pt x="950788" y="599215"/>
                </a:lnTo>
                <a:moveTo>
                  <a:pt x="571341" y="448541"/>
                </a:moveTo>
                <a:lnTo>
                  <a:pt x="565674" y="480711"/>
                </a:lnTo>
                <a:moveTo>
                  <a:pt x="1017087" y="439247"/>
                </a:moveTo>
                <a:lnTo>
                  <a:pt x="1018123" y="442058"/>
                </a:lnTo>
                <a:moveTo>
                  <a:pt x="1016553" y="433884"/>
                </a:moveTo>
                <a:lnTo>
                  <a:pt x="1016515" y="434029"/>
                </a:lnTo>
                <a:moveTo>
                  <a:pt x="813156" y="340984"/>
                </a:moveTo>
                <a:lnTo>
                  <a:pt x="822914" y="377664"/>
                </a:lnTo>
                <a:lnTo>
                  <a:pt x="823653" y="381016"/>
                </a:lnTo>
                <a:lnTo>
                  <a:pt x="824644" y="385495"/>
                </a:lnTo>
                <a:moveTo>
                  <a:pt x="796633" y="279279"/>
                </a:moveTo>
                <a:lnTo>
                  <a:pt x="798012" y="283530"/>
                </a:lnTo>
                <a:lnTo>
                  <a:pt x="810764" y="331934"/>
                </a:lnTo>
                <a:moveTo>
                  <a:pt x="984535" y="341952"/>
                </a:moveTo>
                <a:lnTo>
                  <a:pt x="984665" y="343132"/>
                </a:lnTo>
                <a:lnTo>
                  <a:pt x="986859" y="350004"/>
                </a:lnTo>
                <a:lnTo>
                  <a:pt x="989457" y="358124"/>
                </a:lnTo>
                <a:lnTo>
                  <a:pt x="990515" y="360417"/>
                </a:lnTo>
                <a:moveTo>
                  <a:pt x="564021" y="489129"/>
                </a:moveTo>
                <a:lnTo>
                  <a:pt x="554643" y="532734"/>
                </a:lnTo>
                <a:moveTo>
                  <a:pt x="840778" y="499063"/>
                </a:moveTo>
                <a:lnTo>
                  <a:pt x="788512" y="517353"/>
                </a:lnTo>
                <a:moveTo>
                  <a:pt x="850133" y="495741"/>
                </a:moveTo>
                <a:lnTo>
                  <a:pt x="845052" y="497539"/>
                </a:lnTo>
                <a:moveTo>
                  <a:pt x="918321" y="471646"/>
                </a:moveTo>
                <a:lnTo>
                  <a:pt x="914824" y="473078"/>
                </a:lnTo>
                <a:lnTo>
                  <a:pt x="866603" y="489906"/>
                </a:lnTo>
                <a:moveTo>
                  <a:pt x="931370" y="523699"/>
                </a:moveTo>
                <a:lnTo>
                  <a:pt x="945235" y="572621"/>
                </a:lnTo>
                <a:lnTo>
                  <a:pt x="947573" y="579089"/>
                </a:lnTo>
                <a:moveTo>
                  <a:pt x="784360" y="525779"/>
                </a:moveTo>
                <a:lnTo>
                  <a:pt x="785876" y="530380"/>
                </a:lnTo>
                <a:lnTo>
                  <a:pt x="787133" y="534768"/>
                </a:lnTo>
                <a:lnTo>
                  <a:pt x="787773" y="537030"/>
                </a:lnTo>
                <a:moveTo>
                  <a:pt x="1884048" y="905698"/>
                </a:moveTo>
                <a:lnTo>
                  <a:pt x="1887613" y="912546"/>
                </a:lnTo>
                <a:lnTo>
                  <a:pt x="1890241" y="917909"/>
                </a:lnTo>
                <a:lnTo>
                  <a:pt x="1893974" y="925512"/>
                </a:lnTo>
                <a:lnTo>
                  <a:pt x="1896244" y="930113"/>
                </a:lnTo>
                <a:lnTo>
                  <a:pt x="1904357" y="946416"/>
                </a:lnTo>
                <a:moveTo>
                  <a:pt x="1864569" y="866999"/>
                </a:moveTo>
                <a:lnTo>
                  <a:pt x="1866047" y="869947"/>
                </a:lnTo>
                <a:lnTo>
                  <a:pt x="1878601" y="894972"/>
                </a:lnTo>
                <a:lnTo>
                  <a:pt x="1880140" y="898042"/>
                </a:lnTo>
                <a:moveTo>
                  <a:pt x="1006841" y="1092054"/>
                </a:moveTo>
                <a:lnTo>
                  <a:pt x="999535" y="1078944"/>
                </a:lnTo>
                <a:lnTo>
                  <a:pt x="991452" y="1065742"/>
                </a:lnTo>
                <a:moveTo>
                  <a:pt x="1024758" y="1124590"/>
                </a:moveTo>
                <a:lnTo>
                  <a:pt x="1018374" y="1112920"/>
                </a:lnTo>
                <a:lnTo>
                  <a:pt x="1011129" y="1099779"/>
                </a:lnTo>
                <a:moveTo>
                  <a:pt x="1038950" y="1152296"/>
                </a:moveTo>
                <a:lnTo>
                  <a:pt x="1035979" y="1145433"/>
                </a:lnTo>
                <a:lnTo>
                  <a:pt x="1029359" y="1133077"/>
                </a:lnTo>
                <a:moveTo>
                  <a:pt x="1053226" y="1191422"/>
                </a:moveTo>
                <a:lnTo>
                  <a:pt x="1052754" y="1189464"/>
                </a:lnTo>
                <a:lnTo>
                  <a:pt x="1051367" y="1185366"/>
                </a:lnTo>
                <a:lnTo>
                  <a:pt x="1049051" y="1179104"/>
                </a:lnTo>
                <a:lnTo>
                  <a:pt x="1045821" y="1170282"/>
                </a:lnTo>
                <a:lnTo>
                  <a:pt x="1042416" y="1160981"/>
                </a:lnTo>
                <a:moveTo>
                  <a:pt x="1063457" y="1234394"/>
                </a:moveTo>
                <a:lnTo>
                  <a:pt x="1055207" y="1199710"/>
                </a:lnTo>
                <a:moveTo>
                  <a:pt x="883865" y="854041"/>
                </a:moveTo>
                <a:lnTo>
                  <a:pt x="883469" y="852586"/>
                </a:lnTo>
                <a:lnTo>
                  <a:pt x="875958" y="827912"/>
                </a:lnTo>
                <a:lnTo>
                  <a:pt x="875127" y="825169"/>
                </a:lnTo>
                <a:moveTo>
                  <a:pt x="908814" y="906071"/>
                </a:moveTo>
                <a:lnTo>
                  <a:pt x="906216" y="901036"/>
                </a:lnTo>
                <a:lnTo>
                  <a:pt x="890866" y="871227"/>
                </a:lnTo>
                <a:lnTo>
                  <a:pt x="887613" y="864318"/>
                </a:lnTo>
                <a:lnTo>
                  <a:pt x="886806" y="862459"/>
                </a:lnTo>
                <a:moveTo>
                  <a:pt x="936078" y="957149"/>
                </a:moveTo>
                <a:lnTo>
                  <a:pt x="929001" y="944572"/>
                </a:lnTo>
                <a:lnTo>
                  <a:pt x="912760" y="913666"/>
                </a:lnTo>
                <a:moveTo>
                  <a:pt x="1193045" y="599718"/>
                </a:moveTo>
                <a:lnTo>
                  <a:pt x="1194522" y="599246"/>
                </a:lnTo>
                <a:lnTo>
                  <a:pt x="1226479" y="584398"/>
                </a:lnTo>
                <a:lnTo>
                  <a:pt x="1228049" y="583286"/>
                </a:lnTo>
                <a:lnTo>
                  <a:pt x="1228308" y="583035"/>
                </a:lnTo>
                <a:moveTo>
                  <a:pt x="427401" y="551032"/>
                </a:moveTo>
                <a:lnTo>
                  <a:pt x="425748" y="559572"/>
                </a:lnTo>
                <a:moveTo>
                  <a:pt x="433221" y="520142"/>
                </a:moveTo>
                <a:lnTo>
                  <a:pt x="429001" y="542622"/>
                </a:lnTo>
                <a:moveTo>
                  <a:pt x="443475" y="465628"/>
                </a:moveTo>
                <a:lnTo>
                  <a:pt x="440192" y="483096"/>
                </a:lnTo>
                <a:lnTo>
                  <a:pt x="434776" y="511869"/>
                </a:lnTo>
                <a:moveTo>
                  <a:pt x="450506" y="428826"/>
                </a:moveTo>
                <a:lnTo>
                  <a:pt x="448404" y="438996"/>
                </a:lnTo>
                <a:lnTo>
                  <a:pt x="445037" y="457256"/>
                </a:lnTo>
                <a:moveTo>
                  <a:pt x="2638584" y="1805736"/>
                </a:moveTo>
                <a:lnTo>
                  <a:pt x="2619074" y="1825443"/>
                </a:lnTo>
                <a:moveTo>
                  <a:pt x="2645272" y="1798979"/>
                </a:moveTo>
                <a:lnTo>
                  <a:pt x="2645166" y="1799085"/>
                </a:lnTo>
                <a:moveTo>
                  <a:pt x="1436177" y="661644"/>
                </a:moveTo>
                <a:lnTo>
                  <a:pt x="1434013" y="662436"/>
                </a:lnTo>
                <a:lnTo>
                  <a:pt x="1415251" y="670724"/>
                </a:lnTo>
                <a:lnTo>
                  <a:pt x="1407534" y="673665"/>
                </a:lnTo>
                <a:lnTo>
                  <a:pt x="1403618" y="675249"/>
                </a:lnTo>
                <a:moveTo>
                  <a:pt x="1439658" y="321010"/>
                </a:moveTo>
                <a:lnTo>
                  <a:pt x="1441068" y="325040"/>
                </a:lnTo>
                <a:moveTo>
                  <a:pt x="1698430" y="499055"/>
                </a:moveTo>
                <a:lnTo>
                  <a:pt x="1701363" y="506871"/>
                </a:lnTo>
                <a:lnTo>
                  <a:pt x="1705781" y="518656"/>
                </a:lnTo>
                <a:lnTo>
                  <a:pt x="1713133" y="537876"/>
                </a:lnTo>
                <a:moveTo>
                  <a:pt x="1676506" y="440870"/>
                </a:moveTo>
                <a:lnTo>
                  <a:pt x="1684398" y="461811"/>
                </a:lnTo>
                <a:lnTo>
                  <a:pt x="1691544" y="480788"/>
                </a:lnTo>
                <a:lnTo>
                  <a:pt x="1694560" y="488786"/>
                </a:lnTo>
                <a:moveTo>
                  <a:pt x="1716256" y="545677"/>
                </a:moveTo>
                <a:lnTo>
                  <a:pt x="1721718" y="558711"/>
                </a:lnTo>
                <a:lnTo>
                  <a:pt x="1729930" y="577565"/>
                </a:lnTo>
                <a:lnTo>
                  <a:pt x="1733747" y="585770"/>
                </a:lnTo>
                <a:moveTo>
                  <a:pt x="2427393" y="1588405"/>
                </a:moveTo>
                <a:lnTo>
                  <a:pt x="2427507" y="1588504"/>
                </a:lnTo>
                <a:moveTo>
                  <a:pt x="2424719" y="1585636"/>
                </a:moveTo>
                <a:lnTo>
                  <a:pt x="2427805" y="1588767"/>
                </a:lnTo>
                <a:moveTo>
                  <a:pt x="2561498" y="1469619"/>
                </a:moveTo>
                <a:lnTo>
                  <a:pt x="2554056" y="1476735"/>
                </a:lnTo>
                <a:lnTo>
                  <a:pt x="2482059" y="1545402"/>
                </a:lnTo>
                <a:moveTo>
                  <a:pt x="2680924" y="1356722"/>
                </a:moveTo>
                <a:lnTo>
                  <a:pt x="2669170" y="1367235"/>
                </a:lnTo>
                <a:lnTo>
                  <a:pt x="2569452" y="1462032"/>
                </a:lnTo>
                <a:moveTo>
                  <a:pt x="2690972" y="1351637"/>
                </a:moveTo>
                <a:lnTo>
                  <a:pt x="2699081" y="1343757"/>
                </a:lnTo>
                <a:lnTo>
                  <a:pt x="2705069" y="1337506"/>
                </a:lnTo>
                <a:moveTo>
                  <a:pt x="417879" y="698103"/>
                </a:moveTo>
                <a:lnTo>
                  <a:pt x="417582" y="712303"/>
                </a:lnTo>
                <a:moveTo>
                  <a:pt x="419601" y="739552"/>
                </a:moveTo>
                <a:lnTo>
                  <a:pt x="419646" y="738394"/>
                </a:lnTo>
                <a:lnTo>
                  <a:pt x="419860" y="720233"/>
                </a:lnTo>
                <a:lnTo>
                  <a:pt x="419860" y="714999"/>
                </a:lnTo>
                <a:moveTo>
                  <a:pt x="419517" y="745242"/>
                </a:moveTo>
                <a:lnTo>
                  <a:pt x="419646" y="741159"/>
                </a:lnTo>
                <a:moveTo>
                  <a:pt x="1056623" y="557934"/>
                </a:moveTo>
                <a:lnTo>
                  <a:pt x="1062725" y="555839"/>
                </a:lnTo>
                <a:lnTo>
                  <a:pt x="1065894" y="554689"/>
                </a:lnTo>
                <a:lnTo>
                  <a:pt x="1126030" y="533907"/>
                </a:lnTo>
                <a:lnTo>
                  <a:pt x="1127386" y="533458"/>
                </a:lnTo>
                <a:moveTo>
                  <a:pt x="2653340" y="419616"/>
                </a:moveTo>
                <a:lnTo>
                  <a:pt x="2653324" y="419471"/>
                </a:lnTo>
                <a:moveTo>
                  <a:pt x="2090249" y="592222"/>
                </a:moveTo>
                <a:lnTo>
                  <a:pt x="2129084" y="575257"/>
                </a:lnTo>
                <a:moveTo>
                  <a:pt x="1984916" y="638760"/>
                </a:moveTo>
                <a:lnTo>
                  <a:pt x="1990713" y="636200"/>
                </a:lnTo>
                <a:lnTo>
                  <a:pt x="2082783" y="595498"/>
                </a:lnTo>
                <a:lnTo>
                  <a:pt x="2082897" y="595444"/>
                </a:lnTo>
                <a:moveTo>
                  <a:pt x="1865247" y="691879"/>
                </a:moveTo>
                <a:lnTo>
                  <a:pt x="1882989" y="683560"/>
                </a:lnTo>
                <a:lnTo>
                  <a:pt x="1974876" y="643186"/>
                </a:lnTo>
                <a:moveTo>
                  <a:pt x="2343764" y="886257"/>
                </a:moveTo>
                <a:lnTo>
                  <a:pt x="2334684" y="864120"/>
                </a:lnTo>
                <a:lnTo>
                  <a:pt x="2329275" y="851344"/>
                </a:lnTo>
                <a:moveTo>
                  <a:pt x="2359754" y="924948"/>
                </a:moveTo>
                <a:lnTo>
                  <a:pt x="2359434" y="924232"/>
                </a:lnTo>
                <a:lnTo>
                  <a:pt x="2350056" y="901424"/>
                </a:lnTo>
                <a:lnTo>
                  <a:pt x="2349470" y="900030"/>
                </a:lnTo>
                <a:moveTo>
                  <a:pt x="2425039" y="1003542"/>
                </a:moveTo>
                <a:lnTo>
                  <a:pt x="2410276" y="988481"/>
                </a:lnTo>
                <a:lnTo>
                  <a:pt x="2395497" y="973528"/>
                </a:lnTo>
                <a:moveTo>
                  <a:pt x="2451915" y="1030540"/>
                </a:moveTo>
                <a:lnTo>
                  <a:pt x="2450125" y="1028742"/>
                </a:lnTo>
                <a:lnTo>
                  <a:pt x="2430966" y="1009530"/>
                </a:lnTo>
                <a:moveTo>
                  <a:pt x="2478235" y="1056372"/>
                </a:moveTo>
                <a:lnTo>
                  <a:pt x="2464828" y="1043109"/>
                </a:lnTo>
                <a:lnTo>
                  <a:pt x="2459350" y="1037853"/>
                </a:lnTo>
                <a:moveTo>
                  <a:pt x="2484383" y="1062581"/>
                </a:moveTo>
                <a:lnTo>
                  <a:pt x="2481252" y="1059358"/>
                </a:lnTo>
                <a:lnTo>
                  <a:pt x="2478235" y="1056372"/>
                </a:lnTo>
                <a:moveTo>
                  <a:pt x="1821474" y="196366"/>
                </a:moveTo>
                <a:lnTo>
                  <a:pt x="1768256" y="167868"/>
                </a:lnTo>
                <a:moveTo>
                  <a:pt x="1926289" y="284025"/>
                </a:moveTo>
                <a:lnTo>
                  <a:pt x="1924697" y="281831"/>
                </a:lnTo>
                <a:lnTo>
                  <a:pt x="1916759" y="270321"/>
                </a:lnTo>
                <a:lnTo>
                  <a:pt x="1913323" y="265956"/>
                </a:lnTo>
                <a:moveTo>
                  <a:pt x="2540984" y="1518884"/>
                </a:moveTo>
                <a:lnTo>
                  <a:pt x="2569337" y="1491628"/>
                </a:lnTo>
                <a:lnTo>
                  <a:pt x="2576338" y="1485267"/>
                </a:lnTo>
                <a:moveTo>
                  <a:pt x="2498148" y="1559114"/>
                </a:moveTo>
                <a:lnTo>
                  <a:pt x="2534805" y="1524750"/>
                </a:lnTo>
                <a:moveTo>
                  <a:pt x="2455968" y="1599916"/>
                </a:moveTo>
                <a:lnTo>
                  <a:pt x="2490187" y="1566709"/>
                </a:lnTo>
                <a:moveTo>
                  <a:pt x="1767524" y="2426837"/>
                </a:moveTo>
                <a:lnTo>
                  <a:pt x="1863563" y="2475614"/>
                </a:lnTo>
                <a:lnTo>
                  <a:pt x="1864173" y="2477260"/>
                </a:lnTo>
                <a:lnTo>
                  <a:pt x="1865407" y="2480376"/>
                </a:lnTo>
                <a:lnTo>
                  <a:pt x="1865681" y="2480977"/>
                </a:lnTo>
                <a:moveTo>
                  <a:pt x="1728437" y="2480604"/>
                </a:moveTo>
                <a:lnTo>
                  <a:pt x="1708181" y="2469992"/>
                </a:lnTo>
                <a:lnTo>
                  <a:pt x="1665049" y="2447405"/>
                </a:lnTo>
                <a:lnTo>
                  <a:pt x="1659061" y="2458703"/>
                </a:lnTo>
                <a:lnTo>
                  <a:pt x="1658109" y="2465787"/>
                </a:lnTo>
                <a:lnTo>
                  <a:pt x="1697135" y="2553507"/>
                </a:lnTo>
                <a:lnTo>
                  <a:pt x="1706147" y="2573763"/>
                </a:lnTo>
                <a:lnTo>
                  <a:pt x="1706772" y="2575173"/>
                </a:lnTo>
                <a:lnTo>
                  <a:pt x="1707198" y="2576140"/>
                </a:lnTo>
                <a:moveTo>
                  <a:pt x="1759625" y="2427637"/>
                </a:moveTo>
                <a:lnTo>
                  <a:pt x="1734150" y="2478753"/>
                </a:lnTo>
                <a:moveTo>
                  <a:pt x="1085358" y="1812348"/>
                </a:moveTo>
                <a:lnTo>
                  <a:pt x="1085472" y="1812455"/>
                </a:lnTo>
                <a:moveTo>
                  <a:pt x="1882638" y="2234546"/>
                </a:moveTo>
                <a:lnTo>
                  <a:pt x="1850041" y="2217216"/>
                </a:lnTo>
                <a:lnTo>
                  <a:pt x="1846552" y="2223455"/>
                </a:lnTo>
                <a:lnTo>
                  <a:pt x="1843749" y="2229359"/>
                </a:lnTo>
                <a:lnTo>
                  <a:pt x="1845196" y="2230098"/>
                </a:lnTo>
                <a:lnTo>
                  <a:pt x="1876872" y="2246171"/>
                </a:lnTo>
                <a:moveTo>
                  <a:pt x="1899420" y="2243040"/>
                </a:moveTo>
                <a:lnTo>
                  <a:pt x="1892305" y="2239513"/>
                </a:lnTo>
                <a:moveTo>
                  <a:pt x="1971585" y="2284261"/>
                </a:moveTo>
                <a:lnTo>
                  <a:pt x="1970244" y="2279149"/>
                </a:lnTo>
                <a:lnTo>
                  <a:pt x="1951077" y="2269109"/>
                </a:lnTo>
                <a:lnTo>
                  <a:pt x="1949264" y="2268233"/>
                </a:lnTo>
                <a:lnTo>
                  <a:pt x="1909202" y="2247939"/>
                </a:lnTo>
                <a:moveTo>
                  <a:pt x="1878738" y="2252113"/>
                </a:moveTo>
                <a:lnTo>
                  <a:pt x="1878167" y="2253066"/>
                </a:lnTo>
                <a:lnTo>
                  <a:pt x="1866275" y="2275569"/>
                </a:lnTo>
                <a:lnTo>
                  <a:pt x="1849874" y="2306581"/>
                </a:lnTo>
                <a:moveTo>
                  <a:pt x="1883522" y="2242279"/>
                </a:moveTo>
                <a:lnTo>
                  <a:pt x="1883461" y="2242416"/>
                </a:lnTo>
                <a:moveTo>
                  <a:pt x="1614588" y="1277085"/>
                </a:moveTo>
                <a:lnTo>
                  <a:pt x="1614527" y="1277123"/>
                </a:lnTo>
                <a:moveTo>
                  <a:pt x="2640260" y="1797966"/>
                </a:moveTo>
                <a:lnTo>
                  <a:pt x="2588054" y="1746499"/>
                </a:lnTo>
                <a:lnTo>
                  <a:pt x="2588352" y="1745958"/>
                </a:lnTo>
                <a:moveTo>
                  <a:pt x="2688161" y="1841608"/>
                </a:moveTo>
                <a:lnTo>
                  <a:pt x="2687255" y="1841822"/>
                </a:lnTo>
                <a:lnTo>
                  <a:pt x="2648220" y="1805583"/>
                </a:lnTo>
                <a:moveTo>
                  <a:pt x="1555877" y="544397"/>
                </a:moveTo>
                <a:lnTo>
                  <a:pt x="1559251" y="542203"/>
                </a:lnTo>
                <a:lnTo>
                  <a:pt x="1605484" y="527272"/>
                </a:lnTo>
                <a:lnTo>
                  <a:pt x="1630936" y="518039"/>
                </a:lnTo>
                <a:lnTo>
                  <a:pt x="1692884" y="496503"/>
                </a:lnTo>
                <a:moveTo>
                  <a:pt x="2423135" y="2516606"/>
                </a:moveTo>
                <a:lnTo>
                  <a:pt x="2418153" y="2519234"/>
                </a:lnTo>
                <a:lnTo>
                  <a:pt x="2415121" y="2521200"/>
                </a:lnTo>
                <a:lnTo>
                  <a:pt x="2412447" y="2522853"/>
                </a:lnTo>
                <a:moveTo>
                  <a:pt x="1591818" y="1940153"/>
                </a:moveTo>
                <a:lnTo>
                  <a:pt x="1591688" y="1940176"/>
                </a:lnTo>
                <a:moveTo>
                  <a:pt x="841182" y="1152030"/>
                </a:moveTo>
                <a:lnTo>
                  <a:pt x="840176" y="1151908"/>
                </a:lnTo>
                <a:lnTo>
                  <a:pt x="837739" y="1152106"/>
                </a:lnTo>
                <a:lnTo>
                  <a:pt x="816744" y="1159191"/>
                </a:lnTo>
                <a:moveTo>
                  <a:pt x="490371" y="235096"/>
                </a:moveTo>
                <a:lnTo>
                  <a:pt x="501836" y="174038"/>
                </a:lnTo>
                <a:moveTo>
                  <a:pt x="484840" y="251291"/>
                </a:moveTo>
                <a:lnTo>
                  <a:pt x="484566" y="252769"/>
                </a:lnTo>
                <a:lnTo>
                  <a:pt x="481039" y="272873"/>
                </a:lnTo>
                <a:moveTo>
                  <a:pt x="1865803" y="1158970"/>
                </a:moveTo>
                <a:lnTo>
                  <a:pt x="1868477" y="1153896"/>
                </a:lnTo>
                <a:lnTo>
                  <a:pt x="1899885" y="1091666"/>
                </a:lnTo>
                <a:lnTo>
                  <a:pt x="1901157" y="1089137"/>
                </a:lnTo>
                <a:moveTo>
                  <a:pt x="1832825" y="1194134"/>
                </a:moveTo>
                <a:lnTo>
                  <a:pt x="1854094" y="1174670"/>
                </a:lnTo>
                <a:moveTo>
                  <a:pt x="527485" y="767654"/>
                </a:moveTo>
                <a:lnTo>
                  <a:pt x="750537" y="781580"/>
                </a:lnTo>
                <a:lnTo>
                  <a:pt x="777687" y="783393"/>
                </a:lnTo>
                <a:moveTo>
                  <a:pt x="2627210" y="1458170"/>
                </a:moveTo>
                <a:lnTo>
                  <a:pt x="2624955" y="1458033"/>
                </a:lnTo>
                <a:moveTo>
                  <a:pt x="2585144" y="1477283"/>
                </a:moveTo>
                <a:lnTo>
                  <a:pt x="2587940" y="1474762"/>
                </a:lnTo>
                <a:lnTo>
                  <a:pt x="2611990" y="1451656"/>
                </a:lnTo>
                <a:moveTo>
                  <a:pt x="1625977" y="1996335"/>
                </a:moveTo>
                <a:lnTo>
                  <a:pt x="1627325" y="1999527"/>
                </a:lnTo>
                <a:lnTo>
                  <a:pt x="1630258" y="2006802"/>
                </a:lnTo>
                <a:lnTo>
                  <a:pt x="1636695" y="2022617"/>
                </a:lnTo>
                <a:lnTo>
                  <a:pt x="1639209" y="2028658"/>
                </a:lnTo>
                <a:lnTo>
                  <a:pt x="1640115" y="2031126"/>
                </a:lnTo>
                <a:lnTo>
                  <a:pt x="1641075" y="2033968"/>
                </a:lnTo>
                <a:lnTo>
                  <a:pt x="1643696" y="2042637"/>
                </a:lnTo>
                <a:lnTo>
                  <a:pt x="1645699" y="2050201"/>
                </a:lnTo>
                <a:lnTo>
                  <a:pt x="1647109" y="2056158"/>
                </a:lnTo>
                <a:lnTo>
                  <a:pt x="1647779" y="2059000"/>
                </a:lnTo>
                <a:lnTo>
                  <a:pt x="1648365" y="2062108"/>
                </a:lnTo>
                <a:lnTo>
                  <a:pt x="1648731" y="2064294"/>
                </a:lnTo>
                <a:lnTo>
                  <a:pt x="1649013" y="2066679"/>
                </a:lnTo>
                <a:lnTo>
                  <a:pt x="1649242" y="2069337"/>
                </a:lnTo>
                <a:lnTo>
                  <a:pt x="1649501" y="2073786"/>
                </a:lnTo>
                <a:lnTo>
                  <a:pt x="1649584" y="2075508"/>
                </a:lnTo>
                <a:lnTo>
                  <a:pt x="1649501" y="2077679"/>
                </a:lnTo>
                <a:lnTo>
                  <a:pt x="1649363" y="2080482"/>
                </a:lnTo>
                <a:lnTo>
                  <a:pt x="1648937" y="2084847"/>
                </a:lnTo>
                <a:lnTo>
                  <a:pt x="1648701" y="2086501"/>
                </a:lnTo>
                <a:lnTo>
                  <a:pt x="1648221" y="2089510"/>
                </a:lnTo>
                <a:lnTo>
                  <a:pt x="1647413" y="2093402"/>
                </a:lnTo>
                <a:lnTo>
                  <a:pt x="1645913" y="2099428"/>
                </a:lnTo>
                <a:lnTo>
                  <a:pt x="1643475" y="2107297"/>
                </a:lnTo>
                <a:lnTo>
                  <a:pt x="1641243" y="2113833"/>
                </a:lnTo>
                <a:lnTo>
                  <a:pt x="1639773" y="2117673"/>
                </a:lnTo>
                <a:lnTo>
                  <a:pt x="1634524" y="2131431"/>
                </a:lnTo>
                <a:lnTo>
                  <a:pt x="1633434" y="2133869"/>
                </a:lnTo>
                <a:lnTo>
                  <a:pt x="1632170" y="2136718"/>
                </a:lnTo>
                <a:lnTo>
                  <a:pt x="1630646" y="2140054"/>
                </a:lnTo>
                <a:lnTo>
                  <a:pt x="1629945" y="2141585"/>
                </a:lnTo>
                <a:lnTo>
                  <a:pt x="1627218" y="2147055"/>
                </a:lnTo>
                <a:lnTo>
                  <a:pt x="1626487" y="2148426"/>
                </a:lnTo>
                <a:lnTo>
                  <a:pt x="1624034" y="2153134"/>
                </a:lnTo>
                <a:lnTo>
                  <a:pt x="1620476" y="2159343"/>
                </a:lnTo>
                <a:lnTo>
                  <a:pt x="1616043" y="2167220"/>
                </a:lnTo>
                <a:lnTo>
                  <a:pt x="1611434" y="2174160"/>
                </a:lnTo>
                <a:lnTo>
                  <a:pt x="1608547" y="2177923"/>
                </a:lnTo>
                <a:lnTo>
                  <a:pt x="1604639" y="2182455"/>
                </a:lnTo>
                <a:lnTo>
                  <a:pt x="1597516" y="2190652"/>
                </a:lnTo>
                <a:lnTo>
                  <a:pt x="1584345" y="2204776"/>
                </a:lnTo>
                <a:lnTo>
                  <a:pt x="1577633" y="2211464"/>
                </a:lnTo>
                <a:lnTo>
                  <a:pt x="1570396" y="2218092"/>
                </a:lnTo>
                <a:lnTo>
                  <a:pt x="1567639" y="2220354"/>
                </a:lnTo>
                <a:lnTo>
                  <a:pt x="1553934" y="2231659"/>
                </a:lnTo>
                <a:lnTo>
                  <a:pt x="1545212" y="2238150"/>
                </a:lnTo>
                <a:lnTo>
                  <a:pt x="1541129" y="2240763"/>
                </a:lnTo>
                <a:lnTo>
                  <a:pt x="1533328" y="2246065"/>
                </a:lnTo>
                <a:lnTo>
                  <a:pt x="1529504" y="2248282"/>
                </a:lnTo>
                <a:lnTo>
                  <a:pt x="1528315" y="2248952"/>
                </a:lnTo>
                <a:lnTo>
                  <a:pt x="1525375" y="2250582"/>
                </a:lnTo>
                <a:lnTo>
                  <a:pt x="1521947" y="2252289"/>
                </a:lnTo>
                <a:lnTo>
                  <a:pt x="1519844" y="2253271"/>
                </a:lnTo>
                <a:lnTo>
                  <a:pt x="1518138" y="2254056"/>
                </a:lnTo>
                <a:lnTo>
                  <a:pt x="1501714" y="2260501"/>
                </a:lnTo>
                <a:lnTo>
                  <a:pt x="1493502" y="2263723"/>
                </a:lnTo>
                <a:lnTo>
                  <a:pt x="1479454" y="2269109"/>
                </a:lnTo>
                <a:lnTo>
                  <a:pt x="1465361" y="2274510"/>
                </a:lnTo>
                <a:lnTo>
                  <a:pt x="1463822" y="2275112"/>
                </a:lnTo>
                <a:lnTo>
                  <a:pt x="1454582" y="2278761"/>
                </a:lnTo>
                <a:lnTo>
                  <a:pt x="1452053" y="2279751"/>
                </a:lnTo>
                <a:lnTo>
                  <a:pt x="1446339" y="2282158"/>
                </a:lnTo>
                <a:lnTo>
                  <a:pt x="1441113" y="2284619"/>
                </a:lnTo>
                <a:lnTo>
                  <a:pt x="1432795" y="2288862"/>
                </a:lnTo>
                <a:lnTo>
                  <a:pt x="1431172" y="2289761"/>
                </a:lnTo>
                <a:lnTo>
                  <a:pt x="1428658" y="2291147"/>
                </a:lnTo>
                <a:lnTo>
                  <a:pt x="1424354" y="2293730"/>
                </a:lnTo>
                <a:lnTo>
                  <a:pt x="1420987" y="2295901"/>
                </a:lnTo>
                <a:lnTo>
                  <a:pt x="1417772" y="2298042"/>
                </a:lnTo>
                <a:lnTo>
                  <a:pt x="1412120" y="2302163"/>
                </a:lnTo>
                <a:moveTo>
                  <a:pt x="457134" y="397623"/>
                </a:moveTo>
                <a:lnTo>
                  <a:pt x="456761" y="399230"/>
                </a:lnTo>
                <a:lnTo>
                  <a:pt x="453630" y="413819"/>
                </a:lnTo>
                <a:lnTo>
                  <a:pt x="453279" y="415312"/>
                </a:lnTo>
                <a:moveTo>
                  <a:pt x="1024979" y="454270"/>
                </a:moveTo>
                <a:lnTo>
                  <a:pt x="1020492" y="441441"/>
                </a:lnTo>
                <a:moveTo>
                  <a:pt x="1044785" y="508494"/>
                </a:moveTo>
                <a:lnTo>
                  <a:pt x="1028460" y="462482"/>
                </a:lnTo>
                <a:moveTo>
                  <a:pt x="2017254" y="1184871"/>
                </a:moveTo>
                <a:lnTo>
                  <a:pt x="2015266" y="1182288"/>
                </a:lnTo>
                <a:lnTo>
                  <a:pt x="1999702" y="1162017"/>
                </a:lnTo>
                <a:moveTo>
                  <a:pt x="1987148" y="1146057"/>
                </a:moveTo>
                <a:lnTo>
                  <a:pt x="1985602" y="1144176"/>
                </a:lnTo>
                <a:lnTo>
                  <a:pt x="1977854" y="1134714"/>
                </a:lnTo>
                <a:lnTo>
                  <a:pt x="1976727" y="1133328"/>
                </a:lnTo>
                <a:moveTo>
                  <a:pt x="1971440" y="1126853"/>
                </a:moveTo>
                <a:lnTo>
                  <a:pt x="1952243" y="1103253"/>
                </a:lnTo>
                <a:moveTo>
                  <a:pt x="1948480" y="1096785"/>
                </a:moveTo>
                <a:lnTo>
                  <a:pt x="1948396" y="1096198"/>
                </a:lnTo>
                <a:lnTo>
                  <a:pt x="1948754" y="1094698"/>
                </a:lnTo>
                <a:lnTo>
                  <a:pt x="1956517" y="1076377"/>
                </a:lnTo>
                <a:lnTo>
                  <a:pt x="1957454" y="1074183"/>
                </a:lnTo>
                <a:moveTo>
                  <a:pt x="1959777" y="1066298"/>
                </a:moveTo>
                <a:lnTo>
                  <a:pt x="1959602" y="1063076"/>
                </a:lnTo>
                <a:lnTo>
                  <a:pt x="1959046" y="1058863"/>
                </a:lnTo>
                <a:lnTo>
                  <a:pt x="1957895" y="1052944"/>
                </a:lnTo>
                <a:lnTo>
                  <a:pt x="1955892" y="1045052"/>
                </a:lnTo>
                <a:lnTo>
                  <a:pt x="1954719" y="1040390"/>
                </a:lnTo>
                <a:lnTo>
                  <a:pt x="1954551" y="1039841"/>
                </a:lnTo>
                <a:moveTo>
                  <a:pt x="1950719" y="1028986"/>
                </a:moveTo>
                <a:lnTo>
                  <a:pt x="1950102" y="1027455"/>
                </a:lnTo>
                <a:lnTo>
                  <a:pt x="1948365" y="1023958"/>
                </a:lnTo>
                <a:lnTo>
                  <a:pt x="1945699" y="1018603"/>
                </a:lnTo>
                <a:lnTo>
                  <a:pt x="1933259" y="994599"/>
                </a:lnTo>
                <a:moveTo>
                  <a:pt x="1754201" y="862824"/>
                </a:moveTo>
                <a:lnTo>
                  <a:pt x="1737876" y="824240"/>
                </a:lnTo>
                <a:moveTo>
                  <a:pt x="1850971" y="1015350"/>
                </a:moveTo>
                <a:lnTo>
                  <a:pt x="1866862" y="1006490"/>
                </a:lnTo>
                <a:moveTo>
                  <a:pt x="1197581" y="639948"/>
                </a:moveTo>
                <a:lnTo>
                  <a:pt x="1186965" y="644275"/>
                </a:lnTo>
                <a:lnTo>
                  <a:pt x="1109396" y="674274"/>
                </a:lnTo>
                <a:moveTo>
                  <a:pt x="1110954" y="678894"/>
                </a:moveTo>
                <a:lnTo>
                  <a:pt x="1189434" y="652426"/>
                </a:lnTo>
                <a:lnTo>
                  <a:pt x="1200666" y="648541"/>
                </a:lnTo>
                <a:moveTo>
                  <a:pt x="421353" y="487766"/>
                </a:moveTo>
                <a:lnTo>
                  <a:pt x="310185" y="469269"/>
                </a:lnTo>
                <a:moveTo>
                  <a:pt x="301828" y="467860"/>
                </a:moveTo>
                <a:lnTo>
                  <a:pt x="227683" y="455123"/>
                </a:lnTo>
                <a:lnTo>
                  <a:pt x="221086" y="455108"/>
                </a:lnTo>
                <a:moveTo>
                  <a:pt x="1711320" y="763624"/>
                </a:moveTo>
                <a:lnTo>
                  <a:pt x="1711259" y="763487"/>
                </a:lnTo>
                <a:moveTo>
                  <a:pt x="1899459" y="2167235"/>
                </a:moveTo>
                <a:lnTo>
                  <a:pt x="1899527" y="2167082"/>
                </a:lnTo>
                <a:moveTo>
                  <a:pt x="1903359" y="2159556"/>
                </a:moveTo>
                <a:lnTo>
                  <a:pt x="1911708" y="2142797"/>
                </a:lnTo>
                <a:lnTo>
                  <a:pt x="1911807" y="2139491"/>
                </a:lnTo>
                <a:lnTo>
                  <a:pt x="1910367" y="2136154"/>
                </a:lnTo>
                <a:lnTo>
                  <a:pt x="1907351" y="2130166"/>
                </a:lnTo>
                <a:moveTo>
                  <a:pt x="1345341" y="2248754"/>
                </a:moveTo>
                <a:lnTo>
                  <a:pt x="1345372" y="2248350"/>
                </a:lnTo>
                <a:lnTo>
                  <a:pt x="1345699" y="2244930"/>
                </a:lnTo>
                <a:lnTo>
                  <a:pt x="1346088" y="2243345"/>
                </a:lnTo>
                <a:lnTo>
                  <a:pt x="1346918" y="2241227"/>
                </a:lnTo>
                <a:lnTo>
                  <a:pt x="1347802" y="2239650"/>
                </a:lnTo>
                <a:lnTo>
                  <a:pt x="1348960" y="2238165"/>
                </a:lnTo>
                <a:lnTo>
                  <a:pt x="1350689" y="2236200"/>
                </a:lnTo>
                <a:lnTo>
                  <a:pt x="1351565" y="2235179"/>
                </a:lnTo>
                <a:moveTo>
                  <a:pt x="1351154" y="2235682"/>
                </a:moveTo>
                <a:lnTo>
                  <a:pt x="1351245" y="2235567"/>
                </a:lnTo>
                <a:moveTo>
                  <a:pt x="1336215" y="2235598"/>
                </a:moveTo>
                <a:lnTo>
                  <a:pt x="1344930" y="2233632"/>
                </a:lnTo>
                <a:lnTo>
                  <a:pt x="1349451" y="2232509"/>
                </a:lnTo>
                <a:moveTo>
                  <a:pt x="1349078" y="2232604"/>
                </a:moveTo>
                <a:lnTo>
                  <a:pt x="1349226" y="2232566"/>
                </a:lnTo>
                <a:moveTo>
                  <a:pt x="1475790" y="863518"/>
                </a:moveTo>
                <a:lnTo>
                  <a:pt x="1484421" y="860074"/>
                </a:lnTo>
                <a:lnTo>
                  <a:pt x="1491749" y="857096"/>
                </a:lnTo>
                <a:moveTo>
                  <a:pt x="1625756" y="798568"/>
                </a:moveTo>
                <a:lnTo>
                  <a:pt x="1704075" y="763807"/>
                </a:lnTo>
                <a:moveTo>
                  <a:pt x="1714115" y="759366"/>
                </a:moveTo>
                <a:lnTo>
                  <a:pt x="1764538" y="737167"/>
                </a:lnTo>
                <a:lnTo>
                  <a:pt x="1771829" y="734219"/>
                </a:lnTo>
                <a:moveTo>
                  <a:pt x="1491963" y="857004"/>
                </a:moveTo>
                <a:lnTo>
                  <a:pt x="1497828" y="854567"/>
                </a:lnTo>
                <a:lnTo>
                  <a:pt x="1612546" y="804403"/>
                </a:lnTo>
                <a:lnTo>
                  <a:pt x="1617963" y="802019"/>
                </a:lnTo>
                <a:moveTo>
                  <a:pt x="1595444" y="2614907"/>
                </a:moveTo>
                <a:lnTo>
                  <a:pt x="1600342" y="2613620"/>
                </a:lnTo>
                <a:lnTo>
                  <a:pt x="1603519" y="2612592"/>
                </a:lnTo>
                <a:lnTo>
                  <a:pt x="1607922" y="2610634"/>
                </a:lnTo>
                <a:lnTo>
                  <a:pt x="1643102" y="2594530"/>
                </a:lnTo>
                <a:lnTo>
                  <a:pt x="1684177" y="2575820"/>
                </a:lnTo>
                <a:lnTo>
                  <a:pt x="1712874" y="2562854"/>
                </a:lnTo>
                <a:lnTo>
                  <a:pt x="1739430" y="2550742"/>
                </a:lnTo>
                <a:lnTo>
                  <a:pt x="1750559" y="2547314"/>
                </a:lnTo>
                <a:lnTo>
                  <a:pt x="1775889" y="2536039"/>
                </a:lnTo>
                <a:lnTo>
                  <a:pt x="1786493" y="2531324"/>
                </a:lnTo>
                <a:moveTo>
                  <a:pt x="1710779" y="2557850"/>
                </a:moveTo>
                <a:lnTo>
                  <a:pt x="1682387" y="2570815"/>
                </a:lnTo>
                <a:lnTo>
                  <a:pt x="1643406" y="2588138"/>
                </a:lnTo>
                <a:lnTo>
                  <a:pt x="1640725" y="2589319"/>
                </a:lnTo>
                <a:lnTo>
                  <a:pt x="1601554" y="2606482"/>
                </a:lnTo>
                <a:lnTo>
                  <a:pt x="1598758" y="2607716"/>
                </a:lnTo>
                <a:lnTo>
                  <a:pt x="1593997" y="2609461"/>
                </a:lnTo>
                <a:moveTo>
                  <a:pt x="1585979" y="2591018"/>
                </a:moveTo>
                <a:lnTo>
                  <a:pt x="1587224" y="2584017"/>
                </a:lnTo>
                <a:lnTo>
                  <a:pt x="1590900" y="2573219"/>
                </a:lnTo>
                <a:moveTo>
                  <a:pt x="1593947" y="2564275"/>
                </a:moveTo>
                <a:lnTo>
                  <a:pt x="1593997" y="2564130"/>
                </a:lnTo>
                <a:moveTo>
                  <a:pt x="1584992" y="2557271"/>
                </a:moveTo>
                <a:lnTo>
                  <a:pt x="1582692" y="2565193"/>
                </a:lnTo>
                <a:lnTo>
                  <a:pt x="1582052" y="2569360"/>
                </a:lnTo>
                <a:moveTo>
                  <a:pt x="1580932" y="2575108"/>
                </a:moveTo>
                <a:lnTo>
                  <a:pt x="1580323" y="2577702"/>
                </a:lnTo>
                <a:lnTo>
                  <a:pt x="1579332" y="2583621"/>
                </a:lnTo>
                <a:lnTo>
                  <a:pt x="1578852" y="2589075"/>
                </a:lnTo>
                <a:lnTo>
                  <a:pt x="1578517" y="2592998"/>
                </a:lnTo>
                <a:lnTo>
                  <a:pt x="1578548" y="2599832"/>
                </a:lnTo>
                <a:lnTo>
                  <a:pt x="1578829" y="2603938"/>
                </a:lnTo>
                <a:moveTo>
                  <a:pt x="1580612" y="2475904"/>
                </a:moveTo>
                <a:lnTo>
                  <a:pt x="1581701" y="2485647"/>
                </a:lnTo>
                <a:lnTo>
                  <a:pt x="1583827" y="2497683"/>
                </a:lnTo>
                <a:lnTo>
                  <a:pt x="1586752" y="2513437"/>
                </a:lnTo>
                <a:lnTo>
                  <a:pt x="1588664" y="2525953"/>
                </a:lnTo>
                <a:lnTo>
                  <a:pt x="1588969" y="2535057"/>
                </a:lnTo>
                <a:lnTo>
                  <a:pt x="1588908" y="2541753"/>
                </a:lnTo>
                <a:lnTo>
                  <a:pt x="1588291" y="2546682"/>
                </a:lnTo>
                <a:lnTo>
                  <a:pt x="1587575" y="2548891"/>
                </a:lnTo>
                <a:moveTo>
                  <a:pt x="1595056" y="2561102"/>
                </a:moveTo>
                <a:lnTo>
                  <a:pt x="1595375" y="2560181"/>
                </a:lnTo>
                <a:lnTo>
                  <a:pt x="1596960" y="2551793"/>
                </a:lnTo>
                <a:lnTo>
                  <a:pt x="1597676" y="2537898"/>
                </a:lnTo>
                <a:lnTo>
                  <a:pt x="1595764" y="2521360"/>
                </a:lnTo>
                <a:lnTo>
                  <a:pt x="1593821" y="2509011"/>
                </a:lnTo>
                <a:lnTo>
                  <a:pt x="1587636" y="2486592"/>
                </a:lnTo>
                <a:lnTo>
                  <a:pt x="1583156" y="2475614"/>
                </a:lnTo>
                <a:moveTo>
                  <a:pt x="1629587" y="2732535"/>
                </a:moveTo>
                <a:lnTo>
                  <a:pt x="1628696" y="2729244"/>
                </a:lnTo>
                <a:lnTo>
                  <a:pt x="1629069" y="2721946"/>
                </a:lnTo>
                <a:lnTo>
                  <a:pt x="1627279" y="2707876"/>
                </a:lnTo>
                <a:lnTo>
                  <a:pt x="1625550" y="2700548"/>
                </a:lnTo>
                <a:lnTo>
                  <a:pt x="1620324" y="2682074"/>
                </a:lnTo>
                <a:lnTo>
                  <a:pt x="1615517" y="2668720"/>
                </a:lnTo>
                <a:lnTo>
                  <a:pt x="1608600" y="2652974"/>
                </a:lnTo>
                <a:lnTo>
                  <a:pt x="1606101" y="2647291"/>
                </a:lnTo>
                <a:lnTo>
                  <a:pt x="1600380" y="2636466"/>
                </a:lnTo>
                <a:lnTo>
                  <a:pt x="1595322" y="2626738"/>
                </a:lnTo>
                <a:lnTo>
                  <a:pt x="1592549" y="2620187"/>
                </a:lnTo>
                <a:moveTo>
                  <a:pt x="1587872" y="2601888"/>
                </a:moveTo>
                <a:lnTo>
                  <a:pt x="1587049" y="2598186"/>
                </a:lnTo>
                <a:lnTo>
                  <a:pt x="1586981" y="2597607"/>
                </a:lnTo>
                <a:moveTo>
                  <a:pt x="978258" y="2192823"/>
                </a:moveTo>
                <a:lnTo>
                  <a:pt x="978251" y="2192976"/>
                </a:lnTo>
                <a:moveTo>
                  <a:pt x="1897508" y="269353"/>
                </a:moveTo>
                <a:lnTo>
                  <a:pt x="1895360" y="271311"/>
                </a:lnTo>
                <a:lnTo>
                  <a:pt x="1889502" y="276979"/>
                </a:lnTo>
                <a:lnTo>
                  <a:pt x="1884794" y="282250"/>
                </a:lnTo>
                <a:lnTo>
                  <a:pt x="1879949" y="288870"/>
                </a:lnTo>
                <a:lnTo>
                  <a:pt x="1872072" y="300617"/>
                </a:lnTo>
                <a:moveTo>
                  <a:pt x="1269117" y="900434"/>
                </a:moveTo>
                <a:lnTo>
                  <a:pt x="1269490" y="901851"/>
                </a:lnTo>
                <a:lnTo>
                  <a:pt x="1271996" y="910840"/>
                </a:lnTo>
                <a:lnTo>
                  <a:pt x="1274533" y="918717"/>
                </a:lnTo>
                <a:lnTo>
                  <a:pt x="1282837" y="945265"/>
                </a:lnTo>
                <a:moveTo>
                  <a:pt x="2016599" y="2421185"/>
                </a:moveTo>
                <a:lnTo>
                  <a:pt x="2015951" y="2420903"/>
                </a:lnTo>
                <a:moveTo>
                  <a:pt x="2164378" y="2337647"/>
                </a:moveTo>
                <a:lnTo>
                  <a:pt x="2133396" y="2354681"/>
                </a:lnTo>
                <a:lnTo>
                  <a:pt x="2120743" y="2361910"/>
                </a:lnTo>
                <a:lnTo>
                  <a:pt x="2116507" y="2364500"/>
                </a:lnTo>
                <a:lnTo>
                  <a:pt x="2065727" y="2392503"/>
                </a:lnTo>
                <a:moveTo>
                  <a:pt x="2040542" y="1249859"/>
                </a:moveTo>
                <a:lnTo>
                  <a:pt x="2013232" y="1278974"/>
                </a:lnTo>
                <a:moveTo>
                  <a:pt x="2125230" y="1329679"/>
                </a:moveTo>
                <a:lnTo>
                  <a:pt x="2091719" y="1297387"/>
                </a:lnTo>
                <a:lnTo>
                  <a:pt x="2089380" y="1295124"/>
                </a:lnTo>
                <a:lnTo>
                  <a:pt x="2057598" y="1264409"/>
                </a:lnTo>
                <a:lnTo>
                  <a:pt x="2053591" y="1262664"/>
                </a:lnTo>
                <a:lnTo>
                  <a:pt x="2049577" y="1265323"/>
                </a:lnTo>
                <a:lnTo>
                  <a:pt x="2024994" y="1290005"/>
                </a:lnTo>
                <a:moveTo>
                  <a:pt x="1792161" y="2533465"/>
                </a:moveTo>
                <a:lnTo>
                  <a:pt x="1792359" y="2533914"/>
                </a:lnTo>
                <a:moveTo>
                  <a:pt x="1867898" y="2479964"/>
                </a:moveTo>
                <a:lnTo>
                  <a:pt x="1867646" y="2479416"/>
                </a:lnTo>
                <a:lnTo>
                  <a:pt x="1866443" y="2476376"/>
                </a:lnTo>
                <a:lnTo>
                  <a:pt x="1865513" y="2473878"/>
                </a:lnTo>
                <a:lnTo>
                  <a:pt x="1768629" y="2424666"/>
                </a:lnTo>
                <a:moveTo>
                  <a:pt x="600617" y="2130913"/>
                </a:moveTo>
                <a:lnTo>
                  <a:pt x="601028" y="2130113"/>
                </a:lnTo>
                <a:lnTo>
                  <a:pt x="602087" y="2128041"/>
                </a:lnTo>
                <a:moveTo>
                  <a:pt x="587986" y="2383728"/>
                </a:moveTo>
                <a:lnTo>
                  <a:pt x="587842" y="2386539"/>
                </a:lnTo>
                <a:lnTo>
                  <a:pt x="587011" y="2402650"/>
                </a:lnTo>
                <a:lnTo>
                  <a:pt x="586341" y="2415814"/>
                </a:lnTo>
                <a:lnTo>
                  <a:pt x="585907" y="2424849"/>
                </a:lnTo>
                <a:lnTo>
                  <a:pt x="585732" y="2428551"/>
                </a:lnTo>
                <a:lnTo>
                  <a:pt x="585617" y="2430837"/>
                </a:lnTo>
                <a:lnTo>
                  <a:pt x="585526" y="2432634"/>
                </a:lnTo>
                <a:lnTo>
                  <a:pt x="585305" y="2437228"/>
                </a:lnTo>
                <a:lnTo>
                  <a:pt x="583804" y="2468217"/>
                </a:lnTo>
                <a:lnTo>
                  <a:pt x="583987" y="2470922"/>
                </a:lnTo>
                <a:moveTo>
                  <a:pt x="1907861" y="1801295"/>
                </a:moveTo>
                <a:lnTo>
                  <a:pt x="1905355" y="1800658"/>
                </a:lnTo>
                <a:lnTo>
                  <a:pt x="1902506" y="1799965"/>
                </a:lnTo>
                <a:lnTo>
                  <a:pt x="1899024" y="1798674"/>
                </a:lnTo>
                <a:moveTo>
                  <a:pt x="1895520" y="1805378"/>
                </a:moveTo>
                <a:lnTo>
                  <a:pt x="1905404" y="1808642"/>
                </a:lnTo>
                <a:moveTo>
                  <a:pt x="1362436" y="1899817"/>
                </a:moveTo>
                <a:lnTo>
                  <a:pt x="1364714" y="1899154"/>
                </a:lnTo>
                <a:lnTo>
                  <a:pt x="1367989" y="1898217"/>
                </a:lnTo>
                <a:lnTo>
                  <a:pt x="1371311" y="1897699"/>
                </a:lnTo>
                <a:lnTo>
                  <a:pt x="1374769" y="1897577"/>
                </a:lnTo>
                <a:lnTo>
                  <a:pt x="1378205" y="1897905"/>
                </a:lnTo>
                <a:lnTo>
                  <a:pt x="1477108" y="1920316"/>
                </a:lnTo>
                <a:lnTo>
                  <a:pt x="1483164" y="1921558"/>
                </a:lnTo>
                <a:lnTo>
                  <a:pt x="1487468" y="1922495"/>
                </a:lnTo>
                <a:lnTo>
                  <a:pt x="1499497" y="1924872"/>
                </a:lnTo>
                <a:lnTo>
                  <a:pt x="1527759" y="1930448"/>
                </a:lnTo>
                <a:lnTo>
                  <a:pt x="1580064" y="1940968"/>
                </a:lnTo>
                <a:moveTo>
                  <a:pt x="1590317" y="1942690"/>
                </a:moveTo>
                <a:lnTo>
                  <a:pt x="1590454" y="1942675"/>
                </a:lnTo>
                <a:moveTo>
                  <a:pt x="1478479" y="954521"/>
                </a:moveTo>
                <a:lnTo>
                  <a:pt x="1474792" y="955991"/>
                </a:lnTo>
                <a:lnTo>
                  <a:pt x="1443429" y="968439"/>
                </a:lnTo>
                <a:moveTo>
                  <a:pt x="1470663" y="1046857"/>
                </a:moveTo>
                <a:lnTo>
                  <a:pt x="1502673" y="1031629"/>
                </a:lnTo>
                <a:lnTo>
                  <a:pt x="1506795" y="1030037"/>
                </a:lnTo>
                <a:lnTo>
                  <a:pt x="1509278" y="1029031"/>
                </a:lnTo>
                <a:lnTo>
                  <a:pt x="1510939" y="1028346"/>
                </a:lnTo>
                <a:moveTo>
                  <a:pt x="1597775" y="1250483"/>
                </a:moveTo>
                <a:lnTo>
                  <a:pt x="1589335" y="1256281"/>
                </a:lnTo>
                <a:lnTo>
                  <a:pt x="1520621" y="1300167"/>
                </a:lnTo>
                <a:lnTo>
                  <a:pt x="1518519" y="1300860"/>
                </a:lnTo>
                <a:moveTo>
                  <a:pt x="1491071" y="1241487"/>
                </a:moveTo>
                <a:lnTo>
                  <a:pt x="1567867" y="1194058"/>
                </a:lnTo>
                <a:lnTo>
                  <a:pt x="1573984" y="1191430"/>
                </a:lnTo>
                <a:moveTo>
                  <a:pt x="1448366" y="1541296"/>
                </a:moveTo>
                <a:lnTo>
                  <a:pt x="1445760" y="1548167"/>
                </a:lnTo>
                <a:lnTo>
                  <a:pt x="1458307" y="1597196"/>
                </a:lnTo>
                <a:moveTo>
                  <a:pt x="1485754" y="1595063"/>
                </a:moveTo>
                <a:lnTo>
                  <a:pt x="1488725" y="1593730"/>
                </a:lnTo>
                <a:moveTo>
                  <a:pt x="2119303" y="921970"/>
                </a:moveTo>
                <a:lnTo>
                  <a:pt x="2120050" y="921642"/>
                </a:lnTo>
                <a:lnTo>
                  <a:pt x="2122663" y="920522"/>
                </a:lnTo>
                <a:lnTo>
                  <a:pt x="2124537" y="920172"/>
                </a:lnTo>
                <a:lnTo>
                  <a:pt x="2126921" y="920111"/>
                </a:lnTo>
                <a:lnTo>
                  <a:pt x="2129031" y="920294"/>
                </a:lnTo>
                <a:lnTo>
                  <a:pt x="2130730" y="920728"/>
                </a:lnTo>
                <a:lnTo>
                  <a:pt x="2145737" y="926182"/>
                </a:lnTo>
                <a:lnTo>
                  <a:pt x="2147581" y="926784"/>
                </a:lnTo>
                <a:lnTo>
                  <a:pt x="2149638" y="927241"/>
                </a:lnTo>
                <a:lnTo>
                  <a:pt x="2152098" y="927180"/>
                </a:lnTo>
                <a:lnTo>
                  <a:pt x="2154742" y="926655"/>
                </a:lnTo>
                <a:lnTo>
                  <a:pt x="2157911" y="925619"/>
                </a:lnTo>
                <a:lnTo>
                  <a:pt x="2159769" y="924720"/>
                </a:lnTo>
                <a:moveTo>
                  <a:pt x="1678327" y="1595078"/>
                </a:moveTo>
                <a:lnTo>
                  <a:pt x="1677466" y="1594682"/>
                </a:lnTo>
                <a:moveTo>
                  <a:pt x="2725976" y="1292534"/>
                </a:moveTo>
                <a:lnTo>
                  <a:pt x="2715136" y="1282280"/>
                </a:lnTo>
                <a:lnTo>
                  <a:pt x="2713483" y="1280726"/>
                </a:lnTo>
                <a:lnTo>
                  <a:pt x="2650270" y="1221474"/>
                </a:lnTo>
                <a:lnTo>
                  <a:pt x="2601355" y="1172636"/>
                </a:lnTo>
                <a:lnTo>
                  <a:pt x="2581876" y="1154239"/>
                </a:lnTo>
                <a:moveTo>
                  <a:pt x="2523112" y="1089327"/>
                </a:moveTo>
                <a:lnTo>
                  <a:pt x="2540504" y="1071280"/>
                </a:lnTo>
                <a:lnTo>
                  <a:pt x="2545722" y="1065872"/>
                </a:lnTo>
                <a:lnTo>
                  <a:pt x="2553629" y="1057682"/>
                </a:lnTo>
                <a:lnTo>
                  <a:pt x="2559084" y="1052258"/>
                </a:lnTo>
                <a:moveTo>
                  <a:pt x="2506414" y="1048960"/>
                </a:moveTo>
                <a:lnTo>
                  <a:pt x="2501431" y="1053096"/>
                </a:lnTo>
                <a:lnTo>
                  <a:pt x="2497821" y="1056067"/>
                </a:lnTo>
                <a:moveTo>
                  <a:pt x="2510619" y="1048937"/>
                </a:moveTo>
                <a:lnTo>
                  <a:pt x="2517399" y="1043125"/>
                </a:lnTo>
                <a:lnTo>
                  <a:pt x="2550270" y="1009522"/>
                </a:lnTo>
                <a:moveTo>
                  <a:pt x="2560942" y="998552"/>
                </a:moveTo>
                <a:lnTo>
                  <a:pt x="2582044" y="977695"/>
                </a:lnTo>
                <a:moveTo>
                  <a:pt x="2498544" y="1061842"/>
                </a:moveTo>
                <a:lnTo>
                  <a:pt x="2500548" y="1059259"/>
                </a:lnTo>
                <a:lnTo>
                  <a:pt x="2508554" y="1051169"/>
                </a:lnTo>
                <a:moveTo>
                  <a:pt x="2467212" y="1092100"/>
                </a:moveTo>
                <a:lnTo>
                  <a:pt x="2469436" y="1090508"/>
                </a:lnTo>
                <a:lnTo>
                  <a:pt x="2484901" y="1076499"/>
                </a:lnTo>
                <a:moveTo>
                  <a:pt x="2481099" y="1073010"/>
                </a:moveTo>
                <a:lnTo>
                  <a:pt x="2478875" y="1075432"/>
                </a:lnTo>
                <a:lnTo>
                  <a:pt x="2468042" y="1087224"/>
                </a:lnTo>
                <a:lnTo>
                  <a:pt x="2465719" y="1090051"/>
                </a:lnTo>
                <a:moveTo>
                  <a:pt x="2367456" y="1066397"/>
                </a:moveTo>
                <a:lnTo>
                  <a:pt x="2351214" y="1082623"/>
                </a:lnTo>
                <a:lnTo>
                  <a:pt x="2350239" y="1083416"/>
                </a:lnTo>
                <a:moveTo>
                  <a:pt x="2374990" y="949158"/>
                </a:moveTo>
                <a:lnTo>
                  <a:pt x="2374380" y="948358"/>
                </a:lnTo>
                <a:lnTo>
                  <a:pt x="2371150" y="944077"/>
                </a:lnTo>
                <a:lnTo>
                  <a:pt x="2368286" y="939857"/>
                </a:lnTo>
                <a:lnTo>
                  <a:pt x="2367166" y="938767"/>
                </a:lnTo>
                <a:moveTo>
                  <a:pt x="2378936" y="960669"/>
                </a:moveTo>
                <a:lnTo>
                  <a:pt x="2379309" y="961065"/>
                </a:lnTo>
                <a:lnTo>
                  <a:pt x="2381815" y="963632"/>
                </a:lnTo>
                <a:lnTo>
                  <a:pt x="2388847" y="970465"/>
                </a:lnTo>
                <a:lnTo>
                  <a:pt x="2392374" y="973398"/>
                </a:lnTo>
                <a:moveTo>
                  <a:pt x="2573938" y="1143109"/>
                </a:moveTo>
                <a:lnTo>
                  <a:pt x="2574045" y="1143003"/>
                </a:lnTo>
                <a:moveTo>
                  <a:pt x="2703210" y="1284471"/>
                </a:moveTo>
                <a:lnTo>
                  <a:pt x="2704616" y="1285800"/>
                </a:lnTo>
                <a:lnTo>
                  <a:pt x="2706459" y="1287552"/>
                </a:lnTo>
                <a:lnTo>
                  <a:pt x="2708105" y="1289106"/>
                </a:lnTo>
                <a:lnTo>
                  <a:pt x="2710626" y="1291498"/>
                </a:lnTo>
                <a:lnTo>
                  <a:pt x="2712157" y="1292991"/>
                </a:lnTo>
                <a:lnTo>
                  <a:pt x="2719128" y="1299775"/>
                </a:lnTo>
                <a:moveTo>
                  <a:pt x="1145410" y="1762459"/>
                </a:moveTo>
                <a:lnTo>
                  <a:pt x="1145524" y="1762931"/>
                </a:lnTo>
                <a:lnTo>
                  <a:pt x="1152037" y="1785503"/>
                </a:lnTo>
                <a:lnTo>
                  <a:pt x="1151550" y="1790805"/>
                </a:lnTo>
                <a:lnTo>
                  <a:pt x="1140534" y="1805553"/>
                </a:lnTo>
                <a:lnTo>
                  <a:pt x="1133496" y="1809065"/>
                </a:lnTo>
                <a:lnTo>
                  <a:pt x="1118321" y="1811563"/>
                </a:lnTo>
                <a:lnTo>
                  <a:pt x="1101767" y="1822846"/>
                </a:lnTo>
                <a:lnTo>
                  <a:pt x="1100944" y="1823211"/>
                </a:lnTo>
                <a:moveTo>
                  <a:pt x="1139239" y="1733831"/>
                </a:moveTo>
                <a:lnTo>
                  <a:pt x="1137914" y="1732345"/>
                </a:lnTo>
                <a:moveTo>
                  <a:pt x="871265" y="1377542"/>
                </a:moveTo>
                <a:lnTo>
                  <a:pt x="870389" y="1377154"/>
                </a:lnTo>
                <a:lnTo>
                  <a:pt x="867928" y="1376445"/>
                </a:lnTo>
                <a:lnTo>
                  <a:pt x="864935" y="1376011"/>
                </a:lnTo>
                <a:lnTo>
                  <a:pt x="862230" y="1375980"/>
                </a:lnTo>
                <a:lnTo>
                  <a:pt x="859686" y="1376278"/>
                </a:lnTo>
                <a:lnTo>
                  <a:pt x="856578" y="1377085"/>
                </a:lnTo>
                <a:lnTo>
                  <a:pt x="853706" y="1378327"/>
                </a:lnTo>
                <a:lnTo>
                  <a:pt x="852045" y="1379294"/>
                </a:lnTo>
                <a:lnTo>
                  <a:pt x="849920" y="1380863"/>
                </a:lnTo>
                <a:lnTo>
                  <a:pt x="847893" y="1382829"/>
                </a:lnTo>
                <a:lnTo>
                  <a:pt x="845981" y="1385282"/>
                </a:lnTo>
                <a:lnTo>
                  <a:pt x="845479" y="1386173"/>
                </a:lnTo>
                <a:moveTo>
                  <a:pt x="846157" y="1390675"/>
                </a:moveTo>
                <a:lnTo>
                  <a:pt x="846362" y="1390858"/>
                </a:lnTo>
                <a:lnTo>
                  <a:pt x="848731" y="1392229"/>
                </a:lnTo>
                <a:lnTo>
                  <a:pt x="851870" y="1393235"/>
                </a:lnTo>
                <a:lnTo>
                  <a:pt x="854323" y="1393639"/>
                </a:lnTo>
                <a:lnTo>
                  <a:pt x="856890" y="1393730"/>
                </a:lnTo>
                <a:lnTo>
                  <a:pt x="859754" y="1393433"/>
                </a:lnTo>
                <a:lnTo>
                  <a:pt x="862840" y="1392740"/>
                </a:lnTo>
                <a:lnTo>
                  <a:pt x="865757" y="1391711"/>
                </a:lnTo>
                <a:lnTo>
                  <a:pt x="868088" y="1390523"/>
                </a:lnTo>
                <a:lnTo>
                  <a:pt x="870419" y="1389152"/>
                </a:lnTo>
                <a:lnTo>
                  <a:pt x="872613" y="1387392"/>
                </a:lnTo>
                <a:lnTo>
                  <a:pt x="873619" y="1385952"/>
                </a:lnTo>
                <a:moveTo>
                  <a:pt x="902696" y="1372720"/>
                </a:moveTo>
                <a:lnTo>
                  <a:pt x="901759" y="1373017"/>
                </a:lnTo>
                <a:lnTo>
                  <a:pt x="893837" y="1375059"/>
                </a:lnTo>
                <a:lnTo>
                  <a:pt x="878540" y="1378868"/>
                </a:lnTo>
                <a:moveTo>
                  <a:pt x="1872948" y="1926479"/>
                </a:moveTo>
                <a:lnTo>
                  <a:pt x="1873032" y="1927637"/>
                </a:lnTo>
                <a:lnTo>
                  <a:pt x="1873238" y="1930319"/>
                </a:lnTo>
                <a:lnTo>
                  <a:pt x="1873573" y="1932810"/>
                </a:lnTo>
                <a:lnTo>
                  <a:pt x="1874106" y="1940854"/>
                </a:lnTo>
                <a:lnTo>
                  <a:pt x="1874076" y="1947009"/>
                </a:lnTo>
                <a:lnTo>
                  <a:pt x="1874678" y="1953233"/>
                </a:lnTo>
                <a:lnTo>
                  <a:pt x="1875531" y="1957979"/>
                </a:lnTo>
                <a:lnTo>
                  <a:pt x="1877298" y="1962641"/>
                </a:lnTo>
                <a:lnTo>
                  <a:pt x="1883103" y="1978692"/>
                </a:lnTo>
                <a:lnTo>
                  <a:pt x="1891544" y="2004159"/>
                </a:lnTo>
                <a:lnTo>
                  <a:pt x="1899527" y="2028886"/>
                </a:lnTo>
                <a:lnTo>
                  <a:pt x="1906916" y="2050140"/>
                </a:lnTo>
                <a:moveTo>
                  <a:pt x="1906977" y="2050285"/>
                </a:moveTo>
                <a:lnTo>
                  <a:pt x="1915129" y="2066473"/>
                </a:lnTo>
                <a:lnTo>
                  <a:pt x="1927409" y="2104281"/>
                </a:lnTo>
                <a:lnTo>
                  <a:pt x="1928711" y="2116675"/>
                </a:lnTo>
                <a:lnTo>
                  <a:pt x="1930014" y="2120827"/>
                </a:lnTo>
                <a:lnTo>
                  <a:pt x="1933800" y="2130943"/>
                </a:lnTo>
                <a:lnTo>
                  <a:pt x="1950437" y="2169101"/>
                </a:lnTo>
                <a:lnTo>
                  <a:pt x="1951626" y="2177199"/>
                </a:lnTo>
                <a:lnTo>
                  <a:pt x="1952197" y="2178898"/>
                </a:lnTo>
                <a:moveTo>
                  <a:pt x="1953233" y="2181831"/>
                </a:moveTo>
                <a:lnTo>
                  <a:pt x="1953271" y="2181975"/>
                </a:lnTo>
                <a:moveTo>
                  <a:pt x="1955420" y="2187445"/>
                </a:moveTo>
                <a:lnTo>
                  <a:pt x="1955488" y="2187582"/>
                </a:lnTo>
                <a:moveTo>
                  <a:pt x="1957385" y="2190713"/>
                </a:moveTo>
                <a:lnTo>
                  <a:pt x="1962436" y="2198453"/>
                </a:lnTo>
                <a:lnTo>
                  <a:pt x="1971509" y="2220423"/>
                </a:lnTo>
                <a:lnTo>
                  <a:pt x="1976224" y="2231743"/>
                </a:lnTo>
                <a:lnTo>
                  <a:pt x="1985944" y="2254231"/>
                </a:lnTo>
                <a:lnTo>
                  <a:pt x="1990340" y="2263670"/>
                </a:lnTo>
                <a:lnTo>
                  <a:pt x="1994149" y="2272583"/>
                </a:lnTo>
                <a:lnTo>
                  <a:pt x="1995947" y="2280513"/>
                </a:lnTo>
                <a:lnTo>
                  <a:pt x="1996213" y="2281153"/>
                </a:lnTo>
                <a:moveTo>
                  <a:pt x="1997668" y="2284596"/>
                </a:moveTo>
                <a:lnTo>
                  <a:pt x="1997729" y="2284733"/>
                </a:lnTo>
                <a:moveTo>
                  <a:pt x="2002132" y="2293692"/>
                </a:moveTo>
                <a:lnTo>
                  <a:pt x="2007625" y="2303260"/>
                </a:lnTo>
                <a:lnTo>
                  <a:pt x="2011045" y="2309385"/>
                </a:lnTo>
                <a:lnTo>
                  <a:pt x="2034943" y="2356440"/>
                </a:lnTo>
                <a:lnTo>
                  <a:pt x="2049386" y="2383804"/>
                </a:lnTo>
                <a:moveTo>
                  <a:pt x="1824422" y="1198560"/>
                </a:moveTo>
                <a:lnTo>
                  <a:pt x="1822030" y="1200784"/>
                </a:lnTo>
                <a:lnTo>
                  <a:pt x="1818762" y="1203816"/>
                </a:lnTo>
                <a:lnTo>
                  <a:pt x="1767806" y="1258703"/>
                </a:lnTo>
                <a:moveTo>
                  <a:pt x="1726628" y="1326019"/>
                </a:moveTo>
                <a:lnTo>
                  <a:pt x="1719947" y="1334653"/>
                </a:lnTo>
                <a:moveTo>
                  <a:pt x="1838066" y="1268035"/>
                </a:moveTo>
                <a:lnTo>
                  <a:pt x="1862893" y="1248716"/>
                </a:lnTo>
                <a:moveTo>
                  <a:pt x="1507275" y="2494255"/>
                </a:moveTo>
                <a:lnTo>
                  <a:pt x="1507587" y="2500472"/>
                </a:lnTo>
                <a:lnTo>
                  <a:pt x="1507572" y="2510893"/>
                </a:lnTo>
                <a:lnTo>
                  <a:pt x="1504220" y="2518412"/>
                </a:lnTo>
                <a:lnTo>
                  <a:pt x="1497737" y="2524072"/>
                </a:lnTo>
                <a:lnTo>
                  <a:pt x="1493943" y="2525748"/>
                </a:lnTo>
                <a:moveTo>
                  <a:pt x="1597867" y="2570754"/>
                </a:moveTo>
                <a:lnTo>
                  <a:pt x="1599581" y="2571173"/>
                </a:lnTo>
                <a:moveTo>
                  <a:pt x="1616728" y="2559541"/>
                </a:moveTo>
                <a:lnTo>
                  <a:pt x="1618983" y="2564469"/>
                </a:lnTo>
                <a:moveTo>
                  <a:pt x="1623607" y="2574403"/>
                </a:moveTo>
                <a:lnTo>
                  <a:pt x="1629351" y="2586584"/>
                </a:lnTo>
                <a:lnTo>
                  <a:pt x="1636786" y="2583499"/>
                </a:lnTo>
                <a:lnTo>
                  <a:pt x="1644039" y="2580475"/>
                </a:lnTo>
                <a:moveTo>
                  <a:pt x="1599725" y="2571219"/>
                </a:moveTo>
                <a:lnTo>
                  <a:pt x="1606498" y="2573794"/>
                </a:lnTo>
                <a:lnTo>
                  <a:pt x="1611922" y="2574251"/>
                </a:lnTo>
                <a:lnTo>
                  <a:pt x="1616568" y="2572880"/>
                </a:lnTo>
                <a:lnTo>
                  <a:pt x="1617894" y="2572323"/>
                </a:lnTo>
                <a:moveTo>
                  <a:pt x="2138348" y="2715959"/>
                </a:moveTo>
                <a:lnTo>
                  <a:pt x="2143551" y="2697188"/>
                </a:lnTo>
                <a:lnTo>
                  <a:pt x="2147725" y="2684969"/>
                </a:lnTo>
                <a:lnTo>
                  <a:pt x="2153165" y="2672880"/>
                </a:lnTo>
                <a:lnTo>
                  <a:pt x="2156227" y="2661399"/>
                </a:lnTo>
                <a:lnTo>
                  <a:pt x="2157644" y="2650605"/>
                </a:lnTo>
                <a:lnTo>
                  <a:pt x="2158451" y="2634272"/>
                </a:lnTo>
                <a:lnTo>
                  <a:pt x="2158162" y="2615959"/>
                </a:lnTo>
                <a:lnTo>
                  <a:pt x="2156806" y="2602201"/>
                </a:lnTo>
                <a:lnTo>
                  <a:pt x="2153904" y="2587239"/>
                </a:lnTo>
                <a:lnTo>
                  <a:pt x="2147078" y="2563967"/>
                </a:lnTo>
                <a:lnTo>
                  <a:pt x="2143277" y="2553713"/>
                </a:lnTo>
                <a:lnTo>
                  <a:pt x="2136878" y="2539559"/>
                </a:lnTo>
                <a:lnTo>
                  <a:pt x="2130920" y="2528094"/>
                </a:lnTo>
                <a:lnTo>
                  <a:pt x="2105644" y="2480475"/>
                </a:lnTo>
                <a:moveTo>
                  <a:pt x="2069734" y="2398986"/>
                </a:moveTo>
                <a:lnTo>
                  <a:pt x="2118877" y="2368675"/>
                </a:lnTo>
                <a:lnTo>
                  <a:pt x="2120560" y="2367616"/>
                </a:lnTo>
                <a:moveTo>
                  <a:pt x="2023569" y="2423036"/>
                </a:moveTo>
                <a:lnTo>
                  <a:pt x="2047025" y="2411639"/>
                </a:lnTo>
                <a:moveTo>
                  <a:pt x="2050422" y="2409983"/>
                </a:moveTo>
                <a:lnTo>
                  <a:pt x="2050582" y="2409903"/>
                </a:lnTo>
                <a:moveTo>
                  <a:pt x="1875554" y="2496228"/>
                </a:moveTo>
                <a:lnTo>
                  <a:pt x="1875257" y="2495642"/>
                </a:lnTo>
                <a:moveTo>
                  <a:pt x="584341" y="2373501"/>
                </a:moveTo>
                <a:lnTo>
                  <a:pt x="581656" y="2373405"/>
                </a:lnTo>
                <a:lnTo>
                  <a:pt x="567818" y="2372727"/>
                </a:lnTo>
                <a:moveTo>
                  <a:pt x="566329" y="2378814"/>
                </a:moveTo>
                <a:lnTo>
                  <a:pt x="584132" y="2379553"/>
                </a:lnTo>
                <a:moveTo>
                  <a:pt x="406433" y="749428"/>
                </a:moveTo>
                <a:lnTo>
                  <a:pt x="406288" y="749406"/>
                </a:lnTo>
                <a:moveTo>
                  <a:pt x="408140" y="749726"/>
                </a:moveTo>
                <a:lnTo>
                  <a:pt x="404289" y="748929"/>
                </a:lnTo>
                <a:moveTo>
                  <a:pt x="404075" y="748884"/>
                </a:moveTo>
                <a:lnTo>
                  <a:pt x="394980" y="747155"/>
                </a:lnTo>
                <a:lnTo>
                  <a:pt x="392572" y="747551"/>
                </a:lnTo>
                <a:lnTo>
                  <a:pt x="390843" y="746804"/>
                </a:lnTo>
                <a:moveTo>
                  <a:pt x="423067" y="758581"/>
                </a:moveTo>
                <a:lnTo>
                  <a:pt x="424842" y="758734"/>
                </a:lnTo>
                <a:moveTo>
                  <a:pt x="425025" y="758749"/>
                </a:moveTo>
                <a:lnTo>
                  <a:pt x="429390" y="758970"/>
                </a:lnTo>
                <a:moveTo>
                  <a:pt x="429603" y="758985"/>
                </a:moveTo>
                <a:lnTo>
                  <a:pt x="439765" y="759701"/>
                </a:lnTo>
                <a:lnTo>
                  <a:pt x="447117" y="759754"/>
                </a:lnTo>
                <a:moveTo>
                  <a:pt x="447398" y="756254"/>
                </a:moveTo>
                <a:lnTo>
                  <a:pt x="439956" y="755648"/>
                </a:lnTo>
                <a:lnTo>
                  <a:pt x="435385" y="754727"/>
                </a:lnTo>
                <a:moveTo>
                  <a:pt x="435172" y="754685"/>
                </a:moveTo>
                <a:lnTo>
                  <a:pt x="429885" y="753717"/>
                </a:lnTo>
                <a:moveTo>
                  <a:pt x="429691" y="753679"/>
                </a:moveTo>
                <a:lnTo>
                  <a:pt x="423455" y="752354"/>
                </a:lnTo>
                <a:moveTo>
                  <a:pt x="517106" y="763007"/>
                </a:moveTo>
                <a:lnTo>
                  <a:pt x="494203" y="760067"/>
                </a:lnTo>
                <a:lnTo>
                  <a:pt x="481229" y="758936"/>
                </a:lnTo>
                <a:lnTo>
                  <a:pt x="470564" y="758128"/>
                </a:lnTo>
                <a:lnTo>
                  <a:pt x="447646" y="756159"/>
                </a:lnTo>
                <a:moveTo>
                  <a:pt x="389125" y="750963"/>
                </a:moveTo>
                <a:lnTo>
                  <a:pt x="394081" y="753013"/>
                </a:lnTo>
                <a:lnTo>
                  <a:pt x="402217" y="755344"/>
                </a:lnTo>
                <a:moveTo>
                  <a:pt x="404007" y="755584"/>
                </a:moveTo>
                <a:lnTo>
                  <a:pt x="404152" y="755622"/>
                </a:lnTo>
                <a:moveTo>
                  <a:pt x="415411" y="688520"/>
                </a:moveTo>
                <a:lnTo>
                  <a:pt x="415975" y="689662"/>
                </a:lnTo>
                <a:lnTo>
                  <a:pt x="416934" y="691765"/>
                </a:lnTo>
                <a:lnTo>
                  <a:pt x="417513" y="693479"/>
                </a:lnTo>
                <a:moveTo>
                  <a:pt x="421239" y="695246"/>
                </a:moveTo>
                <a:lnTo>
                  <a:pt x="421856" y="694225"/>
                </a:lnTo>
                <a:lnTo>
                  <a:pt x="422716" y="691719"/>
                </a:lnTo>
                <a:lnTo>
                  <a:pt x="424324" y="688520"/>
                </a:lnTo>
                <a:lnTo>
                  <a:pt x="424453" y="688337"/>
                </a:lnTo>
                <a:moveTo>
                  <a:pt x="362710" y="1925390"/>
                </a:moveTo>
                <a:lnTo>
                  <a:pt x="374678" y="1926159"/>
                </a:lnTo>
                <a:moveTo>
                  <a:pt x="1975234" y="1622343"/>
                </a:moveTo>
                <a:lnTo>
                  <a:pt x="1974647" y="1621017"/>
                </a:lnTo>
                <a:lnTo>
                  <a:pt x="1972659" y="1618168"/>
                </a:lnTo>
                <a:lnTo>
                  <a:pt x="1969551" y="1615593"/>
                </a:lnTo>
                <a:lnTo>
                  <a:pt x="1968233" y="1614108"/>
                </a:lnTo>
                <a:lnTo>
                  <a:pt x="1965079" y="1605294"/>
                </a:lnTo>
                <a:lnTo>
                  <a:pt x="1965186" y="1603717"/>
                </a:lnTo>
                <a:lnTo>
                  <a:pt x="1965513" y="1602887"/>
                </a:lnTo>
                <a:lnTo>
                  <a:pt x="1965742" y="1602338"/>
                </a:lnTo>
                <a:lnTo>
                  <a:pt x="1967418" y="1601097"/>
                </a:lnTo>
                <a:lnTo>
                  <a:pt x="2064431" y="1562421"/>
                </a:lnTo>
                <a:lnTo>
                  <a:pt x="2075020" y="1558208"/>
                </a:lnTo>
                <a:moveTo>
                  <a:pt x="1340527" y="555009"/>
                </a:moveTo>
                <a:lnTo>
                  <a:pt x="1338325" y="550773"/>
                </a:lnTo>
                <a:lnTo>
                  <a:pt x="1334589" y="542096"/>
                </a:lnTo>
                <a:moveTo>
                  <a:pt x="442988" y="417513"/>
                </a:moveTo>
                <a:lnTo>
                  <a:pt x="444763" y="417963"/>
                </a:lnTo>
                <a:lnTo>
                  <a:pt x="445479" y="418191"/>
                </a:lnTo>
                <a:lnTo>
                  <a:pt x="448137" y="418740"/>
                </a:lnTo>
                <a:moveTo>
                  <a:pt x="458939" y="420995"/>
                </a:moveTo>
                <a:lnTo>
                  <a:pt x="460714" y="421360"/>
                </a:lnTo>
                <a:lnTo>
                  <a:pt x="567944" y="443422"/>
                </a:lnTo>
                <a:moveTo>
                  <a:pt x="2056707" y="2384375"/>
                </a:moveTo>
                <a:lnTo>
                  <a:pt x="2043147" y="2357644"/>
                </a:lnTo>
                <a:lnTo>
                  <a:pt x="2036306" y="2348038"/>
                </a:lnTo>
                <a:lnTo>
                  <a:pt x="2022914" y="2320811"/>
                </a:lnTo>
                <a:lnTo>
                  <a:pt x="2015365" y="2306383"/>
                </a:lnTo>
                <a:lnTo>
                  <a:pt x="2008486" y="2289159"/>
                </a:lnTo>
                <a:moveTo>
                  <a:pt x="1959434" y="2187933"/>
                </a:moveTo>
                <a:lnTo>
                  <a:pt x="1960684" y="2187552"/>
                </a:lnTo>
                <a:lnTo>
                  <a:pt x="1961194" y="2187171"/>
                </a:lnTo>
                <a:moveTo>
                  <a:pt x="2464683" y="1965026"/>
                </a:moveTo>
                <a:lnTo>
                  <a:pt x="2462717" y="1962253"/>
                </a:lnTo>
                <a:lnTo>
                  <a:pt x="2460043" y="1959663"/>
                </a:lnTo>
                <a:moveTo>
                  <a:pt x="2193951" y="1193045"/>
                </a:moveTo>
                <a:lnTo>
                  <a:pt x="2226106" y="1224141"/>
                </a:lnTo>
                <a:moveTo>
                  <a:pt x="1528277" y="2504585"/>
                </a:moveTo>
                <a:lnTo>
                  <a:pt x="1514603" y="2481335"/>
                </a:lnTo>
                <a:lnTo>
                  <a:pt x="1512561" y="2478307"/>
                </a:lnTo>
                <a:moveTo>
                  <a:pt x="950499" y="2032040"/>
                </a:moveTo>
                <a:lnTo>
                  <a:pt x="951519" y="2032094"/>
                </a:lnTo>
                <a:lnTo>
                  <a:pt x="977984" y="2033488"/>
                </a:lnTo>
                <a:moveTo>
                  <a:pt x="463876" y="339735"/>
                </a:moveTo>
                <a:lnTo>
                  <a:pt x="462604" y="339491"/>
                </a:lnTo>
                <a:lnTo>
                  <a:pt x="461590" y="339301"/>
                </a:lnTo>
                <a:moveTo>
                  <a:pt x="2006577" y="1528330"/>
                </a:moveTo>
                <a:lnTo>
                  <a:pt x="2015319" y="1526175"/>
                </a:lnTo>
                <a:lnTo>
                  <a:pt x="2045623" y="1518442"/>
                </a:lnTo>
                <a:lnTo>
                  <a:pt x="2060767" y="1514542"/>
                </a:lnTo>
                <a:lnTo>
                  <a:pt x="2075272" y="1511213"/>
                </a:lnTo>
                <a:lnTo>
                  <a:pt x="2082821" y="1509781"/>
                </a:lnTo>
                <a:lnTo>
                  <a:pt x="2090911" y="1508478"/>
                </a:lnTo>
                <a:lnTo>
                  <a:pt x="2099055" y="1507511"/>
                </a:lnTo>
                <a:lnTo>
                  <a:pt x="2103229" y="1507298"/>
                </a:lnTo>
                <a:lnTo>
                  <a:pt x="2107968" y="1507084"/>
                </a:lnTo>
                <a:lnTo>
                  <a:pt x="2115479" y="1507176"/>
                </a:lnTo>
                <a:lnTo>
                  <a:pt x="2121916" y="1507480"/>
                </a:lnTo>
                <a:lnTo>
                  <a:pt x="2130555" y="1508478"/>
                </a:lnTo>
                <a:lnTo>
                  <a:pt x="2138386" y="1509644"/>
                </a:lnTo>
                <a:lnTo>
                  <a:pt x="2147931" y="1511807"/>
                </a:lnTo>
                <a:lnTo>
                  <a:pt x="2150491" y="1512508"/>
                </a:lnTo>
                <a:moveTo>
                  <a:pt x="2007229" y="1279104"/>
                </a:moveTo>
                <a:lnTo>
                  <a:pt x="1999512" y="1271570"/>
                </a:lnTo>
                <a:moveTo>
                  <a:pt x="1098804" y="436421"/>
                </a:moveTo>
                <a:lnTo>
                  <a:pt x="1100030" y="440009"/>
                </a:lnTo>
                <a:lnTo>
                  <a:pt x="1112226" y="475691"/>
                </a:lnTo>
                <a:lnTo>
                  <a:pt x="1128308" y="522793"/>
                </a:lnTo>
                <a:lnTo>
                  <a:pt x="1129306" y="525703"/>
                </a:lnTo>
                <a:moveTo>
                  <a:pt x="1131088" y="530799"/>
                </a:moveTo>
                <a:lnTo>
                  <a:pt x="1131035" y="530654"/>
                </a:lnTo>
                <a:moveTo>
                  <a:pt x="424042" y="545570"/>
                </a:moveTo>
                <a:lnTo>
                  <a:pt x="419814" y="544069"/>
                </a:lnTo>
                <a:lnTo>
                  <a:pt x="418694" y="543856"/>
                </a:lnTo>
                <a:moveTo>
                  <a:pt x="2001302" y="2280543"/>
                </a:moveTo>
                <a:lnTo>
                  <a:pt x="2001142" y="2280566"/>
                </a:lnTo>
                <a:lnTo>
                  <a:pt x="1999931" y="2281168"/>
                </a:lnTo>
                <a:moveTo>
                  <a:pt x="1940100" y="2187072"/>
                </a:moveTo>
                <a:lnTo>
                  <a:pt x="1940511" y="2187224"/>
                </a:lnTo>
                <a:lnTo>
                  <a:pt x="1947604" y="2187057"/>
                </a:lnTo>
                <a:lnTo>
                  <a:pt x="1949714" y="2186752"/>
                </a:lnTo>
                <a:moveTo>
                  <a:pt x="477756" y="1665369"/>
                </a:moveTo>
                <a:lnTo>
                  <a:pt x="470732" y="1664721"/>
                </a:lnTo>
                <a:moveTo>
                  <a:pt x="2125721" y="2364515"/>
                </a:moveTo>
                <a:lnTo>
                  <a:pt x="2135758" y="2358787"/>
                </a:lnTo>
                <a:lnTo>
                  <a:pt x="2166770" y="2341940"/>
                </a:lnTo>
                <a:moveTo>
                  <a:pt x="2020027" y="1734539"/>
                </a:moveTo>
                <a:lnTo>
                  <a:pt x="2020019" y="1734387"/>
                </a:lnTo>
                <a:moveTo>
                  <a:pt x="2055808" y="1672331"/>
                </a:moveTo>
                <a:lnTo>
                  <a:pt x="2023927" y="1641913"/>
                </a:lnTo>
                <a:moveTo>
                  <a:pt x="1340839" y="1677016"/>
                </a:moveTo>
                <a:lnTo>
                  <a:pt x="1239125" y="1703031"/>
                </a:lnTo>
                <a:lnTo>
                  <a:pt x="1238889" y="1702986"/>
                </a:lnTo>
                <a:moveTo>
                  <a:pt x="1357309" y="1709187"/>
                </a:moveTo>
                <a:lnTo>
                  <a:pt x="1497310" y="1673207"/>
                </a:lnTo>
                <a:lnTo>
                  <a:pt x="1500838" y="1672301"/>
                </a:lnTo>
                <a:lnTo>
                  <a:pt x="1502186" y="1672918"/>
                </a:lnTo>
                <a:lnTo>
                  <a:pt x="1502719" y="1673375"/>
                </a:lnTo>
                <a:lnTo>
                  <a:pt x="1503237" y="1674213"/>
                </a:lnTo>
                <a:lnTo>
                  <a:pt x="1503481" y="1675150"/>
                </a:lnTo>
                <a:lnTo>
                  <a:pt x="1504090" y="1677572"/>
                </a:lnTo>
                <a:lnTo>
                  <a:pt x="1513224" y="1714161"/>
                </a:lnTo>
                <a:moveTo>
                  <a:pt x="818709" y="782700"/>
                </a:moveTo>
                <a:lnTo>
                  <a:pt x="844656" y="773017"/>
                </a:lnTo>
                <a:moveTo>
                  <a:pt x="847444" y="772035"/>
                </a:moveTo>
                <a:lnTo>
                  <a:pt x="851497" y="770427"/>
                </a:lnTo>
                <a:moveTo>
                  <a:pt x="779919" y="783454"/>
                </a:moveTo>
                <a:lnTo>
                  <a:pt x="782044" y="783804"/>
                </a:lnTo>
                <a:lnTo>
                  <a:pt x="802697" y="785168"/>
                </a:lnTo>
                <a:lnTo>
                  <a:pt x="806612" y="785366"/>
                </a:lnTo>
                <a:lnTo>
                  <a:pt x="809156" y="785191"/>
                </a:lnTo>
                <a:lnTo>
                  <a:pt x="811282" y="784886"/>
                </a:lnTo>
                <a:lnTo>
                  <a:pt x="811670" y="784772"/>
                </a:lnTo>
                <a:moveTo>
                  <a:pt x="801668" y="778814"/>
                </a:moveTo>
                <a:lnTo>
                  <a:pt x="797303" y="779386"/>
                </a:lnTo>
                <a:lnTo>
                  <a:pt x="785099" y="780795"/>
                </a:lnTo>
                <a:lnTo>
                  <a:pt x="780285" y="781107"/>
                </a:lnTo>
                <a:moveTo>
                  <a:pt x="906464" y="745543"/>
                </a:moveTo>
                <a:lnTo>
                  <a:pt x="903131" y="746636"/>
                </a:lnTo>
                <a:lnTo>
                  <a:pt x="873330" y="755782"/>
                </a:lnTo>
                <a:moveTo>
                  <a:pt x="873162" y="755839"/>
                </a:moveTo>
                <a:lnTo>
                  <a:pt x="869719" y="757035"/>
                </a:lnTo>
                <a:lnTo>
                  <a:pt x="863487" y="758932"/>
                </a:lnTo>
                <a:lnTo>
                  <a:pt x="863259" y="759000"/>
                </a:lnTo>
                <a:moveTo>
                  <a:pt x="1906330" y="267273"/>
                </a:moveTo>
                <a:lnTo>
                  <a:pt x="1907046" y="267418"/>
                </a:lnTo>
                <a:moveTo>
                  <a:pt x="2177169" y="2091018"/>
                </a:moveTo>
                <a:lnTo>
                  <a:pt x="2173763" y="2088580"/>
                </a:lnTo>
                <a:lnTo>
                  <a:pt x="2153858" y="2074350"/>
                </a:lnTo>
                <a:lnTo>
                  <a:pt x="2149295" y="2071082"/>
                </a:lnTo>
                <a:moveTo>
                  <a:pt x="2142324" y="2066092"/>
                </a:moveTo>
                <a:lnTo>
                  <a:pt x="2140938" y="2065094"/>
                </a:lnTo>
                <a:lnTo>
                  <a:pt x="2117482" y="2048266"/>
                </a:lnTo>
                <a:lnTo>
                  <a:pt x="2114572" y="2046187"/>
                </a:lnTo>
                <a:moveTo>
                  <a:pt x="2106825" y="2040641"/>
                </a:moveTo>
                <a:lnTo>
                  <a:pt x="2097531" y="2033975"/>
                </a:lnTo>
                <a:lnTo>
                  <a:pt x="2094004" y="2031492"/>
                </a:lnTo>
                <a:moveTo>
                  <a:pt x="1306863" y="2202186"/>
                </a:moveTo>
                <a:lnTo>
                  <a:pt x="1309484" y="2210642"/>
                </a:lnTo>
                <a:lnTo>
                  <a:pt x="1310680" y="2214001"/>
                </a:lnTo>
                <a:lnTo>
                  <a:pt x="1315296" y="2226883"/>
                </a:lnTo>
                <a:moveTo>
                  <a:pt x="1299543" y="2162436"/>
                </a:moveTo>
                <a:lnTo>
                  <a:pt x="1299588" y="2162725"/>
                </a:lnTo>
                <a:moveTo>
                  <a:pt x="1101881" y="1375280"/>
                </a:moveTo>
                <a:lnTo>
                  <a:pt x="1088900" y="1324971"/>
                </a:lnTo>
                <a:lnTo>
                  <a:pt x="1087026" y="1312371"/>
                </a:lnTo>
                <a:lnTo>
                  <a:pt x="1081892" y="1292260"/>
                </a:lnTo>
                <a:moveTo>
                  <a:pt x="1081892" y="1292260"/>
                </a:moveTo>
                <a:lnTo>
                  <a:pt x="1080841" y="1289472"/>
                </a:lnTo>
                <a:lnTo>
                  <a:pt x="1079927" y="1287034"/>
                </a:lnTo>
                <a:lnTo>
                  <a:pt x="1077024" y="1283636"/>
                </a:lnTo>
                <a:moveTo>
                  <a:pt x="438188" y="1921291"/>
                </a:moveTo>
                <a:lnTo>
                  <a:pt x="437206" y="1923722"/>
                </a:lnTo>
                <a:lnTo>
                  <a:pt x="436238" y="1926357"/>
                </a:lnTo>
                <a:moveTo>
                  <a:pt x="1910794" y="1656113"/>
                </a:moveTo>
                <a:lnTo>
                  <a:pt x="1912363" y="1660196"/>
                </a:lnTo>
                <a:lnTo>
                  <a:pt x="1913948" y="1664454"/>
                </a:lnTo>
                <a:lnTo>
                  <a:pt x="1916835" y="1671356"/>
                </a:lnTo>
                <a:lnTo>
                  <a:pt x="1918199" y="1676346"/>
                </a:lnTo>
                <a:moveTo>
                  <a:pt x="2676673" y="2589540"/>
                </a:moveTo>
                <a:lnTo>
                  <a:pt x="2647405" y="2581130"/>
                </a:lnTo>
                <a:lnTo>
                  <a:pt x="2617520" y="2573093"/>
                </a:lnTo>
                <a:lnTo>
                  <a:pt x="2598826" y="2568080"/>
                </a:lnTo>
                <a:lnTo>
                  <a:pt x="2576932" y="2562001"/>
                </a:lnTo>
                <a:lnTo>
                  <a:pt x="2546887" y="2553804"/>
                </a:lnTo>
                <a:lnTo>
                  <a:pt x="2532779" y="2549957"/>
                </a:lnTo>
                <a:lnTo>
                  <a:pt x="2493105" y="2539125"/>
                </a:lnTo>
                <a:lnTo>
                  <a:pt x="2440725" y="2524384"/>
                </a:lnTo>
                <a:lnTo>
                  <a:pt x="2434219" y="2519745"/>
                </a:lnTo>
                <a:lnTo>
                  <a:pt x="2432939" y="2518450"/>
                </a:lnTo>
                <a:moveTo>
                  <a:pt x="2700639" y="2611952"/>
                </a:moveTo>
                <a:lnTo>
                  <a:pt x="2704486" y="2609628"/>
                </a:lnTo>
                <a:lnTo>
                  <a:pt x="2714702" y="2603618"/>
                </a:lnTo>
                <a:lnTo>
                  <a:pt x="2723721" y="2598575"/>
                </a:lnTo>
                <a:moveTo>
                  <a:pt x="2004829" y="2288702"/>
                </a:moveTo>
                <a:lnTo>
                  <a:pt x="2004959" y="2288618"/>
                </a:lnTo>
                <a:moveTo>
                  <a:pt x="2353545" y="2425390"/>
                </a:moveTo>
                <a:lnTo>
                  <a:pt x="2452121" y="2366839"/>
                </a:lnTo>
                <a:lnTo>
                  <a:pt x="2438096" y="2343810"/>
                </a:lnTo>
                <a:moveTo>
                  <a:pt x="1129028" y="932509"/>
                </a:moveTo>
                <a:lnTo>
                  <a:pt x="1157016" y="919117"/>
                </a:lnTo>
                <a:moveTo>
                  <a:pt x="697954" y="639403"/>
                </a:moveTo>
                <a:lnTo>
                  <a:pt x="689540" y="639110"/>
                </a:lnTo>
                <a:lnTo>
                  <a:pt x="528738" y="628582"/>
                </a:lnTo>
                <a:moveTo>
                  <a:pt x="1907366" y="208776"/>
                </a:moveTo>
                <a:lnTo>
                  <a:pt x="1926243" y="195688"/>
                </a:lnTo>
                <a:lnTo>
                  <a:pt x="1945044" y="181047"/>
                </a:lnTo>
                <a:lnTo>
                  <a:pt x="1960645" y="165598"/>
                </a:lnTo>
                <a:moveTo>
                  <a:pt x="1968286" y="157774"/>
                </a:moveTo>
                <a:lnTo>
                  <a:pt x="2033952" y="88154"/>
                </a:lnTo>
                <a:lnTo>
                  <a:pt x="2061841" y="58757"/>
                </a:lnTo>
                <a:lnTo>
                  <a:pt x="2094088" y="24210"/>
                </a:lnTo>
                <a:lnTo>
                  <a:pt x="2117818" y="0"/>
                </a:lnTo>
                <a:moveTo>
                  <a:pt x="869582" y="822503"/>
                </a:moveTo>
                <a:lnTo>
                  <a:pt x="869719" y="822434"/>
                </a:lnTo>
                <a:moveTo>
                  <a:pt x="879005" y="861423"/>
                </a:moveTo>
                <a:lnTo>
                  <a:pt x="782006" y="911541"/>
                </a:lnTo>
                <a:moveTo>
                  <a:pt x="1102460" y="750590"/>
                </a:moveTo>
                <a:lnTo>
                  <a:pt x="1099611" y="751649"/>
                </a:lnTo>
                <a:lnTo>
                  <a:pt x="1085731" y="758429"/>
                </a:lnTo>
                <a:lnTo>
                  <a:pt x="1015799" y="792900"/>
                </a:lnTo>
                <a:moveTo>
                  <a:pt x="1008021" y="796770"/>
                </a:moveTo>
                <a:lnTo>
                  <a:pt x="889053" y="856410"/>
                </a:lnTo>
                <a:moveTo>
                  <a:pt x="914588" y="907953"/>
                </a:moveTo>
                <a:lnTo>
                  <a:pt x="1028620" y="850567"/>
                </a:lnTo>
                <a:lnTo>
                  <a:pt x="1030890" y="848777"/>
                </a:lnTo>
                <a:moveTo>
                  <a:pt x="807511" y="961735"/>
                </a:moveTo>
                <a:lnTo>
                  <a:pt x="904761" y="912897"/>
                </a:lnTo>
                <a:moveTo>
                  <a:pt x="522671" y="628140"/>
                </a:moveTo>
                <a:lnTo>
                  <a:pt x="515083" y="627523"/>
                </a:lnTo>
                <a:lnTo>
                  <a:pt x="481488" y="624781"/>
                </a:lnTo>
                <a:lnTo>
                  <a:pt x="477497" y="624385"/>
                </a:lnTo>
                <a:lnTo>
                  <a:pt x="473718" y="623912"/>
                </a:lnTo>
                <a:lnTo>
                  <a:pt x="469254" y="623143"/>
                </a:lnTo>
                <a:lnTo>
                  <a:pt x="463807" y="622541"/>
                </a:lnTo>
                <a:lnTo>
                  <a:pt x="460676" y="622236"/>
                </a:lnTo>
                <a:lnTo>
                  <a:pt x="448351" y="621459"/>
                </a:lnTo>
                <a:lnTo>
                  <a:pt x="445387" y="621307"/>
                </a:lnTo>
                <a:moveTo>
                  <a:pt x="445220" y="621307"/>
                </a:moveTo>
                <a:lnTo>
                  <a:pt x="440946" y="621696"/>
                </a:lnTo>
                <a:moveTo>
                  <a:pt x="440946" y="621696"/>
                </a:moveTo>
                <a:lnTo>
                  <a:pt x="434341" y="622297"/>
                </a:lnTo>
                <a:moveTo>
                  <a:pt x="798423" y="2200868"/>
                </a:moveTo>
                <a:lnTo>
                  <a:pt x="797516" y="2207891"/>
                </a:lnTo>
                <a:lnTo>
                  <a:pt x="797349" y="2210215"/>
                </a:lnTo>
                <a:lnTo>
                  <a:pt x="797044" y="2214763"/>
                </a:lnTo>
                <a:lnTo>
                  <a:pt x="796945" y="2216165"/>
                </a:lnTo>
                <a:moveTo>
                  <a:pt x="438447" y="2205389"/>
                </a:moveTo>
                <a:lnTo>
                  <a:pt x="438569" y="2206947"/>
                </a:lnTo>
                <a:lnTo>
                  <a:pt x="439400" y="2208882"/>
                </a:lnTo>
                <a:lnTo>
                  <a:pt x="440679" y="2210809"/>
                </a:lnTo>
                <a:lnTo>
                  <a:pt x="442211" y="2212615"/>
                </a:lnTo>
                <a:lnTo>
                  <a:pt x="443719" y="2213906"/>
                </a:lnTo>
                <a:moveTo>
                  <a:pt x="432185" y="1150400"/>
                </a:moveTo>
                <a:lnTo>
                  <a:pt x="441243" y="1187682"/>
                </a:lnTo>
                <a:lnTo>
                  <a:pt x="442409" y="1192488"/>
                </a:lnTo>
                <a:lnTo>
                  <a:pt x="442538" y="1193029"/>
                </a:lnTo>
                <a:moveTo>
                  <a:pt x="890584" y="2337875"/>
                </a:moveTo>
                <a:lnTo>
                  <a:pt x="891270" y="2323318"/>
                </a:lnTo>
                <a:lnTo>
                  <a:pt x="891452" y="2320179"/>
                </a:lnTo>
                <a:moveTo>
                  <a:pt x="891894" y="2311411"/>
                </a:moveTo>
                <a:lnTo>
                  <a:pt x="892252" y="2303321"/>
                </a:lnTo>
                <a:moveTo>
                  <a:pt x="798865" y="2255115"/>
                </a:moveTo>
                <a:lnTo>
                  <a:pt x="799276" y="2249965"/>
                </a:lnTo>
                <a:lnTo>
                  <a:pt x="799505" y="2248548"/>
                </a:lnTo>
                <a:moveTo>
                  <a:pt x="800982" y="2239422"/>
                </a:moveTo>
                <a:lnTo>
                  <a:pt x="801013" y="2239277"/>
                </a:lnTo>
                <a:moveTo>
                  <a:pt x="800883" y="2239917"/>
                </a:moveTo>
                <a:lnTo>
                  <a:pt x="800899" y="2237975"/>
                </a:lnTo>
                <a:lnTo>
                  <a:pt x="800922" y="2237571"/>
                </a:lnTo>
                <a:moveTo>
                  <a:pt x="765933" y="1791886"/>
                </a:moveTo>
                <a:lnTo>
                  <a:pt x="759046" y="1794187"/>
                </a:lnTo>
                <a:lnTo>
                  <a:pt x="716211" y="1805233"/>
                </a:lnTo>
                <a:moveTo>
                  <a:pt x="680902" y="1812798"/>
                </a:moveTo>
                <a:lnTo>
                  <a:pt x="673368" y="1814732"/>
                </a:lnTo>
                <a:lnTo>
                  <a:pt x="667372" y="1816271"/>
                </a:lnTo>
                <a:moveTo>
                  <a:pt x="705530" y="1807937"/>
                </a:moveTo>
                <a:lnTo>
                  <a:pt x="683416" y="1813422"/>
                </a:lnTo>
                <a:moveTo>
                  <a:pt x="692633" y="1915235"/>
                </a:moveTo>
                <a:lnTo>
                  <a:pt x="698080" y="1913780"/>
                </a:lnTo>
                <a:lnTo>
                  <a:pt x="706597" y="1911266"/>
                </a:lnTo>
                <a:lnTo>
                  <a:pt x="709149" y="1910565"/>
                </a:lnTo>
                <a:lnTo>
                  <a:pt x="729588" y="1905690"/>
                </a:lnTo>
                <a:moveTo>
                  <a:pt x="740443" y="1902955"/>
                </a:moveTo>
                <a:lnTo>
                  <a:pt x="755976" y="1898887"/>
                </a:lnTo>
                <a:lnTo>
                  <a:pt x="789929" y="1889944"/>
                </a:lnTo>
                <a:moveTo>
                  <a:pt x="595002" y="1101965"/>
                </a:moveTo>
                <a:lnTo>
                  <a:pt x="574754" y="1058277"/>
                </a:lnTo>
                <a:moveTo>
                  <a:pt x="2395573" y="2306734"/>
                </a:moveTo>
                <a:lnTo>
                  <a:pt x="2313018" y="2356654"/>
                </a:lnTo>
                <a:moveTo>
                  <a:pt x="2448731" y="2589487"/>
                </a:moveTo>
                <a:lnTo>
                  <a:pt x="2413392" y="2531499"/>
                </a:lnTo>
                <a:lnTo>
                  <a:pt x="2412744" y="2530699"/>
                </a:lnTo>
                <a:moveTo>
                  <a:pt x="433027" y="679546"/>
                </a:moveTo>
                <a:lnTo>
                  <a:pt x="436474" y="677245"/>
                </a:lnTo>
                <a:lnTo>
                  <a:pt x="443407" y="670191"/>
                </a:lnTo>
                <a:lnTo>
                  <a:pt x="446720" y="665194"/>
                </a:lnTo>
                <a:lnTo>
                  <a:pt x="448175" y="661385"/>
                </a:lnTo>
                <a:lnTo>
                  <a:pt x="448499" y="660052"/>
                </a:lnTo>
                <a:moveTo>
                  <a:pt x="2245364" y="2093715"/>
                </a:moveTo>
                <a:lnTo>
                  <a:pt x="2258619" y="2080101"/>
                </a:lnTo>
                <a:moveTo>
                  <a:pt x="2266366" y="2072308"/>
                </a:moveTo>
                <a:lnTo>
                  <a:pt x="2280498" y="2057842"/>
                </a:lnTo>
                <a:moveTo>
                  <a:pt x="2288374" y="2050224"/>
                </a:moveTo>
                <a:lnTo>
                  <a:pt x="2305446" y="2032421"/>
                </a:lnTo>
                <a:lnTo>
                  <a:pt x="2315829" y="2021581"/>
                </a:lnTo>
                <a:lnTo>
                  <a:pt x="2317513" y="2020027"/>
                </a:lnTo>
                <a:moveTo>
                  <a:pt x="2324239" y="2014222"/>
                </a:moveTo>
                <a:lnTo>
                  <a:pt x="2334882" y="2005705"/>
                </a:lnTo>
                <a:lnTo>
                  <a:pt x="2342911" y="1998979"/>
                </a:lnTo>
                <a:lnTo>
                  <a:pt x="2353370" y="1992008"/>
                </a:lnTo>
                <a:moveTo>
                  <a:pt x="2359571" y="1987773"/>
                </a:moveTo>
                <a:lnTo>
                  <a:pt x="2360996" y="1986760"/>
                </a:lnTo>
                <a:lnTo>
                  <a:pt x="2364447" y="1983103"/>
                </a:lnTo>
                <a:lnTo>
                  <a:pt x="2374959" y="1972019"/>
                </a:lnTo>
                <a:lnTo>
                  <a:pt x="2379347" y="1967395"/>
                </a:lnTo>
                <a:lnTo>
                  <a:pt x="2389563" y="1956722"/>
                </a:lnTo>
                <a:lnTo>
                  <a:pt x="2393440" y="1952929"/>
                </a:lnTo>
                <a:lnTo>
                  <a:pt x="2403694" y="1941532"/>
                </a:lnTo>
                <a:lnTo>
                  <a:pt x="2406482" y="1938721"/>
                </a:lnTo>
                <a:lnTo>
                  <a:pt x="2416218" y="1928216"/>
                </a:lnTo>
                <a:moveTo>
                  <a:pt x="2062100" y="2410360"/>
                </a:moveTo>
                <a:lnTo>
                  <a:pt x="2063913" y="2413963"/>
                </a:lnTo>
                <a:lnTo>
                  <a:pt x="2065833" y="2417338"/>
                </a:lnTo>
                <a:lnTo>
                  <a:pt x="2069596" y="2423942"/>
                </a:lnTo>
                <a:lnTo>
                  <a:pt x="2085015" y="2452403"/>
                </a:lnTo>
                <a:lnTo>
                  <a:pt x="2126045" y="2531149"/>
                </a:lnTo>
                <a:lnTo>
                  <a:pt x="2131705" y="2542096"/>
                </a:lnTo>
                <a:lnTo>
                  <a:pt x="2137807" y="2556105"/>
                </a:lnTo>
                <a:lnTo>
                  <a:pt x="2141250" y="2565787"/>
                </a:lnTo>
                <a:lnTo>
                  <a:pt x="2144907" y="2578867"/>
                </a:lnTo>
                <a:lnTo>
                  <a:pt x="2147535" y="2590538"/>
                </a:lnTo>
                <a:lnTo>
                  <a:pt x="2149828" y="2604875"/>
                </a:lnTo>
                <a:lnTo>
                  <a:pt x="2151032" y="2626403"/>
                </a:lnTo>
                <a:lnTo>
                  <a:pt x="2150780" y="2637586"/>
                </a:lnTo>
                <a:lnTo>
                  <a:pt x="2149980" y="2645128"/>
                </a:lnTo>
                <a:lnTo>
                  <a:pt x="2145242" y="2668149"/>
                </a:lnTo>
                <a:lnTo>
                  <a:pt x="2140770" y="2684984"/>
                </a:lnTo>
                <a:lnTo>
                  <a:pt x="2137060" y="2695093"/>
                </a:lnTo>
                <a:lnTo>
                  <a:pt x="2130486" y="2713475"/>
                </a:lnTo>
                <a:moveTo>
                  <a:pt x="1314382" y="257134"/>
                </a:moveTo>
                <a:lnTo>
                  <a:pt x="1440412" y="215563"/>
                </a:lnTo>
                <a:moveTo>
                  <a:pt x="1018747" y="2350140"/>
                </a:moveTo>
                <a:lnTo>
                  <a:pt x="1018816" y="2348769"/>
                </a:lnTo>
                <a:moveTo>
                  <a:pt x="693791" y="2366305"/>
                </a:moveTo>
                <a:lnTo>
                  <a:pt x="695460" y="2328467"/>
                </a:lnTo>
                <a:moveTo>
                  <a:pt x="411286" y="681705"/>
                </a:moveTo>
                <a:lnTo>
                  <a:pt x="411423" y="681759"/>
                </a:lnTo>
                <a:moveTo>
                  <a:pt x="981123" y="709134"/>
                </a:moveTo>
                <a:lnTo>
                  <a:pt x="980498" y="706780"/>
                </a:lnTo>
                <a:lnTo>
                  <a:pt x="975104" y="688070"/>
                </a:lnTo>
                <a:lnTo>
                  <a:pt x="975005" y="687476"/>
                </a:lnTo>
                <a:lnTo>
                  <a:pt x="974183" y="684040"/>
                </a:lnTo>
                <a:moveTo>
                  <a:pt x="1030814" y="696751"/>
                </a:moveTo>
                <a:lnTo>
                  <a:pt x="1012653" y="703573"/>
                </a:lnTo>
                <a:lnTo>
                  <a:pt x="986878" y="712946"/>
                </a:lnTo>
                <a:moveTo>
                  <a:pt x="976739" y="716900"/>
                </a:moveTo>
                <a:lnTo>
                  <a:pt x="976087" y="717178"/>
                </a:lnTo>
                <a:lnTo>
                  <a:pt x="941491" y="732463"/>
                </a:lnTo>
                <a:moveTo>
                  <a:pt x="941392" y="732502"/>
                </a:moveTo>
                <a:lnTo>
                  <a:pt x="912055" y="743147"/>
                </a:lnTo>
                <a:moveTo>
                  <a:pt x="943353" y="736939"/>
                </a:moveTo>
                <a:lnTo>
                  <a:pt x="958741" y="730548"/>
                </a:lnTo>
                <a:lnTo>
                  <a:pt x="975661" y="723882"/>
                </a:lnTo>
                <a:lnTo>
                  <a:pt x="978251" y="722853"/>
                </a:lnTo>
                <a:lnTo>
                  <a:pt x="979104" y="722492"/>
                </a:lnTo>
                <a:moveTo>
                  <a:pt x="988996" y="718565"/>
                </a:moveTo>
                <a:lnTo>
                  <a:pt x="989137" y="718511"/>
                </a:lnTo>
                <a:lnTo>
                  <a:pt x="995757" y="715841"/>
                </a:lnTo>
                <a:moveTo>
                  <a:pt x="995970" y="715757"/>
                </a:moveTo>
                <a:lnTo>
                  <a:pt x="1032520" y="701295"/>
                </a:lnTo>
                <a:moveTo>
                  <a:pt x="557987" y="2102856"/>
                </a:moveTo>
                <a:lnTo>
                  <a:pt x="542828" y="2078867"/>
                </a:lnTo>
                <a:lnTo>
                  <a:pt x="540542" y="2075249"/>
                </a:lnTo>
                <a:lnTo>
                  <a:pt x="539118" y="2072986"/>
                </a:lnTo>
                <a:lnTo>
                  <a:pt x="474724" y="1970632"/>
                </a:lnTo>
                <a:lnTo>
                  <a:pt x="466093" y="1957271"/>
                </a:lnTo>
                <a:lnTo>
                  <a:pt x="465034" y="1953698"/>
                </a:lnTo>
                <a:moveTo>
                  <a:pt x="583545" y="2047238"/>
                </a:moveTo>
                <a:lnTo>
                  <a:pt x="586234" y="2046232"/>
                </a:lnTo>
                <a:lnTo>
                  <a:pt x="614306" y="2028528"/>
                </a:lnTo>
                <a:lnTo>
                  <a:pt x="616165" y="2027431"/>
                </a:lnTo>
                <a:moveTo>
                  <a:pt x="596240" y="2113293"/>
                </a:moveTo>
                <a:lnTo>
                  <a:pt x="595231" y="2113628"/>
                </a:lnTo>
                <a:lnTo>
                  <a:pt x="592420" y="2114329"/>
                </a:lnTo>
                <a:lnTo>
                  <a:pt x="588824" y="2114862"/>
                </a:lnTo>
                <a:lnTo>
                  <a:pt x="587876" y="2114942"/>
                </a:lnTo>
                <a:moveTo>
                  <a:pt x="456654" y="1895596"/>
                </a:moveTo>
                <a:lnTo>
                  <a:pt x="452502" y="1893395"/>
                </a:lnTo>
                <a:lnTo>
                  <a:pt x="450552" y="1892412"/>
                </a:lnTo>
                <a:moveTo>
                  <a:pt x="471920" y="1942812"/>
                </a:moveTo>
                <a:lnTo>
                  <a:pt x="470732" y="1938096"/>
                </a:lnTo>
                <a:lnTo>
                  <a:pt x="461613" y="1902125"/>
                </a:lnTo>
                <a:moveTo>
                  <a:pt x="437899" y="1893197"/>
                </a:moveTo>
                <a:lnTo>
                  <a:pt x="437320" y="1893844"/>
                </a:lnTo>
                <a:lnTo>
                  <a:pt x="432566" y="1898293"/>
                </a:lnTo>
                <a:lnTo>
                  <a:pt x="400503" y="1918061"/>
                </a:lnTo>
                <a:moveTo>
                  <a:pt x="398560" y="1919273"/>
                </a:moveTo>
                <a:lnTo>
                  <a:pt x="398492" y="1919311"/>
                </a:lnTo>
                <a:moveTo>
                  <a:pt x="507374" y="1883918"/>
                </a:moveTo>
                <a:lnTo>
                  <a:pt x="503542" y="1884908"/>
                </a:lnTo>
                <a:lnTo>
                  <a:pt x="465316" y="1894781"/>
                </a:lnTo>
                <a:lnTo>
                  <a:pt x="464059" y="1895132"/>
                </a:lnTo>
                <a:moveTo>
                  <a:pt x="550514" y="1872788"/>
                </a:moveTo>
                <a:lnTo>
                  <a:pt x="547170" y="1873649"/>
                </a:lnTo>
                <a:lnTo>
                  <a:pt x="539544" y="1875622"/>
                </a:lnTo>
                <a:lnTo>
                  <a:pt x="519745" y="1880734"/>
                </a:lnTo>
                <a:lnTo>
                  <a:pt x="515632" y="1881793"/>
                </a:lnTo>
                <a:moveTo>
                  <a:pt x="619067" y="1855244"/>
                </a:moveTo>
                <a:lnTo>
                  <a:pt x="613468" y="1856684"/>
                </a:lnTo>
                <a:lnTo>
                  <a:pt x="572720" y="1867243"/>
                </a:lnTo>
                <a:lnTo>
                  <a:pt x="561888" y="1869924"/>
                </a:lnTo>
                <a:lnTo>
                  <a:pt x="558856" y="1870678"/>
                </a:lnTo>
                <a:moveTo>
                  <a:pt x="522854" y="2118237"/>
                </a:moveTo>
                <a:lnTo>
                  <a:pt x="522488" y="2125116"/>
                </a:lnTo>
                <a:moveTo>
                  <a:pt x="550240" y="2125999"/>
                </a:moveTo>
                <a:lnTo>
                  <a:pt x="550613" y="2126014"/>
                </a:lnTo>
                <a:moveTo>
                  <a:pt x="559625" y="2126365"/>
                </a:moveTo>
                <a:lnTo>
                  <a:pt x="562474" y="2126456"/>
                </a:lnTo>
                <a:moveTo>
                  <a:pt x="562703" y="2126456"/>
                </a:moveTo>
                <a:lnTo>
                  <a:pt x="577329" y="2126929"/>
                </a:lnTo>
                <a:lnTo>
                  <a:pt x="584688" y="2126548"/>
                </a:lnTo>
                <a:lnTo>
                  <a:pt x="591239" y="2125717"/>
                </a:lnTo>
                <a:lnTo>
                  <a:pt x="594797" y="2124994"/>
                </a:lnTo>
                <a:lnTo>
                  <a:pt x="597516" y="2124125"/>
                </a:lnTo>
                <a:lnTo>
                  <a:pt x="599550" y="2123424"/>
                </a:lnTo>
                <a:moveTo>
                  <a:pt x="550141" y="2111419"/>
                </a:moveTo>
                <a:lnTo>
                  <a:pt x="548747" y="2110626"/>
                </a:lnTo>
                <a:lnTo>
                  <a:pt x="547147" y="2109407"/>
                </a:lnTo>
                <a:lnTo>
                  <a:pt x="546736" y="2109072"/>
                </a:lnTo>
                <a:moveTo>
                  <a:pt x="525375" y="2094834"/>
                </a:moveTo>
                <a:lnTo>
                  <a:pt x="526419" y="2099596"/>
                </a:lnTo>
                <a:moveTo>
                  <a:pt x="526419" y="2099596"/>
                </a:moveTo>
                <a:lnTo>
                  <a:pt x="526876" y="2102574"/>
                </a:lnTo>
                <a:lnTo>
                  <a:pt x="527340" y="2105355"/>
                </a:lnTo>
                <a:moveTo>
                  <a:pt x="581877" y="2115296"/>
                </a:moveTo>
                <a:lnTo>
                  <a:pt x="578220" y="2115433"/>
                </a:lnTo>
                <a:lnTo>
                  <a:pt x="569178" y="2115167"/>
                </a:lnTo>
                <a:moveTo>
                  <a:pt x="484223" y="2025885"/>
                </a:moveTo>
                <a:lnTo>
                  <a:pt x="513278" y="2072400"/>
                </a:lnTo>
                <a:lnTo>
                  <a:pt x="515578" y="2077039"/>
                </a:lnTo>
                <a:lnTo>
                  <a:pt x="518184" y="2080757"/>
                </a:lnTo>
                <a:lnTo>
                  <a:pt x="519692" y="2085594"/>
                </a:lnTo>
                <a:lnTo>
                  <a:pt x="520766" y="2089738"/>
                </a:lnTo>
                <a:moveTo>
                  <a:pt x="351413" y="1876788"/>
                </a:moveTo>
                <a:lnTo>
                  <a:pt x="350484" y="1895589"/>
                </a:lnTo>
                <a:lnTo>
                  <a:pt x="349775" y="1909827"/>
                </a:lnTo>
                <a:lnTo>
                  <a:pt x="348655" y="1912135"/>
                </a:lnTo>
                <a:lnTo>
                  <a:pt x="347177" y="1915197"/>
                </a:lnTo>
                <a:moveTo>
                  <a:pt x="795901" y="2255130"/>
                </a:moveTo>
                <a:lnTo>
                  <a:pt x="795985" y="2255260"/>
                </a:lnTo>
                <a:moveTo>
                  <a:pt x="799040" y="2255122"/>
                </a:moveTo>
                <a:lnTo>
                  <a:pt x="799131" y="2255000"/>
                </a:lnTo>
                <a:moveTo>
                  <a:pt x="795574" y="2237289"/>
                </a:moveTo>
                <a:lnTo>
                  <a:pt x="795551" y="2237700"/>
                </a:lnTo>
                <a:lnTo>
                  <a:pt x="795513" y="2238462"/>
                </a:lnTo>
                <a:moveTo>
                  <a:pt x="795856" y="2248327"/>
                </a:moveTo>
                <a:lnTo>
                  <a:pt x="796237" y="2255534"/>
                </a:lnTo>
                <a:moveTo>
                  <a:pt x="798956" y="2259434"/>
                </a:moveTo>
                <a:lnTo>
                  <a:pt x="799154" y="2255168"/>
                </a:lnTo>
                <a:moveTo>
                  <a:pt x="802140" y="2191315"/>
                </a:moveTo>
                <a:lnTo>
                  <a:pt x="802209" y="2188633"/>
                </a:lnTo>
                <a:lnTo>
                  <a:pt x="802415" y="2180490"/>
                </a:lnTo>
                <a:lnTo>
                  <a:pt x="804677" y="2135552"/>
                </a:lnTo>
                <a:lnTo>
                  <a:pt x="805485" y="2117703"/>
                </a:lnTo>
                <a:lnTo>
                  <a:pt x="805363" y="2114702"/>
                </a:lnTo>
                <a:lnTo>
                  <a:pt x="804814" y="2111708"/>
                </a:lnTo>
                <a:lnTo>
                  <a:pt x="804174" y="2109644"/>
                </a:lnTo>
                <a:lnTo>
                  <a:pt x="803352" y="2107952"/>
                </a:lnTo>
                <a:lnTo>
                  <a:pt x="802255" y="2105797"/>
                </a:lnTo>
                <a:lnTo>
                  <a:pt x="790340" y="2087422"/>
                </a:lnTo>
                <a:lnTo>
                  <a:pt x="787979" y="2083484"/>
                </a:lnTo>
                <a:lnTo>
                  <a:pt x="786828" y="2081564"/>
                </a:lnTo>
                <a:moveTo>
                  <a:pt x="758658" y="2033686"/>
                </a:moveTo>
                <a:lnTo>
                  <a:pt x="758665" y="2033533"/>
                </a:lnTo>
                <a:moveTo>
                  <a:pt x="758261" y="2033511"/>
                </a:moveTo>
                <a:lnTo>
                  <a:pt x="757088" y="2031652"/>
                </a:lnTo>
                <a:lnTo>
                  <a:pt x="756837" y="2031248"/>
                </a:lnTo>
                <a:moveTo>
                  <a:pt x="752099" y="2034219"/>
                </a:moveTo>
                <a:lnTo>
                  <a:pt x="753195" y="2035453"/>
                </a:lnTo>
                <a:moveTo>
                  <a:pt x="751946" y="2023318"/>
                </a:moveTo>
                <a:lnTo>
                  <a:pt x="751718" y="2022944"/>
                </a:lnTo>
                <a:lnTo>
                  <a:pt x="751489" y="2022579"/>
                </a:lnTo>
                <a:moveTo>
                  <a:pt x="746987" y="2015250"/>
                </a:moveTo>
                <a:lnTo>
                  <a:pt x="746126" y="2013841"/>
                </a:lnTo>
                <a:moveTo>
                  <a:pt x="791860" y="2221825"/>
                </a:moveTo>
                <a:lnTo>
                  <a:pt x="788329" y="2221627"/>
                </a:lnTo>
                <a:lnTo>
                  <a:pt x="784947" y="2221566"/>
                </a:lnTo>
                <a:lnTo>
                  <a:pt x="775722" y="2221413"/>
                </a:lnTo>
                <a:lnTo>
                  <a:pt x="746080" y="2220636"/>
                </a:lnTo>
                <a:lnTo>
                  <a:pt x="730243" y="2220324"/>
                </a:lnTo>
                <a:lnTo>
                  <a:pt x="721467" y="2220781"/>
                </a:lnTo>
                <a:moveTo>
                  <a:pt x="673101" y="2216679"/>
                </a:moveTo>
                <a:lnTo>
                  <a:pt x="658597" y="2215022"/>
                </a:lnTo>
                <a:lnTo>
                  <a:pt x="640062" y="2214222"/>
                </a:lnTo>
                <a:lnTo>
                  <a:pt x="636844" y="2214073"/>
                </a:lnTo>
                <a:moveTo>
                  <a:pt x="630708" y="2215098"/>
                </a:moveTo>
                <a:lnTo>
                  <a:pt x="614916" y="2213963"/>
                </a:lnTo>
                <a:moveTo>
                  <a:pt x="549166" y="2136481"/>
                </a:moveTo>
                <a:lnTo>
                  <a:pt x="549524" y="2134600"/>
                </a:lnTo>
                <a:lnTo>
                  <a:pt x="550301" y="2132246"/>
                </a:lnTo>
                <a:lnTo>
                  <a:pt x="550986" y="2130951"/>
                </a:lnTo>
                <a:lnTo>
                  <a:pt x="551634" y="2130166"/>
                </a:lnTo>
                <a:moveTo>
                  <a:pt x="511137" y="2222114"/>
                </a:moveTo>
                <a:lnTo>
                  <a:pt x="511754" y="2222411"/>
                </a:lnTo>
                <a:lnTo>
                  <a:pt x="512524" y="2222876"/>
                </a:lnTo>
                <a:lnTo>
                  <a:pt x="512935" y="2223211"/>
                </a:lnTo>
                <a:moveTo>
                  <a:pt x="444675" y="2214595"/>
                </a:moveTo>
                <a:lnTo>
                  <a:pt x="446637" y="2215761"/>
                </a:lnTo>
                <a:lnTo>
                  <a:pt x="448236" y="2216401"/>
                </a:lnTo>
                <a:lnTo>
                  <a:pt x="450118" y="2216759"/>
                </a:lnTo>
                <a:lnTo>
                  <a:pt x="469323" y="2217924"/>
                </a:lnTo>
                <a:lnTo>
                  <a:pt x="490135" y="2219082"/>
                </a:lnTo>
                <a:lnTo>
                  <a:pt x="499048" y="2219528"/>
                </a:lnTo>
                <a:moveTo>
                  <a:pt x="494104" y="2203698"/>
                </a:moveTo>
                <a:lnTo>
                  <a:pt x="452792" y="2201302"/>
                </a:lnTo>
                <a:lnTo>
                  <a:pt x="444724" y="2200837"/>
                </a:lnTo>
                <a:lnTo>
                  <a:pt x="444126" y="2200803"/>
                </a:lnTo>
                <a:moveTo>
                  <a:pt x="514866" y="2204372"/>
                </a:moveTo>
                <a:lnTo>
                  <a:pt x="513491" y="2204380"/>
                </a:lnTo>
                <a:moveTo>
                  <a:pt x="516698" y="2196388"/>
                </a:moveTo>
                <a:lnTo>
                  <a:pt x="516584" y="2196488"/>
                </a:lnTo>
                <a:moveTo>
                  <a:pt x="517353" y="2195855"/>
                </a:moveTo>
                <a:lnTo>
                  <a:pt x="514177" y="2198902"/>
                </a:lnTo>
                <a:lnTo>
                  <a:pt x="512600" y="2200708"/>
                </a:lnTo>
                <a:moveTo>
                  <a:pt x="342378" y="1559815"/>
                </a:moveTo>
                <a:lnTo>
                  <a:pt x="344610" y="1524674"/>
                </a:lnTo>
                <a:moveTo>
                  <a:pt x="345174" y="1516188"/>
                </a:moveTo>
                <a:lnTo>
                  <a:pt x="347749" y="1479447"/>
                </a:lnTo>
                <a:lnTo>
                  <a:pt x="346812" y="1477854"/>
                </a:lnTo>
                <a:moveTo>
                  <a:pt x="335804" y="1524202"/>
                </a:moveTo>
                <a:lnTo>
                  <a:pt x="333938" y="1559282"/>
                </a:lnTo>
                <a:moveTo>
                  <a:pt x="517841" y="2358497"/>
                </a:moveTo>
                <a:lnTo>
                  <a:pt x="517925" y="2358627"/>
                </a:lnTo>
                <a:moveTo>
                  <a:pt x="518808" y="2359861"/>
                </a:moveTo>
                <a:lnTo>
                  <a:pt x="519684" y="2362405"/>
                </a:lnTo>
                <a:lnTo>
                  <a:pt x="520690" y="2364576"/>
                </a:lnTo>
                <a:lnTo>
                  <a:pt x="522907" y="2368004"/>
                </a:lnTo>
                <a:lnTo>
                  <a:pt x="524103" y="2369337"/>
                </a:lnTo>
                <a:lnTo>
                  <a:pt x="525413" y="2370785"/>
                </a:lnTo>
                <a:moveTo>
                  <a:pt x="513232" y="2357838"/>
                </a:moveTo>
                <a:lnTo>
                  <a:pt x="513232" y="2357990"/>
                </a:lnTo>
                <a:moveTo>
                  <a:pt x="518984" y="2253315"/>
                </a:moveTo>
                <a:lnTo>
                  <a:pt x="519144" y="2259526"/>
                </a:lnTo>
                <a:lnTo>
                  <a:pt x="518755" y="2269528"/>
                </a:lnTo>
                <a:lnTo>
                  <a:pt x="518582" y="2274782"/>
                </a:lnTo>
                <a:moveTo>
                  <a:pt x="1662817" y="627851"/>
                </a:moveTo>
                <a:lnTo>
                  <a:pt x="1675881" y="655336"/>
                </a:lnTo>
                <a:moveTo>
                  <a:pt x="467022" y="2549333"/>
                </a:moveTo>
                <a:lnTo>
                  <a:pt x="429359" y="2596876"/>
                </a:lnTo>
                <a:moveTo>
                  <a:pt x="506216" y="2475470"/>
                </a:moveTo>
                <a:lnTo>
                  <a:pt x="505591" y="2476826"/>
                </a:lnTo>
                <a:lnTo>
                  <a:pt x="505233" y="2478898"/>
                </a:lnTo>
                <a:lnTo>
                  <a:pt x="504670" y="2480772"/>
                </a:lnTo>
                <a:lnTo>
                  <a:pt x="503950" y="2482151"/>
                </a:lnTo>
                <a:moveTo>
                  <a:pt x="418311" y="2613917"/>
                </a:moveTo>
                <a:lnTo>
                  <a:pt x="416919" y="2618495"/>
                </a:lnTo>
                <a:lnTo>
                  <a:pt x="415060" y="2623996"/>
                </a:lnTo>
                <a:lnTo>
                  <a:pt x="414329" y="2626753"/>
                </a:lnTo>
                <a:lnTo>
                  <a:pt x="414003" y="2628039"/>
                </a:lnTo>
                <a:moveTo>
                  <a:pt x="538196" y="2380627"/>
                </a:moveTo>
                <a:lnTo>
                  <a:pt x="538668" y="2380330"/>
                </a:lnTo>
                <a:lnTo>
                  <a:pt x="539506" y="2379728"/>
                </a:lnTo>
                <a:lnTo>
                  <a:pt x="540108" y="2379294"/>
                </a:lnTo>
                <a:moveTo>
                  <a:pt x="528361" y="2379564"/>
                </a:moveTo>
                <a:lnTo>
                  <a:pt x="527249" y="2378570"/>
                </a:lnTo>
                <a:lnTo>
                  <a:pt x="525139" y="2375470"/>
                </a:lnTo>
                <a:moveTo>
                  <a:pt x="530380" y="2424437"/>
                </a:moveTo>
                <a:lnTo>
                  <a:pt x="530631" y="2421512"/>
                </a:lnTo>
                <a:moveTo>
                  <a:pt x="751718" y="2416149"/>
                </a:moveTo>
                <a:lnTo>
                  <a:pt x="751900" y="2412074"/>
                </a:lnTo>
                <a:lnTo>
                  <a:pt x="753394" y="2378814"/>
                </a:lnTo>
                <a:lnTo>
                  <a:pt x="753416" y="2378273"/>
                </a:lnTo>
                <a:moveTo>
                  <a:pt x="599550" y="2230258"/>
                </a:moveTo>
                <a:lnTo>
                  <a:pt x="602704" y="2226807"/>
                </a:lnTo>
                <a:moveTo>
                  <a:pt x="595711" y="2234607"/>
                </a:moveTo>
                <a:lnTo>
                  <a:pt x="594134" y="2263944"/>
                </a:lnTo>
                <a:lnTo>
                  <a:pt x="593525" y="2275211"/>
                </a:lnTo>
                <a:lnTo>
                  <a:pt x="593464" y="2276353"/>
                </a:lnTo>
                <a:lnTo>
                  <a:pt x="593273" y="2279827"/>
                </a:lnTo>
                <a:lnTo>
                  <a:pt x="592656" y="2291498"/>
                </a:lnTo>
                <a:lnTo>
                  <a:pt x="592291" y="2299108"/>
                </a:lnTo>
                <a:lnTo>
                  <a:pt x="592092" y="2303290"/>
                </a:lnTo>
                <a:lnTo>
                  <a:pt x="591978" y="2305675"/>
                </a:lnTo>
                <a:lnTo>
                  <a:pt x="591681" y="2311921"/>
                </a:lnTo>
                <a:lnTo>
                  <a:pt x="591514" y="2314831"/>
                </a:lnTo>
                <a:lnTo>
                  <a:pt x="591445" y="2316058"/>
                </a:lnTo>
                <a:lnTo>
                  <a:pt x="591171" y="2321451"/>
                </a:lnTo>
                <a:lnTo>
                  <a:pt x="591072" y="2323470"/>
                </a:lnTo>
                <a:lnTo>
                  <a:pt x="590378" y="2336923"/>
                </a:lnTo>
                <a:lnTo>
                  <a:pt x="589571" y="2352738"/>
                </a:lnTo>
                <a:lnTo>
                  <a:pt x="589114" y="2361719"/>
                </a:lnTo>
                <a:lnTo>
                  <a:pt x="589000" y="2363883"/>
                </a:lnTo>
                <a:lnTo>
                  <a:pt x="588817" y="2367524"/>
                </a:lnTo>
                <a:lnTo>
                  <a:pt x="588763" y="2368621"/>
                </a:lnTo>
                <a:moveTo>
                  <a:pt x="538299" y="2283653"/>
                </a:moveTo>
                <a:lnTo>
                  <a:pt x="538981" y="2269833"/>
                </a:lnTo>
                <a:lnTo>
                  <a:pt x="539224" y="2267959"/>
                </a:lnTo>
                <a:lnTo>
                  <a:pt x="540900" y="2255351"/>
                </a:lnTo>
                <a:lnTo>
                  <a:pt x="540801" y="2249295"/>
                </a:lnTo>
                <a:lnTo>
                  <a:pt x="540984" y="2244701"/>
                </a:lnTo>
                <a:moveTo>
                  <a:pt x="538621" y="2309783"/>
                </a:moveTo>
                <a:lnTo>
                  <a:pt x="539088" y="2303194"/>
                </a:lnTo>
                <a:moveTo>
                  <a:pt x="535667" y="2330875"/>
                </a:moveTo>
                <a:lnTo>
                  <a:pt x="537297" y="2315730"/>
                </a:lnTo>
                <a:moveTo>
                  <a:pt x="543212" y="2110668"/>
                </a:moveTo>
                <a:lnTo>
                  <a:pt x="543182" y="2110520"/>
                </a:lnTo>
                <a:moveTo>
                  <a:pt x="541799" y="2103610"/>
                </a:moveTo>
                <a:lnTo>
                  <a:pt x="541053" y="2100220"/>
                </a:lnTo>
                <a:lnTo>
                  <a:pt x="539986" y="2096640"/>
                </a:lnTo>
                <a:lnTo>
                  <a:pt x="538226" y="2091391"/>
                </a:lnTo>
                <a:lnTo>
                  <a:pt x="536368" y="2086615"/>
                </a:lnTo>
                <a:lnTo>
                  <a:pt x="535004" y="2083842"/>
                </a:lnTo>
                <a:lnTo>
                  <a:pt x="507610" y="2040085"/>
                </a:lnTo>
                <a:lnTo>
                  <a:pt x="490226" y="2012790"/>
                </a:lnTo>
                <a:lnTo>
                  <a:pt x="478578" y="1994233"/>
                </a:lnTo>
                <a:lnTo>
                  <a:pt x="468218" y="1977717"/>
                </a:lnTo>
                <a:lnTo>
                  <a:pt x="456582" y="1958859"/>
                </a:lnTo>
                <a:moveTo>
                  <a:pt x="543803" y="2197607"/>
                </a:moveTo>
                <a:lnTo>
                  <a:pt x="544016" y="2186318"/>
                </a:lnTo>
                <a:lnTo>
                  <a:pt x="546149" y="2141403"/>
                </a:lnTo>
                <a:moveTo>
                  <a:pt x="530799" y="2419250"/>
                </a:moveTo>
                <a:lnTo>
                  <a:pt x="531759" y="2403633"/>
                </a:lnTo>
                <a:moveTo>
                  <a:pt x="548781" y="2221348"/>
                </a:moveTo>
                <a:lnTo>
                  <a:pt x="551299" y="2221592"/>
                </a:lnTo>
                <a:moveTo>
                  <a:pt x="558898" y="2222175"/>
                </a:moveTo>
                <a:lnTo>
                  <a:pt x="561225" y="2222282"/>
                </a:lnTo>
                <a:lnTo>
                  <a:pt x="571376" y="2222701"/>
                </a:lnTo>
                <a:moveTo>
                  <a:pt x="573638" y="2222769"/>
                </a:moveTo>
                <a:lnTo>
                  <a:pt x="589571" y="2223066"/>
                </a:lnTo>
                <a:lnTo>
                  <a:pt x="601154" y="2222952"/>
                </a:lnTo>
                <a:moveTo>
                  <a:pt x="637404" y="2315829"/>
                </a:moveTo>
                <a:lnTo>
                  <a:pt x="637625" y="2311876"/>
                </a:lnTo>
                <a:lnTo>
                  <a:pt x="639758" y="2267029"/>
                </a:lnTo>
                <a:lnTo>
                  <a:pt x="640123" y="2260188"/>
                </a:lnTo>
                <a:moveTo>
                  <a:pt x="654323" y="2552052"/>
                </a:moveTo>
                <a:lnTo>
                  <a:pt x="635743" y="2533366"/>
                </a:lnTo>
                <a:lnTo>
                  <a:pt x="630083" y="2526685"/>
                </a:lnTo>
                <a:lnTo>
                  <a:pt x="588832" y="2480292"/>
                </a:lnTo>
                <a:moveTo>
                  <a:pt x="805568" y="2328772"/>
                </a:moveTo>
                <a:lnTo>
                  <a:pt x="822572" y="2329587"/>
                </a:lnTo>
                <a:lnTo>
                  <a:pt x="844374" y="2330494"/>
                </a:lnTo>
                <a:lnTo>
                  <a:pt x="847832" y="2330654"/>
                </a:lnTo>
                <a:lnTo>
                  <a:pt x="847970" y="2327721"/>
                </a:lnTo>
                <a:lnTo>
                  <a:pt x="848480" y="2318465"/>
                </a:lnTo>
                <a:moveTo>
                  <a:pt x="644465" y="2320644"/>
                </a:moveTo>
                <a:lnTo>
                  <a:pt x="640740" y="2320286"/>
                </a:lnTo>
                <a:lnTo>
                  <a:pt x="640138" y="2320050"/>
                </a:lnTo>
                <a:moveTo>
                  <a:pt x="684566" y="2370762"/>
                </a:moveTo>
                <a:lnTo>
                  <a:pt x="642538" y="2368598"/>
                </a:lnTo>
                <a:moveTo>
                  <a:pt x="752182" y="2378220"/>
                </a:moveTo>
                <a:lnTo>
                  <a:pt x="752159" y="2378753"/>
                </a:lnTo>
                <a:lnTo>
                  <a:pt x="750666" y="2412013"/>
                </a:lnTo>
                <a:lnTo>
                  <a:pt x="750484" y="2416088"/>
                </a:lnTo>
                <a:moveTo>
                  <a:pt x="742561" y="2374281"/>
                </a:moveTo>
                <a:lnTo>
                  <a:pt x="742424" y="2374373"/>
                </a:lnTo>
                <a:lnTo>
                  <a:pt x="699352" y="2372316"/>
                </a:lnTo>
                <a:lnTo>
                  <a:pt x="697501" y="2371562"/>
                </a:lnTo>
                <a:moveTo>
                  <a:pt x="689617" y="2369947"/>
                </a:moveTo>
                <a:lnTo>
                  <a:pt x="687415" y="2369863"/>
                </a:lnTo>
                <a:moveTo>
                  <a:pt x="799474" y="2329686"/>
                </a:moveTo>
                <a:lnTo>
                  <a:pt x="802849" y="2329846"/>
                </a:lnTo>
                <a:moveTo>
                  <a:pt x="793829" y="2337464"/>
                </a:moveTo>
                <a:lnTo>
                  <a:pt x="794256" y="2333404"/>
                </a:lnTo>
                <a:moveTo>
                  <a:pt x="789609" y="2421048"/>
                </a:moveTo>
                <a:lnTo>
                  <a:pt x="789617" y="2420834"/>
                </a:lnTo>
                <a:lnTo>
                  <a:pt x="789876" y="2414847"/>
                </a:lnTo>
                <a:lnTo>
                  <a:pt x="790112" y="2409240"/>
                </a:lnTo>
                <a:lnTo>
                  <a:pt x="791704" y="2378814"/>
                </a:lnTo>
                <a:lnTo>
                  <a:pt x="792489" y="2360744"/>
                </a:lnTo>
                <a:moveTo>
                  <a:pt x="793342" y="2358238"/>
                </a:moveTo>
                <a:lnTo>
                  <a:pt x="794363" y="2340100"/>
                </a:lnTo>
                <a:moveTo>
                  <a:pt x="851161" y="2273870"/>
                </a:moveTo>
                <a:lnTo>
                  <a:pt x="851337" y="2270815"/>
                </a:lnTo>
                <a:moveTo>
                  <a:pt x="645334" y="2235141"/>
                </a:moveTo>
                <a:lnTo>
                  <a:pt x="655458" y="2235636"/>
                </a:lnTo>
                <a:lnTo>
                  <a:pt x="665780" y="2236139"/>
                </a:lnTo>
                <a:lnTo>
                  <a:pt x="674465" y="2236558"/>
                </a:lnTo>
                <a:lnTo>
                  <a:pt x="684025" y="2237030"/>
                </a:lnTo>
                <a:lnTo>
                  <a:pt x="693509" y="2237495"/>
                </a:lnTo>
                <a:lnTo>
                  <a:pt x="703047" y="2237967"/>
                </a:lnTo>
                <a:lnTo>
                  <a:pt x="712524" y="2238432"/>
                </a:lnTo>
                <a:lnTo>
                  <a:pt x="722206" y="2238904"/>
                </a:lnTo>
                <a:lnTo>
                  <a:pt x="731500" y="2239353"/>
                </a:lnTo>
                <a:lnTo>
                  <a:pt x="741098" y="2239826"/>
                </a:lnTo>
                <a:lnTo>
                  <a:pt x="750552" y="2240283"/>
                </a:lnTo>
                <a:lnTo>
                  <a:pt x="760326" y="2240763"/>
                </a:lnTo>
                <a:lnTo>
                  <a:pt x="769627" y="2241212"/>
                </a:lnTo>
                <a:lnTo>
                  <a:pt x="773391" y="2241395"/>
                </a:lnTo>
                <a:moveTo>
                  <a:pt x="805759" y="2263494"/>
                </a:moveTo>
                <a:lnTo>
                  <a:pt x="803542" y="2263388"/>
                </a:lnTo>
                <a:moveTo>
                  <a:pt x="790607" y="2262763"/>
                </a:moveTo>
                <a:lnTo>
                  <a:pt x="790279" y="2262748"/>
                </a:lnTo>
                <a:lnTo>
                  <a:pt x="787186" y="2262603"/>
                </a:lnTo>
                <a:lnTo>
                  <a:pt x="779744" y="2262230"/>
                </a:lnTo>
                <a:moveTo>
                  <a:pt x="796069" y="2317482"/>
                </a:moveTo>
                <a:lnTo>
                  <a:pt x="798293" y="2273230"/>
                </a:lnTo>
                <a:lnTo>
                  <a:pt x="798537" y="2268202"/>
                </a:lnTo>
                <a:moveTo>
                  <a:pt x="814740" y="2244137"/>
                </a:moveTo>
                <a:lnTo>
                  <a:pt x="817574" y="2244442"/>
                </a:lnTo>
                <a:lnTo>
                  <a:pt x="827196" y="2244907"/>
                </a:lnTo>
                <a:lnTo>
                  <a:pt x="836634" y="2245356"/>
                </a:lnTo>
                <a:lnTo>
                  <a:pt x="846157" y="2245821"/>
                </a:lnTo>
                <a:lnTo>
                  <a:pt x="855587" y="2246278"/>
                </a:lnTo>
                <a:lnTo>
                  <a:pt x="865209" y="2246735"/>
                </a:lnTo>
                <a:lnTo>
                  <a:pt x="874640" y="2247192"/>
                </a:lnTo>
                <a:lnTo>
                  <a:pt x="884238" y="2247657"/>
                </a:lnTo>
                <a:lnTo>
                  <a:pt x="893601" y="2248106"/>
                </a:lnTo>
                <a:lnTo>
                  <a:pt x="903390" y="2248579"/>
                </a:lnTo>
                <a:moveTo>
                  <a:pt x="797829" y="2244389"/>
                </a:moveTo>
                <a:lnTo>
                  <a:pt x="797981" y="2244404"/>
                </a:lnTo>
                <a:moveTo>
                  <a:pt x="644313" y="2256699"/>
                </a:moveTo>
                <a:lnTo>
                  <a:pt x="645326" y="2256753"/>
                </a:lnTo>
                <a:lnTo>
                  <a:pt x="671166" y="2258154"/>
                </a:lnTo>
                <a:lnTo>
                  <a:pt x="673253" y="2258269"/>
                </a:lnTo>
                <a:lnTo>
                  <a:pt x="683766" y="2258848"/>
                </a:lnTo>
                <a:lnTo>
                  <a:pt x="688443" y="2259107"/>
                </a:lnTo>
                <a:moveTo>
                  <a:pt x="692428" y="2263030"/>
                </a:moveTo>
                <a:lnTo>
                  <a:pt x="692199" y="2267387"/>
                </a:lnTo>
                <a:lnTo>
                  <a:pt x="691673" y="2268736"/>
                </a:lnTo>
                <a:lnTo>
                  <a:pt x="689061" y="2319021"/>
                </a:lnTo>
                <a:moveTo>
                  <a:pt x="646560" y="2322228"/>
                </a:moveTo>
                <a:lnTo>
                  <a:pt x="684596" y="2324194"/>
                </a:lnTo>
                <a:moveTo>
                  <a:pt x="742378" y="2282707"/>
                </a:moveTo>
                <a:lnTo>
                  <a:pt x="740276" y="2321390"/>
                </a:lnTo>
                <a:moveTo>
                  <a:pt x="739186" y="2260280"/>
                </a:moveTo>
                <a:lnTo>
                  <a:pt x="735301" y="2260089"/>
                </a:lnTo>
                <a:lnTo>
                  <a:pt x="699451" y="2258330"/>
                </a:lnTo>
                <a:lnTo>
                  <a:pt x="696861" y="2258200"/>
                </a:lnTo>
                <a:moveTo>
                  <a:pt x="801919" y="2216332"/>
                </a:moveTo>
                <a:lnTo>
                  <a:pt x="801965" y="2215014"/>
                </a:lnTo>
                <a:lnTo>
                  <a:pt x="801866" y="2210763"/>
                </a:lnTo>
                <a:lnTo>
                  <a:pt x="801653" y="2201416"/>
                </a:lnTo>
                <a:moveTo>
                  <a:pt x="803138" y="2244282"/>
                </a:moveTo>
                <a:lnTo>
                  <a:pt x="803291" y="2244267"/>
                </a:lnTo>
                <a:moveTo>
                  <a:pt x="806673" y="2243833"/>
                </a:moveTo>
                <a:lnTo>
                  <a:pt x="812607" y="2244122"/>
                </a:lnTo>
                <a:moveTo>
                  <a:pt x="884193" y="2292587"/>
                </a:moveTo>
                <a:lnTo>
                  <a:pt x="855717" y="2291269"/>
                </a:lnTo>
                <a:moveTo>
                  <a:pt x="853767" y="2291825"/>
                </a:moveTo>
                <a:lnTo>
                  <a:pt x="853614" y="2291818"/>
                </a:lnTo>
                <a:moveTo>
                  <a:pt x="893014" y="2289121"/>
                </a:moveTo>
                <a:lnTo>
                  <a:pt x="893022" y="2288969"/>
                </a:lnTo>
                <a:moveTo>
                  <a:pt x="892108" y="2300898"/>
                </a:moveTo>
                <a:lnTo>
                  <a:pt x="892222" y="2298544"/>
                </a:lnTo>
                <a:moveTo>
                  <a:pt x="892633" y="2289959"/>
                </a:moveTo>
                <a:lnTo>
                  <a:pt x="892641" y="2289799"/>
                </a:lnTo>
                <a:moveTo>
                  <a:pt x="887354" y="2267357"/>
                </a:moveTo>
                <a:lnTo>
                  <a:pt x="884345" y="2267204"/>
                </a:lnTo>
                <a:lnTo>
                  <a:pt x="856144" y="2265864"/>
                </a:lnTo>
                <a:moveTo>
                  <a:pt x="847063" y="2265429"/>
                </a:moveTo>
                <a:lnTo>
                  <a:pt x="830471" y="2264637"/>
                </a:lnTo>
                <a:lnTo>
                  <a:pt x="808044" y="2263563"/>
                </a:lnTo>
                <a:moveTo>
                  <a:pt x="893806" y="2287544"/>
                </a:moveTo>
                <a:lnTo>
                  <a:pt x="894408" y="2274342"/>
                </a:lnTo>
                <a:moveTo>
                  <a:pt x="900998" y="2268560"/>
                </a:moveTo>
                <a:lnTo>
                  <a:pt x="898651" y="2268484"/>
                </a:lnTo>
                <a:moveTo>
                  <a:pt x="852853" y="2313620"/>
                </a:moveTo>
                <a:lnTo>
                  <a:pt x="852700" y="2313613"/>
                </a:lnTo>
                <a:moveTo>
                  <a:pt x="882814" y="2314146"/>
                </a:moveTo>
                <a:lnTo>
                  <a:pt x="855275" y="2312912"/>
                </a:lnTo>
                <a:lnTo>
                  <a:pt x="855016" y="2313018"/>
                </a:lnTo>
                <a:moveTo>
                  <a:pt x="912105" y="2250209"/>
                </a:moveTo>
                <a:lnTo>
                  <a:pt x="916249" y="2250354"/>
                </a:lnTo>
                <a:lnTo>
                  <a:pt x="921840" y="2250651"/>
                </a:lnTo>
                <a:moveTo>
                  <a:pt x="889952" y="2344549"/>
                </a:moveTo>
                <a:lnTo>
                  <a:pt x="890051" y="2342218"/>
                </a:lnTo>
                <a:lnTo>
                  <a:pt x="890592" y="2339452"/>
                </a:lnTo>
                <a:moveTo>
                  <a:pt x="897014" y="2348335"/>
                </a:moveTo>
                <a:lnTo>
                  <a:pt x="894241" y="2348182"/>
                </a:lnTo>
                <a:lnTo>
                  <a:pt x="893608" y="2348152"/>
                </a:lnTo>
                <a:moveTo>
                  <a:pt x="1012493" y="2353667"/>
                </a:moveTo>
                <a:lnTo>
                  <a:pt x="1011320" y="2353622"/>
                </a:lnTo>
                <a:moveTo>
                  <a:pt x="886097" y="2425862"/>
                </a:moveTo>
                <a:lnTo>
                  <a:pt x="886318" y="2421284"/>
                </a:lnTo>
                <a:lnTo>
                  <a:pt x="887194" y="2402993"/>
                </a:lnTo>
                <a:lnTo>
                  <a:pt x="888245" y="2381572"/>
                </a:lnTo>
                <a:lnTo>
                  <a:pt x="889205" y="2360021"/>
                </a:lnTo>
                <a:lnTo>
                  <a:pt x="889380" y="2356257"/>
                </a:lnTo>
                <a:lnTo>
                  <a:pt x="889601" y="2352136"/>
                </a:lnTo>
                <a:moveTo>
                  <a:pt x="880589" y="2429412"/>
                </a:moveTo>
                <a:lnTo>
                  <a:pt x="877222" y="2429252"/>
                </a:lnTo>
                <a:lnTo>
                  <a:pt x="842005" y="2427546"/>
                </a:lnTo>
                <a:lnTo>
                  <a:pt x="839613" y="2427431"/>
                </a:lnTo>
                <a:lnTo>
                  <a:pt x="817727" y="2426319"/>
                </a:lnTo>
                <a:lnTo>
                  <a:pt x="817323" y="2426296"/>
                </a:lnTo>
                <a:lnTo>
                  <a:pt x="805469" y="2425733"/>
                </a:lnTo>
                <a:lnTo>
                  <a:pt x="797509" y="2425260"/>
                </a:lnTo>
                <a:lnTo>
                  <a:pt x="793380" y="2425016"/>
                </a:lnTo>
                <a:moveTo>
                  <a:pt x="2292496" y="1636565"/>
                </a:moveTo>
                <a:lnTo>
                  <a:pt x="2295116" y="1639056"/>
                </a:lnTo>
                <a:lnTo>
                  <a:pt x="2298537" y="1642873"/>
                </a:lnTo>
                <a:moveTo>
                  <a:pt x="2313491" y="1633952"/>
                </a:moveTo>
                <a:lnTo>
                  <a:pt x="2311373" y="1632124"/>
                </a:lnTo>
                <a:lnTo>
                  <a:pt x="2308836" y="1628749"/>
                </a:lnTo>
                <a:lnTo>
                  <a:pt x="2307526" y="1626601"/>
                </a:lnTo>
                <a:lnTo>
                  <a:pt x="2306551" y="1623904"/>
                </a:lnTo>
                <a:moveTo>
                  <a:pt x="2225672" y="1565887"/>
                </a:moveTo>
                <a:lnTo>
                  <a:pt x="2231857" y="1572255"/>
                </a:lnTo>
                <a:lnTo>
                  <a:pt x="2235141" y="1575500"/>
                </a:lnTo>
                <a:lnTo>
                  <a:pt x="2236794" y="1578730"/>
                </a:lnTo>
                <a:moveTo>
                  <a:pt x="1016302" y="2405035"/>
                </a:moveTo>
                <a:lnTo>
                  <a:pt x="1016279" y="2403763"/>
                </a:lnTo>
                <a:lnTo>
                  <a:pt x="1016241" y="2397508"/>
                </a:lnTo>
                <a:moveTo>
                  <a:pt x="1016241" y="2397569"/>
                </a:moveTo>
                <a:lnTo>
                  <a:pt x="1016706" y="2388466"/>
                </a:lnTo>
                <a:lnTo>
                  <a:pt x="1017361" y="2375561"/>
                </a:lnTo>
                <a:lnTo>
                  <a:pt x="1017986" y="2363357"/>
                </a:lnTo>
                <a:lnTo>
                  <a:pt x="1018107" y="2361072"/>
                </a:lnTo>
                <a:lnTo>
                  <a:pt x="1018222" y="2359327"/>
                </a:lnTo>
                <a:moveTo>
                  <a:pt x="1019806" y="2423417"/>
                </a:moveTo>
                <a:lnTo>
                  <a:pt x="1019044" y="2421360"/>
                </a:lnTo>
                <a:lnTo>
                  <a:pt x="1018580" y="2419676"/>
                </a:lnTo>
                <a:lnTo>
                  <a:pt x="1017627" y="2416164"/>
                </a:lnTo>
                <a:lnTo>
                  <a:pt x="1017209" y="2414336"/>
                </a:lnTo>
                <a:lnTo>
                  <a:pt x="1016904" y="2412965"/>
                </a:lnTo>
                <a:lnTo>
                  <a:pt x="1016698" y="2411792"/>
                </a:lnTo>
                <a:lnTo>
                  <a:pt x="1016599" y="2410893"/>
                </a:lnTo>
                <a:lnTo>
                  <a:pt x="1016409" y="2409186"/>
                </a:lnTo>
                <a:lnTo>
                  <a:pt x="1016317" y="2407823"/>
                </a:lnTo>
                <a:lnTo>
                  <a:pt x="1016302" y="2407312"/>
                </a:lnTo>
                <a:moveTo>
                  <a:pt x="1015990" y="2431834"/>
                </a:moveTo>
                <a:lnTo>
                  <a:pt x="1015594" y="2432276"/>
                </a:lnTo>
                <a:moveTo>
                  <a:pt x="1008623" y="2434493"/>
                </a:moveTo>
                <a:lnTo>
                  <a:pt x="1005066" y="2434417"/>
                </a:lnTo>
                <a:moveTo>
                  <a:pt x="975158" y="2433670"/>
                </a:moveTo>
                <a:lnTo>
                  <a:pt x="973748" y="2433617"/>
                </a:lnTo>
                <a:lnTo>
                  <a:pt x="946073" y="2432581"/>
                </a:lnTo>
                <a:lnTo>
                  <a:pt x="922655" y="2431446"/>
                </a:lnTo>
                <a:lnTo>
                  <a:pt x="904113" y="2430555"/>
                </a:lnTo>
                <a:lnTo>
                  <a:pt x="892991" y="2430014"/>
                </a:lnTo>
                <a:lnTo>
                  <a:pt x="889723" y="2429854"/>
                </a:lnTo>
                <a:moveTo>
                  <a:pt x="989190" y="2434318"/>
                </a:moveTo>
                <a:lnTo>
                  <a:pt x="984893" y="2434150"/>
                </a:lnTo>
                <a:lnTo>
                  <a:pt x="983934" y="2434150"/>
                </a:lnTo>
                <a:lnTo>
                  <a:pt x="981823" y="2434097"/>
                </a:lnTo>
                <a:lnTo>
                  <a:pt x="977413" y="2434013"/>
                </a:lnTo>
                <a:moveTo>
                  <a:pt x="1014039" y="2440519"/>
                </a:moveTo>
                <a:lnTo>
                  <a:pt x="1014085" y="2440618"/>
                </a:lnTo>
                <a:lnTo>
                  <a:pt x="1014999" y="2441989"/>
                </a:lnTo>
                <a:lnTo>
                  <a:pt x="1016127" y="2443360"/>
                </a:lnTo>
                <a:lnTo>
                  <a:pt x="1017864" y="2444892"/>
                </a:lnTo>
                <a:lnTo>
                  <a:pt x="1018854" y="2445813"/>
                </a:lnTo>
                <a:lnTo>
                  <a:pt x="1020271" y="2447032"/>
                </a:lnTo>
                <a:lnTo>
                  <a:pt x="1025649" y="2450590"/>
                </a:lnTo>
                <a:moveTo>
                  <a:pt x="1231675" y="2550849"/>
                </a:moveTo>
                <a:lnTo>
                  <a:pt x="1232749" y="2549942"/>
                </a:lnTo>
                <a:lnTo>
                  <a:pt x="1233617" y="2548670"/>
                </a:lnTo>
                <a:lnTo>
                  <a:pt x="1234196" y="2547390"/>
                </a:lnTo>
                <a:lnTo>
                  <a:pt x="1234768" y="2545935"/>
                </a:lnTo>
                <a:moveTo>
                  <a:pt x="1221185" y="2552525"/>
                </a:moveTo>
                <a:lnTo>
                  <a:pt x="1224506" y="2552540"/>
                </a:lnTo>
                <a:lnTo>
                  <a:pt x="1226571" y="2552441"/>
                </a:lnTo>
                <a:lnTo>
                  <a:pt x="1228277" y="2551999"/>
                </a:lnTo>
                <a:lnTo>
                  <a:pt x="1228917" y="2551816"/>
                </a:lnTo>
                <a:moveTo>
                  <a:pt x="1047657" y="2450445"/>
                </a:moveTo>
                <a:lnTo>
                  <a:pt x="1040451" y="2446187"/>
                </a:lnTo>
                <a:lnTo>
                  <a:pt x="1036208" y="2443855"/>
                </a:lnTo>
                <a:lnTo>
                  <a:pt x="1034242" y="2442469"/>
                </a:lnTo>
                <a:lnTo>
                  <a:pt x="1032307" y="2441075"/>
                </a:lnTo>
                <a:lnTo>
                  <a:pt x="1030098" y="2439323"/>
                </a:lnTo>
                <a:lnTo>
                  <a:pt x="1028308" y="2437487"/>
                </a:lnTo>
                <a:lnTo>
                  <a:pt x="1026434" y="2435362"/>
                </a:lnTo>
                <a:lnTo>
                  <a:pt x="1024743" y="2433076"/>
                </a:lnTo>
                <a:moveTo>
                  <a:pt x="1252175" y="2540610"/>
                </a:moveTo>
                <a:lnTo>
                  <a:pt x="1245372" y="2540138"/>
                </a:lnTo>
                <a:lnTo>
                  <a:pt x="1239536" y="2539696"/>
                </a:lnTo>
                <a:moveTo>
                  <a:pt x="1023158" y="2257438"/>
                </a:moveTo>
                <a:lnTo>
                  <a:pt x="1023219" y="2257301"/>
                </a:lnTo>
                <a:moveTo>
                  <a:pt x="1025139" y="2250620"/>
                </a:moveTo>
                <a:lnTo>
                  <a:pt x="1025169" y="2250483"/>
                </a:lnTo>
                <a:moveTo>
                  <a:pt x="1025215" y="2250232"/>
                </a:moveTo>
                <a:lnTo>
                  <a:pt x="1025398" y="2248411"/>
                </a:lnTo>
                <a:lnTo>
                  <a:pt x="1025405" y="2248205"/>
                </a:lnTo>
                <a:moveTo>
                  <a:pt x="983812" y="2254003"/>
                </a:moveTo>
                <a:lnTo>
                  <a:pt x="1009316" y="2255351"/>
                </a:lnTo>
                <a:lnTo>
                  <a:pt x="1014245" y="2255610"/>
                </a:lnTo>
                <a:moveTo>
                  <a:pt x="931187" y="2250742"/>
                </a:moveTo>
                <a:lnTo>
                  <a:pt x="962847" y="2252334"/>
                </a:lnTo>
                <a:moveTo>
                  <a:pt x="978868" y="2260386"/>
                </a:moveTo>
                <a:lnTo>
                  <a:pt x="979393" y="2259754"/>
                </a:lnTo>
                <a:lnTo>
                  <a:pt x="979614" y="2258581"/>
                </a:lnTo>
                <a:lnTo>
                  <a:pt x="979652" y="2257606"/>
                </a:lnTo>
                <a:moveTo>
                  <a:pt x="925558" y="2254406"/>
                </a:moveTo>
                <a:lnTo>
                  <a:pt x="925550" y="2254559"/>
                </a:lnTo>
                <a:moveTo>
                  <a:pt x="1019684" y="2247878"/>
                </a:moveTo>
                <a:lnTo>
                  <a:pt x="1019669" y="2248167"/>
                </a:lnTo>
                <a:lnTo>
                  <a:pt x="1019547" y="2250171"/>
                </a:lnTo>
                <a:moveTo>
                  <a:pt x="1022244" y="2260005"/>
                </a:moveTo>
                <a:lnTo>
                  <a:pt x="1022320" y="2260143"/>
                </a:lnTo>
                <a:moveTo>
                  <a:pt x="1021734" y="2212874"/>
                </a:moveTo>
                <a:lnTo>
                  <a:pt x="1021535" y="2215090"/>
                </a:lnTo>
                <a:lnTo>
                  <a:pt x="1021269" y="2219943"/>
                </a:lnTo>
                <a:lnTo>
                  <a:pt x="1021025" y="2224361"/>
                </a:lnTo>
                <a:lnTo>
                  <a:pt x="1020949" y="2225733"/>
                </a:lnTo>
                <a:lnTo>
                  <a:pt x="1020850" y="2227515"/>
                </a:lnTo>
                <a:moveTo>
                  <a:pt x="1022198" y="2256478"/>
                </a:moveTo>
                <a:lnTo>
                  <a:pt x="1022351" y="2256486"/>
                </a:lnTo>
                <a:moveTo>
                  <a:pt x="1029511" y="2256067"/>
                </a:moveTo>
                <a:lnTo>
                  <a:pt x="1035362" y="2255838"/>
                </a:lnTo>
                <a:lnTo>
                  <a:pt x="1063914" y="2257149"/>
                </a:lnTo>
                <a:lnTo>
                  <a:pt x="1179043" y="2262816"/>
                </a:lnTo>
                <a:lnTo>
                  <a:pt x="1195353" y="2263624"/>
                </a:lnTo>
                <a:lnTo>
                  <a:pt x="1198088" y="2263746"/>
                </a:lnTo>
                <a:moveTo>
                  <a:pt x="1260021" y="2537159"/>
                </a:moveTo>
                <a:lnTo>
                  <a:pt x="1261453" y="2535179"/>
                </a:lnTo>
                <a:lnTo>
                  <a:pt x="1261750" y="2534287"/>
                </a:lnTo>
                <a:moveTo>
                  <a:pt x="1329092" y="2246023"/>
                </a:moveTo>
                <a:lnTo>
                  <a:pt x="1329290" y="2246255"/>
                </a:lnTo>
                <a:lnTo>
                  <a:pt x="1332094" y="2249409"/>
                </a:lnTo>
                <a:lnTo>
                  <a:pt x="1333518" y="2251039"/>
                </a:lnTo>
                <a:lnTo>
                  <a:pt x="1337381" y="2255454"/>
                </a:lnTo>
                <a:moveTo>
                  <a:pt x="1271821" y="2250102"/>
                </a:moveTo>
                <a:lnTo>
                  <a:pt x="1272278" y="2250285"/>
                </a:lnTo>
                <a:lnTo>
                  <a:pt x="1279553" y="2249135"/>
                </a:lnTo>
                <a:moveTo>
                  <a:pt x="1381271" y="2311826"/>
                </a:moveTo>
                <a:lnTo>
                  <a:pt x="1408151" y="2348548"/>
                </a:lnTo>
                <a:lnTo>
                  <a:pt x="1409903" y="2350940"/>
                </a:lnTo>
                <a:lnTo>
                  <a:pt x="1433610" y="2383309"/>
                </a:lnTo>
                <a:lnTo>
                  <a:pt x="1435354" y="2385701"/>
                </a:lnTo>
                <a:lnTo>
                  <a:pt x="1460257" y="2419707"/>
                </a:lnTo>
                <a:lnTo>
                  <a:pt x="1469235" y="2431895"/>
                </a:lnTo>
                <a:moveTo>
                  <a:pt x="1523623" y="1665003"/>
                </a:moveTo>
                <a:lnTo>
                  <a:pt x="1524590" y="1668401"/>
                </a:lnTo>
                <a:lnTo>
                  <a:pt x="1526350" y="1674563"/>
                </a:lnTo>
                <a:lnTo>
                  <a:pt x="1527706" y="1679462"/>
                </a:lnTo>
                <a:lnTo>
                  <a:pt x="1529405" y="1684596"/>
                </a:lnTo>
                <a:lnTo>
                  <a:pt x="1531279" y="1690508"/>
                </a:lnTo>
                <a:lnTo>
                  <a:pt x="1535110" y="1700380"/>
                </a:lnTo>
                <a:lnTo>
                  <a:pt x="1537457" y="1706856"/>
                </a:lnTo>
                <a:moveTo>
                  <a:pt x="1540908" y="1716858"/>
                </a:moveTo>
                <a:lnTo>
                  <a:pt x="1542515" y="1722122"/>
                </a:lnTo>
                <a:lnTo>
                  <a:pt x="1551062" y="1753431"/>
                </a:lnTo>
                <a:lnTo>
                  <a:pt x="1554048" y="1764919"/>
                </a:lnTo>
                <a:lnTo>
                  <a:pt x="1554932" y="1768560"/>
                </a:lnTo>
                <a:lnTo>
                  <a:pt x="1555625" y="1771501"/>
                </a:lnTo>
                <a:lnTo>
                  <a:pt x="1558002" y="1781602"/>
                </a:lnTo>
                <a:lnTo>
                  <a:pt x="1558368" y="1783392"/>
                </a:lnTo>
                <a:lnTo>
                  <a:pt x="1560105" y="1791833"/>
                </a:lnTo>
                <a:lnTo>
                  <a:pt x="1565658" y="1820309"/>
                </a:lnTo>
                <a:lnTo>
                  <a:pt x="1566946" y="1826662"/>
                </a:lnTo>
                <a:lnTo>
                  <a:pt x="1570328" y="1844572"/>
                </a:lnTo>
                <a:moveTo>
                  <a:pt x="1572392" y="1854848"/>
                </a:moveTo>
                <a:lnTo>
                  <a:pt x="1573962" y="1862222"/>
                </a:lnTo>
                <a:lnTo>
                  <a:pt x="1576879" y="1874213"/>
                </a:lnTo>
                <a:lnTo>
                  <a:pt x="1580048" y="1885906"/>
                </a:lnTo>
                <a:lnTo>
                  <a:pt x="1581899" y="1891879"/>
                </a:lnTo>
                <a:lnTo>
                  <a:pt x="1584040" y="1898263"/>
                </a:lnTo>
                <a:lnTo>
                  <a:pt x="1587613" y="1908760"/>
                </a:lnTo>
                <a:lnTo>
                  <a:pt x="1589449" y="1914428"/>
                </a:lnTo>
                <a:lnTo>
                  <a:pt x="1590850" y="1919105"/>
                </a:lnTo>
                <a:lnTo>
                  <a:pt x="1594766" y="1934676"/>
                </a:lnTo>
                <a:moveTo>
                  <a:pt x="1597562" y="1946743"/>
                </a:moveTo>
                <a:lnTo>
                  <a:pt x="1597889" y="1948304"/>
                </a:lnTo>
                <a:lnTo>
                  <a:pt x="1598590" y="1952510"/>
                </a:lnTo>
                <a:lnTo>
                  <a:pt x="1599207" y="1957111"/>
                </a:lnTo>
                <a:lnTo>
                  <a:pt x="1599558" y="1963159"/>
                </a:lnTo>
                <a:lnTo>
                  <a:pt x="1599695" y="1969246"/>
                </a:lnTo>
                <a:moveTo>
                  <a:pt x="1626380" y="1993715"/>
                </a:moveTo>
                <a:lnTo>
                  <a:pt x="1625329" y="1991452"/>
                </a:lnTo>
                <a:lnTo>
                  <a:pt x="1620545" y="1984489"/>
                </a:lnTo>
                <a:moveTo>
                  <a:pt x="1596389" y="2030875"/>
                </a:moveTo>
                <a:lnTo>
                  <a:pt x="1598948" y="2024514"/>
                </a:lnTo>
                <a:lnTo>
                  <a:pt x="1601218" y="2018663"/>
                </a:lnTo>
                <a:lnTo>
                  <a:pt x="1605256" y="2003839"/>
                </a:lnTo>
                <a:lnTo>
                  <a:pt x="1606719" y="1998476"/>
                </a:lnTo>
                <a:lnTo>
                  <a:pt x="1607648" y="1993928"/>
                </a:lnTo>
                <a:lnTo>
                  <a:pt x="1608189" y="1990660"/>
                </a:lnTo>
                <a:lnTo>
                  <a:pt x="1608318" y="1989182"/>
                </a:lnTo>
                <a:moveTo>
                  <a:pt x="1608737" y="1969513"/>
                </a:moveTo>
                <a:lnTo>
                  <a:pt x="1608471" y="1964211"/>
                </a:lnTo>
                <a:lnTo>
                  <a:pt x="1606772" y="1951588"/>
                </a:lnTo>
                <a:lnTo>
                  <a:pt x="1604936" y="1945158"/>
                </a:lnTo>
                <a:moveTo>
                  <a:pt x="1600579" y="1932383"/>
                </a:moveTo>
                <a:lnTo>
                  <a:pt x="1597280" y="1922632"/>
                </a:lnTo>
                <a:lnTo>
                  <a:pt x="1592755" y="1909865"/>
                </a:lnTo>
                <a:lnTo>
                  <a:pt x="1585701" y="1888512"/>
                </a:lnTo>
                <a:lnTo>
                  <a:pt x="1583606" y="1881351"/>
                </a:lnTo>
                <a:lnTo>
                  <a:pt x="1578989" y="1863677"/>
                </a:lnTo>
                <a:lnTo>
                  <a:pt x="1576392" y="1853995"/>
                </a:lnTo>
                <a:moveTo>
                  <a:pt x="1574106" y="1843825"/>
                </a:moveTo>
                <a:lnTo>
                  <a:pt x="1573832" y="1842439"/>
                </a:lnTo>
                <a:lnTo>
                  <a:pt x="1573002" y="1837038"/>
                </a:lnTo>
                <a:lnTo>
                  <a:pt x="1571874" y="1828254"/>
                </a:lnTo>
                <a:lnTo>
                  <a:pt x="1569734" y="1807564"/>
                </a:lnTo>
                <a:lnTo>
                  <a:pt x="1566443" y="1782075"/>
                </a:lnTo>
                <a:lnTo>
                  <a:pt x="1565300" y="1775447"/>
                </a:lnTo>
                <a:lnTo>
                  <a:pt x="1564744" y="1772453"/>
                </a:lnTo>
                <a:lnTo>
                  <a:pt x="1564051" y="1769208"/>
                </a:lnTo>
                <a:lnTo>
                  <a:pt x="1563304" y="1766260"/>
                </a:lnTo>
                <a:lnTo>
                  <a:pt x="1559183" y="1749721"/>
                </a:lnTo>
                <a:lnTo>
                  <a:pt x="1556433" y="1739567"/>
                </a:lnTo>
                <a:moveTo>
                  <a:pt x="1423265" y="2203412"/>
                </a:moveTo>
                <a:lnTo>
                  <a:pt x="1418762" y="2205515"/>
                </a:lnTo>
                <a:moveTo>
                  <a:pt x="1554799" y="1733709"/>
                </a:moveTo>
                <a:lnTo>
                  <a:pt x="1554654" y="1733202"/>
                </a:lnTo>
                <a:moveTo>
                  <a:pt x="1364767" y="1753203"/>
                </a:moveTo>
                <a:lnTo>
                  <a:pt x="1354285" y="1714390"/>
                </a:lnTo>
                <a:moveTo>
                  <a:pt x="1533511" y="1712638"/>
                </a:moveTo>
                <a:lnTo>
                  <a:pt x="1532452" y="1712912"/>
                </a:lnTo>
                <a:lnTo>
                  <a:pt x="1520758" y="1715868"/>
                </a:lnTo>
                <a:lnTo>
                  <a:pt x="1518260" y="1716660"/>
                </a:lnTo>
                <a:moveTo>
                  <a:pt x="1529580" y="2057918"/>
                </a:moveTo>
                <a:lnTo>
                  <a:pt x="1567951" y="2048053"/>
                </a:lnTo>
                <a:lnTo>
                  <a:pt x="1569627" y="2047565"/>
                </a:lnTo>
                <a:lnTo>
                  <a:pt x="1571113" y="2046811"/>
                </a:lnTo>
                <a:lnTo>
                  <a:pt x="1572423" y="2045783"/>
                </a:lnTo>
                <a:lnTo>
                  <a:pt x="1573565" y="2044473"/>
                </a:lnTo>
                <a:lnTo>
                  <a:pt x="1574624" y="2041844"/>
                </a:lnTo>
                <a:lnTo>
                  <a:pt x="1576590" y="2036542"/>
                </a:lnTo>
                <a:lnTo>
                  <a:pt x="1578906" y="2029427"/>
                </a:lnTo>
                <a:lnTo>
                  <a:pt x="1580962" y="2022282"/>
                </a:lnTo>
                <a:lnTo>
                  <a:pt x="1582791" y="2014694"/>
                </a:lnTo>
                <a:lnTo>
                  <a:pt x="1584642" y="2006574"/>
                </a:lnTo>
                <a:lnTo>
                  <a:pt x="1585929" y="1997546"/>
                </a:lnTo>
                <a:lnTo>
                  <a:pt x="1586485" y="1992222"/>
                </a:lnTo>
                <a:lnTo>
                  <a:pt x="1586569" y="1991414"/>
                </a:lnTo>
                <a:lnTo>
                  <a:pt x="1586836" y="1988877"/>
                </a:lnTo>
                <a:lnTo>
                  <a:pt x="1587445" y="1979934"/>
                </a:lnTo>
                <a:lnTo>
                  <a:pt x="1587735" y="1975439"/>
                </a:lnTo>
                <a:lnTo>
                  <a:pt x="1587872" y="1970945"/>
                </a:lnTo>
                <a:lnTo>
                  <a:pt x="1587582" y="1957720"/>
                </a:lnTo>
                <a:lnTo>
                  <a:pt x="1586691" y="1946705"/>
                </a:lnTo>
                <a:lnTo>
                  <a:pt x="1586668" y="1946560"/>
                </a:lnTo>
                <a:moveTo>
                  <a:pt x="1456646" y="1986462"/>
                </a:moveTo>
                <a:lnTo>
                  <a:pt x="1461887" y="2007450"/>
                </a:lnTo>
                <a:lnTo>
                  <a:pt x="1464157" y="2016568"/>
                </a:lnTo>
                <a:moveTo>
                  <a:pt x="1466222" y="2024841"/>
                </a:moveTo>
                <a:lnTo>
                  <a:pt x="1488337" y="2112843"/>
                </a:lnTo>
                <a:lnTo>
                  <a:pt x="1491643" y="2125976"/>
                </a:lnTo>
                <a:lnTo>
                  <a:pt x="1491986" y="2127279"/>
                </a:lnTo>
                <a:moveTo>
                  <a:pt x="1494259" y="2132962"/>
                </a:moveTo>
                <a:lnTo>
                  <a:pt x="1494987" y="2133952"/>
                </a:lnTo>
                <a:moveTo>
                  <a:pt x="1452464" y="2171668"/>
                </a:moveTo>
                <a:lnTo>
                  <a:pt x="1453889" y="2170701"/>
                </a:lnTo>
                <a:moveTo>
                  <a:pt x="1461476" y="2165688"/>
                </a:moveTo>
                <a:lnTo>
                  <a:pt x="1463898" y="2164112"/>
                </a:lnTo>
                <a:lnTo>
                  <a:pt x="1472171" y="2158337"/>
                </a:lnTo>
                <a:lnTo>
                  <a:pt x="1493281" y="2143315"/>
                </a:lnTo>
                <a:lnTo>
                  <a:pt x="1495444" y="2141631"/>
                </a:lnTo>
                <a:moveTo>
                  <a:pt x="1502148" y="2136108"/>
                </a:moveTo>
                <a:lnTo>
                  <a:pt x="1503953" y="2134539"/>
                </a:lnTo>
                <a:lnTo>
                  <a:pt x="1525382" y="2114397"/>
                </a:lnTo>
                <a:lnTo>
                  <a:pt x="1532109" y="2107945"/>
                </a:lnTo>
                <a:lnTo>
                  <a:pt x="1534417" y="2105439"/>
                </a:lnTo>
                <a:lnTo>
                  <a:pt x="1535461" y="2103824"/>
                </a:lnTo>
                <a:lnTo>
                  <a:pt x="1535674" y="2103168"/>
                </a:lnTo>
                <a:lnTo>
                  <a:pt x="1535834" y="2102437"/>
                </a:lnTo>
                <a:lnTo>
                  <a:pt x="1536017" y="2101218"/>
                </a:lnTo>
                <a:lnTo>
                  <a:pt x="1535979" y="2100502"/>
                </a:lnTo>
                <a:lnTo>
                  <a:pt x="1535941" y="2099626"/>
                </a:lnTo>
                <a:lnTo>
                  <a:pt x="1535644" y="2098522"/>
                </a:lnTo>
                <a:lnTo>
                  <a:pt x="1527759" y="2067517"/>
                </a:lnTo>
                <a:lnTo>
                  <a:pt x="1527043" y="2064698"/>
                </a:lnTo>
                <a:lnTo>
                  <a:pt x="1526601" y="2062954"/>
                </a:lnTo>
                <a:moveTo>
                  <a:pt x="1416652" y="2190561"/>
                </a:moveTo>
                <a:lnTo>
                  <a:pt x="1419958" y="2189144"/>
                </a:lnTo>
                <a:lnTo>
                  <a:pt x="1437213" y="2179995"/>
                </a:lnTo>
                <a:lnTo>
                  <a:pt x="1442911" y="2176932"/>
                </a:lnTo>
                <a:lnTo>
                  <a:pt x="1448891" y="2173733"/>
                </a:lnTo>
                <a:lnTo>
                  <a:pt x="1450613" y="2172750"/>
                </a:lnTo>
                <a:moveTo>
                  <a:pt x="1411644" y="2186889"/>
                </a:moveTo>
                <a:lnTo>
                  <a:pt x="1411666" y="2187041"/>
                </a:lnTo>
                <a:moveTo>
                  <a:pt x="1408958" y="2191551"/>
                </a:moveTo>
                <a:lnTo>
                  <a:pt x="1406749" y="2192321"/>
                </a:lnTo>
                <a:lnTo>
                  <a:pt x="1401630" y="2193920"/>
                </a:lnTo>
                <a:lnTo>
                  <a:pt x="1397608" y="2195078"/>
                </a:lnTo>
                <a:lnTo>
                  <a:pt x="1388017" y="2197714"/>
                </a:lnTo>
                <a:lnTo>
                  <a:pt x="1369863" y="2202749"/>
                </a:lnTo>
                <a:lnTo>
                  <a:pt x="1368751" y="2202902"/>
                </a:lnTo>
                <a:lnTo>
                  <a:pt x="1367669" y="2202742"/>
                </a:lnTo>
                <a:lnTo>
                  <a:pt x="1367296" y="2202605"/>
                </a:lnTo>
                <a:lnTo>
                  <a:pt x="1366946" y="2202330"/>
                </a:lnTo>
                <a:lnTo>
                  <a:pt x="1366214" y="2201279"/>
                </a:lnTo>
                <a:lnTo>
                  <a:pt x="1365628" y="2200243"/>
                </a:lnTo>
                <a:lnTo>
                  <a:pt x="1365026" y="2198080"/>
                </a:lnTo>
                <a:moveTo>
                  <a:pt x="1354894" y="2162710"/>
                </a:moveTo>
                <a:lnTo>
                  <a:pt x="1351961" y="2151093"/>
                </a:lnTo>
                <a:lnTo>
                  <a:pt x="1344960" y="2124087"/>
                </a:lnTo>
                <a:lnTo>
                  <a:pt x="1343764" y="2119486"/>
                </a:lnTo>
                <a:lnTo>
                  <a:pt x="1333099" y="2077946"/>
                </a:lnTo>
                <a:lnTo>
                  <a:pt x="1331850" y="2073108"/>
                </a:lnTo>
                <a:lnTo>
                  <a:pt x="1320301" y="2028292"/>
                </a:lnTo>
                <a:lnTo>
                  <a:pt x="1320065" y="2027150"/>
                </a:lnTo>
                <a:moveTo>
                  <a:pt x="1352121" y="2173916"/>
                </a:moveTo>
                <a:lnTo>
                  <a:pt x="1351100" y="2174182"/>
                </a:lnTo>
                <a:lnTo>
                  <a:pt x="1335507" y="2178227"/>
                </a:lnTo>
                <a:lnTo>
                  <a:pt x="1323524" y="2181336"/>
                </a:lnTo>
                <a:lnTo>
                  <a:pt x="1320934" y="2182006"/>
                </a:lnTo>
                <a:moveTo>
                  <a:pt x="1303001" y="2181892"/>
                </a:moveTo>
                <a:lnTo>
                  <a:pt x="1303374" y="2183712"/>
                </a:lnTo>
                <a:lnTo>
                  <a:pt x="1303900" y="2186264"/>
                </a:lnTo>
                <a:moveTo>
                  <a:pt x="1305229" y="2192180"/>
                </a:moveTo>
                <a:lnTo>
                  <a:pt x="1306197" y="2196190"/>
                </a:lnTo>
                <a:moveTo>
                  <a:pt x="1027668" y="2180421"/>
                </a:moveTo>
                <a:lnTo>
                  <a:pt x="1027912" y="2173961"/>
                </a:lnTo>
                <a:moveTo>
                  <a:pt x="1028376" y="2163388"/>
                </a:moveTo>
                <a:lnTo>
                  <a:pt x="1031721" y="2097219"/>
                </a:lnTo>
                <a:lnTo>
                  <a:pt x="1033671" y="2055161"/>
                </a:lnTo>
                <a:moveTo>
                  <a:pt x="1276182" y="420180"/>
                </a:moveTo>
                <a:lnTo>
                  <a:pt x="1285297" y="444138"/>
                </a:lnTo>
                <a:lnTo>
                  <a:pt x="1289426" y="454986"/>
                </a:lnTo>
                <a:moveTo>
                  <a:pt x="1291159" y="459564"/>
                </a:moveTo>
                <a:lnTo>
                  <a:pt x="1291212" y="459709"/>
                </a:lnTo>
                <a:moveTo>
                  <a:pt x="1298461" y="454498"/>
                </a:moveTo>
                <a:lnTo>
                  <a:pt x="1284303" y="417094"/>
                </a:lnTo>
                <a:moveTo>
                  <a:pt x="1280425" y="406848"/>
                </a:moveTo>
                <a:lnTo>
                  <a:pt x="1269837" y="378582"/>
                </a:lnTo>
                <a:moveTo>
                  <a:pt x="929252" y="2184070"/>
                </a:moveTo>
                <a:lnTo>
                  <a:pt x="925306" y="2183857"/>
                </a:lnTo>
                <a:lnTo>
                  <a:pt x="916348" y="2183461"/>
                </a:lnTo>
                <a:lnTo>
                  <a:pt x="910170" y="2183194"/>
                </a:lnTo>
                <a:lnTo>
                  <a:pt x="899253" y="2182638"/>
                </a:lnTo>
                <a:lnTo>
                  <a:pt x="895261" y="2182448"/>
                </a:lnTo>
                <a:moveTo>
                  <a:pt x="973337" y="2186219"/>
                </a:moveTo>
                <a:lnTo>
                  <a:pt x="943681" y="2184825"/>
                </a:lnTo>
                <a:lnTo>
                  <a:pt x="939902" y="2184626"/>
                </a:lnTo>
                <a:lnTo>
                  <a:pt x="939224" y="2184596"/>
                </a:lnTo>
                <a:moveTo>
                  <a:pt x="842866" y="2197257"/>
                </a:moveTo>
                <a:lnTo>
                  <a:pt x="839110" y="2197074"/>
                </a:lnTo>
                <a:lnTo>
                  <a:pt x="819722" y="2196152"/>
                </a:lnTo>
                <a:lnTo>
                  <a:pt x="811541" y="2195764"/>
                </a:lnTo>
                <a:lnTo>
                  <a:pt x="806604" y="2195535"/>
                </a:lnTo>
                <a:moveTo>
                  <a:pt x="992782" y="2026030"/>
                </a:moveTo>
                <a:lnTo>
                  <a:pt x="990908" y="2025950"/>
                </a:lnTo>
                <a:moveTo>
                  <a:pt x="986783" y="2030136"/>
                </a:moveTo>
                <a:lnTo>
                  <a:pt x="986790" y="2029983"/>
                </a:lnTo>
                <a:moveTo>
                  <a:pt x="981656" y="2160996"/>
                </a:moveTo>
                <a:lnTo>
                  <a:pt x="981686" y="2160280"/>
                </a:lnTo>
                <a:moveTo>
                  <a:pt x="980300" y="2032939"/>
                </a:moveTo>
                <a:lnTo>
                  <a:pt x="981001" y="2032977"/>
                </a:lnTo>
                <a:moveTo>
                  <a:pt x="933435" y="2022175"/>
                </a:moveTo>
                <a:lnTo>
                  <a:pt x="932635" y="2022145"/>
                </a:lnTo>
                <a:lnTo>
                  <a:pt x="905279" y="2020743"/>
                </a:lnTo>
                <a:lnTo>
                  <a:pt x="903260" y="2020644"/>
                </a:lnTo>
                <a:moveTo>
                  <a:pt x="893197" y="2020111"/>
                </a:moveTo>
                <a:lnTo>
                  <a:pt x="890310" y="2019951"/>
                </a:lnTo>
                <a:moveTo>
                  <a:pt x="949954" y="2023958"/>
                </a:moveTo>
                <a:lnTo>
                  <a:pt x="949802" y="2023950"/>
                </a:lnTo>
                <a:moveTo>
                  <a:pt x="981458" y="2024499"/>
                </a:moveTo>
                <a:lnTo>
                  <a:pt x="979378" y="2024392"/>
                </a:lnTo>
                <a:lnTo>
                  <a:pt x="955001" y="2023204"/>
                </a:lnTo>
                <a:moveTo>
                  <a:pt x="898964" y="2025664"/>
                </a:moveTo>
                <a:lnTo>
                  <a:pt x="898971" y="2025512"/>
                </a:lnTo>
                <a:moveTo>
                  <a:pt x="896880" y="2034619"/>
                </a:moveTo>
                <a:lnTo>
                  <a:pt x="896888" y="2034467"/>
                </a:lnTo>
                <a:moveTo>
                  <a:pt x="846004" y="2044351"/>
                </a:moveTo>
                <a:lnTo>
                  <a:pt x="847794" y="2047139"/>
                </a:lnTo>
                <a:lnTo>
                  <a:pt x="850369" y="2050955"/>
                </a:lnTo>
                <a:lnTo>
                  <a:pt x="851740" y="2053149"/>
                </a:lnTo>
                <a:lnTo>
                  <a:pt x="852403" y="2054300"/>
                </a:lnTo>
                <a:lnTo>
                  <a:pt x="852738" y="2055328"/>
                </a:lnTo>
                <a:lnTo>
                  <a:pt x="852921" y="2056349"/>
                </a:lnTo>
                <a:lnTo>
                  <a:pt x="853005" y="2057789"/>
                </a:lnTo>
                <a:lnTo>
                  <a:pt x="853150" y="2061255"/>
                </a:lnTo>
                <a:lnTo>
                  <a:pt x="852716" y="2070412"/>
                </a:lnTo>
                <a:lnTo>
                  <a:pt x="852517" y="2074373"/>
                </a:lnTo>
                <a:lnTo>
                  <a:pt x="852342" y="2078068"/>
                </a:lnTo>
                <a:lnTo>
                  <a:pt x="852030" y="2084573"/>
                </a:lnTo>
                <a:lnTo>
                  <a:pt x="850499" y="2113422"/>
                </a:lnTo>
                <a:lnTo>
                  <a:pt x="850141" y="2120172"/>
                </a:lnTo>
                <a:lnTo>
                  <a:pt x="850087" y="2121467"/>
                </a:lnTo>
                <a:lnTo>
                  <a:pt x="848427" y="2153043"/>
                </a:lnTo>
                <a:lnTo>
                  <a:pt x="846850" y="2186341"/>
                </a:lnTo>
                <a:moveTo>
                  <a:pt x="847299" y="2192458"/>
                </a:moveTo>
                <a:lnTo>
                  <a:pt x="847238" y="2193478"/>
                </a:lnTo>
                <a:moveTo>
                  <a:pt x="934760" y="2176917"/>
                </a:moveTo>
                <a:lnTo>
                  <a:pt x="934516" y="2180223"/>
                </a:lnTo>
                <a:moveTo>
                  <a:pt x="890615" y="2175180"/>
                </a:moveTo>
                <a:lnTo>
                  <a:pt x="890592" y="2174578"/>
                </a:lnTo>
                <a:moveTo>
                  <a:pt x="978228" y="2195817"/>
                </a:moveTo>
                <a:lnTo>
                  <a:pt x="978327" y="2196282"/>
                </a:lnTo>
                <a:lnTo>
                  <a:pt x="977451" y="2214275"/>
                </a:lnTo>
                <a:lnTo>
                  <a:pt x="977367" y="2216027"/>
                </a:lnTo>
                <a:moveTo>
                  <a:pt x="981123" y="2157103"/>
                </a:moveTo>
                <a:lnTo>
                  <a:pt x="983377" y="2111937"/>
                </a:lnTo>
                <a:lnTo>
                  <a:pt x="984505" y="2089243"/>
                </a:lnTo>
                <a:lnTo>
                  <a:pt x="985198" y="2075409"/>
                </a:lnTo>
                <a:lnTo>
                  <a:pt x="986707" y="2045288"/>
                </a:lnTo>
                <a:moveTo>
                  <a:pt x="1028590" y="2209735"/>
                </a:moveTo>
                <a:lnTo>
                  <a:pt x="1028742" y="2209743"/>
                </a:lnTo>
                <a:moveTo>
                  <a:pt x="1020126" y="2167166"/>
                </a:moveTo>
                <a:lnTo>
                  <a:pt x="1017231" y="2167022"/>
                </a:lnTo>
                <a:lnTo>
                  <a:pt x="1009217" y="2166618"/>
                </a:lnTo>
                <a:lnTo>
                  <a:pt x="995985" y="2165970"/>
                </a:lnTo>
                <a:lnTo>
                  <a:pt x="990020" y="2165666"/>
                </a:lnTo>
                <a:lnTo>
                  <a:pt x="985884" y="2165422"/>
                </a:lnTo>
                <a:moveTo>
                  <a:pt x="1082143" y="2212698"/>
                </a:moveTo>
                <a:lnTo>
                  <a:pt x="1085907" y="2212881"/>
                </a:lnTo>
                <a:lnTo>
                  <a:pt x="1117079" y="2214428"/>
                </a:lnTo>
                <a:lnTo>
                  <a:pt x="1118504" y="2214504"/>
                </a:lnTo>
                <a:lnTo>
                  <a:pt x="1121840" y="2214664"/>
                </a:lnTo>
                <a:moveTo>
                  <a:pt x="1086706" y="2038805"/>
                </a:moveTo>
                <a:lnTo>
                  <a:pt x="1086752" y="2037716"/>
                </a:lnTo>
                <a:lnTo>
                  <a:pt x="1086813" y="2036428"/>
                </a:lnTo>
                <a:moveTo>
                  <a:pt x="1077066" y="2030162"/>
                </a:moveTo>
                <a:lnTo>
                  <a:pt x="1079759" y="2030296"/>
                </a:lnTo>
                <a:moveTo>
                  <a:pt x="1077253" y="2205686"/>
                </a:moveTo>
                <a:lnTo>
                  <a:pt x="1077211" y="2206555"/>
                </a:lnTo>
                <a:moveTo>
                  <a:pt x="1132680" y="2215197"/>
                </a:moveTo>
                <a:lnTo>
                  <a:pt x="1135453" y="2215334"/>
                </a:lnTo>
                <a:lnTo>
                  <a:pt x="1137388" y="2215433"/>
                </a:lnTo>
                <a:lnTo>
                  <a:pt x="1163579" y="2216599"/>
                </a:lnTo>
                <a:lnTo>
                  <a:pt x="1164013" y="2216614"/>
                </a:lnTo>
                <a:moveTo>
                  <a:pt x="1128742" y="2209088"/>
                </a:moveTo>
                <a:lnTo>
                  <a:pt x="1128963" y="2204486"/>
                </a:lnTo>
                <a:lnTo>
                  <a:pt x="1131317" y="2156143"/>
                </a:lnTo>
                <a:lnTo>
                  <a:pt x="1133396" y="2114489"/>
                </a:lnTo>
                <a:lnTo>
                  <a:pt x="1135385" y="2074320"/>
                </a:lnTo>
                <a:moveTo>
                  <a:pt x="1134478" y="2068176"/>
                </a:moveTo>
                <a:lnTo>
                  <a:pt x="1134562" y="2066149"/>
                </a:lnTo>
                <a:moveTo>
                  <a:pt x="1165034" y="2214892"/>
                </a:moveTo>
                <a:lnTo>
                  <a:pt x="1164455" y="2214732"/>
                </a:lnTo>
                <a:lnTo>
                  <a:pt x="1163670" y="2214694"/>
                </a:lnTo>
                <a:lnTo>
                  <a:pt x="1137480" y="2213529"/>
                </a:lnTo>
                <a:lnTo>
                  <a:pt x="1135545" y="2213430"/>
                </a:lnTo>
                <a:lnTo>
                  <a:pt x="1132779" y="2213293"/>
                </a:lnTo>
                <a:moveTo>
                  <a:pt x="1252365" y="2202955"/>
                </a:moveTo>
                <a:lnTo>
                  <a:pt x="1251641" y="2204738"/>
                </a:lnTo>
                <a:lnTo>
                  <a:pt x="1247459" y="2214969"/>
                </a:lnTo>
                <a:moveTo>
                  <a:pt x="1254658" y="2194819"/>
                </a:moveTo>
                <a:lnTo>
                  <a:pt x="1254612" y="2194659"/>
                </a:lnTo>
                <a:lnTo>
                  <a:pt x="1253492" y="2190294"/>
                </a:lnTo>
                <a:lnTo>
                  <a:pt x="1239879" y="2136992"/>
                </a:lnTo>
                <a:lnTo>
                  <a:pt x="1229214" y="2095246"/>
                </a:lnTo>
                <a:lnTo>
                  <a:pt x="1217506" y="2049912"/>
                </a:lnTo>
                <a:moveTo>
                  <a:pt x="1215757" y="2043658"/>
                </a:moveTo>
                <a:lnTo>
                  <a:pt x="1215757" y="2042991"/>
                </a:lnTo>
                <a:moveTo>
                  <a:pt x="1364531" y="2195893"/>
                </a:moveTo>
                <a:lnTo>
                  <a:pt x="1360935" y="2181892"/>
                </a:lnTo>
                <a:lnTo>
                  <a:pt x="1360432" y="2180010"/>
                </a:lnTo>
                <a:lnTo>
                  <a:pt x="1359975" y="2178266"/>
                </a:lnTo>
                <a:moveTo>
                  <a:pt x="1317985" y="2021459"/>
                </a:moveTo>
                <a:lnTo>
                  <a:pt x="1317650" y="2020141"/>
                </a:lnTo>
                <a:moveTo>
                  <a:pt x="1411396" y="1996396"/>
                </a:moveTo>
                <a:lnTo>
                  <a:pt x="1411392" y="1996244"/>
                </a:lnTo>
                <a:moveTo>
                  <a:pt x="1364820" y="2007579"/>
                </a:moveTo>
                <a:lnTo>
                  <a:pt x="1387438" y="2094956"/>
                </a:lnTo>
                <a:lnTo>
                  <a:pt x="1388786" y="2100159"/>
                </a:lnTo>
                <a:lnTo>
                  <a:pt x="1408615" y="2176734"/>
                </a:lnTo>
                <a:lnTo>
                  <a:pt x="1409964" y="2182044"/>
                </a:lnTo>
                <a:moveTo>
                  <a:pt x="777474" y="2079766"/>
                </a:moveTo>
                <a:lnTo>
                  <a:pt x="773870" y="2082143"/>
                </a:lnTo>
                <a:lnTo>
                  <a:pt x="764059" y="2088222"/>
                </a:lnTo>
                <a:lnTo>
                  <a:pt x="761156" y="2090028"/>
                </a:lnTo>
                <a:lnTo>
                  <a:pt x="756502" y="2092907"/>
                </a:lnTo>
                <a:lnTo>
                  <a:pt x="753904" y="2094515"/>
                </a:lnTo>
                <a:lnTo>
                  <a:pt x="753195" y="2095002"/>
                </a:lnTo>
                <a:lnTo>
                  <a:pt x="752617" y="2095482"/>
                </a:lnTo>
                <a:lnTo>
                  <a:pt x="751916" y="2096030"/>
                </a:lnTo>
                <a:lnTo>
                  <a:pt x="751352" y="2096747"/>
                </a:lnTo>
                <a:lnTo>
                  <a:pt x="750994" y="2097394"/>
                </a:lnTo>
                <a:lnTo>
                  <a:pt x="750720" y="2098118"/>
                </a:lnTo>
                <a:lnTo>
                  <a:pt x="750529" y="2098765"/>
                </a:lnTo>
                <a:lnTo>
                  <a:pt x="750484" y="2099580"/>
                </a:lnTo>
                <a:lnTo>
                  <a:pt x="750384" y="2101089"/>
                </a:lnTo>
                <a:lnTo>
                  <a:pt x="750171" y="2106520"/>
                </a:lnTo>
                <a:lnTo>
                  <a:pt x="749973" y="2110367"/>
                </a:lnTo>
                <a:lnTo>
                  <a:pt x="749653" y="2117376"/>
                </a:lnTo>
                <a:moveTo>
                  <a:pt x="750461" y="2123504"/>
                </a:moveTo>
                <a:lnTo>
                  <a:pt x="750354" y="2125215"/>
                </a:lnTo>
                <a:lnTo>
                  <a:pt x="750114" y="2129210"/>
                </a:lnTo>
                <a:moveTo>
                  <a:pt x="744534" y="2134211"/>
                </a:moveTo>
                <a:lnTo>
                  <a:pt x="694065" y="2131743"/>
                </a:lnTo>
                <a:lnTo>
                  <a:pt x="693928" y="2131758"/>
                </a:lnTo>
                <a:moveTo>
                  <a:pt x="697113" y="2143612"/>
                </a:moveTo>
                <a:lnTo>
                  <a:pt x="730593" y="2145250"/>
                </a:lnTo>
                <a:lnTo>
                  <a:pt x="745524" y="2145989"/>
                </a:lnTo>
                <a:lnTo>
                  <a:pt x="746743" y="2145798"/>
                </a:lnTo>
                <a:lnTo>
                  <a:pt x="747414" y="2145600"/>
                </a:lnTo>
                <a:lnTo>
                  <a:pt x="747977" y="2145265"/>
                </a:lnTo>
                <a:lnTo>
                  <a:pt x="748358" y="2144960"/>
                </a:lnTo>
                <a:lnTo>
                  <a:pt x="748846" y="2144389"/>
                </a:lnTo>
                <a:lnTo>
                  <a:pt x="749234" y="2143741"/>
                </a:lnTo>
                <a:lnTo>
                  <a:pt x="749470" y="2142964"/>
                </a:lnTo>
                <a:lnTo>
                  <a:pt x="749569" y="2142362"/>
                </a:lnTo>
                <a:lnTo>
                  <a:pt x="749646" y="2139719"/>
                </a:lnTo>
                <a:moveTo>
                  <a:pt x="689579" y="2131720"/>
                </a:moveTo>
                <a:lnTo>
                  <a:pt x="686463" y="2129496"/>
                </a:lnTo>
                <a:lnTo>
                  <a:pt x="686158" y="2129145"/>
                </a:lnTo>
                <a:moveTo>
                  <a:pt x="680178" y="2130608"/>
                </a:moveTo>
                <a:lnTo>
                  <a:pt x="679515" y="2131027"/>
                </a:lnTo>
                <a:lnTo>
                  <a:pt x="677017" y="2132612"/>
                </a:lnTo>
                <a:lnTo>
                  <a:pt x="666557" y="2139171"/>
                </a:lnTo>
                <a:lnTo>
                  <a:pt x="660394" y="2143033"/>
                </a:lnTo>
                <a:lnTo>
                  <a:pt x="649745" y="2149706"/>
                </a:lnTo>
                <a:lnTo>
                  <a:pt x="649097" y="2150186"/>
                </a:lnTo>
                <a:lnTo>
                  <a:pt x="648434" y="2150864"/>
                </a:lnTo>
                <a:lnTo>
                  <a:pt x="647497" y="2152151"/>
                </a:lnTo>
                <a:lnTo>
                  <a:pt x="647116" y="2152944"/>
                </a:lnTo>
                <a:lnTo>
                  <a:pt x="646835" y="2153942"/>
                </a:lnTo>
                <a:lnTo>
                  <a:pt x="646614" y="2154833"/>
                </a:lnTo>
                <a:lnTo>
                  <a:pt x="646553" y="2155846"/>
                </a:lnTo>
                <a:lnTo>
                  <a:pt x="645890" y="2170427"/>
                </a:lnTo>
                <a:lnTo>
                  <a:pt x="645212" y="2185007"/>
                </a:lnTo>
                <a:lnTo>
                  <a:pt x="644648" y="2197310"/>
                </a:lnTo>
                <a:lnTo>
                  <a:pt x="644382" y="2198384"/>
                </a:lnTo>
                <a:lnTo>
                  <a:pt x="643879" y="2199352"/>
                </a:lnTo>
                <a:lnTo>
                  <a:pt x="643407" y="2199946"/>
                </a:lnTo>
                <a:lnTo>
                  <a:pt x="642744" y="2200411"/>
                </a:lnTo>
                <a:lnTo>
                  <a:pt x="641289" y="2200738"/>
                </a:lnTo>
                <a:lnTo>
                  <a:pt x="640108" y="2200830"/>
                </a:lnTo>
                <a:lnTo>
                  <a:pt x="638744" y="2200845"/>
                </a:lnTo>
                <a:lnTo>
                  <a:pt x="618328" y="2199847"/>
                </a:lnTo>
                <a:lnTo>
                  <a:pt x="603832" y="2199139"/>
                </a:lnTo>
                <a:lnTo>
                  <a:pt x="601767" y="2198910"/>
                </a:lnTo>
                <a:moveTo>
                  <a:pt x="597806" y="2170152"/>
                </a:moveTo>
                <a:lnTo>
                  <a:pt x="599657" y="2133792"/>
                </a:lnTo>
                <a:moveTo>
                  <a:pt x="597638" y="2174175"/>
                </a:moveTo>
                <a:lnTo>
                  <a:pt x="597699" y="2172598"/>
                </a:lnTo>
                <a:lnTo>
                  <a:pt x="597707" y="2172438"/>
                </a:lnTo>
                <a:moveTo>
                  <a:pt x="1884208" y="1918960"/>
                </a:moveTo>
                <a:lnTo>
                  <a:pt x="1886036" y="1918244"/>
                </a:lnTo>
                <a:lnTo>
                  <a:pt x="1887217" y="1918107"/>
                </a:lnTo>
                <a:moveTo>
                  <a:pt x="1878304" y="1910642"/>
                </a:moveTo>
                <a:lnTo>
                  <a:pt x="1877207" y="1910200"/>
                </a:lnTo>
                <a:lnTo>
                  <a:pt x="1876049" y="1909773"/>
                </a:lnTo>
                <a:lnTo>
                  <a:pt x="1873695" y="1909727"/>
                </a:lnTo>
                <a:lnTo>
                  <a:pt x="1871463" y="1910466"/>
                </a:lnTo>
                <a:lnTo>
                  <a:pt x="1869604" y="1911906"/>
                </a:lnTo>
                <a:lnTo>
                  <a:pt x="1868896" y="1912996"/>
                </a:lnTo>
                <a:lnTo>
                  <a:pt x="1868332" y="1913879"/>
                </a:lnTo>
                <a:lnTo>
                  <a:pt x="1868218" y="1914367"/>
                </a:lnTo>
                <a:lnTo>
                  <a:pt x="1867791" y="1916157"/>
                </a:lnTo>
                <a:lnTo>
                  <a:pt x="1867913" y="1917292"/>
                </a:lnTo>
                <a:lnTo>
                  <a:pt x="1868042" y="1918488"/>
                </a:lnTo>
                <a:lnTo>
                  <a:pt x="1869063" y="1920606"/>
                </a:lnTo>
                <a:lnTo>
                  <a:pt x="1870556" y="1922091"/>
                </a:lnTo>
                <a:moveTo>
                  <a:pt x="1874845" y="1923539"/>
                </a:moveTo>
                <a:lnTo>
                  <a:pt x="1874998" y="1923508"/>
                </a:lnTo>
                <a:moveTo>
                  <a:pt x="1879408" y="1921642"/>
                </a:moveTo>
                <a:lnTo>
                  <a:pt x="1879591" y="1921444"/>
                </a:lnTo>
                <a:moveTo>
                  <a:pt x="1928582" y="1908707"/>
                </a:moveTo>
                <a:lnTo>
                  <a:pt x="1928810" y="1909712"/>
                </a:lnTo>
                <a:lnTo>
                  <a:pt x="1929816" y="1913468"/>
                </a:lnTo>
                <a:lnTo>
                  <a:pt x="1931019" y="1917414"/>
                </a:lnTo>
                <a:lnTo>
                  <a:pt x="1933876" y="1925877"/>
                </a:lnTo>
                <a:lnTo>
                  <a:pt x="1934943" y="1929359"/>
                </a:lnTo>
                <a:lnTo>
                  <a:pt x="1934973" y="1929504"/>
                </a:lnTo>
                <a:moveTo>
                  <a:pt x="1937441" y="1920636"/>
                </a:moveTo>
                <a:lnTo>
                  <a:pt x="1933160" y="1911487"/>
                </a:lnTo>
                <a:lnTo>
                  <a:pt x="1931789" y="1907884"/>
                </a:lnTo>
                <a:moveTo>
                  <a:pt x="1941997" y="1940496"/>
                </a:moveTo>
                <a:lnTo>
                  <a:pt x="1942652" y="1939163"/>
                </a:lnTo>
                <a:lnTo>
                  <a:pt x="1943048" y="1937777"/>
                </a:lnTo>
                <a:lnTo>
                  <a:pt x="1943155" y="1936215"/>
                </a:lnTo>
                <a:lnTo>
                  <a:pt x="1943140" y="1934554"/>
                </a:lnTo>
                <a:lnTo>
                  <a:pt x="1942835" y="1932962"/>
                </a:lnTo>
                <a:lnTo>
                  <a:pt x="1942423" y="1931545"/>
                </a:lnTo>
                <a:moveTo>
                  <a:pt x="1924019" y="1942096"/>
                </a:moveTo>
                <a:lnTo>
                  <a:pt x="1929374" y="1945288"/>
                </a:lnTo>
                <a:lnTo>
                  <a:pt x="1932970" y="1946042"/>
                </a:lnTo>
                <a:lnTo>
                  <a:pt x="1935293" y="1945920"/>
                </a:lnTo>
                <a:lnTo>
                  <a:pt x="1937479" y="1945425"/>
                </a:lnTo>
                <a:lnTo>
                  <a:pt x="1939689" y="1944153"/>
                </a:lnTo>
                <a:lnTo>
                  <a:pt x="1941174" y="1941921"/>
                </a:lnTo>
                <a:moveTo>
                  <a:pt x="839293" y="2040968"/>
                </a:moveTo>
                <a:lnTo>
                  <a:pt x="836398" y="2042835"/>
                </a:lnTo>
                <a:lnTo>
                  <a:pt x="793875" y="2069520"/>
                </a:lnTo>
                <a:lnTo>
                  <a:pt x="790736" y="2071448"/>
                </a:lnTo>
                <a:lnTo>
                  <a:pt x="787156" y="2073672"/>
                </a:lnTo>
                <a:moveTo>
                  <a:pt x="1043978" y="2029443"/>
                </a:moveTo>
                <a:lnTo>
                  <a:pt x="1070937" y="2030768"/>
                </a:lnTo>
                <a:moveTo>
                  <a:pt x="2447626" y="2593364"/>
                </a:moveTo>
                <a:lnTo>
                  <a:pt x="2447763" y="2594103"/>
                </a:lnTo>
                <a:lnTo>
                  <a:pt x="2449866" y="2599923"/>
                </a:lnTo>
                <a:lnTo>
                  <a:pt x="2449980" y="2600235"/>
                </a:lnTo>
                <a:moveTo>
                  <a:pt x="2454833" y="2597493"/>
                </a:moveTo>
                <a:lnTo>
                  <a:pt x="2454612" y="2597264"/>
                </a:lnTo>
                <a:lnTo>
                  <a:pt x="2453553" y="2596076"/>
                </a:lnTo>
                <a:lnTo>
                  <a:pt x="2450971" y="2592747"/>
                </a:lnTo>
                <a:moveTo>
                  <a:pt x="902818" y="2029915"/>
                </a:moveTo>
                <a:lnTo>
                  <a:pt x="904433" y="2029983"/>
                </a:lnTo>
                <a:lnTo>
                  <a:pt x="932917" y="2031187"/>
                </a:lnTo>
                <a:lnTo>
                  <a:pt x="933016" y="2031195"/>
                </a:lnTo>
                <a:moveTo>
                  <a:pt x="940580" y="2035263"/>
                </a:moveTo>
                <a:lnTo>
                  <a:pt x="940306" y="2041037"/>
                </a:lnTo>
                <a:lnTo>
                  <a:pt x="937792" y="2093433"/>
                </a:lnTo>
                <a:lnTo>
                  <a:pt x="935796" y="2135034"/>
                </a:lnTo>
                <a:lnTo>
                  <a:pt x="933899" y="2174617"/>
                </a:lnTo>
                <a:moveTo>
                  <a:pt x="939102" y="2027386"/>
                </a:moveTo>
                <a:lnTo>
                  <a:pt x="939095" y="2027538"/>
                </a:lnTo>
                <a:moveTo>
                  <a:pt x="981077" y="2157972"/>
                </a:moveTo>
                <a:lnTo>
                  <a:pt x="981107" y="2157332"/>
                </a:lnTo>
                <a:moveTo>
                  <a:pt x="1033732" y="2052883"/>
                </a:moveTo>
                <a:lnTo>
                  <a:pt x="1033808" y="2051283"/>
                </a:lnTo>
                <a:moveTo>
                  <a:pt x="1043033" y="1913651"/>
                </a:moveTo>
                <a:lnTo>
                  <a:pt x="1038264" y="1916667"/>
                </a:lnTo>
                <a:lnTo>
                  <a:pt x="1021825" y="1927035"/>
                </a:lnTo>
                <a:lnTo>
                  <a:pt x="1006719" y="1936565"/>
                </a:lnTo>
                <a:moveTo>
                  <a:pt x="961552" y="1888618"/>
                </a:moveTo>
                <a:lnTo>
                  <a:pt x="962032" y="1889380"/>
                </a:lnTo>
                <a:lnTo>
                  <a:pt x="962657" y="1890378"/>
                </a:lnTo>
                <a:lnTo>
                  <a:pt x="963236" y="1891330"/>
                </a:lnTo>
                <a:moveTo>
                  <a:pt x="967692" y="1899108"/>
                </a:moveTo>
                <a:lnTo>
                  <a:pt x="967875" y="1899382"/>
                </a:lnTo>
                <a:moveTo>
                  <a:pt x="970816" y="1902849"/>
                </a:moveTo>
                <a:lnTo>
                  <a:pt x="970953" y="1902909"/>
                </a:lnTo>
                <a:moveTo>
                  <a:pt x="963182" y="1882745"/>
                </a:moveTo>
                <a:lnTo>
                  <a:pt x="963053" y="1882661"/>
                </a:lnTo>
                <a:moveTo>
                  <a:pt x="959732" y="1884741"/>
                </a:moveTo>
                <a:lnTo>
                  <a:pt x="959747" y="1884893"/>
                </a:lnTo>
                <a:moveTo>
                  <a:pt x="1078213" y="1963220"/>
                </a:moveTo>
                <a:lnTo>
                  <a:pt x="1076910" y="1961125"/>
                </a:lnTo>
                <a:lnTo>
                  <a:pt x="1074183" y="1956768"/>
                </a:lnTo>
                <a:lnTo>
                  <a:pt x="1073718" y="1956021"/>
                </a:lnTo>
                <a:lnTo>
                  <a:pt x="1070945" y="1951573"/>
                </a:lnTo>
                <a:lnTo>
                  <a:pt x="1062916" y="1938729"/>
                </a:lnTo>
                <a:lnTo>
                  <a:pt x="1051916" y="1921139"/>
                </a:lnTo>
                <a:lnTo>
                  <a:pt x="1050826" y="1919395"/>
                </a:lnTo>
                <a:moveTo>
                  <a:pt x="1084551" y="2025116"/>
                </a:moveTo>
                <a:lnTo>
                  <a:pt x="1084711" y="2021467"/>
                </a:lnTo>
                <a:lnTo>
                  <a:pt x="1085747" y="2000929"/>
                </a:lnTo>
                <a:lnTo>
                  <a:pt x="1086211" y="1990668"/>
                </a:lnTo>
                <a:lnTo>
                  <a:pt x="1086455" y="1985541"/>
                </a:lnTo>
                <a:lnTo>
                  <a:pt x="1086539" y="1982791"/>
                </a:lnTo>
                <a:lnTo>
                  <a:pt x="1086539" y="1981526"/>
                </a:lnTo>
                <a:moveTo>
                  <a:pt x="1048967" y="1917871"/>
                </a:moveTo>
                <a:lnTo>
                  <a:pt x="1047459" y="1915509"/>
                </a:lnTo>
                <a:moveTo>
                  <a:pt x="2470518" y="438615"/>
                </a:moveTo>
                <a:lnTo>
                  <a:pt x="2475752" y="438402"/>
                </a:lnTo>
                <a:lnTo>
                  <a:pt x="2554825" y="438470"/>
                </a:lnTo>
                <a:lnTo>
                  <a:pt x="2563593" y="438805"/>
                </a:lnTo>
                <a:lnTo>
                  <a:pt x="2569893" y="439102"/>
                </a:lnTo>
                <a:moveTo>
                  <a:pt x="2212561" y="544923"/>
                </a:moveTo>
                <a:lnTo>
                  <a:pt x="2219798" y="542226"/>
                </a:lnTo>
                <a:moveTo>
                  <a:pt x="2219798" y="542226"/>
                </a:moveTo>
                <a:lnTo>
                  <a:pt x="2240039" y="532391"/>
                </a:lnTo>
                <a:lnTo>
                  <a:pt x="2304143" y="503474"/>
                </a:lnTo>
                <a:lnTo>
                  <a:pt x="2365003" y="477078"/>
                </a:lnTo>
                <a:lnTo>
                  <a:pt x="2370510" y="474945"/>
                </a:lnTo>
                <a:moveTo>
                  <a:pt x="2380711" y="470762"/>
                </a:moveTo>
                <a:lnTo>
                  <a:pt x="2386592" y="468226"/>
                </a:lnTo>
                <a:lnTo>
                  <a:pt x="2428863" y="450194"/>
                </a:lnTo>
                <a:lnTo>
                  <a:pt x="2443078" y="443643"/>
                </a:lnTo>
                <a:lnTo>
                  <a:pt x="2447748" y="442264"/>
                </a:lnTo>
                <a:lnTo>
                  <a:pt x="2454330" y="440329"/>
                </a:lnTo>
                <a:lnTo>
                  <a:pt x="2458718" y="439354"/>
                </a:lnTo>
                <a:moveTo>
                  <a:pt x="2458010" y="429435"/>
                </a:moveTo>
                <a:lnTo>
                  <a:pt x="2454566" y="429931"/>
                </a:lnTo>
                <a:lnTo>
                  <a:pt x="2452388" y="430586"/>
                </a:lnTo>
                <a:lnTo>
                  <a:pt x="2447367" y="432231"/>
                </a:lnTo>
                <a:lnTo>
                  <a:pt x="2440420" y="434448"/>
                </a:lnTo>
                <a:lnTo>
                  <a:pt x="2382722" y="459496"/>
                </a:lnTo>
                <a:lnTo>
                  <a:pt x="2377001" y="462185"/>
                </a:lnTo>
                <a:moveTo>
                  <a:pt x="2366709" y="467083"/>
                </a:moveTo>
                <a:lnTo>
                  <a:pt x="2361529" y="469582"/>
                </a:lnTo>
                <a:lnTo>
                  <a:pt x="2298704" y="497760"/>
                </a:lnTo>
                <a:lnTo>
                  <a:pt x="2220210" y="531591"/>
                </a:lnTo>
                <a:moveTo>
                  <a:pt x="2215982" y="533420"/>
                </a:moveTo>
                <a:lnTo>
                  <a:pt x="2213765" y="534791"/>
                </a:lnTo>
                <a:lnTo>
                  <a:pt x="2210581" y="537183"/>
                </a:lnTo>
                <a:lnTo>
                  <a:pt x="2209826" y="537579"/>
                </a:lnTo>
                <a:moveTo>
                  <a:pt x="1052754" y="1908631"/>
                </a:moveTo>
                <a:lnTo>
                  <a:pt x="1052510" y="1908783"/>
                </a:lnTo>
                <a:lnTo>
                  <a:pt x="1048175" y="1911495"/>
                </a:lnTo>
                <a:moveTo>
                  <a:pt x="1129397" y="2060257"/>
                </a:moveTo>
                <a:lnTo>
                  <a:pt x="1125862" y="2060089"/>
                </a:lnTo>
                <a:lnTo>
                  <a:pt x="1091993" y="2058451"/>
                </a:lnTo>
                <a:lnTo>
                  <a:pt x="1089891" y="2058352"/>
                </a:lnTo>
                <a:moveTo>
                  <a:pt x="1171615" y="2214001"/>
                </a:moveTo>
                <a:lnTo>
                  <a:pt x="1171554" y="2214146"/>
                </a:lnTo>
                <a:moveTo>
                  <a:pt x="1269345" y="2028368"/>
                </a:moveTo>
                <a:lnTo>
                  <a:pt x="1269490" y="2028330"/>
                </a:lnTo>
                <a:moveTo>
                  <a:pt x="1929443" y="1900045"/>
                </a:moveTo>
                <a:lnTo>
                  <a:pt x="1926769" y="1889144"/>
                </a:lnTo>
                <a:lnTo>
                  <a:pt x="1918221" y="1851984"/>
                </a:lnTo>
                <a:moveTo>
                  <a:pt x="2760314" y="2076056"/>
                </a:moveTo>
                <a:lnTo>
                  <a:pt x="2773832" y="2090793"/>
                </a:lnTo>
                <a:moveTo>
                  <a:pt x="2750308" y="2066374"/>
                </a:moveTo>
                <a:lnTo>
                  <a:pt x="2755412" y="2072324"/>
                </a:lnTo>
                <a:moveTo>
                  <a:pt x="2789532" y="2105979"/>
                </a:moveTo>
                <a:lnTo>
                  <a:pt x="2788511" y="2102064"/>
                </a:lnTo>
                <a:lnTo>
                  <a:pt x="2779736" y="2092442"/>
                </a:lnTo>
                <a:lnTo>
                  <a:pt x="2776094" y="2088611"/>
                </a:lnTo>
                <a:lnTo>
                  <a:pt x="2761087" y="2072811"/>
                </a:lnTo>
                <a:lnTo>
                  <a:pt x="2752806" y="2064310"/>
                </a:lnTo>
                <a:moveTo>
                  <a:pt x="2273085" y="1781183"/>
                </a:moveTo>
                <a:lnTo>
                  <a:pt x="2261826" y="1770716"/>
                </a:lnTo>
                <a:lnTo>
                  <a:pt x="2257141" y="1766199"/>
                </a:lnTo>
                <a:lnTo>
                  <a:pt x="2251930" y="1761179"/>
                </a:lnTo>
                <a:moveTo>
                  <a:pt x="2459876" y="1959503"/>
                </a:moveTo>
                <a:lnTo>
                  <a:pt x="2458665" y="1958345"/>
                </a:lnTo>
                <a:lnTo>
                  <a:pt x="2456928" y="1956684"/>
                </a:lnTo>
                <a:lnTo>
                  <a:pt x="2450940" y="1950963"/>
                </a:lnTo>
                <a:moveTo>
                  <a:pt x="2526997" y="2024750"/>
                </a:moveTo>
                <a:lnTo>
                  <a:pt x="2465437" y="1965330"/>
                </a:lnTo>
                <a:moveTo>
                  <a:pt x="2487955" y="2099359"/>
                </a:moveTo>
                <a:lnTo>
                  <a:pt x="2485266" y="2102163"/>
                </a:lnTo>
                <a:lnTo>
                  <a:pt x="2481671" y="2105926"/>
                </a:lnTo>
                <a:lnTo>
                  <a:pt x="2434074" y="2155077"/>
                </a:lnTo>
                <a:lnTo>
                  <a:pt x="2427378" y="2162017"/>
                </a:lnTo>
                <a:lnTo>
                  <a:pt x="2390942" y="2199679"/>
                </a:lnTo>
                <a:lnTo>
                  <a:pt x="2387498" y="2203496"/>
                </a:lnTo>
                <a:moveTo>
                  <a:pt x="2346507" y="2421748"/>
                </a:moveTo>
                <a:lnTo>
                  <a:pt x="2343139" y="2415776"/>
                </a:lnTo>
                <a:lnTo>
                  <a:pt x="2316195" y="2369848"/>
                </a:lnTo>
                <a:lnTo>
                  <a:pt x="2312874" y="2364561"/>
                </a:lnTo>
                <a:moveTo>
                  <a:pt x="2307137" y="2355221"/>
                </a:moveTo>
                <a:lnTo>
                  <a:pt x="2304029" y="2350056"/>
                </a:lnTo>
                <a:lnTo>
                  <a:pt x="2291193" y="2327652"/>
                </a:lnTo>
                <a:moveTo>
                  <a:pt x="2285632" y="2318206"/>
                </a:moveTo>
                <a:lnTo>
                  <a:pt x="2281244" y="2310939"/>
                </a:lnTo>
                <a:lnTo>
                  <a:pt x="2273870" y="2298727"/>
                </a:lnTo>
                <a:lnTo>
                  <a:pt x="2270107" y="2292260"/>
                </a:lnTo>
                <a:moveTo>
                  <a:pt x="2264363" y="2284642"/>
                </a:moveTo>
                <a:lnTo>
                  <a:pt x="2262641" y="2281191"/>
                </a:lnTo>
                <a:lnTo>
                  <a:pt x="2256920" y="2274525"/>
                </a:lnTo>
                <a:lnTo>
                  <a:pt x="2251001" y="2270160"/>
                </a:lnTo>
                <a:lnTo>
                  <a:pt x="2242484" y="2264454"/>
                </a:lnTo>
                <a:lnTo>
                  <a:pt x="2241166" y="2263411"/>
                </a:lnTo>
                <a:moveTo>
                  <a:pt x="2406345" y="2521588"/>
                </a:moveTo>
                <a:lnTo>
                  <a:pt x="2405324" y="2519874"/>
                </a:lnTo>
                <a:lnTo>
                  <a:pt x="2398262" y="2508257"/>
                </a:lnTo>
                <a:lnTo>
                  <a:pt x="2389875" y="2494141"/>
                </a:lnTo>
                <a:moveTo>
                  <a:pt x="1954985" y="2459228"/>
                </a:moveTo>
                <a:lnTo>
                  <a:pt x="1955427" y="2460135"/>
                </a:lnTo>
                <a:moveTo>
                  <a:pt x="1989809" y="1522682"/>
                </a:moveTo>
                <a:lnTo>
                  <a:pt x="1946415" y="1533991"/>
                </a:lnTo>
                <a:lnTo>
                  <a:pt x="1940968" y="1535263"/>
                </a:lnTo>
                <a:lnTo>
                  <a:pt x="1936419" y="1536325"/>
                </a:lnTo>
                <a:moveTo>
                  <a:pt x="1934912" y="1536564"/>
                </a:moveTo>
                <a:lnTo>
                  <a:pt x="1932132" y="1536809"/>
                </a:lnTo>
                <a:lnTo>
                  <a:pt x="1928117" y="1537007"/>
                </a:lnTo>
                <a:lnTo>
                  <a:pt x="1922099" y="1536626"/>
                </a:lnTo>
                <a:lnTo>
                  <a:pt x="1917164" y="1535008"/>
                </a:lnTo>
                <a:moveTo>
                  <a:pt x="538181" y="2499458"/>
                </a:moveTo>
                <a:lnTo>
                  <a:pt x="532338" y="2492465"/>
                </a:lnTo>
                <a:moveTo>
                  <a:pt x="532220" y="2492309"/>
                </a:moveTo>
                <a:lnTo>
                  <a:pt x="529119" y="2488233"/>
                </a:lnTo>
                <a:moveTo>
                  <a:pt x="2155861" y="1515578"/>
                </a:moveTo>
                <a:lnTo>
                  <a:pt x="2156974" y="1515929"/>
                </a:lnTo>
                <a:lnTo>
                  <a:pt x="2161163" y="1517361"/>
                </a:lnTo>
                <a:lnTo>
                  <a:pt x="2165871" y="1519204"/>
                </a:lnTo>
                <a:lnTo>
                  <a:pt x="2168774" y="1520362"/>
                </a:lnTo>
                <a:moveTo>
                  <a:pt x="2141311" y="1500944"/>
                </a:moveTo>
                <a:lnTo>
                  <a:pt x="2137228" y="1500220"/>
                </a:lnTo>
                <a:lnTo>
                  <a:pt x="2129244" y="1499177"/>
                </a:lnTo>
                <a:lnTo>
                  <a:pt x="2120827" y="1498346"/>
                </a:lnTo>
                <a:lnTo>
                  <a:pt x="2113232" y="1498133"/>
                </a:lnTo>
                <a:lnTo>
                  <a:pt x="2104761" y="1498286"/>
                </a:lnTo>
                <a:lnTo>
                  <a:pt x="2098491" y="1498697"/>
                </a:lnTo>
                <a:lnTo>
                  <a:pt x="2091863" y="1499276"/>
                </a:lnTo>
                <a:lnTo>
                  <a:pt x="2081541" y="1500982"/>
                </a:lnTo>
                <a:lnTo>
                  <a:pt x="2072621" y="1502757"/>
                </a:lnTo>
                <a:lnTo>
                  <a:pt x="2063426" y="1504784"/>
                </a:lnTo>
                <a:lnTo>
                  <a:pt x="2046537" y="1509042"/>
                </a:lnTo>
                <a:moveTo>
                  <a:pt x="2151153" y="1503138"/>
                </a:moveTo>
                <a:lnTo>
                  <a:pt x="2148007" y="1502308"/>
                </a:lnTo>
                <a:lnTo>
                  <a:pt x="2143490" y="1501287"/>
                </a:lnTo>
                <a:moveTo>
                  <a:pt x="1888420" y="1600898"/>
                </a:moveTo>
                <a:lnTo>
                  <a:pt x="1899169" y="1627546"/>
                </a:lnTo>
                <a:moveTo>
                  <a:pt x="1899261" y="1627759"/>
                </a:moveTo>
                <a:lnTo>
                  <a:pt x="1902049" y="1634691"/>
                </a:lnTo>
                <a:lnTo>
                  <a:pt x="1903420" y="1637952"/>
                </a:lnTo>
                <a:lnTo>
                  <a:pt x="1904578" y="1640702"/>
                </a:lnTo>
                <a:lnTo>
                  <a:pt x="1910718" y="1655915"/>
                </a:lnTo>
                <a:moveTo>
                  <a:pt x="1863586" y="1581412"/>
                </a:moveTo>
                <a:lnTo>
                  <a:pt x="1864759" y="1581412"/>
                </a:lnTo>
                <a:lnTo>
                  <a:pt x="1868789" y="1580993"/>
                </a:lnTo>
                <a:lnTo>
                  <a:pt x="1875203" y="1579904"/>
                </a:lnTo>
                <a:moveTo>
                  <a:pt x="1918812" y="1645939"/>
                </a:moveTo>
                <a:lnTo>
                  <a:pt x="1916949" y="1641235"/>
                </a:lnTo>
                <a:lnTo>
                  <a:pt x="1916107" y="1639102"/>
                </a:lnTo>
                <a:moveTo>
                  <a:pt x="1957408" y="1542172"/>
                </a:moveTo>
                <a:lnTo>
                  <a:pt x="1975950" y="1537403"/>
                </a:lnTo>
                <a:moveTo>
                  <a:pt x="2002117" y="1535583"/>
                </a:moveTo>
                <a:lnTo>
                  <a:pt x="2005660" y="1535667"/>
                </a:lnTo>
                <a:lnTo>
                  <a:pt x="2007579" y="1535743"/>
                </a:lnTo>
                <a:lnTo>
                  <a:pt x="2009758" y="1535926"/>
                </a:lnTo>
                <a:lnTo>
                  <a:pt x="2014230" y="1536451"/>
                </a:lnTo>
                <a:lnTo>
                  <a:pt x="2023044" y="1537571"/>
                </a:lnTo>
                <a:moveTo>
                  <a:pt x="1988154" y="1537213"/>
                </a:moveTo>
                <a:lnTo>
                  <a:pt x="1990751" y="1536779"/>
                </a:lnTo>
                <a:lnTo>
                  <a:pt x="1994987" y="1536040"/>
                </a:lnTo>
                <a:lnTo>
                  <a:pt x="2000228" y="1535636"/>
                </a:lnTo>
                <a:moveTo>
                  <a:pt x="2232436" y="2256890"/>
                </a:moveTo>
                <a:lnTo>
                  <a:pt x="2222198" y="2249721"/>
                </a:lnTo>
                <a:lnTo>
                  <a:pt x="2201523" y="2235324"/>
                </a:lnTo>
                <a:lnTo>
                  <a:pt x="2176133" y="2216225"/>
                </a:lnTo>
                <a:lnTo>
                  <a:pt x="2152334" y="2199222"/>
                </a:lnTo>
                <a:lnTo>
                  <a:pt x="2148678" y="2196609"/>
                </a:lnTo>
                <a:moveTo>
                  <a:pt x="1537624" y="1661362"/>
                </a:moveTo>
                <a:lnTo>
                  <a:pt x="1536596" y="1657118"/>
                </a:lnTo>
                <a:lnTo>
                  <a:pt x="1536634" y="1654955"/>
                </a:lnTo>
                <a:lnTo>
                  <a:pt x="1536748" y="1654544"/>
                </a:lnTo>
                <a:moveTo>
                  <a:pt x="1553995" y="1727645"/>
                </a:moveTo>
                <a:lnTo>
                  <a:pt x="1550491" y="1719555"/>
                </a:lnTo>
                <a:lnTo>
                  <a:pt x="1549097" y="1714146"/>
                </a:lnTo>
                <a:moveTo>
                  <a:pt x="1546606" y="1704486"/>
                </a:moveTo>
                <a:lnTo>
                  <a:pt x="1541380" y="1684131"/>
                </a:lnTo>
                <a:moveTo>
                  <a:pt x="1737830" y="1596808"/>
                </a:moveTo>
                <a:lnTo>
                  <a:pt x="1759503" y="1591551"/>
                </a:lnTo>
                <a:lnTo>
                  <a:pt x="1789114" y="1583949"/>
                </a:lnTo>
                <a:moveTo>
                  <a:pt x="1650422" y="1624693"/>
                </a:moveTo>
                <a:lnTo>
                  <a:pt x="1680959" y="1616919"/>
                </a:lnTo>
                <a:lnTo>
                  <a:pt x="1716045" y="1607876"/>
                </a:lnTo>
                <a:moveTo>
                  <a:pt x="1821787" y="1580010"/>
                </a:moveTo>
                <a:lnTo>
                  <a:pt x="1827523" y="1579744"/>
                </a:lnTo>
                <a:lnTo>
                  <a:pt x="1827622" y="1579744"/>
                </a:lnTo>
                <a:moveTo>
                  <a:pt x="1795311" y="1583652"/>
                </a:moveTo>
                <a:lnTo>
                  <a:pt x="1799017" y="1582753"/>
                </a:lnTo>
                <a:lnTo>
                  <a:pt x="1802605" y="1582326"/>
                </a:lnTo>
                <a:lnTo>
                  <a:pt x="1807716" y="1581922"/>
                </a:lnTo>
                <a:lnTo>
                  <a:pt x="1813335" y="1581659"/>
                </a:lnTo>
                <a:moveTo>
                  <a:pt x="1813544" y="1581648"/>
                </a:moveTo>
                <a:lnTo>
                  <a:pt x="1815776" y="1581496"/>
                </a:lnTo>
                <a:moveTo>
                  <a:pt x="1850468" y="1581427"/>
                </a:moveTo>
                <a:lnTo>
                  <a:pt x="1855953" y="1583697"/>
                </a:lnTo>
                <a:lnTo>
                  <a:pt x="1865955" y="1585846"/>
                </a:lnTo>
                <a:lnTo>
                  <a:pt x="1871059" y="1586752"/>
                </a:lnTo>
                <a:lnTo>
                  <a:pt x="1874099" y="1587270"/>
                </a:lnTo>
                <a:moveTo>
                  <a:pt x="1919947" y="1789567"/>
                </a:moveTo>
                <a:lnTo>
                  <a:pt x="1915582" y="1798053"/>
                </a:lnTo>
                <a:moveTo>
                  <a:pt x="1970213" y="1753249"/>
                </a:moveTo>
                <a:lnTo>
                  <a:pt x="1968705" y="1753751"/>
                </a:lnTo>
                <a:moveTo>
                  <a:pt x="2014245" y="1740755"/>
                </a:moveTo>
                <a:lnTo>
                  <a:pt x="2009834" y="1741487"/>
                </a:lnTo>
                <a:lnTo>
                  <a:pt x="2004334" y="1742675"/>
                </a:lnTo>
                <a:moveTo>
                  <a:pt x="1911571" y="1816119"/>
                </a:moveTo>
                <a:lnTo>
                  <a:pt x="1911289" y="1817620"/>
                </a:lnTo>
                <a:lnTo>
                  <a:pt x="1911015" y="1819608"/>
                </a:lnTo>
                <a:lnTo>
                  <a:pt x="1910764" y="1821848"/>
                </a:lnTo>
                <a:lnTo>
                  <a:pt x="1910619" y="1823706"/>
                </a:lnTo>
                <a:lnTo>
                  <a:pt x="1910581" y="1825809"/>
                </a:lnTo>
                <a:lnTo>
                  <a:pt x="1910619" y="1828269"/>
                </a:lnTo>
                <a:moveTo>
                  <a:pt x="1935819" y="1932330"/>
                </a:moveTo>
                <a:lnTo>
                  <a:pt x="1935026" y="1935270"/>
                </a:lnTo>
                <a:lnTo>
                  <a:pt x="1932916" y="1938973"/>
                </a:lnTo>
                <a:moveTo>
                  <a:pt x="1917048" y="1846095"/>
                </a:moveTo>
                <a:lnTo>
                  <a:pt x="1916797" y="1844808"/>
                </a:lnTo>
                <a:lnTo>
                  <a:pt x="1916081" y="1838752"/>
                </a:lnTo>
                <a:lnTo>
                  <a:pt x="1916153" y="1834486"/>
                </a:lnTo>
                <a:moveTo>
                  <a:pt x="1941959" y="1930288"/>
                </a:moveTo>
                <a:lnTo>
                  <a:pt x="1938416" y="1922708"/>
                </a:lnTo>
                <a:moveTo>
                  <a:pt x="2057914" y="1739917"/>
                </a:moveTo>
                <a:lnTo>
                  <a:pt x="2052967" y="1739750"/>
                </a:lnTo>
                <a:lnTo>
                  <a:pt x="2042286" y="1740047"/>
                </a:lnTo>
                <a:lnTo>
                  <a:pt x="2030425" y="1740450"/>
                </a:lnTo>
                <a:lnTo>
                  <a:pt x="2024601" y="1740405"/>
                </a:lnTo>
                <a:moveTo>
                  <a:pt x="2025112" y="1745006"/>
                </a:moveTo>
                <a:lnTo>
                  <a:pt x="2027165" y="1744816"/>
                </a:lnTo>
                <a:moveTo>
                  <a:pt x="1992599" y="1751881"/>
                </a:moveTo>
                <a:lnTo>
                  <a:pt x="1998270" y="1750159"/>
                </a:lnTo>
                <a:lnTo>
                  <a:pt x="2007537" y="1747752"/>
                </a:lnTo>
                <a:moveTo>
                  <a:pt x="2007614" y="1747733"/>
                </a:moveTo>
                <a:lnTo>
                  <a:pt x="2013144" y="1746613"/>
                </a:lnTo>
                <a:lnTo>
                  <a:pt x="2015056" y="1746252"/>
                </a:lnTo>
                <a:moveTo>
                  <a:pt x="1942378" y="1772255"/>
                </a:moveTo>
                <a:lnTo>
                  <a:pt x="1943060" y="1771870"/>
                </a:lnTo>
                <a:moveTo>
                  <a:pt x="1971798" y="1761308"/>
                </a:moveTo>
                <a:lnTo>
                  <a:pt x="1972941" y="1760844"/>
                </a:lnTo>
                <a:lnTo>
                  <a:pt x="1976742" y="1759427"/>
                </a:lnTo>
                <a:lnTo>
                  <a:pt x="1987552" y="1755145"/>
                </a:lnTo>
                <a:moveTo>
                  <a:pt x="1954025" y="1728879"/>
                </a:moveTo>
                <a:lnTo>
                  <a:pt x="1951664" y="1723196"/>
                </a:lnTo>
                <a:lnTo>
                  <a:pt x="1928803" y="1666633"/>
                </a:lnTo>
                <a:moveTo>
                  <a:pt x="1928711" y="1666420"/>
                </a:moveTo>
                <a:lnTo>
                  <a:pt x="1926395" y="1660676"/>
                </a:lnTo>
                <a:moveTo>
                  <a:pt x="2023272" y="1537601"/>
                </a:moveTo>
                <a:lnTo>
                  <a:pt x="2047116" y="1540496"/>
                </a:lnTo>
                <a:lnTo>
                  <a:pt x="2078304" y="1544351"/>
                </a:lnTo>
                <a:lnTo>
                  <a:pt x="2094796" y="1546377"/>
                </a:lnTo>
                <a:lnTo>
                  <a:pt x="2112843" y="1548236"/>
                </a:lnTo>
                <a:lnTo>
                  <a:pt x="2120019" y="1544656"/>
                </a:lnTo>
                <a:lnTo>
                  <a:pt x="2125344" y="1538203"/>
                </a:lnTo>
                <a:lnTo>
                  <a:pt x="2136817" y="1518199"/>
                </a:lnTo>
                <a:lnTo>
                  <a:pt x="2149417" y="1494667"/>
                </a:lnTo>
                <a:lnTo>
                  <a:pt x="2154041" y="1486249"/>
                </a:lnTo>
                <a:lnTo>
                  <a:pt x="2156227" y="1481800"/>
                </a:lnTo>
                <a:moveTo>
                  <a:pt x="2377393" y="1719947"/>
                </a:moveTo>
                <a:lnTo>
                  <a:pt x="2612394" y="1966923"/>
                </a:lnTo>
                <a:lnTo>
                  <a:pt x="2618983" y="1973824"/>
                </a:lnTo>
                <a:lnTo>
                  <a:pt x="2658764" y="2015357"/>
                </a:lnTo>
                <a:lnTo>
                  <a:pt x="2703481" y="2062100"/>
                </a:lnTo>
                <a:lnTo>
                  <a:pt x="2735803" y="2096213"/>
                </a:lnTo>
                <a:lnTo>
                  <a:pt x="2787963" y="2151740"/>
                </a:lnTo>
                <a:lnTo>
                  <a:pt x="2820156" y="2186554"/>
                </a:lnTo>
                <a:lnTo>
                  <a:pt x="2839323" y="2207907"/>
                </a:lnTo>
                <a:lnTo>
                  <a:pt x="2850338" y="2220065"/>
                </a:lnTo>
                <a:moveTo>
                  <a:pt x="2061255" y="1743383"/>
                </a:moveTo>
                <a:lnTo>
                  <a:pt x="2171668" y="1739833"/>
                </a:lnTo>
                <a:moveTo>
                  <a:pt x="2245311" y="1715845"/>
                </a:moveTo>
                <a:lnTo>
                  <a:pt x="2244434" y="1714862"/>
                </a:lnTo>
                <a:moveTo>
                  <a:pt x="2247984" y="1719951"/>
                </a:moveTo>
                <a:lnTo>
                  <a:pt x="2247885" y="1719334"/>
                </a:lnTo>
                <a:lnTo>
                  <a:pt x="2247520" y="1718602"/>
                </a:lnTo>
                <a:lnTo>
                  <a:pt x="2247116" y="1718031"/>
                </a:lnTo>
                <a:lnTo>
                  <a:pt x="2246682" y="1717475"/>
                </a:lnTo>
                <a:moveTo>
                  <a:pt x="2249059" y="1727774"/>
                </a:moveTo>
                <a:lnTo>
                  <a:pt x="2248655" y="1723531"/>
                </a:lnTo>
                <a:lnTo>
                  <a:pt x="2248541" y="1722518"/>
                </a:lnTo>
                <a:lnTo>
                  <a:pt x="2248457" y="1722099"/>
                </a:lnTo>
                <a:moveTo>
                  <a:pt x="2249051" y="1727622"/>
                </a:moveTo>
                <a:lnTo>
                  <a:pt x="2249051" y="1727470"/>
                </a:lnTo>
                <a:moveTo>
                  <a:pt x="2249851" y="1748068"/>
                </a:moveTo>
                <a:lnTo>
                  <a:pt x="2249714" y="1744602"/>
                </a:lnTo>
                <a:lnTo>
                  <a:pt x="2249653" y="1743284"/>
                </a:lnTo>
                <a:moveTo>
                  <a:pt x="2249980" y="1753287"/>
                </a:moveTo>
                <a:lnTo>
                  <a:pt x="2250011" y="1753134"/>
                </a:lnTo>
                <a:moveTo>
                  <a:pt x="2250079" y="1752121"/>
                </a:moveTo>
                <a:lnTo>
                  <a:pt x="2250034" y="1751291"/>
                </a:lnTo>
                <a:lnTo>
                  <a:pt x="2249957" y="1749920"/>
                </a:lnTo>
                <a:lnTo>
                  <a:pt x="2249866" y="1748282"/>
                </a:lnTo>
                <a:moveTo>
                  <a:pt x="2240664" y="1758733"/>
                </a:moveTo>
                <a:lnTo>
                  <a:pt x="2239894" y="1759556"/>
                </a:lnTo>
                <a:lnTo>
                  <a:pt x="2230174" y="1769551"/>
                </a:lnTo>
                <a:lnTo>
                  <a:pt x="2223440" y="1776498"/>
                </a:lnTo>
                <a:moveTo>
                  <a:pt x="2242850" y="1719166"/>
                </a:moveTo>
                <a:lnTo>
                  <a:pt x="2243002" y="1720248"/>
                </a:lnTo>
                <a:lnTo>
                  <a:pt x="2243178" y="1722000"/>
                </a:lnTo>
                <a:lnTo>
                  <a:pt x="2243322" y="1723394"/>
                </a:lnTo>
                <a:moveTo>
                  <a:pt x="2243277" y="1744153"/>
                </a:moveTo>
                <a:lnTo>
                  <a:pt x="2243894" y="1747649"/>
                </a:lnTo>
                <a:moveTo>
                  <a:pt x="2243162" y="1743338"/>
                </a:moveTo>
                <a:lnTo>
                  <a:pt x="2243162" y="1743490"/>
                </a:lnTo>
                <a:moveTo>
                  <a:pt x="2243368" y="1724834"/>
                </a:moveTo>
                <a:lnTo>
                  <a:pt x="2243292" y="1726517"/>
                </a:lnTo>
                <a:lnTo>
                  <a:pt x="2243231" y="1728132"/>
                </a:lnTo>
                <a:lnTo>
                  <a:pt x="2243063" y="1730250"/>
                </a:lnTo>
                <a:moveTo>
                  <a:pt x="2242926" y="1728978"/>
                </a:moveTo>
                <a:lnTo>
                  <a:pt x="2242934" y="1729130"/>
                </a:lnTo>
                <a:moveTo>
                  <a:pt x="2232253" y="1706338"/>
                </a:moveTo>
                <a:lnTo>
                  <a:pt x="2237297" y="1711152"/>
                </a:lnTo>
                <a:lnTo>
                  <a:pt x="2238782" y="1712554"/>
                </a:lnTo>
                <a:lnTo>
                  <a:pt x="2239970" y="1713902"/>
                </a:lnTo>
                <a:moveTo>
                  <a:pt x="2241745" y="1716645"/>
                </a:moveTo>
                <a:lnTo>
                  <a:pt x="2242507" y="1718161"/>
                </a:lnTo>
                <a:lnTo>
                  <a:pt x="2242766" y="1718839"/>
                </a:lnTo>
                <a:moveTo>
                  <a:pt x="2249691" y="1743673"/>
                </a:moveTo>
                <a:lnTo>
                  <a:pt x="2249676" y="1743528"/>
                </a:lnTo>
                <a:moveTo>
                  <a:pt x="2254429" y="1739194"/>
                </a:moveTo>
                <a:lnTo>
                  <a:pt x="2254940" y="1739186"/>
                </a:lnTo>
                <a:lnTo>
                  <a:pt x="2257545" y="1739140"/>
                </a:lnTo>
                <a:lnTo>
                  <a:pt x="2261422" y="1738546"/>
                </a:lnTo>
                <a:lnTo>
                  <a:pt x="2264462" y="1737815"/>
                </a:lnTo>
                <a:lnTo>
                  <a:pt x="2267890" y="1736923"/>
                </a:lnTo>
                <a:lnTo>
                  <a:pt x="2274891" y="1734539"/>
                </a:lnTo>
                <a:lnTo>
                  <a:pt x="2284581" y="1730456"/>
                </a:lnTo>
                <a:moveTo>
                  <a:pt x="2193456" y="1756791"/>
                </a:moveTo>
                <a:lnTo>
                  <a:pt x="2195490" y="1757019"/>
                </a:lnTo>
                <a:moveTo>
                  <a:pt x="2203374" y="1754635"/>
                </a:moveTo>
                <a:lnTo>
                  <a:pt x="2203435" y="1754582"/>
                </a:lnTo>
                <a:moveTo>
                  <a:pt x="2144374" y="1783111"/>
                </a:moveTo>
                <a:lnTo>
                  <a:pt x="2130539" y="1769665"/>
                </a:lnTo>
                <a:lnTo>
                  <a:pt x="2126411" y="1765650"/>
                </a:lnTo>
                <a:lnTo>
                  <a:pt x="2122655" y="1761994"/>
                </a:lnTo>
                <a:lnTo>
                  <a:pt x="2121505" y="1760844"/>
                </a:lnTo>
                <a:lnTo>
                  <a:pt x="2121147" y="1760554"/>
                </a:lnTo>
                <a:lnTo>
                  <a:pt x="2120827" y="1760272"/>
                </a:lnTo>
                <a:lnTo>
                  <a:pt x="2120019" y="1759861"/>
                </a:lnTo>
                <a:lnTo>
                  <a:pt x="2119387" y="1759655"/>
                </a:lnTo>
                <a:lnTo>
                  <a:pt x="2118633" y="1759510"/>
                </a:lnTo>
                <a:lnTo>
                  <a:pt x="2117513" y="1759457"/>
                </a:lnTo>
                <a:lnTo>
                  <a:pt x="2105903" y="1759716"/>
                </a:lnTo>
                <a:lnTo>
                  <a:pt x="2104890" y="1759815"/>
                </a:lnTo>
                <a:lnTo>
                  <a:pt x="2104098" y="1760028"/>
                </a:lnTo>
                <a:lnTo>
                  <a:pt x="2103488" y="1760272"/>
                </a:lnTo>
                <a:lnTo>
                  <a:pt x="2102788" y="1760630"/>
                </a:lnTo>
                <a:lnTo>
                  <a:pt x="2102018" y="1761095"/>
                </a:lnTo>
                <a:lnTo>
                  <a:pt x="2101302" y="1761781"/>
                </a:lnTo>
                <a:lnTo>
                  <a:pt x="2100502" y="1763091"/>
                </a:lnTo>
                <a:lnTo>
                  <a:pt x="2100060" y="1764584"/>
                </a:lnTo>
                <a:lnTo>
                  <a:pt x="2099786" y="1765993"/>
                </a:lnTo>
                <a:lnTo>
                  <a:pt x="2099641" y="1767380"/>
                </a:lnTo>
                <a:lnTo>
                  <a:pt x="2099649" y="1768560"/>
                </a:lnTo>
                <a:lnTo>
                  <a:pt x="2100175" y="1770076"/>
                </a:lnTo>
                <a:lnTo>
                  <a:pt x="2100723" y="1770785"/>
                </a:lnTo>
                <a:lnTo>
                  <a:pt x="2100959" y="1771067"/>
                </a:lnTo>
                <a:lnTo>
                  <a:pt x="2105972" y="1775927"/>
                </a:lnTo>
                <a:lnTo>
                  <a:pt x="2110276" y="1780102"/>
                </a:lnTo>
                <a:lnTo>
                  <a:pt x="2113727" y="1783446"/>
                </a:lnTo>
                <a:lnTo>
                  <a:pt x="2120690" y="1790180"/>
                </a:lnTo>
                <a:lnTo>
                  <a:pt x="2129412" y="1798636"/>
                </a:lnTo>
                <a:moveTo>
                  <a:pt x="2144084" y="1790035"/>
                </a:moveTo>
                <a:lnTo>
                  <a:pt x="2141509" y="1792732"/>
                </a:lnTo>
                <a:lnTo>
                  <a:pt x="2136283" y="1798095"/>
                </a:lnTo>
                <a:moveTo>
                  <a:pt x="2111860" y="1811769"/>
                </a:moveTo>
                <a:lnTo>
                  <a:pt x="2108653" y="1808661"/>
                </a:lnTo>
                <a:lnTo>
                  <a:pt x="2105340" y="1805416"/>
                </a:lnTo>
                <a:moveTo>
                  <a:pt x="2113841" y="1813719"/>
                </a:moveTo>
                <a:lnTo>
                  <a:pt x="2113468" y="1813369"/>
                </a:lnTo>
                <a:moveTo>
                  <a:pt x="2148777" y="1847467"/>
                </a:moveTo>
                <a:lnTo>
                  <a:pt x="2148457" y="1847154"/>
                </a:lnTo>
                <a:lnTo>
                  <a:pt x="2121246" y="1820713"/>
                </a:lnTo>
                <a:lnTo>
                  <a:pt x="2120842" y="1820332"/>
                </a:lnTo>
                <a:moveTo>
                  <a:pt x="2091635" y="1794218"/>
                </a:moveTo>
                <a:lnTo>
                  <a:pt x="2079629" y="1764371"/>
                </a:lnTo>
                <a:lnTo>
                  <a:pt x="2079225" y="1763373"/>
                </a:lnTo>
                <a:lnTo>
                  <a:pt x="2078875" y="1762809"/>
                </a:lnTo>
                <a:lnTo>
                  <a:pt x="2078768" y="1762672"/>
                </a:lnTo>
                <a:moveTo>
                  <a:pt x="2092839" y="1796183"/>
                </a:moveTo>
                <a:lnTo>
                  <a:pt x="2092831" y="1796031"/>
                </a:lnTo>
                <a:moveTo>
                  <a:pt x="2070792" y="1795421"/>
                </a:moveTo>
                <a:lnTo>
                  <a:pt x="2059320" y="1766961"/>
                </a:lnTo>
                <a:lnTo>
                  <a:pt x="2059000" y="1765894"/>
                </a:lnTo>
                <a:lnTo>
                  <a:pt x="2058893" y="1765407"/>
                </a:lnTo>
                <a:lnTo>
                  <a:pt x="2058909" y="1764980"/>
                </a:lnTo>
                <a:lnTo>
                  <a:pt x="2058931" y="1764683"/>
                </a:lnTo>
                <a:lnTo>
                  <a:pt x="2058954" y="1764599"/>
                </a:lnTo>
                <a:moveTo>
                  <a:pt x="2026548" y="1806109"/>
                </a:moveTo>
                <a:lnTo>
                  <a:pt x="2016957" y="1810047"/>
                </a:lnTo>
                <a:moveTo>
                  <a:pt x="2008120" y="1813628"/>
                </a:moveTo>
                <a:lnTo>
                  <a:pt x="1998110" y="1817627"/>
                </a:lnTo>
                <a:moveTo>
                  <a:pt x="2050590" y="1798171"/>
                </a:moveTo>
                <a:lnTo>
                  <a:pt x="2050582" y="1798019"/>
                </a:lnTo>
                <a:moveTo>
                  <a:pt x="2030227" y="1800609"/>
                </a:moveTo>
                <a:lnTo>
                  <a:pt x="2030159" y="1800441"/>
                </a:lnTo>
                <a:lnTo>
                  <a:pt x="2026274" y="1790797"/>
                </a:lnTo>
                <a:lnTo>
                  <a:pt x="2022107" y="1780444"/>
                </a:lnTo>
                <a:lnTo>
                  <a:pt x="2018678" y="1771943"/>
                </a:lnTo>
                <a:lnTo>
                  <a:pt x="2018572" y="1771585"/>
                </a:lnTo>
                <a:lnTo>
                  <a:pt x="2018519" y="1771349"/>
                </a:lnTo>
                <a:lnTo>
                  <a:pt x="2018458" y="1770617"/>
                </a:lnTo>
                <a:lnTo>
                  <a:pt x="2018496" y="1770214"/>
                </a:lnTo>
                <a:lnTo>
                  <a:pt x="2018572" y="1769939"/>
                </a:lnTo>
                <a:lnTo>
                  <a:pt x="2018793" y="1769452"/>
                </a:lnTo>
                <a:lnTo>
                  <a:pt x="2019128" y="1769002"/>
                </a:lnTo>
                <a:lnTo>
                  <a:pt x="2019433" y="1768690"/>
                </a:lnTo>
                <a:lnTo>
                  <a:pt x="2019920" y="1768385"/>
                </a:lnTo>
                <a:lnTo>
                  <a:pt x="2031842" y="1763708"/>
                </a:lnTo>
                <a:lnTo>
                  <a:pt x="2032383" y="1763609"/>
                </a:lnTo>
                <a:lnTo>
                  <a:pt x="2032932" y="1763556"/>
                </a:lnTo>
                <a:lnTo>
                  <a:pt x="2033290" y="1763571"/>
                </a:lnTo>
                <a:lnTo>
                  <a:pt x="2033731" y="1763609"/>
                </a:lnTo>
                <a:lnTo>
                  <a:pt x="2034051" y="1763716"/>
                </a:lnTo>
                <a:lnTo>
                  <a:pt x="2034486" y="1763914"/>
                </a:lnTo>
                <a:lnTo>
                  <a:pt x="2034920" y="1764195"/>
                </a:lnTo>
                <a:lnTo>
                  <a:pt x="2035301" y="1764584"/>
                </a:lnTo>
                <a:lnTo>
                  <a:pt x="2035583" y="1764988"/>
                </a:lnTo>
                <a:lnTo>
                  <a:pt x="2035887" y="1765551"/>
                </a:lnTo>
                <a:lnTo>
                  <a:pt x="2040549" y="1777047"/>
                </a:lnTo>
                <a:lnTo>
                  <a:pt x="2044236" y="1786203"/>
                </a:lnTo>
                <a:lnTo>
                  <a:pt x="2048792" y="1797470"/>
                </a:lnTo>
                <a:lnTo>
                  <a:pt x="2048906" y="1798011"/>
                </a:lnTo>
                <a:moveTo>
                  <a:pt x="2030600" y="1801150"/>
                </a:moveTo>
                <a:lnTo>
                  <a:pt x="2030540" y="1801005"/>
                </a:lnTo>
                <a:moveTo>
                  <a:pt x="2011784" y="1808120"/>
                </a:moveTo>
                <a:lnTo>
                  <a:pt x="2011700" y="1807907"/>
                </a:lnTo>
                <a:lnTo>
                  <a:pt x="2007191" y="1796632"/>
                </a:lnTo>
                <a:lnTo>
                  <a:pt x="2000396" y="1779690"/>
                </a:lnTo>
                <a:lnTo>
                  <a:pt x="2000053" y="1778913"/>
                </a:lnTo>
                <a:lnTo>
                  <a:pt x="1999809" y="1778502"/>
                </a:lnTo>
                <a:lnTo>
                  <a:pt x="1999565" y="1778197"/>
                </a:lnTo>
                <a:lnTo>
                  <a:pt x="1999245" y="1777854"/>
                </a:lnTo>
                <a:lnTo>
                  <a:pt x="1998796" y="1777489"/>
                </a:lnTo>
                <a:lnTo>
                  <a:pt x="1997897" y="1777016"/>
                </a:lnTo>
                <a:lnTo>
                  <a:pt x="1996564" y="1776795"/>
                </a:lnTo>
                <a:lnTo>
                  <a:pt x="1995360" y="1776955"/>
                </a:lnTo>
                <a:lnTo>
                  <a:pt x="1994134" y="1777420"/>
                </a:lnTo>
                <a:lnTo>
                  <a:pt x="1982821" y="1781937"/>
                </a:lnTo>
                <a:lnTo>
                  <a:pt x="1982097" y="1782280"/>
                </a:lnTo>
                <a:lnTo>
                  <a:pt x="1981389" y="1782631"/>
                </a:lnTo>
                <a:lnTo>
                  <a:pt x="1980833" y="1783293"/>
                </a:lnTo>
                <a:lnTo>
                  <a:pt x="1980437" y="1784162"/>
                </a:lnTo>
                <a:lnTo>
                  <a:pt x="1980284" y="1784916"/>
                </a:lnTo>
                <a:lnTo>
                  <a:pt x="1980315" y="1785868"/>
                </a:lnTo>
                <a:lnTo>
                  <a:pt x="1980688" y="1787156"/>
                </a:lnTo>
                <a:lnTo>
                  <a:pt x="1992016" y="1815487"/>
                </a:lnTo>
                <a:moveTo>
                  <a:pt x="2012279" y="1808973"/>
                </a:moveTo>
                <a:lnTo>
                  <a:pt x="2012219" y="1808829"/>
                </a:lnTo>
                <a:moveTo>
                  <a:pt x="1997554" y="1817703"/>
                </a:moveTo>
                <a:lnTo>
                  <a:pt x="1997417" y="1817772"/>
                </a:lnTo>
                <a:moveTo>
                  <a:pt x="1987826" y="1824270"/>
                </a:moveTo>
                <a:lnTo>
                  <a:pt x="1984329" y="1825695"/>
                </a:lnTo>
                <a:lnTo>
                  <a:pt x="1981259" y="1826913"/>
                </a:lnTo>
                <a:moveTo>
                  <a:pt x="1283019" y="480909"/>
                </a:moveTo>
                <a:lnTo>
                  <a:pt x="1286303" y="479713"/>
                </a:lnTo>
                <a:moveTo>
                  <a:pt x="1316165" y="457675"/>
                </a:moveTo>
                <a:lnTo>
                  <a:pt x="1312889" y="458993"/>
                </a:lnTo>
                <a:moveTo>
                  <a:pt x="466580" y="1356471"/>
                </a:moveTo>
                <a:lnTo>
                  <a:pt x="467281" y="1359335"/>
                </a:lnTo>
                <a:lnTo>
                  <a:pt x="466694" y="1366031"/>
                </a:lnTo>
                <a:lnTo>
                  <a:pt x="467441" y="1377832"/>
                </a:lnTo>
                <a:lnTo>
                  <a:pt x="467548" y="1378769"/>
                </a:lnTo>
                <a:moveTo>
                  <a:pt x="462230" y="1531134"/>
                </a:moveTo>
                <a:lnTo>
                  <a:pt x="461606" y="1541311"/>
                </a:lnTo>
                <a:lnTo>
                  <a:pt x="461103" y="1549569"/>
                </a:lnTo>
                <a:lnTo>
                  <a:pt x="460120" y="1561636"/>
                </a:lnTo>
                <a:lnTo>
                  <a:pt x="459122" y="1567128"/>
                </a:lnTo>
                <a:moveTo>
                  <a:pt x="468332" y="1390812"/>
                </a:moveTo>
                <a:lnTo>
                  <a:pt x="468370" y="1394157"/>
                </a:lnTo>
                <a:lnTo>
                  <a:pt x="468401" y="1398156"/>
                </a:lnTo>
                <a:lnTo>
                  <a:pt x="466634" y="1441045"/>
                </a:lnTo>
                <a:lnTo>
                  <a:pt x="465552" y="1460615"/>
                </a:lnTo>
                <a:moveTo>
                  <a:pt x="464371" y="1482859"/>
                </a:moveTo>
                <a:lnTo>
                  <a:pt x="464264" y="1486021"/>
                </a:lnTo>
                <a:lnTo>
                  <a:pt x="464173" y="1488154"/>
                </a:lnTo>
                <a:lnTo>
                  <a:pt x="462680" y="1522594"/>
                </a:lnTo>
                <a:moveTo>
                  <a:pt x="1295901" y="1147231"/>
                </a:moveTo>
                <a:lnTo>
                  <a:pt x="1295985" y="1147185"/>
                </a:lnTo>
                <a:moveTo>
                  <a:pt x="1931850" y="1839719"/>
                </a:moveTo>
                <a:lnTo>
                  <a:pt x="1942675" y="1828567"/>
                </a:lnTo>
                <a:lnTo>
                  <a:pt x="1946590" y="1824537"/>
                </a:lnTo>
                <a:lnTo>
                  <a:pt x="1947284" y="1823927"/>
                </a:lnTo>
                <a:lnTo>
                  <a:pt x="1948038" y="1823569"/>
                </a:lnTo>
                <a:lnTo>
                  <a:pt x="1948144" y="1823531"/>
                </a:lnTo>
                <a:moveTo>
                  <a:pt x="1962938" y="1836139"/>
                </a:moveTo>
                <a:lnTo>
                  <a:pt x="1962687" y="1835895"/>
                </a:lnTo>
                <a:lnTo>
                  <a:pt x="1956395" y="1829839"/>
                </a:lnTo>
                <a:lnTo>
                  <a:pt x="1954574" y="1825199"/>
                </a:lnTo>
                <a:moveTo>
                  <a:pt x="1962527" y="1843140"/>
                </a:moveTo>
                <a:lnTo>
                  <a:pt x="1948426" y="1857636"/>
                </a:lnTo>
                <a:lnTo>
                  <a:pt x="1946651" y="1859411"/>
                </a:lnTo>
                <a:lnTo>
                  <a:pt x="1945882" y="1860310"/>
                </a:lnTo>
                <a:lnTo>
                  <a:pt x="1945623" y="1860729"/>
                </a:lnTo>
                <a:lnTo>
                  <a:pt x="1945402" y="1861202"/>
                </a:lnTo>
                <a:lnTo>
                  <a:pt x="1945212" y="1861765"/>
                </a:lnTo>
                <a:lnTo>
                  <a:pt x="1945128" y="1862405"/>
                </a:lnTo>
                <a:lnTo>
                  <a:pt x="1945105" y="1863015"/>
                </a:lnTo>
                <a:lnTo>
                  <a:pt x="1945280" y="1863776"/>
                </a:lnTo>
                <a:lnTo>
                  <a:pt x="1945471" y="1864393"/>
                </a:lnTo>
                <a:lnTo>
                  <a:pt x="1945874" y="1865102"/>
                </a:lnTo>
                <a:lnTo>
                  <a:pt x="1946072" y="1865353"/>
                </a:lnTo>
                <a:lnTo>
                  <a:pt x="1947482" y="1866793"/>
                </a:lnTo>
                <a:lnTo>
                  <a:pt x="1952540" y="1871661"/>
                </a:lnTo>
                <a:lnTo>
                  <a:pt x="1966686" y="1885411"/>
                </a:lnTo>
                <a:lnTo>
                  <a:pt x="1976293" y="1894720"/>
                </a:lnTo>
                <a:lnTo>
                  <a:pt x="1980962" y="1899261"/>
                </a:lnTo>
                <a:lnTo>
                  <a:pt x="1992343" y="1910276"/>
                </a:lnTo>
                <a:lnTo>
                  <a:pt x="1993075" y="1910939"/>
                </a:lnTo>
                <a:lnTo>
                  <a:pt x="1993753" y="1911434"/>
                </a:lnTo>
                <a:lnTo>
                  <a:pt x="1994492" y="1911777"/>
                </a:lnTo>
                <a:lnTo>
                  <a:pt x="1995170" y="1912051"/>
                </a:lnTo>
                <a:lnTo>
                  <a:pt x="1995741" y="1912188"/>
                </a:lnTo>
                <a:lnTo>
                  <a:pt x="1996602" y="1912203"/>
                </a:lnTo>
                <a:lnTo>
                  <a:pt x="1997242" y="1912097"/>
                </a:lnTo>
                <a:moveTo>
                  <a:pt x="1974342" y="1839712"/>
                </a:moveTo>
                <a:lnTo>
                  <a:pt x="1987057" y="1851984"/>
                </a:lnTo>
                <a:lnTo>
                  <a:pt x="1994652" y="1859312"/>
                </a:lnTo>
                <a:lnTo>
                  <a:pt x="2002940" y="1867303"/>
                </a:lnTo>
                <a:lnTo>
                  <a:pt x="2020034" y="1884109"/>
                </a:lnTo>
                <a:moveTo>
                  <a:pt x="1972964" y="1838188"/>
                </a:moveTo>
                <a:lnTo>
                  <a:pt x="1973024" y="1838325"/>
                </a:lnTo>
                <a:moveTo>
                  <a:pt x="2071714" y="1797242"/>
                </a:moveTo>
                <a:lnTo>
                  <a:pt x="2071714" y="1797089"/>
                </a:lnTo>
                <a:moveTo>
                  <a:pt x="2080216" y="1853515"/>
                </a:moveTo>
                <a:lnTo>
                  <a:pt x="2079020" y="1854551"/>
                </a:lnTo>
                <a:lnTo>
                  <a:pt x="2073245" y="1860508"/>
                </a:lnTo>
                <a:lnTo>
                  <a:pt x="2057994" y="1876255"/>
                </a:lnTo>
                <a:lnTo>
                  <a:pt x="2055922" y="1878357"/>
                </a:lnTo>
                <a:moveTo>
                  <a:pt x="2111937" y="1820918"/>
                </a:moveTo>
                <a:lnTo>
                  <a:pt x="2103031" y="1830052"/>
                </a:lnTo>
                <a:lnTo>
                  <a:pt x="2093638" y="1839658"/>
                </a:lnTo>
                <a:lnTo>
                  <a:pt x="2087491" y="1845966"/>
                </a:lnTo>
                <a:lnTo>
                  <a:pt x="2086790" y="1846811"/>
                </a:lnTo>
                <a:moveTo>
                  <a:pt x="2068339" y="1937358"/>
                </a:moveTo>
                <a:lnTo>
                  <a:pt x="2058223" y="1947802"/>
                </a:lnTo>
                <a:lnTo>
                  <a:pt x="2057309" y="1948769"/>
                </a:lnTo>
                <a:lnTo>
                  <a:pt x="2054140" y="1952030"/>
                </a:lnTo>
                <a:lnTo>
                  <a:pt x="2050392" y="1955869"/>
                </a:lnTo>
                <a:lnTo>
                  <a:pt x="2049356" y="1956829"/>
                </a:lnTo>
                <a:lnTo>
                  <a:pt x="2048114" y="1957476"/>
                </a:lnTo>
                <a:lnTo>
                  <a:pt x="2047748" y="1957553"/>
                </a:lnTo>
                <a:moveTo>
                  <a:pt x="2121756" y="1881526"/>
                </a:moveTo>
                <a:lnTo>
                  <a:pt x="2121642" y="1881633"/>
                </a:lnTo>
                <a:moveTo>
                  <a:pt x="2117284" y="1887224"/>
                </a:moveTo>
                <a:lnTo>
                  <a:pt x="2116088" y="1888474"/>
                </a:lnTo>
                <a:lnTo>
                  <a:pt x="2115654" y="1888915"/>
                </a:lnTo>
                <a:lnTo>
                  <a:pt x="2102170" y="1902841"/>
                </a:lnTo>
                <a:lnTo>
                  <a:pt x="2093509" y="1911800"/>
                </a:lnTo>
                <a:lnTo>
                  <a:pt x="2092214" y="1913041"/>
                </a:lnTo>
                <a:moveTo>
                  <a:pt x="2082669" y="1848541"/>
                </a:moveTo>
                <a:lnTo>
                  <a:pt x="2082547" y="1848442"/>
                </a:lnTo>
                <a:moveTo>
                  <a:pt x="2116736" y="1880102"/>
                </a:moveTo>
                <a:lnTo>
                  <a:pt x="2115723" y="1879096"/>
                </a:lnTo>
                <a:lnTo>
                  <a:pt x="2090241" y="1854269"/>
                </a:lnTo>
                <a:lnTo>
                  <a:pt x="2088588" y="1853043"/>
                </a:lnTo>
                <a:moveTo>
                  <a:pt x="2042896" y="1810055"/>
                </a:moveTo>
                <a:lnTo>
                  <a:pt x="2042187" y="1809179"/>
                </a:lnTo>
                <a:lnTo>
                  <a:pt x="2041890" y="1808653"/>
                </a:lnTo>
                <a:moveTo>
                  <a:pt x="2093174" y="1919417"/>
                </a:moveTo>
                <a:lnTo>
                  <a:pt x="2092762" y="1919037"/>
                </a:lnTo>
                <a:moveTo>
                  <a:pt x="2068172" y="1930959"/>
                </a:moveTo>
                <a:lnTo>
                  <a:pt x="2058444" y="1921490"/>
                </a:lnTo>
                <a:lnTo>
                  <a:pt x="2042020" y="1905522"/>
                </a:lnTo>
                <a:lnTo>
                  <a:pt x="2038081" y="1901698"/>
                </a:lnTo>
                <a:lnTo>
                  <a:pt x="2028635" y="1892503"/>
                </a:lnTo>
                <a:lnTo>
                  <a:pt x="2027523" y="1891429"/>
                </a:lnTo>
                <a:lnTo>
                  <a:pt x="2026578" y="1890508"/>
                </a:lnTo>
                <a:moveTo>
                  <a:pt x="2084604" y="1920629"/>
                </a:moveTo>
                <a:lnTo>
                  <a:pt x="2083613" y="1921657"/>
                </a:lnTo>
                <a:lnTo>
                  <a:pt x="2074571" y="1930936"/>
                </a:lnTo>
                <a:moveTo>
                  <a:pt x="2045074" y="1957629"/>
                </a:moveTo>
                <a:lnTo>
                  <a:pt x="2043650" y="1957065"/>
                </a:lnTo>
                <a:lnTo>
                  <a:pt x="2042408" y="1956059"/>
                </a:lnTo>
                <a:lnTo>
                  <a:pt x="2039178" y="1952921"/>
                </a:lnTo>
                <a:lnTo>
                  <a:pt x="2037479" y="1951268"/>
                </a:lnTo>
                <a:lnTo>
                  <a:pt x="2036817" y="1950620"/>
                </a:lnTo>
                <a:lnTo>
                  <a:pt x="2035430" y="1949272"/>
                </a:lnTo>
                <a:lnTo>
                  <a:pt x="2026395" y="1940473"/>
                </a:lnTo>
                <a:lnTo>
                  <a:pt x="2012874" y="1927302"/>
                </a:lnTo>
                <a:moveTo>
                  <a:pt x="1539700" y="1682779"/>
                </a:moveTo>
                <a:lnTo>
                  <a:pt x="1534048" y="1662459"/>
                </a:lnTo>
                <a:moveTo>
                  <a:pt x="1539955" y="1682768"/>
                </a:moveTo>
                <a:lnTo>
                  <a:pt x="1539529" y="1670427"/>
                </a:lnTo>
                <a:lnTo>
                  <a:pt x="1537670" y="1661544"/>
                </a:lnTo>
                <a:moveTo>
                  <a:pt x="2121596" y="1948647"/>
                </a:moveTo>
                <a:lnTo>
                  <a:pt x="2119509" y="1946667"/>
                </a:lnTo>
                <a:lnTo>
                  <a:pt x="2115867" y="1943170"/>
                </a:lnTo>
                <a:lnTo>
                  <a:pt x="2110657" y="1938081"/>
                </a:lnTo>
                <a:lnTo>
                  <a:pt x="2103778" y="1931370"/>
                </a:lnTo>
                <a:lnTo>
                  <a:pt x="2099558" y="1927256"/>
                </a:lnTo>
                <a:moveTo>
                  <a:pt x="2097927" y="1925405"/>
                </a:moveTo>
                <a:lnTo>
                  <a:pt x="2094796" y="1922419"/>
                </a:lnTo>
                <a:moveTo>
                  <a:pt x="2085487" y="1912798"/>
                </a:moveTo>
                <a:lnTo>
                  <a:pt x="2085084" y="1912455"/>
                </a:lnTo>
                <a:lnTo>
                  <a:pt x="2057941" y="1886181"/>
                </a:lnTo>
                <a:lnTo>
                  <a:pt x="2056783" y="1885061"/>
                </a:lnTo>
                <a:moveTo>
                  <a:pt x="2173687" y="1871729"/>
                </a:moveTo>
                <a:lnTo>
                  <a:pt x="2155427" y="1853949"/>
                </a:lnTo>
                <a:lnTo>
                  <a:pt x="2155343" y="1853866"/>
                </a:lnTo>
                <a:moveTo>
                  <a:pt x="2154993" y="1848000"/>
                </a:moveTo>
                <a:lnTo>
                  <a:pt x="2154886" y="1848106"/>
                </a:lnTo>
                <a:moveTo>
                  <a:pt x="2147329" y="1855199"/>
                </a:moveTo>
                <a:lnTo>
                  <a:pt x="2138272" y="1864515"/>
                </a:lnTo>
                <a:lnTo>
                  <a:pt x="2125969" y="1877207"/>
                </a:lnTo>
                <a:lnTo>
                  <a:pt x="2122366" y="1880886"/>
                </a:lnTo>
                <a:moveTo>
                  <a:pt x="2217886" y="1783309"/>
                </a:moveTo>
                <a:lnTo>
                  <a:pt x="2212051" y="1789327"/>
                </a:lnTo>
                <a:lnTo>
                  <a:pt x="2208859" y="1792641"/>
                </a:lnTo>
                <a:lnTo>
                  <a:pt x="2206284" y="1795292"/>
                </a:lnTo>
                <a:lnTo>
                  <a:pt x="2196815" y="1805043"/>
                </a:lnTo>
                <a:moveTo>
                  <a:pt x="2165102" y="1831271"/>
                </a:moveTo>
                <a:lnTo>
                  <a:pt x="2154224" y="1820735"/>
                </a:lnTo>
                <a:lnTo>
                  <a:pt x="2136977" y="1804006"/>
                </a:lnTo>
                <a:moveTo>
                  <a:pt x="2164744" y="1838180"/>
                </a:moveTo>
                <a:lnTo>
                  <a:pt x="2156265" y="1846758"/>
                </a:lnTo>
                <a:moveTo>
                  <a:pt x="2288146" y="1795238"/>
                </a:moveTo>
                <a:lnTo>
                  <a:pt x="2288032" y="1795132"/>
                </a:lnTo>
                <a:moveTo>
                  <a:pt x="2280924" y="1788832"/>
                </a:moveTo>
                <a:lnTo>
                  <a:pt x="2279949" y="1787940"/>
                </a:lnTo>
                <a:lnTo>
                  <a:pt x="2275744" y="1784086"/>
                </a:lnTo>
                <a:lnTo>
                  <a:pt x="2274578" y="1782897"/>
                </a:lnTo>
                <a:moveTo>
                  <a:pt x="2194796" y="1886059"/>
                </a:moveTo>
                <a:lnTo>
                  <a:pt x="2195733" y="1885091"/>
                </a:lnTo>
                <a:lnTo>
                  <a:pt x="2228627" y="1851390"/>
                </a:lnTo>
                <a:lnTo>
                  <a:pt x="2237137" y="1842568"/>
                </a:lnTo>
                <a:lnTo>
                  <a:pt x="2241441" y="1838112"/>
                </a:lnTo>
                <a:lnTo>
                  <a:pt x="2243117" y="1836383"/>
                </a:lnTo>
                <a:lnTo>
                  <a:pt x="2279172" y="1799261"/>
                </a:lnTo>
                <a:lnTo>
                  <a:pt x="2280787" y="1797600"/>
                </a:lnTo>
                <a:moveTo>
                  <a:pt x="2078007" y="2006238"/>
                </a:moveTo>
                <a:lnTo>
                  <a:pt x="2096899" y="1986897"/>
                </a:lnTo>
                <a:moveTo>
                  <a:pt x="2098560" y="1985320"/>
                </a:moveTo>
                <a:lnTo>
                  <a:pt x="2122533" y="1960440"/>
                </a:lnTo>
                <a:lnTo>
                  <a:pt x="2123965" y="1958924"/>
                </a:lnTo>
                <a:moveTo>
                  <a:pt x="2136779" y="1962032"/>
                </a:moveTo>
                <a:lnTo>
                  <a:pt x="2131286" y="1957103"/>
                </a:lnTo>
                <a:moveTo>
                  <a:pt x="2316652" y="1831378"/>
                </a:moveTo>
                <a:lnTo>
                  <a:pt x="2316751" y="1831263"/>
                </a:lnTo>
                <a:moveTo>
                  <a:pt x="2324689" y="1830501"/>
                </a:moveTo>
                <a:lnTo>
                  <a:pt x="2324582" y="1830395"/>
                </a:lnTo>
                <a:moveTo>
                  <a:pt x="2315426" y="1821886"/>
                </a:moveTo>
                <a:lnTo>
                  <a:pt x="2289418" y="1796663"/>
                </a:lnTo>
                <a:moveTo>
                  <a:pt x="2317109" y="1822975"/>
                </a:moveTo>
                <a:lnTo>
                  <a:pt x="2316995" y="1822868"/>
                </a:lnTo>
                <a:moveTo>
                  <a:pt x="2228902" y="1921741"/>
                </a:moveTo>
                <a:lnTo>
                  <a:pt x="2232360" y="1918107"/>
                </a:lnTo>
                <a:lnTo>
                  <a:pt x="2246248" y="1903816"/>
                </a:lnTo>
                <a:lnTo>
                  <a:pt x="2276849" y="1872316"/>
                </a:lnTo>
                <a:lnTo>
                  <a:pt x="2288428" y="1860402"/>
                </a:lnTo>
                <a:lnTo>
                  <a:pt x="2315662" y="1832436"/>
                </a:lnTo>
                <a:moveTo>
                  <a:pt x="2168911" y="1984703"/>
                </a:moveTo>
                <a:lnTo>
                  <a:pt x="2214649" y="1937578"/>
                </a:lnTo>
                <a:lnTo>
                  <a:pt x="2220271" y="1931781"/>
                </a:lnTo>
                <a:lnTo>
                  <a:pt x="2223043" y="1928864"/>
                </a:lnTo>
                <a:moveTo>
                  <a:pt x="2113742" y="2040786"/>
                </a:moveTo>
                <a:lnTo>
                  <a:pt x="2116469" y="2037997"/>
                </a:lnTo>
                <a:lnTo>
                  <a:pt x="2156897" y="1996678"/>
                </a:lnTo>
                <a:moveTo>
                  <a:pt x="2232132" y="1930220"/>
                </a:moveTo>
                <a:lnTo>
                  <a:pt x="2229404" y="1927591"/>
                </a:lnTo>
                <a:moveTo>
                  <a:pt x="2223242" y="1921459"/>
                </a:moveTo>
                <a:lnTo>
                  <a:pt x="2220530" y="1918686"/>
                </a:lnTo>
                <a:lnTo>
                  <a:pt x="2209270" y="1907922"/>
                </a:lnTo>
                <a:lnTo>
                  <a:pt x="2196373" y="1895596"/>
                </a:lnTo>
                <a:lnTo>
                  <a:pt x="2194614" y="1893898"/>
                </a:lnTo>
                <a:lnTo>
                  <a:pt x="2193867" y="1893037"/>
                </a:lnTo>
                <a:moveTo>
                  <a:pt x="2200731" y="2025390"/>
                </a:moveTo>
                <a:lnTo>
                  <a:pt x="2197874" y="2021208"/>
                </a:lnTo>
                <a:moveTo>
                  <a:pt x="2191345" y="2015068"/>
                </a:moveTo>
                <a:lnTo>
                  <a:pt x="2190370" y="2014184"/>
                </a:lnTo>
                <a:lnTo>
                  <a:pt x="2188237" y="2012744"/>
                </a:lnTo>
                <a:moveTo>
                  <a:pt x="2221032" y="2044960"/>
                </a:moveTo>
                <a:lnTo>
                  <a:pt x="2202521" y="2027073"/>
                </a:lnTo>
                <a:moveTo>
                  <a:pt x="2187285" y="2012340"/>
                </a:moveTo>
                <a:lnTo>
                  <a:pt x="2176993" y="2002414"/>
                </a:lnTo>
                <a:lnTo>
                  <a:pt x="2169817" y="1995497"/>
                </a:lnTo>
                <a:moveTo>
                  <a:pt x="2148617" y="2065787"/>
                </a:moveTo>
                <a:lnTo>
                  <a:pt x="2153309" y="2061057"/>
                </a:lnTo>
                <a:lnTo>
                  <a:pt x="2183057" y="2030258"/>
                </a:lnTo>
                <a:lnTo>
                  <a:pt x="2187658" y="2025535"/>
                </a:lnTo>
                <a:lnTo>
                  <a:pt x="2189708" y="2023417"/>
                </a:lnTo>
                <a:lnTo>
                  <a:pt x="2190614" y="2022632"/>
                </a:lnTo>
                <a:moveTo>
                  <a:pt x="2281686" y="1977961"/>
                </a:moveTo>
                <a:lnTo>
                  <a:pt x="2262283" y="1959449"/>
                </a:lnTo>
                <a:moveTo>
                  <a:pt x="2315487" y="2010497"/>
                </a:moveTo>
                <a:lnTo>
                  <a:pt x="2314275" y="2009331"/>
                </a:lnTo>
                <a:lnTo>
                  <a:pt x="2292755" y="1988641"/>
                </a:lnTo>
                <a:moveTo>
                  <a:pt x="2317056" y="2011777"/>
                </a:moveTo>
                <a:lnTo>
                  <a:pt x="2316949" y="2011670"/>
                </a:lnTo>
                <a:moveTo>
                  <a:pt x="2291315" y="1987110"/>
                </a:moveTo>
                <a:lnTo>
                  <a:pt x="2290606" y="1986531"/>
                </a:lnTo>
                <a:moveTo>
                  <a:pt x="2284802" y="1981008"/>
                </a:moveTo>
                <a:lnTo>
                  <a:pt x="2283309" y="1979355"/>
                </a:lnTo>
                <a:moveTo>
                  <a:pt x="2251588" y="1949158"/>
                </a:moveTo>
                <a:lnTo>
                  <a:pt x="2233640" y="1931941"/>
                </a:lnTo>
                <a:moveTo>
                  <a:pt x="2156806" y="1982935"/>
                </a:moveTo>
                <a:lnTo>
                  <a:pt x="2137990" y="1964729"/>
                </a:lnTo>
                <a:moveTo>
                  <a:pt x="1653340" y="1389190"/>
                </a:moveTo>
                <a:lnTo>
                  <a:pt x="1640946" y="1361194"/>
                </a:lnTo>
                <a:moveTo>
                  <a:pt x="2178578" y="2339117"/>
                </a:moveTo>
                <a:lnTo>
                  <a:pt x="2187742" y="2338325"/>
                </a:lnTo>
                <a:lnTo>
                  <a:pt x="2200243" y="2331065"/>
                </a:lnTo>
                <a:lnTo>
                  <a:pt x="2203443" y="2329206"/>
                </a:lnTo>
                <a:lnTo>
                  <a:pt x="2210245" y="2325207"/>
                </a:lnTo>
                <a:lnTo>
                  <a:pt x="2211883" y="2324285"/>
                </a:lnTo>
                <a:lnTo>
                  <a:pt x="2221223" y="2318869"/>
                </a:lnTo>
                <a:lnTo>
                  <a:pt x="2225458" y="2316469"/>
                </a:lnTo>
                <a:lnTo>
                  <a:pt x="2255176" y="2299390"/>
                </a:lnTo>
                <a:lnTo>
                  <a:pt x="2260790" y="2296137"/>
                </a:lnTo>
                <a:moveTo>
                  <a:pt x="2165864" y="2331804"/>
                </a:moveTo>
                <a:lnTo>
                  <a:pt x="2165909" y="2331880"/>
                </a:lnTo>
                <a:moveTo>
                  <a:pt x="2173283" y="2343764"/>
                </a:moveTo>
                <a:lnTo>
                  <a:pt x="2173360" y="2343894"/>
                </a:lnTo>
                <a:moveTo>
                  <a:pt x="1266869" y="2245128"/>
                </a:moveTo>
                <a:lnTo>
                  <a:pt x="1251123" y="2245615"/>
                </a:lnTo>
                <a:lnTo>
                  <a:pt x="1237758" y="2245509"/>
                </a:lnTo>
                <a:lnTo>
                  <a:pt x="1226445" y="2244964"/>
                </a:lnTo>
                <a:lnTo>
                  <a:pt x="1196305" y="2243486"/>
                </a:lnTo>
                <a:lnTo>
                  <a:pt x="1127656" y="2240020"/>
                </a:lnTo>
                <a:lnTo>
                  <a:pt x="1100419" y="2238485"/>
                </a:lnTo>
                <a:moveTo>
                  <a:pt x="1098389" y="2238736"/>
                </a:moveTo>
                <a:lnTo>
                  <a:pt x="1084996" y="2236801"/>
                </a:lnTo>
                <a:moveTo>
                  <a:pt x="1030662" y="2242781"/>
                </a:moveTo>
                <a:lnTo>
                  <a:pt x="1032970" y="2242911"/>
                </a:lnTo>
                <a:lnTo>
                  <a:pt x="1035888" y="2243002"/>
                </a:lnTo>
                <a:lnTo>
                  <a:pt x="1043170" y="2243208"/>
                </a:lnTo>
                <a:lnTo>
                  <a:pt x="1083979" y="2243338"/>
                </a:lnTo>
                <a:lnTo>
                  <a:pt x="1097714" y="2243463"/>
                </a:lnTo>
                <a:moveTo>
                  <a:pt x="1356300" y="2230749"/>
                </a:moveTo>
                <a:lnTo>
                  <a:pt x="1394926" y="2219730"/>
                </a:lnTo>
                <a:lnTo>
                  <a:pt x="1403169" y="2217124"/>
                </a:lnTo>
                <a:lnTo>
                  <a:pt x="1407046" y="2215532"/>
                </a:lnTo>
                <a:lnTo>
                  <a:pt x="1418545" y="2209503"/>
                </a:lnTo>
                <a:moveTo>
                  <a:pt x="1518564" y="2137335"/>
                </a:moveTo>
                <a:lnTo>
                  <a:pt x="1515216" y="2140332"/>
                </a:lnTo>
                <a:lnTo>
                  <a:pt x="1504079" y="2149790"/>
                </a:lnTo>
                <a:lnTo>
                  <a:pt x="1495120" y="2157107"/>
                </a:lnTo>
                <a:lnTo>
                  <a:pt x="1485335" y="2164211"/>
                </a:lnTo>
                <a:lnTo>
                  <a:pt x="1467368" y="2176868"/>
                </a:lnTo>
                <a:lnTo>
                  <a:pt x="1455884" y="2183990"/>
                </a:lnTo>
                <a:lnTo>
                  <a:pt x="1453687" y="2185434"/>
                </a:lnTo>
                <a:lnTo>
                  <a:pt x="1435686" y="2195966"/>
                </a:lnTo>
                <a:lnTo>
                  <a:pt x="1428091" y="2200110"/>
                </a:lnTo>
                <a:moveTo>
                  <a:pt x="1590211" y="2034886"/>
                </a:moveTo>
                <a:lnTo>
                  <a:pt x="1589365" y="2036965"/>
                </a:lnTo>
                <a:lnTo>
                  <a:pt x="1587918" y="2040831"/>
                </a:lnTo>
                <a:lnTo>
                  <a:pt x="1584440" y="2049436"/>
                </a:lnTo>
                <a:lnTo>
                  <a:pt x="1583099" y="2052860"/>
                </a:lnTo>
                <a:lnTo>
                  <a:pt x="1581294" y="2056627"/>
                </a:lnTo>
                <a:lnTo>
                  <a:pt x="1578669" y="2061868"/>
                </a:lnTo>
                <a:lnTo>
                  <a:pt x="1575352" y="2068496"/>
                </a:lnTo>
                <a:lnTo>
                  <a:pt x="1572788" y="2073143"/>
                </a:lnTo>
                <a:lnTo>
                  <a:pt x="1568957" y="2079618"/>
                </a:lnTo>
                <a:lnTo>
                  <a:pt x="1563278" y="2088352"/>
                </a:lnTo>
                <a:lnTo>
                  <a:pt x="1556555" y="2097527"/>
                </a:lnTo>
                <a:lnTo>
                  <a:pt x="1553496" y="2101489"/>
                </a:lnTo>
                <a:lnTo>
                  <a:pt x="1547905" y="2108173"/>
                </a:lnTo>
                <a:lnTo>
                  <a:pt x="1547074" y="2109148"/>
                </a:lnTo>
                <a:moveTo>
                  <a:pt x="1546240" y="2110958"/>
                </a:moveTo>
                <a:lnTo>
                  <a:pt x="1537122" y="2119448"/>
                </a:lnTo>
                <a:lnTo>
                  <a:pt x="1535644" y="2120602"/>
                </a:lnTo>
                <a:moveTo>
                  <a:pt x="1533663" y="2122586"/>
                </a:moveTo>
                <a:lnTo>
                  <a:pt x="1531469" y="2124811"/>
                </a:lnTo>
                <a:lnTo>
                  <a:pt x="1520724" y="2136108"/>
                </a:lnTo>
                <a:moveTo>
                  <a:pt x="1599329" y="1980300"/>
                </a:moveTo>
                <a:lnTo>
                  <a:pt x="1599329" y="1980452"/>
                </a:lnTo>
                <a:moveTo>
                  <a:pt x="1523051" y="2139106"/>
                </a:moveTo>
                <a:lnTo>
                  <a:pt x="1535305" y="2129618"/>
                </a:lnTo>
                <a:moveTo>
                  <a:pt x="1535487" y="2129454"/>
                </a:moveTo>
                <a:lnTo>
                  <a:pt x="1537780" y="2127119"/>
                </a:lnTo>
                <a:moveTo>
                  <a:pt x="1537925" y="2126967"/>
                </a:moveTo>
                <a:lnTo>
                  <a:pt x="1540938" y="2123752"/>
                </a:lnTo>
                <a:lnTo>
                  <a:pt x="1548815" y="2113712"/>
                </a:lnTo>
                <a:moveTo>
                  <a:pt x="872229" y="2227199"/>
                </a:moveTo>
                <a:lnTo>
                  <a:pt x="862306" y="2226243"/>
                </a:lnTo>
                <a:lnTo>
                  <a:pt x="843045" y="2224685"/>
                </a:lnTo>
                <a:moveTo>
                  <a:pt x="933378" y="2230216"/>
                </a:moveTo>
                <a:lnTo>
                  <a:pt x="903119" y="2229031"/>
                </a:lnTo>
                <a:lnTo>
                  <a:pt x="874392" y="2227504"/>
                </a:lnTo>
                <a:moveTo>
                  <a:pt x="935145" y="2235415"/>
                </a:moveTo>
                <a:lnTo>
                  <a:pt x="949927" y="2237060"/>
                </a:lnTo>
                <a:lnTo>
                  <a:pt x="953211" y="2237517"/>
                </a:lnTo>
                <a:lnTo>
                  <a:pt x="972644" y="2239559"/>
                </a:lnTo>
                <a:moveTo>
                  <a:pt x="589076" y="2209072"/>
                </a:moveTo>
                <a:lnTo>
                  <a:pt x="578746" y="2207495"/>
                </a:lnTo>
                <a:moveTo>
                  <a:pt x="609185" y="2211948"/>
                </a:moveTo>
                <a:lnTo>
                  <a:pt x="595100" y="2209956"/>
                </a:lnTo>
                <a:moveTo>
                  <a:pt x="554064" y="2202323"/>
                </a:moveTo>
                <a:lnTo>
                  <a:pt x="549585" y="2202193"/>
                </a:lnTo>
                <a:moveTo>
                  <a:pt x="720892" y="2226452"/>
                </a:moveTo>
                <a:lnTo>
                  <a:pt x="730060" y="2227393"/>
                </a:lnTo>
                <a:lnTo>
                  <a:pt x="735857" y="2228201"/>
                </a:lnTo>
                <a:lnTo>
                  <a:pt x="739666" y="2228452"/>
                </a:lnTo>
                <a:lnTo>
                  <a:pt x="741232" y="2228555"/>
                </a:lnTo>
                <a:moveTo>
                  <a:pt x="528620" y="2220004"/>
                </a:moveTo>
                <a:lnTo>
                  <a:pt x="529870" y="2220042"/>
                </a:lnTo>
                <a:lnTo>
                  <a:pt x="531325" y="2220103"/>
                </a:lnTo>
                <a:lnTo>
                  <a:pt x="532856" y="2220194"/>
                </a:lnTo>
                <a:lnTo>
                  <a:pt x="534128" y="2220271"/>
                </a:lnTo>
                <a:lnTo>
                  <a:pt x="534905" y="2220316"/>
                </a:lnTo>
                <a:moveTo>
                  <a:pt x="541906" y="2215681"/>
                </a:moveTo>
                <a:lnTo>
                  <a:pt x="541912" y="2215420"/>
                </a:lnTo>
                <a:moveTo>
                  <a:pt x="541921" y="2204759"/>
                </a:moveTo>
                <a:lnTo>
                  <a:pt x="541915" y="2204606"/>
                </a:lnTo>
                <a:moveTo>
                  <a:pt x="533915" y="2381057"/>
                </a:moveTo>
                <a:lnTo>
                  <a:pt x="533922" y="2380905"/>
                </a:lnTo>
                <a:moveTo>
                  <a:pt x="1257279" y="857362"/>
                </a:moveTo>
                <a:lnTo>
                  <a:pt x="1257362" y="858787"/>
                </a:lnTo>
                <a:lnTo>
                  <a:pt x="1257690" y="862451"/>
                </a:lnTo>
                <a:lnTo>
                  <a:pt x="1259625" y="871486"/>
                </a:lnTo>
                <a:lnTo>
                  <a:pt x="1260676" y="879599"/>
                </a:lnTo>
                <a:lnTo>
                  <a:pt x="1262428" y="886600"/>
                </a:lnTo>
                <a:lnTo>
                  <a:pt x="1263327" y="888786"/>
                </a:lnTo>
                <a:lnTo>
                  <a:pt x="1267479" y="896343"/>
                </a:lnTo>
                <a:moveTo>
                  <a:pt x="2070305" y="2234866"/>
                </a:moveTo>
                <a:lnTo>
                  <a:pt x="2073596" y="2236649"/>
                </a:lnTo>
                <a:lnTo>
                  <a:pt x="2088786" y="2244572"/>
                </a:lnTo>
                <a:lnTo>
                  <a:pt x="2108326" y="2253804"/>
                </a:lnTo>
                <a:lnTo>
                  <a:pt x="2116256" y="2257850"/>
                </a:lnTo>
                <a:moveTo>
                  <a:pt x="2102791" y="2475093"/>
                </a:moveTo>
                <a:lnTo>
                  <a:pt x="2071128" y="2415045"/>
                </a:lnTo>
                <a:lnTo>
                  <a:pt x="2067273" y="2407747"/>
                </a:lnTo>
                <a:moveTo>
                  <a:pt x="2051108" y="2387117"/>
                </a:moveTo>
                <a:lnTo>
                  <a:pt x="2051146" y="2387194"/>
                </a:lnTo>
                <a:moveTo>
                  <a:pt x="2385807" y="2496647"/>
                </a:moveTo>
                <a:lnTo>
                  <a:pt x="2394530" y="2510390"/>
                </a:lnTo>
                <a:lnTo>
                  <a:pt x="2400853" y="2521116"/>
                </a:lnTo>
                <a:lnTo>
                  <a:pt x="2403092" y="2523660"/>
                </a:lnTo>
                <a:moveTo>
                  <a:pt x="1957446" y="2178738"/>
                </a:moveTo>
                <a:lnTo>
                  <a:pt x="1957118" y="2178784"/>
                </a:lnTo>
                <a:lnTo>
                  <a:pt x="1955740" y="2179492"/>
                </a:lnTo>
                <a:moveTo>
                  <a:pt x="1707537" y="1341475"/>
                </a:moveTo>
                <a:lnTo>
                  <a:pt x="1704997" y="1339209"/>
                </a:lnTo>
                <a:lnTo>
                  <a:pt x="1679286" y="1317262"/>
                </a:lnTo>
                <a:lnTo>
                  <a:pt x="1628163" y="1270690"/>
                </a:lnTo>
                <a:moveTo>
                  <a:pt x="1763091" y="1264645"/>
                </a:moveTo>
                <a:lnTo>
                  <a:pt x="1759449" y="1270084"/>
                </a:lnTo>
                <a:lnTo>
                  <a:pt x="1756555" y="1274510"/>
                </a:lnTo>
                <a:moveTo>
                  <a:pt x="1751085" y="1283865"/>
                </a:moveTo>
                <a:lnTo>
                  <a:pt x="1733137" y="1318420"/>
                </a:lnTo>
                <a:moveTo>
                  <a:pt x="1716965" y="1360752"/>
                </a:moveTo>
                <a:lnTo>
                  <a:pt x="1748998" y="1390066"/>
                </a:lnTo>
                <a:moveTo>
                  <a:pt x="1753492" y="1394180"/>
                </a:moveTo>
                <a:lnTo>
                  <a:pt x="1761704" y="1401683"/>
                </a:lnTo>
                <a:lnTo>
                  <a:pt x="1765932" y="1406300"/>
                </a:lnTo>
                <a:lnTo>
                  <a:pt x="1769162" y="1409728"/>
                </a:lnTo>
                <a:moveTo>
                  <a:pt x="1788215" y="1430635"/>
                </a:moveTo>
                <a:lnTo>
                  <a:pt x="1791605" y="1434272"/>
                </a:lnTo>
                <a:lnTo>
                  <a:pt x="1801988" y="1445768"/>
                </a:lnTo>
                <a:lnTo>
                  <a:pt x="1817490" y="1464336"/>
                </a:lnTo>
                <a:moveTo>
                  <a:pt x="1877839" y="1516054"/>
                </a:moveTo>
                <a:lnTo>
                  <a:pt x="1870442" y="1512836"/>
                </a:lnTo>
                <a:moveTo>
                  <a:pt x="1781678" y="1410474"/>
                </a:moveTo>
                <a:lnTo>
                  <a:pt x="1777405" y="1406288"/>
                </a:lnTo>
                <a:moveTo>
                  <a:pt x="1777272" y="1406155"/>
                </a:moveTo>
                <a:lnTo>
                  <a:pt x="1772560" y="1401249"/>
                </a:lnTo>
                <a:lnTo>
                  <a:pt x="1767943" y="1396937"/>
                </a:lnTo>
                <a:lnTo>
                  <a:pt x="1759023" y="1388108"/>
                </a:lnTo>
                <a:lnTo>
                  <a:pt x="1725283" y="1357423"/>
                </a:lnTo>
                <a:moveTo>
                  <a:pt x="1800898" y="1414192"/>
                </a:moveTo>
                <a:lnTo>
                  <a:pt x="1818831" y="1400312"/>
                </a:lnTo>
                <a:moveTo>
                  <a:pt x="2184954" y="1183164"/>
                </a:moveTo>
                <a:lnTo>
                  <a:pt x="2186554" y="1185000"/>
                </a:lnTo>
                <a:moveTo>
                  <a:pt x="1459602" y="883446"/>
                </a:moveTo>
                <a:lnTo>
                  <a:pt x="1478776" y="931721"/>
                </a:lnTo>
                <a:lnTo>
                  <a:pt x="1484314" y="946442"/>
                </a:lnTo>
                <a:moveTo>
                  <a:pt x="1488257" y="956616"/>
                </a:moveTo>
                <a:lnTo>
                  <a:pt x="1514455" y="1022297"/>
                </a:lnTo>
                <a:moveTo>
                  <a:pt x="1517246" y="1029329"/>
                </a:moveTo>
                <a:lnTo>
                  <a:pt x="1517300" y="1029470"/>
                </a:lnTo>
                <a:moveTo>
                  <a:pt x="1519181" y="1034227"/>
                </a:moveTo>
                <a:lnTo>
                  <a:pt x="1530700" y="1063419"/>
                </a:lnTo>
                <a:lnTo>
                  <a:pt x="1543193" y="1092626"/>
                </a:lnTo>
                <a:moveTo>
                  <a:pt x="1435339" y="822389"/>
                </a:moveTo>
                <a:lnTo>
                  <a:pt x="1436718" y="825840"/>
                </a:lnTo>
                <a:moveTo>
                  <a:pt x="1439834" y="833854"/>
                </a:moveTo>
                <a:lnTo>
                  <a:pt x="1451039" y="863457"/>
                </a:lnTo>
                <a:moveTo>
                  <a:pt x="1421372" y="787186"/>
                </a:moveTo>
                <a:lnTo>
                  <a:pt x="1422491" y="790123"/>
                </a:lnTo>
                <a:moveTo>
                  <a:pt x="1422575" y="790329"/>
                </a:moveTo>
                <a:lnTo>
                  <a:pt x="1433084" y="816725"/>
                </a:lnTo>
                <a:moveTo>
                  <a:pt x="1605446" y="1970937"/>
                </a:moveTo>
                <a:lnTo>
                  <a:pt x="1605088" y="1970808"/>
                </a:lnTo>
                <a:lnTo>
                  <a:pt x="1602902" y="1970968"/>
                </a:lnTo>
                <a:moveTo>
                  <a:pt x="1618321" y="1981244"/>
                </a:moveTo>
                <a:lnTo>
                  <a:pt x="1616926" y="1980642"/>
                </a:lnTo>
                <a:lnTo>
                  <a:pt x="1614908" y="1980292"/>
                </a:lnTo>
                <a:moveTo>
                  <a:pt x="1611922" y="1982638"/>
                </a:moveTo>
                <a:lnTo>
                  <a:pt x="1612066" y="1982585"/>
                </a:lnTo>
                <a:moveTo>
                  <a:pt x="1602034" y="1986516"/>
                </a:moveTo>
                <a:lnTo>
                  <a:pt x="1603610" y="1986874"/>
                </a:lnTo>
                <a:lnTo>
                  <a:pt x="1604768" y="1986782"/>
                </a:lnTo>
                <a:moveTo>
                  <a:pt x="1608829" y="1981206"/>
                </a:moveTo>
                <a:lnTo>
                  <a:pt x="1608836" y="1981054"/>
                </a:lnTo>
                <a:moveTo>
                  <a:pt x="1598887" y="1987255"/>
                </a:moveTo>
                <a:lnTo>
                  <a:pt x="1598689" y="1989929"/>
                </a:lnTo>
                <a:lnTo>
                  <a:pt x="1598423" y="1993120"/>
                </a:lnTo>
                <a:lnTo>
                  <a:pt x="1597920" y="1999299"/>
                </a:lnTo>
                <a:lnTo>
                  <a:pt x="1597478" y="2003229"/>
                </a:lnTo>
                <a:lnTo>
                  <a:pt x="1596861" y="2007594"/>
                </a:lnTo>
                <a:lnTo>
                  <a:pt x="1595520" y="2014885"/>
                </a:lnTo>
                <a:lnTo>
                  <a:pt x="1593372" y="2023958"/>
                </a:lnTo>
                <a:lnTo>
                  <a:pt x="1592694" y="2029465"/>
                </a:lnTo>
                <a:moveTo>
                  <a:pt x="1599664" y="1975028"/>
                </a:moveTo>
                <a:lnTo>
                  <a:pt x="1599329" y="1980795"/>
                </a:lnTo>
                <a:moveTo>
                  <a:pt x="2256334" y="1577458"/>
                </a:moveTo>
                <a:lnTo>
                  <a:pt x="2234623" y="1555222"/>
                </a:lnTo>
                <a:lnTo>
                  <a:pt x="2229123" y="1549699"/>
                </a:lnTo>
                <a:lnTo>
                  <a:pt x="2220903" y="1542172"/>
                </a:lnTo>
                <a:lnTo>
                  <a:pt x="2217962" y="1539437"/>
                </a:lnTo>
                <a:lnTo>
                  <a:pt x="2214610" y="1536619"/>
                </a:lnTo>
                <a:lnTo>
                  <a:pt x="2211632" y="1534143"/>
                </a:lnTo>
                <a:lnTo>
                  <a:pt x="2208958" y="1532094"/>
                </a:lnTo>
                <a:lnTo>
                  <a:pt x="2204364" y="1528551"/>
                </a:lnTo>
                <a:lnTo>
                  <a:pt x="2201911" y="1526776"/>
                </a:lnTo>
                <a:lnTo>
                  <a:pt x="2199291" y="1525024"/>
                </a:lnTo>
                <a:lnTo>
                  <a:pt x="2195832" y="1522769"/>
                </a:lnTo>
                <a:lnTo>
                  <a:pt x="2192222" y="1520522"/>
                </a:lnTo>
                <a:lnTo>
                  <a:pt x="2184413" y="1516066"/>
                </a:lnTo>
                <a:lnTo>
                  <a:pt x="2181823" y="1514725"/>
                </a:lnTo>
                <a:lnTo>
                  <a:pt x="2179020" y="1513346"/>
                </a:lnTo>
                <a:lnTo>
                  <a:pt x="2174091" y="1511030"/>
                </a:lnTo>
                <a:lnTo>
                  <a:pt x="2170213" y="1509461"/>
                </a:lnTo>
                <a:lnTo>
                  <a:pt x="2166145" y="1507930"/>
                </a:lnTo>
                <a:lnTo>
                  <a:pt x="2157431" y="1505005"/>
                </a:lnTo>
                <a:lnTo>
                  <a:pt x="2153309" y="1503748"/>
                </a:lnTo>
                <a:moveTo>
                  <a:pt x="2267837" y="1582814"/>
                </a:moveTo>
                <a:lnTo>
                  <a:pt x="2263708" y="1580604"/>
                </a:lnTo>
                <a:lnTo>
                  <a:pt x="2260828" y="1579050"/>
                </a:lnTo>
                <a:lnTo>
                  <a:pt x="2259754" y="1577473"/>
                </a:lnTo>
                <a:moveTo>
                  <a:pt x="1725116" y="1357271"/>
                </a:moveTo>
                <a:lnTo>
                  <a:pt x="1722419" y="1354787"/>
                </a:lnTo>
                <a:moveTo>
                  <a:pt x="1461091" y="1549779"/>
                </a:moveTo>
                <a:lnTo>
                  <a:pt x="1468515" y="1558665"/>
                </a:lnTo>
                <a:lnTo>
                  <a:pt x="1490420" y="1584989"/>
                </a:lnTo>
                <a:moveTo>
                  <a:pt x="1496907" y="1594141"/>
                </a:moveTo>
                <a:lnTo>
                  <a:pt x="1497981" y="1595977"/>
                </a:lnTo>
                <a:moveTo>
                  <a:pt x="2358368" y="1684307"/>
                </a:moveTo>
                <a:lnTo>
                  <a:pt x="2347885" y="1673223"/>
                </a:lnTo>
                <a:lnTo>
                  <a:pt x="2320880" y="1644960"/>
                </a:lnTo>
                <a:lnTo>
                  <a:pt x="2313887" y="1637640"/>
                </a:lnTo>
                <a:moveTo>
                  <a:pt x="2352388" y="1695726"/>
                </a:moveTo>
                <a:lnTo>
                  <a:pt x="2372156" y="1716523"/>
                </a:lnTo>
                <a:moveTo>
                  <a:pt x="2228528" y="1563110"/>
                </a:moveTo>
                <a:lnTo>
                  <a:pt x="2301412" y="1640150"/>
                </a:lnTo>
                <a:moveTo>
                  <a:pt x="2618107" y="1959914"/>
                </a:moveTo>
                <a:lnTo>
                  <a:pt x="2601774" y="1942637"/>
                </a:lnTo>
                <a:lnTo>
                  <a:pt x="2386748" y="1716671"/>
                </a:lnTo>
                <a:moveTo>
                  <a:pt x="2302010" y="1642858"/>
                </a:moveTo>
                <a:lnTo>
                  <a:pt x="2312005" y="1653424"/>
                </a:lnTo>
                <a:lnTo>
                  <a:pt x="2350811" y="1694073"/>
                </a:lnTo>
                <a:moveTo>
                  <a:pt x="2311038" y="1636798"/>
                </a:moveTo>
                <a:lnTo>
                  <a:pt x="2256924" y="1580193"/>
                </a:lnTo>
                <a:moveTo>
                  <a:pt x="2924734" y="2282501"/>
                </a:moveTo>
                <a:lnTo>
                  <a:pt x="2828726" y="2181358"/>
                </a:lnTo>
                <a:lnTo>
                  <a:pt x="2730448" y="2078197"/>
                </a:lnTo>
                <a:lnTo>
                  <a:pt x="2704204" y="2050430"/>
                </a:lnTo>
                <a:lnTo>
                  <a:pt x="2677945" y="2022853"/>
                </a:lnTo>
                <a:lnTo>
                  <a:pt x="2625428" y="1967700"/>
                </a:lnTo>
                <a:lnTo>
                  <a:pt x="2619672" y="1961575"/>
                </a:lnTo>
                <a:moveTo>
                  <a:pt x="2170770" y="1521223"/>
                </a:moveTo>
                <a:lnTo>
                  <a:pt x="2174121" y="1522747"/>
                </a:lnTo>
                <a:lnTo>
                  <a:pt x="2178227" y="1524720"/>
                </a:lnTo>
                <a:lnTo>
                  <a:pt x="2182006" y="1526815"/>
                </a:lnTo>
                <a:lnTo>
                  <a:pt x="2185914" y="1529077"/>
                </a:lnTo>
                <a:lnTo>
                  <a:pt x="2193753" y="1534044"/>
                </a:lnTo>
                <a:lnTo>
                  <a:pt x="2200715" y="1539041"/>
                </a:lnTo>
                <a:lnTo>
                  <a:pt x="2207107" y="1544054"/>
                </a:lnTo>
                <a:lnTo>
                  <a:pt x="2212203" y="1548625"/>
                </a:lnTo>
                <a:lnTo>
                  <a:pt x="2216827" y="1553165"/>
                </a:lnTo>
                <a:lnTo>
                  <a:pt x="2225893" y="1562428"/>
                </a:lnTo>
                <a:moveTo>
                  <a:pt x="1228113" y="635042"/>
                </a:moveTo>
                <a:lnTo>
                  <a:pt x="1243224" y="623798"/>
                </a:lnTo>
                <a:lnTo>
                  <a:pt x="1262162" y="608159"/>
                </a:lnTo>
                <a:lnTo>
                  <a:pt x="1290904" y="584673"/>
                </a:lnTo>
                <a:lnTo>
                  <a:pt x="1300800" y="576011"/>
                </a:lnTo>
                <a:lnTo>
                  <a:pt x="1310269" y="568866"/>
                </a:lnTo>
                <a:lnTo>
                  <a:pt x="1318389" y="563426"/>
                </a:lnTo>
                <a:lnTo>
                  <a:pt x="1326479" y="559793"/>
                </a:lnTo>
                <a:lnTo>
                  <a:pt x="1341083" y="553409"/>
                </a:lnTo>
                <a:lnTo>
                  <a:pt x="1352395" y="549318"/>
                </a:lnTo>
                <a:lnTo>
                  <a:pt x="1360006" y="547924"/>
                </a:lnTo>
                <a:lnTo>
                  <a:pt x="1368919" y="546972"/>
                </a:lnTo>
                <a:lnTo>
                  <a:pt x="1377702" y="546339"/>
                </a:lnTo>
                <a:lnTo>
                  <a:pt x="1401500" y="546606"/>
                </a:lnTo>
                <a:lnTo>
                  <a:pt x="1412775" y="546103"/>
                </a:lnTo>
                <a:lnTo>
                  <a:pt x="1424735" y="543612"/>
                </a:lnTo>
                <a:lnTo>
                  <a:pt x="1432086" y="541167"/>
                </a:lnTo>
                <a:lnTo>
                  <a:pt x="1440367" y="537175"/>
                </a:lnTo>
                <a:lnTo>
                  <a:pt x="1448746" y="531645"/>
                </a:lnTo>
                <a:lnTo>
                  <a:pt x="1452662" y="528338"/>
                </a:lnTo>
                <a:moveTo>
                  <a:pt x="1913925" y="1533945"/>
                </a:moveTo>
                <a:lnTo>
                  <a:pt x="1906871" y="1530662"/>
                </a:lnTo>
                <a:lnTo>
                  <a:pt x="1889654" y="1524430"/>
                </a:lnTo>
                <a:moveTo>
                  <a:pt x="1850643" y="1580993"/>
                </a:moveTo>
                <a:lnTo>
                  <a:pt x="1854803" y="1581359"/>
                </a:lnTo>
                <a:lnTo>
                  <a:pt x="1857492" y="1581381"/>
                </a:lnTo>
                <a:moveTo>
                  <a:pt x="1838618" y="1555469"/>
                </a:moveTo>
                <a:lnTo>
                  <a:pt x="1838420" y="1556707"/>
                </a:lnTo>
                <a:lnTo>
                  <a:pt x="1838428" y="1557956"/>
                </a:lnTo>
                <a:lnTo>
                  <a:pt x="1838554" y="1559156"/>
                </a:lnTo>
                <a:lnTo>
                  <a:pt x="1838714" y="1560112"/>
                </a:lnTo>
                <a:lnTo>
                  <a:pt x="1838755" y="1560276"/>
                </a:lnTo>
                <a:moveTo>
                  <a:pt x="1866378" y="1526548"/>
                </a:moveTo>
                <a:lnTo>
                  <a:pt x="1872644" y="1537122"/>
                </a:lnTo>
                <a:lnTo>
                  <a:pt x="1879012" y="1544960"/>
                </a:lnTo>
                <a:lnTo>
                  <a:pt x="1882151" y="1547665"/>
                </a:lnTo>
                <a:lnTo>
                  <a:pt x="1887217" y="1550148"/>
                </a:lnTo>
                <a:lnTo>
                  <a:pt x="1895406" y="1552136"/>
                </a:lnTo>
                <a:lnTo>
                  <a:pt x="1903195" y="1552075"/>
                </a:lnTo>
                <a:moveTo>
                  <a:pt x="1903401" y="1552072"/>
                </a:moveTo>
                <a:lnTo>
                  <a:pt x="1908905" y="1551763"/>
                </a:lnTo>
                <a:moveTo>
                  <a:pt x="1329687" y="532601"/>
                </a:moveTo>
                <a:lnTo>
                  <a:pt x="1328628" y="530433"/>
                </a:lnTo>
                <a:lnTo>
                  <a:pt x="1319532" y="507953"/>
                </a:lnTo>
                <a:lnTo>
                  <a:pt x="1309712" y="483964"/>
                </a:lnTo>
                <a:moveTo>
                  <a:pt x="1325516" y="545700"/>
                </a:moveTo>
                <a:lnTo>
                  <a:pt x="1331149" y="559903"/>
                </a:lnTo>
                <a:moveTo>
                  <a:pt x="1450956" y="520294"/>
                </a:moveTo>
                <a:lnTo>
                  <a:pt x="1442530" y="524552"/>
                </a:lnTo>
                <a:lnTo>
                  <a:pt x="1436032" y="527759"/>
                </a:lnTo>
                <a:lnTo>
                  <a:pt x="1430593" y="530075"/>
                </a:lnTo>
                <a:lnTo>
                  <a:pt x="1421535" y="533130"/>
                </a:lnTo>
                <a:lnTo>
                  <a:pt x="1412645" y="533991"/>
                </a:lnTo>
                <a:lnTo>
                  <a:pt x="1403100" y="534402"/>
                </a:lnTo>
                <a:lnTo>
                  <a:pt x="1393860" y="533960"/>
                </a:lnTo>
                <a:lnTo>
                  <a:pt x="1379881" y="532879"/>
                </a:lnTo>
                <a:lnTo>
                  <a:pt x="1367448" y="533206"/>
                </a:lnTo>
                <a:lnTo>
                  <a:pt x="1356212" y="534463"/>
                </a:lnTo>
                <a:lnTo>
                  <a:pt x="1350963" y="535210"/>
                </a:lnTo>
                <a:lnTo>
                  <a:pt x="1343612" y="536505"/>
                </a:lnTo>
                <a:moveTo>
                  <a:pt x="1230311" y="638775"/>
                </a:moveTo>
                <a:lnTo>
                  <a:pt x="1242088" y="633640"/>
                </a:lnTo>
                <a:lnTo>
                  <a:pt x="1265277" y="615190"/>
                </a:lnTo>
                <a:lnTo>
                  <a:pt x="1301173" y="584063"/>
                </a:lnTo>
                <a:lnTo>
                  <a:pt x="1315388" y="573566"/>
                </a:lnTo>
                <a:lnTo>
                  <a:pt x="1322899" y="569330"/>
                </a:lnTo>
                <a:moveTo>
                  <a:pt x="1314123" y="546408"/>
                </a:moveTo>
                <a:lnTo>
                  <a:pt x="1301942" y="556357"/>
                </a:lnTo>
                <a:lnTo>
                  <a:pt x="1287895" y="568980"/>
                </a:lnTo>
                <a:lnTo>
                  <a:pt x="1234158" y="616995"/>
                </a:lnTo>
                <a:lnTo>
                  <a:pt x="1224925" y="623608"/>
                </a:lnTo>
                <a:moveTo>
                  <a:pt x="1352875" y="557743"/>
                </a:moveTo>
                <a:lnTo>
                  <a:pt x="1358596" y="555847"/>
                </a:lnTo>
                <a:lnTo>
                  <a:pt x="1366123" y="554430"/>
                </a:lnTo>
                <a:lnTo>
                  <a:pt x="1373131" y="553424"/>
                </a:lnTo>
                <a:lnTo>
                  <a:pt x="1382006" y="552967"/>
                </a:lnTo>
                <a:lnTo>
                  <a:pt x="1394591" y="553112"/>
                </a:lnTo>
                <a:lnTo>
                  <a:pt x="1407351" y="553759"/>
                </a:lnTo>
                <a:lnTo>
                  <a:pt x="1412744" y="553973"/>
                </a:lnTo>
                <a:lnTo>
                  <a:pt x="1417871" y="553775"/>
                </a:lnTo>
                <a:lnTo>
                  <a:pt x="1420690" y="553348"/>
                </a:lnTo>
                <a:moveTo>
                  <a:pt x="1426952" y="551908"/>
                </a:moveTo>
                <a:lnTo>
                  <a:pt x="1427135" y="551855"/>
                </a:lnTo>
                <a:lnTo>
                  <a:pt x="1430715" y="550781"/>
                </a:lnTo>
                <a:lnTo>
                  <a:pt x="1434448" y="549196"/>
                </a:lnTo>
                <a:moveTo>
                  <a:pt x="1439384" y="546088"/>
                </a:moveTo>
                <a:lnTo>
                  <a:pt x="1443955" y="542843"/>
                </a:lnTo>
                <a:lnTo>
                  <a:pt x="1449242" y="538676"/>
                </a:lnTo>
                <a:lnTo>
                  <a:pt x="1453294" y="534676"/>
                </a:lnTo>
                <a:lnTo>
                  <a:pt x="1455869" y="531591"/>
                </a:lnTo>
                <a:moveTo>
                  <a:pt x="1266294" y="369822"/>
                </a:moveTo>
                <a:lnTo>
                  <a:pt x="1260844" y="355949"/>
                </a:lnTo>
                <a:moveTo>
                  <a:pt x="1219966" y="254289"/>
                </a:moveTo>
                <a:lnTo>
                  <a:pt x="1203896" y="216477"/>
                </a:lnTo>
                <a:moveTo>
                  <a:pt x="1197364" y="199893"/>
                </a:moveTo>
                <a:lnTo>
                  <a:pt x="1175165" y="143727"/>
                </a:lnTo>
                <a:lnTo>
                  <a:pt x="1171920" y="136253"/>
                </a:lnTo>
                <a:moveTo>
                  <a:pt x="1257610" y="347570"/>
                </a:moveTo>
                <a:lnTo>
                  <a:pt x="1234730" y="288524"/>
                </a:lnTo>
                <a:moveTo>
                  <a:pt x="1229660" y="278658"/>
                </a:moveTo>
                <a:lnTo>
                  <a:pt x="1224499" y="264912"/>
                </a:lnTo>
                <a:lnTo>
                  <a:pt x="1224274" y="264386"/>
                </a:lnTo>
                <a:moveTo>
                  <a:pt x="1154452" y="2879728"/>
                </a:moveTo>
                <a:lnTo>
                  <a:pt x="1164973" y="2878105"/>
                </a:lnTo>
                <a:lnTo>
                  <a:pt x="1180787" y="2875416"/>
                </a:lnTo>
                <a:lnTo>
                  <a:pt x="1205408" y="2869490"/>
                </a:lnTo>
                <a:lnTo>
                  <a:pt x="1218252" y="2865201"/>
                </a:lnTo>
                <a:lnTo>
                  <a:pt x="1233221" y="2859594"/>
                </a:lnTo>
                <a:lnTo>
                  <a:pt x="1243086" y="2854863"/>
                </a:lnTo>
                <a:lnTo>
                  <a:pt x="1248434" y="2852677"/>
                </a:lnTo>
                <a:lnTo>
                  <a:pt x="1260333" y="2846445"/>
                </a:lnTo>
                <a:lnTo>
                  <a:pt x="1264683" y="2844107"/>
                </a:lnTo>
                <a:lnTo>
                  <a:pt x="1281496" y="2834798"/>
                </a:lnTo>
                <a:lnTo>
                  <a:pt x="1301607" y="2823196"/>
                </a:lnTo>
                <a:lnTo>
                  <a:pt x="1315830" y="2813742"/>
                </a:lnTo>
                <a:lnTo>
                  <a:pt x="1332513" y="2800571"/>
                </a:lnTo>
                <a:lnTo>
                  <a:pt x="1336093" y="2797912"/>
                </a:lnTo>
                <a:lnTo>
                  <a:pt x="1360668" y="2778075"/>
                </a:lnTo>
                <a:lnTo>
                  <a:pt x="1367502" y="2771425"/>
                </a:lnTo>
                <a:lnTo>
                  <a:pt x="1371760" y="2767143"/>
                </a:lnTo>
                <a:lnTo>
                  <a:pt x="1372469" y="2766351"/>
                </a:lnTo>
                <a:lnTo>
                  <a:pt x="1373962" y="2764683"/>
                </a:lnTo>
                <a:lnTo>
                  <a:pt x="1386287" y="2750788"/>
                </a:lnTo>
                <a:lnTo>
                  <a:pt x="1397737" y="2735316"/>
                </a:lnTo>
                <a:lnTo>
                  <a:pt x="1400914" y="2730722"/>
                </a:lnTo>
                <a:lnTo>
                  <a:pt x="1413049" y="2709880"/>
                </a:lnTo>
                <a:lnTo>
                  <a:pt x="1418496" y="2696891"/>
                </a:lnTo>
                <a:lnTo>
                  <a:pt x="1420735" y="2689906"/>
                </a:lnTo>
                <a:lnTo>
                  <a:pt x="1422160" y="2685434"/>
                </a:lnTo>
                <a:lnTo>
                  <a:pt x="1424598" y="2673702"/>
                </a:lnTo>
                <a:lnTo>
                  <a:pt x="1425969" y="2662184"/>
                </a:lnTo>
                <a:lnTo>
                  <a:pt x="1428734" y="2633084"/>
                </a:lnTo>
                <a:lnTo>
                  <a:pt x="1428902" y="2631309"/>
                </a:lnTo>
                <a:lnTo>
                  <a:pt x="1428490" y="2608745"/>
                </a:lnTo>
                <a:lnTo>
                  <a:pt x="1428445" y="2606398"/>
                </a:lnTo>
                <a:lnTo>
                  <a:pt x="1428209" y="2586500"/>
                </a:lnTo>
                <a:lnTo>
                  <a:pt x="1427180" y="2579294"/>
                </a:lnTo>
                <a:lnTo>
                  <a:pt x="1426624" y="2574487"/>
                </a:lnTo>
                <a:lnTo>
                  <a:pt x="1423988" y="2551839"/>
                </a:lnTo>
                <a:lnTo>
                  <a:pt x="1423295" y="2547459"/>
                </a:lnTo>
                <a:lnTo>
                  <a:pt x="1418542" y="2524140"/>
                </a:lnTo>
                <a:lnTo>
                  <a:pt x="1417186" y="2519044"/>
                </a:lnTo>
                <a:lnTo>
                  <a:pt x="1412066" y="2499672"/>
                </a:lnTo>
                <a:lnTo>
                  <a:pt x="1411609" y="2497562"/>
                </a:lnTo>
                <a:lnTo>
                  <a:pt x="1409895" y="2489608"/>
                </a:lnTo>
                <a:lnTo>
                  <a:pt x="1407663" y="2476788"/>
                </a:lnTo>
                <a:lnTo>
                  <a:pt x="1407945" y="2468766"/>
                </a:lnTo>
                <a:lnTo>
                  <a:pt x="1409400" y="2461925"/>
                </a:lnTo>
                <a:moveTo>
                  <a:pt x="1428224" y="2442652"/>
                </a:moveTo>
                <a:lnTo>
                  <a:pt x="1428323" y="2440824"/>
                </a:lnTo>
                <a:lnTo>
                  <a:pt x="1429252" y="2437700"/>
                </a:lnTo>
                <a:lnTo>
                  <a:pt x="1431301" y="2433289"/>
                </a:lnTo>
                <a:lnTo>
                  <a:pt x="1435499" y="2425847"/>
                </a:lnTo>
                <a:lnTo>
                  <a:pt x="1445463" y="2418107"/>
                </a:lnTo>
                <a:lnTo>
                  <a:pt x="1451253" y="2413978"/>
                </a:lnTo>
                <a:lnTo>
                  <a:pt x="1463624" y="2405157"/>
                </a:lnTo>
                <a:lnTo>
                  <a:pt x="1468850" y="2401424"/>
                </a:lnTo>
                <a:lnTo>
                  <a:pt x="1484931" y="2391711"/>
                </a:lnTo>
                <a:lnTo>
                  <a:pt x="1495155" y="2387316"/>
                </a:lnTo>
                <a:lnTo>
                  <a:pt x="1504426" y="2385602"/>
                </a:lnTo>
                <a:lnTo>
                  <a:pt x="1516774" y="2386371"/>
                </a:lnTo>
                <a:lnTo>
                  <a:pt x="1519943" y="2387178"/>
                </a:lnTo>
                <a:lnTo>
                  <a:pt x="1525740" y="2389220"/>
                </a:lnTo>
                <a:lnTo>
                  <a:pt x="1534112" y="2393821"/>
                </a:lnTo>
                <a:lnTo>
                  <a:pt x="1541007" y="2400502"/>
                </a:lnTo>
                <a:lnTo>
                  <a:pt x="1546118" y="2406558"/>
                </a:lnTo>
                <a:lnTo>
                  <a:pt x="1550636" y="2412317"/>
                </a:lnTo>
                <a:lnTo>
                  <a:pt x="1564127" y="2434295"/>
                </a:lnTo>
                <a:lnTo>
                  <a:pt x="1570358" y="2447862"/>
                </a:lnTo>
                <a:lnTo>
                  <a:pt x="1576567" y="2464660"/>
                </a:lnTo>
                <a:lnTo>
                  <a:pt x="1580543" y="2475630"/>
                </a:lnTo>
                <a:moveTo>
                  <a:pt x="1583682" y="2623417"/>
                </a:moveTo>
                <a:lnTo>
                  <a:pt x="1585807" y="2629275"/>
                </a:lnTo>
                <a:lnTo>
                  <a:pt x="1592755" y="2641197"/>
                </a:lnTo>
                <a:lnTo>
                  <a:pt x="1602590" y="2658741"/>
                </a:lnTo>
                <a:lnTo>
                  <a:pt x="1609050" y="2672125"/>
                </a:lnTo>
                <a:lnTo>
                  <a:pt x="1611030" y="2677298"/>
                </a:lnTo>
                <a:lnTo>
                  <a:pt x="1616995" y="2694248"/>
                </a:lnTo>
                <a:lnTo>
                  <a:pt x="1620553" y="2703473"/>
                </a:lnTo>
                <a:lnTo>
                  <a:pt x="1624636" y="2722434"/>
                </a:lnTo>
                <a:lnTo>
                  <a:pt x="1627195" y="2729397"/>
                </a:lnTo>
                <a:lnTo>
                  <a:pt x="1627340" y="2732878"/>
                </a:lnTo>
                <a:moveTo>
                  <a:pt x="1337529" y="2255625"/>
                </a:moveTo>
                <a:lnTo>
                  <a:pt x="1349920" y="2269901"/>
                </a:lnTo>
                <a:lnTo>
                  <a:pt x="1379911" y="2309994"/>
                </a:lnTo>
                <a:moveTo>
                  <a:pt x="1471867" y="2437525"/>
                </a:moveTo>
                <a:lnTo>
                  <a:pt x="1484741" y="2455039"/>
                </a:lnTo>
                <a:lnTo>
                  <a:pt x="1497173" y="2472682"/>
                </a:lnTo>
                <a:lnTo>
                  <a:pt x="1505812" y="2486119"/>
                </a:lnTo>
                <a:moveTo>
                  <a:pt x="1508097" y="2474045"/>
                </a:moveTo>
                <a:lnTo>
                  <a:pt x="1476590" y="2430509"/>
                </a:lnTo>
                <a:lnTo>
                  <a:pt x="1465323" y="2416020"/>
                </a:lnTo>
                <a:lnTo>
                  <a:pt x="1440435" y="2382029"/>
                </a:lnTo>
                <a:lnTo>
                  <a:pt x="1438607" y="2379538"/>
                </a:lnTo>
                <a:lnTo>
                  <a:pt x="1414984" y="2347268"/>
                </a:lnTo>
                <a:lnTo>
                  <a:pt x="1413156" y="2344777"/>
                </a:lnTo>
                <a:lnTo>
                  <a:pt x="1385617" y="2307168"/>
                </a:lnTo>
                <a:lnTo>
                  <a:pt x="1363312" y="2277047"/>
                </a:lnTo>
                <a:moveTo>
                  <a:pt x="1538043" y="2546849"/>
                </a:moveTo>
                <a:lnTo>
                  <a:pt x="1552822" y="2586249"/>
                </a:lnTo>
                <a:lnTo>
                  <a:pt x="1557705" y="2602803"/>
                </a:lnTo>
                <a:lnTo>
                  <a:pt x="1562283" y="2620621"/>
                </a:lnTo>
                <a:moveTo>
                  <a:pt x="1592222" y="2741600"/>
                </a:moveTo>
                <a:lnTo>
                  <a:pt x="1580086" y="2658748"/>
                </a:lnTo>
                <a:lnTo>
                  <a:pt x="1574800" y="2631850"/>
                </a:lnTo>
                <a:lnTo>
                  <a:pt x="1571859" y="2618888"/>
                </a:lnTo>
                <a:moveTo>
                  <a:pt x="1363190" y="2276871"/>
                </a:moveTo>
                <a:lnTo>
                  <a:pt x="1355382" y="2265940"/>
                </a:lnTo>
                <a:lnTo>
                  <a:pt x="1347718" y="2256791"/>
                </a:lnTo>
                <a:moveTo>
                  <a:pt x="1511068" y="2492461"/>
                </a:moveTo>
                <a:lnTo>
                  <a:pt x="1524491" y="2515479"/>
                </a:lnTo>
                <a:lnTo>
                  <a:pt x="1533282" y="2533107"/>
                </a:lnTo>
                <a:lnTo>
                  <a:pt x="1535708" y="2538576"/>
                </a:lnTo>
                <a:moveTo>
                  <a:pt x="2006482" y="2282966"/>
                </a:moveTo>
                <a:lnTo>
                  <a:pt x="2006414" y="2282829"/>
                </a:lnTo>
                <a:moveTo>
                  <a:pt x="2003618" y="2277633"/>
                </a:moveTo>
                <a:lnTo>
                  <a:pt x="1999093" y="2270419"/>
                </a:lnTo>
                <a:lnTo>
                  <a:pt x="1995223" y="2261400"/>
                </a:lnTo>
                <a:lnTo>
                  <a:pt x="1976879" y="2218313"/>
                </a:lnTo>
                <a:lnTo>
                  <a:pt x="1966839" y="2193890"/>
                </a:lnTo>
                <a:lnTo>
                  <a:pt x="1964790" y="2187559"/>
                </a:lnTo>
                <a:moveTo>
                  <a:pt x="1962824" y="2181907"/>
                </a:moveTo>
                <a:lnTo>
                  <a:pt x="1962398" y="2180993"/>
                </a:lnTo>
                <a:moveTo>
                  <a:pt x="1959472" y="2175683"/>
                </a:moveTo>
                <a:lnTo>
                  <a:pt x="1959023" y="2174921"/>
                </a:lnTo>
                <a:lnTo>
                  <a:pt x="1954924" y="2167524"/>
                </a:lnTo>
                <a:lnTo>
                  <a:pt x="1942416" y="2138767"/>
                </a:lnTo>
                <a:lnTo>
                  <a:pt x="1940862" y="2133724"/>
                </a:lnTo>
                <a:lnTo>
                  <a:pt x="1939833" y="2127386"/>
                </a:lnTo>
                <a:lnTo>
                  <a:pt x="1937060" y="2118252"/>
                </a:lnTo>
                <a:lnTo>
                  <a:pt x="1935758" y="2114595"/>
                </a:lnTo>
                <a:lnTo>
                  <a:pt x="1934478" y="2112119"/>
                </a:lnTo>
                <a:lnTo>
                  <a:pt x="1919379" y="2063860"/>
                </a:lnTo>
                <a:lnTo>
                  <a:pt x="1912516" y="2048122"/>
                </a:lnTo>
                <a:moveTo>
                  <a:pt x="1184612" y="1196907"/>
                </a:moveTo>
                <a:lnTo>
                  <a:pt x="1188093" y="1195505"/>
                </a:lnTo>
                <a:lnTo>
                  <a:pt x="1212661" y="1185396"/>
                </a:lnTo>
                <a:moveTo>
                  <a:pt x="1241220" y="1172743"/>
                </a:moveTo>
                <a:lnTo>
                  <a:pt x="1243452" y="1171791"/>
                </a:lnTo>
                <a:lnTo>
                  <a:pt x="1255664" y="1166641"/>
                </a:lnTo>
                <a:lnTo>
                  <a:pt x="1282547" y="1154757"/>
                </a:lnTo>
                <a:lnTo>
                  <a:pt x="1294591" y="1149242"/>
                </a:lnTo>
                <a:moveTo>
                  <a:pt x="1826620" y="1478525"/>
                </a:moveTo>
                <a:lnTo>
                  <a:pt x="1836741" y="1494698"/>
                </a:lnTo>
                <a:lnTo>
                  <a:pt x="1839971" y="1499763"/>
                </a:lnTo>
                <a:lnTo>
                  <a:pt x="1847402" y="1517486"/>
                </a:lnTo>
                <a:moveTo>
                  <a:pt x="1847474" y="1517681"/>
                </a:moveTo>
                <a:lnTo>
                  <a:pt x="1848480" y="1520785"/>
                </a:lnTo>
                <a:moveTo>
                  <a:pt x="1848544" y="1521025"/>
                </a:moveTo>
                <a:lnTo>
                  <a:pt x="1849413" y="1525089"/>
                </a:lnTo>
                <a:moveTo>
                  <a:pt x="1849462" y="1525653"/>
                </a:moveTo>
                <a:lnTo>
                  <a:pt x="1849363" y="1530216"/>
                </a:lnTo>
                <a:moveTo>
                  <a:pt x="2372453" y="601226"/>
                </a:moveTo>
                <a:lnTo>
                  <a:pt x="2372308" y="601264"/>
                </a:lnTo>
                <a:moveTo>
                  <a:pt x="1702628" y="2373451"/>
                </a:moveTo>
                <a:lnTo>
                  <a:pt x="1696206" y="2385350"/>
                </a:lnTo>
                <a:lnTo>
                  <a:pt x="1694042" y="2389913"/>
                </a:lnTo>
                <a:lnTo>
                  <a:pt x="1757728" y="2421885"/>
                </a:lnTo>
                <a:moveTo>
                  <a:pt x="523067" y="2102342"/>
                </a:moveTo>
                <a:lnTo>
                  <a:pt x="523166" y="2103184"/>
                </a:lnTo>
                <a:lnTo>
                  <a:pt x="523798" y="2107076"/>
                </a:lnTo>
                <a:lnTo>
                  <a:pt x="523901" y="2112359"/>
                </a:lnTo>
                <a:moveTo>
                  <a:pt x="1014946" y="2232992"/>
                </a:moveTo>
                <a:lnTo>
                  <a:pt x="1013042" y="2232924"/>
                </a:lnTo>
                <a:lnTo>
                  <a:pt x="1009659" y="2232810"/>
                </a:lnTo>
                <a:lnTo>
                  <a:pt x="957736" y="2231027"/>
                </a:lnTo>
                <a:lnTo>
                  <a:pt x="951504" y="2231027"/>
                </a:lnTo>
                <a:lnTo>
                  <a:pt x="935731" y="2230132"/>
                </a:lnTo>
                <a:moveTo>
                  <a:pt x="426320" y="1936763"/>
                </a:moveTo>
                <a:lnTo>
                  <a:pt x="428034" y="1938622"/>
                </a:lnTo>
                <a:lnTo>
                  <a:pt x="429908" y="1940869"/>
                </a:lnTo>
                <a:lnTo>
                  <a:pt x="431317" y="1942705"/>
                </a:lnTo>
                <a:moveTo>
                  <a:pt x="446499" y="1887598"/>
                </a:moveTo>
                <a:lnTo>
                  <a:pt x="453211" y="1757080"/>
                </a:lnTo>
                <a:lnTo>
                  <a:pt x="453455" y="1752312"/>
                </a:lnTo>
                <a:moveTo>
                  <a:pt x="2576384" y="1140039"/>
                </a:moveTo>
                <a:lnTo>
                  <a:pt x="2591117" y="1124552"/>
                </a:lnTo>
                <a:lnTo>
                  <a:pt x="2593037" y="1122678"/>
                </a:lnTo>
                <a:lnTo>
                  <a:pt x="2594141" y="1121810"/>
                </a:lnTo>
                <a:lnTo>
                  <a:pt x="2595032" y="1121193"/>
                </a:lnTo>
                <a:lnTo>
                  <a:pt x="2595855" y="1120736"/>
                </a:lnTo>
                <a:lnTo>
                  <a:pt x="2596922" y="1120339"/>
                </a:lnTo>
                <a:lnTo>
                  <a:pt x="2598537" y="1119959"/>
                </a:lnTo>
                <a:lnTo>
                  <a:pt x="2600525" y="1119791"/>
                </a:lnTo>
                <a:lnTo>
                  <a:pt x="2614664" y="1119661"/>
                </a:lnTo>
                <a:moveTo>
                  <a:pt x="2080010" y="285389"/>
                </a:moveTo>
                <a:lnTo>
                  <a:pt x="2080650" y="285176"/>
                </a:lnTo>
                <a:lnTo>
                  <a:pt x="2081427" y="284711"/>
                </a:lnTo>
                <a:lnTo>
                  <a:pt x="2086660" y="281565"/>
                </a:lnTo>
                <a:lnTo>
                  <a:pt x="2089532" y="278837"/>
                </a:lnTo>
                <a:lnTo>
                  <a:pt x="2091612" y="275965"/>
                </a:lnTo>
                <a:lnTo>
                  <a:pt x="2093494" y="271738"/>
                </a:lnTo>
                <a:lnTo>
                  <a:pt x="2093616" y="271258"/>
                </a:lnTo>
                <a:moveTo>
                  <a:pt x="2051230" y="288482"/>
                </a:moveTo>
                <a:lnTo>
                  <a:pt x="2065391" y="287354"/>
                </a:lnTo>
                <a:lnTo>
                  <a:pt x="2073923" y="287034"/>
                </a:lnTo>
                <a:moveTo>
                  <a:pt x="1460242" y="521993"/>
                </a:moveTo>
                <a:lnTo>
                  <a:pt x="1482143" y="502658"/>
                </a:lnTo>
                <a:lnTo>
                  <a:pt x="1496891" y="490470"/>
                </a:lnTo>
                <a:lnTo>
                  <a:pt x="1504235" y="485107"/>
                </a:lnTo>
                <a:lnTo>
                  <a:pt x="1511404" y="480871"/>
                </a:lnTo>
                <a:lnTo>
                  <a:pt x="1519242" y="478159"/>
                </a:lnTo>
                <a:lnTo>
                  <a:pt x="1529732" y="476186"/>
                </a:lnTo>
                <a:lnTo>
                  <a:pt x="1546446" y="473573"/>
                </a:lnTo>
                <a:lnTo>
                  <a:pt x="1584387" y="467654"/>
                </a:lnTo>
                <a:moveTo>
                  <a:pt x="1589807" y="466809"/>
                </a:moveTo>
                <a:lnTo>
                  <a:pt x="1601142" y="463861"/>
                </a:lnTo>
                <a:lnTo>
                  <a:pt x="1613674" y="460242"/>
                </a:lnTo>
                <a:lnTo>
                  <a:pt x="1624742" y="455809"/>
                </a:lnTo>
                <a:lnTo>
                  <a:pt x="1634425" y="452061"/>
                </a:lnTo>
                <a:lnTo>
                  <a:pt x="1643589" y="447932"/>
                </a:lnTo>
                <a:lnTo>
                  <a:pt x="1644480" y="447528"/>
                </a:lnTo>
                <a:lnTo>
                  <a:pt x="1661087" y="439918"/>
                </a:lnTo>
                <a:moveTo>
                  <a:pt x="1452479" y="522534"/>
                </a:moveTo>
                <a:lnTo>
                  <a:pt x="1450636" y="524164"/>
                </a:lnTo>
                <a:lnTo>
                  <a:pt x="1442393" y="529679"/>
                </a:lnTo>
                <a:lnTo>
                  <a:pt x="1431301" y="535484"/>
                </a:lnTo>
                <a:lnTo>
                  <a:pt x="1425885" y="537427"/>
                </a:lnTo>
                <a:lnTo>
                  <a:pt x="1421360" y="538432"/>
                </a:lnTo>
                <a:lnTo>
                  <a:pt x="1414763" y="539262"/>
                </a:lnTo>
                <a:lnTo>
                  <a:pt x="1407077" y="539651"/>
                </a:lnTo>
                <a:lnTo>
                  <a:pt x="1388862" y="538508"/>
                </a:lnTo>
                <a:lnTo>
                  <a:pt x="1377161" y="538219"/>
                </a:lnTo>
                <a:lnTo>
                  <a:pt x="1366321" y="538843"/>
                </a:lnTo>
                <a:lnTo>
                  <a:pt x="1357903" y="539902"/>
                </a:lnTo>
                <a:lnTo>
                  <a:pt x="1351390" y="541045"/>
                </a:lnTo>
                <a:moveTo>
                  <a:pt x="825344" y="600350"/>
                </a:moveTo>
                <a:lnTo>
                  <a:pt x="824682" y="601958"/>
                </a:lnTo>
                <a:moveTo>
                  <a:pt x="971814" y="684604"/>
                </a:moveTo>
                <a:lnTo>
                  <a:pt x="972621" y="688002"/>
                </a:lnTo>
                <a:lnTo>
                  <a:pt x="972743" y="688680"/>
                </a:lnTo>
                <a:lnTo>
                  <a:pt x="978152" y="707442"/>
                </a:lnTo>
                <a:lnTo>
                  <a:pt x="978792" y="709842"/>
                </a:lnTo>
                <a:moveTo>
                  <a:pt x="1615517" y="1542264"/>
                </a:moveTo>
                <a:lnTo>
                  <a:pt x="1607892" y="1545334"/>
                </a:lnTo>
                <a:lnTo>
                  <a:pt x="1604669" y="1544313"/>
                </a:lnTo>
                <a:lnTo>
                  <a:pt x="1599230" y="1537137"/>
                </a:lnTo>
                <a:lnTo>
                  <a:pt x="1597943" y="1534082"/>
                </a:lnTo>
                <a:lnTo>
                  <a:pt x="1595619" y="1528567"/>
                </a:lnTo>
                <a:lnTo>
                  <a:pt x="1590508" y="1515639"/>
                </a:lnTo>
                <a:lnTo>
                  <a:pt x="1589921" y="1514161"/>
                </a:lnTo>
                <a:moveTo>
                  <a:pt x="2725732" y="1073573"/>
                </a:moveTo>
                <a:lnTo>
                  <a:pt x="2752585" y="1045867"/>
                </a:lnTo>
                <a:moveTo>
                  <a:pt x="2760249" y="1038013"/>
                </a:moveTo>
                <a:lnTo>
                  <a:pt x="2791795" y="1005896"/>
                </a:lnTo>
                <a:moveTo>
                  <a:pt x="2799458" y="997958"/>
                </a:moveTo>
                <a:lnTo>
                  <a:pt x="2828414" y="967441"/>
                </a:lnTo>
                <a:lnTo>
                  <a:pt x="2859868" y="936832"/>
                </a:lnTo>
                <a:lnTo>
                  <a:pt x="2889235" y="905721"/>
                </a:lnTo>
                <a:lnTo>
                  <a:pt x="2919455" y="877039"/>
                </a:lnTo>
                <a:moveTo>
                  <a:pt x="578744" y="2550910"/>
                </a:moveTo>
                <a:lnTo>
                  <a:pt x="551649" y="2518937"/>
                </a:lnTo>
                <a:lnTo>
                  <a:pt x="550442" y="2517499"/>
                </a:lnTo>
                <a:moveTo>
                  <a:pt x="538977" y="2505983"/>
                </a:moveTo>
                <a:lnTo>
                  <a:pt x="532890" y="2504555"/>
                </a:lnTo>
                <a:moveTo>
                  <a:pt x="540927" y="2501668"/>
                </a:moveTo>
                <a:lnTo>
                  <a:pt x="538466" y="2499733"/>
                </a:lnTo>
                <a:moveTo>
                  <a:pt x="551752" y="2516098"/>
                </a:moveTo>
                <a:lnTo>
                  <a:pt x="545999" y="2509289"/>
                </a:lnTo>
                <a:lnTo>
                  <a:pt x="544134" y="2507183"/>
                </a:lnTo>
                <a:moveTo>
                  <a:pt x="465834" y="2572643"/>
                </a:moveTo>
                <a:lnTo>
                  <a:pt x="484825" y="2549188"/>
                </a:lnTo>
                <a:lnTo>
                  <a:pt x="495764" y="2535651"/>
                </a:lnTo>
                <a:lnTo>
                  <a:pt x="510733" y="2515890"/>
                </a:lnTo>
                <a:moveTo>
                  <a:pt x="432795" y="2683948"/>
                </a:moveTo>
                <a:lnTo>
                  <a:pt x="431883" y="2639928"/>
                </a:lnTo>
                <a:moveTo>
                  <a:pt x="618527" y="2022114"/>
                </a:moveTo>
                <a:lnTo>
                  <a:pt x="616919" y="2019486"/>
                </a:lnTo>
                <a:lnTo>
                  <a:pt x="608699" y="2007488"/>
                </a:lnTo>
                <a:lnTo>
                  <a:pt x="602201" y="1997341"/>
                </a:lnTo>
                <a:lnTo>
                  <a:pt x="592222" y="1981442"/>
                </a:lnTo>
                <a:lnTo>
                  <a:pt x="590363" y="1978380"/>
                </a:lnTo>
                <a:lnTo>
                  <a:pt x="581283" y="1963936"/>
                </a:lnTo>
                <a:lnTo>
                  <a:pt x="579134" y="1960143"/>
                </a:lnTo>
                <a:lnTo>
                  <a:pt x="577283" y="1956577"/>
                </a:lnTo>
                <a:lnTo>
                  <a:pt x="575364" y="1952220"/>
                </a:lnTo>
                <a:lnTo>
                  <a:pt x="573695" y="1948038"/>
                </a:lnTo>
                <a:lnTo>
                  <a:pt x="570884" y="1938272"/>
                </a:lnTo>
                <a:lnTo>
                  <a:pt x="569597" y="1933419"/>
                </a:lnTo>
                <a:lnTo>
                  <a:pt x="568507" y="1928757"/>
                </a:lnTo>
                <a:lnTo>
                  <a:pt x="568104" y="1926578"/>
                </a:lnTo>
                <a:moveTo>
                  <a:pt x="529748" y="1932330"/>
                </a:moveTo>
                <a:lnTo>
                  <a:pt x="559602" y="1924316"/>
                </a:lnTo>
                <a:lnTo>
                  <a:pt x="563091" y="1923402"/>
                </a:lnTo>
                <a:moveTo>
                  <a:pt x="638219" y="1903435"/>
                </a:moveTo>
                <a:lnTo>
                  <a:pt x="640695" y="1902224"/>
                </a:lnTo>
                <a:lnTo>
                  <a:pt x="641906" y="1901927"/>
                </a:lnTo>
                <a:lnTo>
                  <a:pt x="648389" y="1900281"/>
                </a:lnTo>
                <a:lnTo>
                  <a:pt x="662200" y="1896785"/>
                </a:lnTo>
                <a:lnTo>
                  <a:pt x="665041" y="1896038"/>
                </a:lnTo>
                <a:lnTo>
                  <a:pt x="671677" y="1894317"/>
                </a:lnTo>
                <a:lnTo>
                  <a:pt x="675623" y="1893296"/>
                </a:lnTo>
                <a:moveTo>
                  <a:pt x="1796206" y="711221"/>
                </a:moveTo>
                <a:lnTo>
                  <a:pt x="1796099" y="710726"/>
                </a:lnTo>
                <a:lnTo>
                  <a:pt x="1795566" y="710383"/>
                </a:lnTo>
                <a:lnTo>
                  <a:pt x="1791978" y="701874"/>
                </a:lnTo>
                <a:lnTo>
                  <a:pt x="1784642" y="684254"/>
                </a:lnTo>
                <a:lnTo>
                  <a:pt x="1778982" y="672012"/>
                </a:lnTo>
                <a:lnTo>
                  <a:pt x="1758452" y="625322"/>
                </a:lnTo>
                <a:lnTo>
                  <a:pt x="1752243" y="611427"/>
                </a:lnTo>
                <a:lnTo>
                  <a:pt x="1751687" y="610147"/>
                </a:lnTo>
                <a:moveTo>
                  <a:pt x="2362199" y="2561049"/>
                </a:moveTo>
                <a:lnTo>
                  <a:pt x="2362146" y="2560965"/>
                </a:lnTo>
                <a:moveTo>
                  <a:pt x="1046476" y="516965"/>
                </a:moveTo>
                <a:lnTo>
                  <a:pt x="1054490" y="539872"/>
                </a:lnTo>
                <a:lnTo>
                  <a:pt x="1054970" y="542089"/>
                </a:lnTo>
                <a:lnTo>
                  <a:pt x="1054864" y="547124"/>
                </a:lnTo>
                <a:lnTo>
                  <a:pt x="1052639" y="553036"/>
                </a:lnTo>
                <a:moveTo>
                  <a:pt x="2651679" y="429260"/>
                </a:moveTo>
                <a:lnTo>
                  <a:pt x="2651770" y="430631"/>
                </a:lnTo>
                <a:lnTo>
                  <a:pt x="2651885" y="432208"/>
                </a:lnTo>
                <a:lnTo>
                  <a:pt x="2651976" y="433435"/>
                </a:lnTo>
                <a:lnTo>
                  <a:pt x="2652067" y="434791"/>
                </a:lnTo>
                <a:moveTo>
                  <a:pt x="1611663" y="1979980"/>
                </a:moveTo>
                <a:lnTo>
                  <a:pt x="1611586" y="1979850"/>
                </a:lnTo>
                <a:moveTo>
                  <a:pt x="1262085" y="2532779"/>
                </a:moveTo>
                <a:lnTo>
                  <a:pt x="1262192" y="2532154"/>
                </a:lnTo>
                <a:lnTo>
                  <a:pt x="1267342" y="2489989"/>
                </a:lnTo>
                <a:lnTo>
                  <a:pt x="1268309" y="2482013"/>
                </a:lnTo>
                <a:lnTo>
                  <a:pt x="1268934" y="2476955"/>
                </a:lnTo>
                <a:lnTo>
                  <a:pt x="1269688" y="2470777"/>
                </a:lnTo>
                <a:lnTo>
                  <a:pt x="1270145" y="2467143"/>
                </a:lnTo>
                <a:lnTo>
                  <a:pt x="1270648" y="2463152"/>
                </a:lnTo>
                <a:lnTo>
                  <a:pt x="1270953" y="2460478"/>
                </a:lnTo>
                <a:lnTo>
                  <a:pt x="1271806" y="2455054"/>
                </a:lnTo>
                <a:lnTo>
                  <a:pt x="1273527" y="2446286"/>
                </a:lnTo>
                <a:lnTo>
                  <a:pt x="1274449" y="2441943"/>
                </a:lnTo>
                <a:lnTo>
                  <a:pt x="1275607" y="2437830"/>
                </a:lnTo>
                <a:lnTo>
                  <a:pt x="1279561" y="2426548"/>
                </a:lnTo>
                <a:lnTo>
                  <a:pt x="1282875" y="2418587"/>
                </a:lnTo>
                <a:lnTo>
                  <a:pt x="1284535" y="2415288"/>
                </a:lnTo>
                <a:lnTo>
                  <a:pt x="1286089" y="2412295"/>
                </a:lnTo>
                <a:lnTo>
                  <a:pt x="1287590" y="2409415"/>
                </a:lnTo>
                <a:lnTo>
                  <a:pt x="1291452" y="2403046"/>
                </a:lnTo>
                <a:lnTo>
                  <a:pt x="1297996" y="2393585"/>
                </a:lnTo>
                <a:lnTo>
                  <a:pt x="1301759" y="2388664"/>
                </a:lnTo>
                <a:lnTo>
                  <a:pt x="1304730" y="2385175"/>
                </a:lnTo>
                <a:lnTo>
                  <a:pt x="1308189" y="2381343"/>
                </a:lnTo>
                <a:lnTo>
                  <a:pt x="1310002" y="2379568"/>
                </a:lnTo>
                <a:lnTo>
                  <a:pt x="1313339" y="2376285"/>
                </a:lnTo>
                <a:lnTo>
                  <a:pt x="1316188" y="2373794"/>
                </a:lnTo>
                <a:lnTo>
                  <a:pt x="1319341" y="2371181"/>
                </a:lnTo>
                <a:lnTo>
                  <a:pt x="1324179" y="2367517"/>
                </a:lnTo>
                <a:lnTo>
                  <a:pt x="1329237" y="2363990"/>
                </a:lnTo>
                <a:lnTo>
                  <a:pt x="1329999" y="2363449"/>
                </a:lnTo>
                <a:lnTo>
                  <a:pt x="1335415" y="2359586"/>
                </a:lnTo>
                <a:lnTo>
                  <a:pt x="1343391" y="2353888"/>
                </a:lnTo>
                <a:lnTo>
                  <a:pt x="1355564" y="2345204"/>
                </a:lnTo>
                <a:lnTo>
                  <a:pt x="1374518" y="2331690"/>
                </a:lnTo>
                <a:lnTo>
                  <a:pt x="1378906" y="2328528"/>
                </a:lnTo>
                <a:lnTo>
                  <a:pt x="1400266" y="2312599"/>
                </a:lnTo>
                <a:lnTo>
                  <a:pt x="1411091" y="2304623"/>
                </a:lnTo>
                <a:moveTo>
                  <a:pt x="2530044" y="295574"/>
                </a:moveTo>
                <a:lnTo>
                  <a:pt x="2553279" y="288268"/>
                </a:lnTo>
                <a:lnTo>
                  <a:pt x="2599634" y="275112"/>
                </a:lnTo>
                <a:lnTo>
                  <a:pt x="2634882" y="269399"/>
                </a:lnTo>
                <a:lnTo>
                  <a:pt x="2667509" y="266397"/>
                </a:lnTo>
                <a:lnTo>
                  <a:pt x="2730219" y="263823"/>
                </a:lnTo>
                <a:moveTo>
                  <a:pt x="2741799" y="263327"/>
                </a:moveTo>
                <a:lnTo>
                  <a:pt x="2866244" y="257690"/>
                </a:lnTo>
                <a:lnTo>
                  <a:pt x="2896891" y="256113"/>
                </a:lnTo>
                <a:lnTo>
                  <a:pt x="2926746" y="254742"/>
                </a:lnTo>
                <a:lnTo>
                  <a:pt x="2931994" y="254384"/>
                </a:lnTo>
                <a:lnTo>
                  <a:pt x="2932992" y="254315"/>
                </a:lnTo>
                <a:moveTo>
                  <a:pt x="1188542" y="594705"/>
                </a:moveTo>
                <a:lnTo>
                  <a:pt x="1180246" y="569711"/>
                </a:lnTo>
                <a:moveTo>
                  <a:pt x="1623904" y="1278883"/>
                </a:moveTo>
                <a:lnTo>
                  <a:pt x="1677851" y="1326110"/>
                </a:lnTo>
                <a:moveTo>
                  <a:pt x="1682448" y="1330113"/>
                </a:moveTo>
                <a:lnTo>
                  <a:pt x="1697844" y="1343422"/>
                </a:lnTo>
                <a:moveTo>
                  <a:pt x="1698011" y="1343574"/>
                </a:moveTo>
                <a:lnTo>
                  <a:pt x="1699855" y="1345181"/>
                </a:lnTo>
                <a:lnTo>
                  <a:pt x="1702315" y="1347337"/>
                </a:lnTo>
                <a:moveTo>
                  <a:pt x="488419" y="2489540"/>
                </a:moveTo>
                <a:lnTo>
                  <a:pt x="485101" y="2486759"/>
                </a:lnTo>
                <a:lnTo>
                  <a:pt x="477838" y="2480823"/>
                </a:lnTo>
                <a:lnTo>
                  <a:pt x="473802" y="2477549"/>
                </a:lnTo>
                <a:moveTo>
                  <a:pt x="1782844" y="2523432"/>
                </a:moveTo>
                <a:lnTo>
                  <a:pt x="1750255" y="2538500"/>
                </a:lnTo>
                <a:lnTo>
                  <a:pt x="1735971" y="2546324"/>
                </a:lnTo>
                <a:lnTo>
                  <a:pt x="1710992" y="2557758"/>
                </a:lnTo>
                <a:moveTo>
                  <a:pt x="2047223" y="2403054"/>
                </a:moveTo>
                <a:lnTo>
                  <a:pt x="2021269" y="2415037"/>
                </a:lnTo>
                <a:lnTo>
                  <a:pt x="2015898" y="2417574"/>
                </a:lnTo>
                <a:moveTo>
                  <a:pt x="2010520" y="2420072"/>
                </a:moveTo>
                <a:lnTo>
                  <a:pt x="1970930" y="2437929"/>
                </a:lnTo>
                <a:lnTo>
                  <a:pt x="1959091" y="2443261"/>
                </a:lnTo>
                <a:lnTo>
                  <a:pt x="1956014" y="2444648"/>
                </a:lnTo>
                <a:moveTo>
                  <a:pt x="1945699" y="2449317"/>
                </a:moveTo>
                <a:lnTo>
                  <a:pt x="1889670" y="2474792"/>
                </a:lnTo>
                <a:lnTo>
                  <a:pt x="1875896" y="2481054"/>
                </a:lnTo>
                <a:lnTo>
                  <a:pt x="1873588" y="2482090"/>
                </a:lnTo>
                <a:moveTo>
                  <a:pt x="1863571" y="2486622"/>
                </a:moveTo>
                <a:lnTo>
                  <a:pt x="1806360" y="2512691"/>
                </a:lnTo>
                <a:lnTo>
                  <a:pt x="1793242" y="2518655"/>
                </a:lnTo>
                <a:lnTo>
                  <a:pt x="1792862" y="2518831"/>
                </a:lnTo>
                <a:moveTo>
                  <a:pt x="452876" y="1670012"/>
                </a:moveTo>
                <a:lnTo>
                  <a:pt x="452144" y="1689361"/>
                </a:lnTo>
                <a:moveTo>
                  <a:pt x="455268" y="1612653"/>
                </a:moveTo>
                <a:lnTo>
                  <a:pt x="455062" y="1616348"/>
                </a:lnTo>
                <a:lnTo>
                  <a:pt x="452982" y="1660051"/>
                </a:lnTo>
                <a:moveTo>
                  <a:pt x="754833" y="644252"/>
                </a:moveTo>
                <a:lnTo>
                  <a:pt x="760592" y="643498"/>
                </a:lnTo>
                <a:lnTo>
                  <a:pt x="764508" y="642279"/>
                </a:lnTo>
                <a:moveTo>
                  <a:pt x="772819" y="640009"/>
                </a:moveTo>
                <a:lnTo>
                  <a:pt x="801280" y="633336"/>
                </a:lnTo>
                <a:moveTo>
                  <a:pt x="805683" y="632079"/>
                </a:moveTo>
                <a:lnTo>
                  <a:pt x="812965" y="630250"/>
                </a:lnTo>
                <a:moveTo>
                  <a:pt x="705782" y="646301"/>
                </a:moveTo>
                <a:lnTo>
                  <a:pt x="716698" y="646378"/>
                </a:lnTo>
                <a:lnTo>
                  <a:pt x="732962" y="645959"/>
                </a:lnTo>
                <a:lnTo>
                  <a:pt x="747010" y="645022"/>
                </a:lnTo>
                <a:moveTo>
                  <a:pt x="1909865" y="261415"/>
                </a:moveTo>
                <a:lnTo>
                  <a:pt x="1909369" y="260707"/>
                </a:lnTo>
                <a:lnTo>
                  <a:pt x="1907191" y="259099"/>
                </a:lnTo>
                <a:lnTo>
                  <a:pt x="1904601" y="257782"/>
                </a:lnTo>
                <a:lnTo>
                  <a:pt x="1900700" y="256433"/>
                </a:lnTo>
                <a:lnTo>
                  <a:pt x="1886615" y="252601"/>
                </a:lnTo>
                <a:lnTo>
                  <a:pt x="1877999" y="250248"/>
                </a:lnTo>
                <a:lnTo>
                  <a:pt x="1874350" y="248892"/>
                </a:lnTo>
                <a:moveTo>
                  <a:pt x="1868728" y="257667"/>
                </a:moveTo>
                <a:lnTo>
                  <a:pt x="1869147" y="257827"/>
                </a:lnTo>
                <a:lnTo>
                  <a:pt x="1875028" y="259290"/>
                </a:lnTo>
                <a:lnTo>
                  <a:pt x="1895695" y="264767"/>
                </a:lnTo>
                <a:moveTo>
                  <a:pt x="788565" y="239217"/>
                </a:moveTo>
                <a:lnTo>
                  <a:pt x="788223" y="237648"/>
                </a:lnTo>
                <a:lnTo>
                  <a:pt x="787270" y="233260"/>
                </a:lnTo>
                <a:lnTo>
                  <a:pt x="769330" y="165978"/>
                </a:lnTo>
                <a:lnTo>
                  <a:pt x="768073" y="162817"/>
                </a:lnTo>
                <a:lnTo>
                  <a:pt x="767410" y="160806"/>
                </a:lnTo>
                <a:moveTo>
                  <a:pt x="2749592" y="2061445"/>
                </a:moveTo>
                <a:lnTo>
                  <a:pt x="2715837" y="2023257"/>
                </a:lnTo>
                <a:lnTo>
                  <a:pt x="2686820" y="1988634"/>
                </a:lnTo>
                <a:lnTo>
                  <a:pt x="2664987" y="1964081"/>
                </a:lnTo>
                <a:lnTo>
                  <a:pt x="2659891" y="1956981"/>
                </a:lnTo>
                <a:lnTo>
                  <a:pt x="2656905" y="1948830"/>
                </a:lnTo>
                <a:lnTo>
                  <a:pt x="2655960" y="1945196"/>
                </a:lnTo>
                <a:lnTo>
                  <a:pt x="2654749" y="1937373"/>
                </a:lnTo>
                <a:lnTo>
                  <a:pt x="2655381" y="1929999"/>
                </a:lnTo>
                <a:lnTo>
                  <a:pt x="2657872" y="1922868"/>
                </a:lnTo>
                <a:lnTo>
                  <a:pt x="2662481" y="1915471"/>
                </a:lnTo>
                <a:lnTo>
                  <a:pt x="2672468" y="1904753"/>
                </a:lnTo>
                <a:lnTo>
                  <a:pt x="2674152" y="1902932"/>
                </a:lnTo>
                <a:lnTo>
                  <a:pt x="2707914" y="1866930"/>
                </a:lnTo>
                <a:lnTo>
                  <a:pt x="2709857" y="1864995"/>
                </a:lnTo>
                <a:moveTo>
                  <a:pt x="2574754" y="439704"/>
                </a:moveTo>
                <a:lnTo>
                  <a:pt x="2575051" y="439788"/>
                </a:lnTo>
                <a:lnTo>
                  <a:pt x="2582394" y="441464"/>
                </a:lnTo>
                <a:lnTo>
                  <a:pt x="2586036" y="441868"/>
                </a:lnTo>
                <a:lnTo>
                  <a:pt x="2635202" y="441114"/>
                </a:lnTo>
                <a:lnTo>
                  <a:pt x="2644518" y="440306"/>
                </a:lnTo>
                <a:lnTo>
                  <a:pt x="2647741" y="439918"/>
                </a:lnTo>
                <a:moveTo>
                  <a:pt x="1648769" y="1622678"/>
                </a:moveTo>
                <a:lnTo>
                  <a:pt x="1649196" y="1623188"/>
                </a:lnTo>
                <a:lnTo>
                  <a:pt x="1651839" y="1625702"/>
                </a:lnTo>
                <a:lnTo>
                  <a:pt x="1682935" y="1617734"/>
                </a:lnTo>
                <a:lnTo>
                  <a:pt x="1723737" y="1607320"/>
                </a:lnTo>
                <a:lnTo>
                  <a:pt x="1734204" y="1604433"/>
                </a:lnTo>
                <a:lnTo>
                  <a:pt x="1734539" y="1603610"/>
                </a:lnTo>
                <a:moveTo>
                  <a:pt x="476887" y="1377588"/>
                </a:moveTo>
                <a:lnTo>
                  <a:pt x="476628" y="1376963"/>
                </a:lnTo>
                <a:lnTo>
                  <a:pt x="473261" y="1368462"/>
                </a:lnTo>
                <a:lnTo>
                  <a:pt x="469665" y="1360539"/>
                </a:lnTo>
                <a:lnTo>
                  <a:pt x="468835" y="1355923"/>
                </a:lnTo>
                <a:moveTo>
                  <a:pt x="473672" y="1461110"/>
                </a:moveTo>
                <a:lnTo>
                  <a:pt x="477763" y="1394271"/>
                </a:lnTo>
                <a:lnTo>
                  <a:pt x="478076" y="1390744"/>
                </a:lnTo>
                <a:lnTo>
                  <a:pt x="478076" y="1390561"/>
                </a:lnTo>
                <a:moveTo>
                  <a:pt x="1481031" y="954841"/>
                </a:moveTo>
                <a:lnTo>
                  <a:pt x="1481557" y="954643"/>
                </a:lnTo>
                <a:moveTo>
                  <a:pt x="2002300" y="686448"/>
                </a:moveTo>
                <a:lnTo>
                  <a:pt x="1983042" y="644732"/>
                </a:lnTo>
                <a:lnTo>
                  <a:pt x="1982874" y="644389"/>
                </a:lnTo>
                <a:moveTo>
                  <a:pt x="1221650" y="498545"/>
                </a:moveTo>
                <a:lnTo>
                  <a:pt x="1221551" y="498233"/>
                </a:lnTo>
                <a:lnTo>
                  <a:pt x="1221048" y="497296"/>
                </a:lnTo>
                <a:lnTo>
                  <a:pt x="1218580" y="494728"/>
                </a:lnTo>
                <a:lnTo>
                  <a:pt x="1216789" y="496092"/>
                </a:lnTo>
                <a:lnTo>
                  <a:pt x="1164645" y="515083"/>
                </a:lnTo>
                <a:moveTo>
                  <a:pt x="2353782" y="346332"/>
                </a:moveTo>
                <a:lnTo>
                  <a:pt x="2459320" y="305424"/>
                </a:lnTo>
                <a:lnTo>
                  <a:pt x="2461072" y="305028"/>
                </a:lnTo>
                <a:moveTo>
                  <a:pt x="2355176" y="2550910"/>
                </a:moveTo>
                <a:lnTo>
                  <a:pt x="2354924" y="2550582"/>
                </a:lnTo>
                <a:lnTo>
                  <a:pt x="2338371" y="2522137"/>
                </a:lnTo>
                <a:lnTo>
                  <a:pt x="2332688" y="2512371"/>
                </a:lnTo>
                <a:lnTo>
                  <a:pt x="2328208" y="2504677"/>
                </a:lnTo>
                <a:lnTo>
                  <a:pt x="2325573" y="2500144"/>
                </a:lnTo>
                <a:lnTo>
                  <a:pt x="2319608" y="2489883"/>
                </a:lnTo>
                <a:lnTo>
                  <a:pt x="2316385" y="2484345"/>
                </a:lnTo>
                <a:lnTo>
                  <a:pt x="2312272" y="2477275"/>
                </a:lnTo>
                <a:lnTo>
                  <a:pt x="2306436" y="2466580"/>
                </a:lnTo>
                <a:lnTo>
                  <a:pt x="2268987" y="2486226"/>
                </a:lnTo>
                <a:moveTo>
                  <a:pt x="2377359" y="2650117"/>
                </a:moveTo>
                <a:lnTo>
                  <a:pt x="2356151" y="2614648"/>
                </a:lnTo>
                <a:lnTo>
                  <a:pt x="2347329" y="2599893"/>
                </a:lnTo>
                <a:moveTo>
                  <a:pt x="2366123" y="2580833"/>
                </a:moveTo>
                <a:lnTo>
                  <a:pt x="2347550" y="2591947"/>
                </a:lnTo>
                <a:moveTo>
                  <a:pt x="2338134" y="2597508"/>
                </a:moveTo>
                <a:lnTo>
                  <a:pt x="2317559" y="2609529"/>
                </a:lnTo>
                <a:lnTo>
                  <a:pt x="2315075" y="2610954"/>
                </a:lnTo>
                <a:lnTo>
                  <a:pt x="2314176" y="2613414"/>
                </a:lnTo>
                <a:lnTo>
                  <a:pt x="2318701" y="2620712"/>
                </a:lnTo>
                <a:lnTo>
                  <a:pt x="2349493" y="2671028"/>
                </a:lnTo>
                <a:lnTo>
                  <a:pt x="2354132" y="2671196"/>
                </a:lnTo>
                <a:lnTo>
                  <a:pt x="2356326" y="2669939"/>
                </a:lnTo>
                <a:lnTo>
                  <a:pt x="2372682" y="2660592"/>
                </a:lnTo>
                <a:lnTo>
                  <a:pt x="2374952" y="2659297"/>
                </a:lnTo>
                <a:moveTo>
                  <a:pt x="1083991" y="681233"/>
                </a:moveTo>
                <a:lnTo>
                  <a:pt x="1080753" y="681504"/>
                </a:lnTo>
                <a:lnTo>
                  <a:pt x="1077420" y="682029"/>
                </a:lnTo>
                <a:moveTo>
                  <a:pt x="1073581" y="682730"/>
                </a:moveTo>
                <a:lnTo>
                  <a:pt x="1031104" y="696625"/>
                </a:lnTo>
                <a:moveTo>
                  <a:pt x="425771" y="559991"/>
                </a:moveTo>
                <a:lnTo>
                  <a:pt x="425398" y="562535"/>
                </a:lnTo>
                <a:lnTo>
                  <a:pt x="421124" y="568607"/>
                </a:lnTo>
                <a:lnTo>
                  <a:pt x="419037" y="576529"/>
                </a:lnTo>
                <a:lnTo>
                  <a:pt x="417483" y="586760"/>
                </a:lnTo>
                <a:lnTo>
                  <a:pt x="416569" y="594835"/>
                </a:lnTo>
                <a:lnTo>
                  <a:pt x="416348" y="596945"/>
                </a:lnTo>
                <a:lnTo>
                  <a:pt x="415434" y="606018"/>
                </a:lnTo>
                <a:lnTo>
                  <a:pt x="415015" y="608852"/>
                </a:lnTo>
                <a:lnTo>
                  <a:pt x="414283" y="611503"/>
                </a:lnTo>
                <a:moveTo>
                  <a:pt x="917894" y="1046903"/>
                </a:moveTo>
                <a:lnTo>
                  <a:pt x="935408" y="1038737"/>
                </a:lnTo>
                <a:lnTo>
                  <a:pt x="948061" y="1031926"/>
                </a:lnTo>
                <a:moveTo>
                  <a:pt x="948259" y="1031820"/>
                </a:moveTo>
                <a:lnTo>
                  <a:pt x="950483" y="1030616"/>
                </a:lnTo>
                <a:lnTo>
                  <a:pt x="959895" y="1025550"/>
                </a:lnTo>
                <a:moveTo>
                  <a:pt x="1137723" y="1732063"/>
                </a:moveTo>
                <a:lnTo>
                  <a:pt x="1135545" y="1727553"/>
                </a:lnTo>
                <a:lnTo>
                  <a:pt x="1130662" y="1704106"/>
                </a:lnTo>
                <a:lnTo>
                  <a:pt x="1129412" y="1702171"/>
                </a:lnTo>
                <a:lnTo>
                  <a:pt x="1115357" y="1693715"/>
                </a:lnTo>
                <a:lnTo>
                  <a:pt x="1113049" y="1693585"/>
                </a:lnTo>
                <a:lnTo>
                  <a:pt x="1090325" y="1700335"/>
                </a:lnTo>
                <a:lnTo>
                  <a:pt x="1086775" y="1700647"/>
                </a:lnTo>
                <a:lnTo>
                  <a:pt x="1071250" y="1700358"/>
                </a:lnTo>
                <a:lnTo>
                  <a:pt x="1068149" y="1701988"/>
                </a:lnTo>
                <a:lnTo>
                  <a:pt x="1065917" y="1704966"/>
                </a:lnTo>
                <a:lnTo>
                  <a:pt x="1065125" y="1706018"/>
                </a:lnTo>
                <a:moveTo>
                  <a:pt x="1307766" y="478963"/>
                </a:moveTo>
                <a:lnTo>
                  <a:pt x="1307709" y="478822"/>
                </a:lnTo>
                <a:moveTo>
                  <a:pt x="1345768" y="542298"/>
                </a:moveTo>
                <a:lnTo>
                  <a:pt x="1332178" y="546004"/>
                </a:lnTo>
                <a:lnTo>
                  <a:pt x="1314954" y="555191"/>
                </a:lnTo>
                <a:lnTo>
                  <a:pt x="1305622" y="561514"/>
                </a:lnTo>
                <a:lnTo>
                  <a:pt x="1297539" y="567715"/>
                </a:lnTo>
                <a:lnTo>
                  <a:pt x="1257096" y="604251"/>
                </a:lnTo>
                <a:lnTo>
                  <a:pt x="1247398" y="612988"/>
                </a:lnTo>
                <a:lnTo>
                  <a:pt x="1237015" y="621155"/>
                </a:lnTo>
                <a:lnTo>
                  <a:pt x="1226887" y="627234"/>
                </a:lnTo>
                <a:moveTo>
                  <a:pt x="1409514" y="2460379"/>
                </a:moveTo>
                <a:lnTo>
                  <a:pt x="1409842" y="2459434"/>
                </a:lnTo>
                <a:lnTo>
                  <a:pt x="1411784" y="2454696"/>
                </a:lnTo>
                <a:lnTo>
                  <a:pt x="1414778" y="2451252"/>
                </a:lnTo>
                <a:lnTo>
                  <a:pt x="1417985" y="2449645"/>
                </a:lnTo>
                <a:lnTo>
                  <a:pt x="1421109" y="2448921"/>
                </a:lnTo>
                <a:moveTo>
                  <a:pt x="1214169" y="203900"/>
                </a:moveTo>
                <a:lnTo>
                  <a:pt x="1224346" y="200114"/>
                </a:lnTo>
                <a:lnTo>
                  <a:pt x="1226876" y="198987"/>
                </a:lnTo>
                <a:lnTo>
                  <a:pt x="1230045" y="197227"/>
                </a:lnTo>
                <a:moveTo>
                  <a:pt x="1222899" y="196488"/>
                </a:moveTo>
                <a:lnTo>
                  <a:pt x="1212767" y="200335"/>
                </a:lnTo>
                <a:moveTo>
                  <a:pt x="1066420" y="1725977"/>
                </a:moveTo>
                <a:lnTo>
                  <a:pt x="1070069" y="1726959"/>
                </a:lnTo>
                <a:lnTo>
                  <a:pt x="1074815" y="1728231"/>
                </a:lnTo>
                <a:lnTo>
                  <a:pt x="1082943" y="1731682"/>
                </a:lnTo>
                <a:lnTo>
                  <a:pt x="1088268" y="1734630"/>
                </a:lnTo>
                <a:lnTo>
                  <a:pt x="1106742" y="1747444"/>
                </a:lnTo>
                <a:lnTo>
                  <a:pt x="1109453" y="1749028"/>
                </a:lnTo>
                <a:lnTo>
                  <a:pt x="1111891" y="1750590"/>
                </a:lnTo>
                <a:lnTo>
                  <a:pt x="1113514" y="1751565"/>
                </a:lnTo>
                <a:moveTo>
                  <a:pt x="1126053" y="1742355"/>
                </a:moveTo>
                <a:lnTo>
                  <a:pt x="1119981" y="1739894"/>
                </a:lnTo>
                <a:lnTo>
                  <a:pt x="1116942" y="1738698"/>
                </a:lnTo>
                <a:lnTo>
                  <a:pt x="1108471" y="1734950"/>
                </a:lnTo>
                <a:lnTo>
                  <a:pt x="1092466" y="1727013"/>
                </a:lnTo>
                <a:lnTo>
                  <a:pt x="1074556" y="1715936"/>
                </a:lnTo>
                <a:lnTo>
                  <a:pt x="1072789" y="1714847"/>
                </a:lnTo>
                <a:lnTo>
                  <a:pt x="1067205" y="1711602"/>
                </a:lnTo>
                <a:moveTo>
                  <a:pt x="1122686" y="1749112"/>
                </a:moveTo>
                <a:lnTo>
                  <a:pt x="1121078" y="1750445"/>
                </a:lnTo>
                <a:moveTo>
                  <a:pt x="1135349" y="1757374"/>
                </a:moveTo>
                <a:lnTo>
                  <a:pt x="1139241" y="1756029"/>
                </a:lnTo>
                <a:moveTo>
                  <a:pt x="1147794" y="1753393"/>
                </a:moveTo>
                <a:lnTo>
                  <a:pt x="1168248" y="1748106"/>
                </a:lnTo>
                <a:moveTo>
                  <a:pt x="1173528" y="1746583"/>
                </a:moveTo>
                <a:lnTo>
                  <a:pt x="1179942" y="1744968"/>
                </a:lnTo>
                <a:lnTo>
                  <a:pt x="1185663" y="1743534"/>
                </a:lnTo>
                <a:moveTo>
                  <a:pt x="1240352" y="1729222"/>
                </a:moveTo>
                <a:lnTo>
                  <a:pt x="1245897" y="1728399"/>
                </a:lnTo>
                <a:lnTo>
                  <a:pt x="1251062" y="1726190"/>
                </a:lnTo>
                <a:lnTo>
                  <a:pt x="1255854" y="1724209"/>
                </a:lnTo>
                <a:lnTo>
                  <a:pt x="1262535" y="1721322"/>
                </a:lnTo>
                <a:lnTo>
                  <a:pt x="1263518" y="1720446"/>
                </a:lnTo>
                <a:moveTo>
                  <a:pt x="1174998" y="1657385"/>
                </a:moveTo>
                <a:lnTo>
                  <a:pt x="1167136" y="1627180"/>
                </a:lnTo>
                <a:moveTo>
                  <a:pt x="1165072" y="1619098"/>
                </a:moveTo>
                <a:lnTo>
                  <a:pt x="1141327" y="1523760"/>
                </a:lnTo>
                <a:lnTo>
                  <a:pt x="1140382" y="1519974"/>
                </a:lnTo>
                <a:moveTo>
                  <a:pt x="1138165" y="1511213"/>
                </a:moveTo>
                <a:lnTo>
                  <a:pt x="1137381" y="1508189"/>
                </a:lnTo>
                <a:moveTo>
                  <a:pt x="1412729" y="1403588"/>
                </a:moveTo>
                <a:lnTo>
                  <a:pt x="1396930" y="1358040"/>
                </a:lnTo>
                <a:lnTo>
                  <a:pt x="1382539" y="1314268"/>
                </a:lnTo>
                <a:moveTo>
                  <a:pt x="1221238" y="1023272"/>
                </a:moveTo>
                <a:lnTo>
                  <a:pt x="1206467" y="997090"/>
                </a:lnTo>
                <a:moveTo>
                  <a:pt x="1202277" y="989639"/>
                </a:moveTo>
                <a:lnTo>
                  <a:pt x="1192351" y="971966"/>
                </a:lnTo>
                <a:lnTo>
                  <a:pt x="1188466" y="964020"/>
                </a:lnTo>
                <a:moveTo>
                  <a:pt x="1184878" y="956403"/>
                </a:moveTo>
                <a:lnTo>
                  <a:pt x="1177992" y="941159"/>
                </a:lnTo>
                <a:moveTo>
                  <a:pt x="1378494" y="1303679"/>
                </a:moveTo>
                <a:lnTo>
                  <a:pt x="1377611" y="1301630"/>
                </a:lnTo>
                <a:lnTo>
                  <a:pt x="1356616" y="1253340"/>
                </a:lnTo>
                <a:lnTo>
                  <a:pt x="1339399" y="1211457"/>
                </a:lnTo>
                <a:moveTo>
                  <a:pt x="1335552" y="1203862"/>
                </a:moveTo>
                <a:lnTo>
                  <a:pt x="1317925" y="1170435"/>
                </a:lnTo>
                <a:lnTo>
                  <a:pt x="1309705" y="1156387"/>
                </a:lnTo>
                <a:lnTo>
                  <a:pt x="1303748" y="1147223"/>
                </a:lnTo>
                <a:moveTo>
                  <a:pt x="1299238" y="1140443"/>
                </a:moveTo>
                <a:lnTo>
                  <a:pt x="1298842" y="1139856"/>
                </a:lnTo>
                <a:lnTo>
                  <a:pt x="1290234" y="1127554"/>
                </a:lnTo>
                <a:lnTo>
                  <a:pt x="1251596" y="1074586"/>
                </a:lnTo>
                <a:lnTo>
                  <a:pt x="1245158" y="1063937"/>
                </a:lnTo>
                <a:moveTo>
                  <a:pt x="1240641" y="1056608"/>
                </a:moveTo>
                <a:lnTo>
                  <a:pt x="1225390" y="1030502"/>
                </a:lnTo>
                <a:moveTo>
                  <a:pt x="1422884" y="1448739"/>
                </a:moveTo>
                <a:lnTo>
                  <a:pt x="1423546" y="1451276"/>
                </a:lnTo>
                <a:lnTo>
                  <a:pt x="1440930" y="1517536"/>
                </a:lnTo>
                <a:lnTo>
                  <a:pt x="1444983" y="1525984"/>
                </a:lnTo>
                <a:lnTo>
                  <a:pt x="1449143" y="1533579"/>
                </a:lnTo>
                <a:moveTo>
                  <a:pt x="1452677" y="1538538"/>
                </a:moveTo>
                <a:lnTo>
                  <a:pt x="1455534" y="1542180"/>
                </a:lnTo>
                <a:lnTo>
                  <a:pt x="1458033" y="1544694"/>
                </a:lnTo>
                <a:moveTo>
                  <a:pt x="859998" y="754788"/>
                </a:moveTo>
                <a:lnTo>
                  <a:pt x="859831" y="751428"/>
                </a:lnTo>
                <a:lnTo>
                  <a:pt x="859046" y="746179"/>
                </a:lnTo>
                <a:lnTo>
                  <a:pt x="857484" y="736421"/>
                </a:lnTo>
                <a:moveTo>
                  <a:pt x="856662" y="730460"/>
                </a:moveTo>
                <a:lnTo>
                  <a:pt x="856197" y="726388"/>
                </a:lnTo>
                <a:lnTo>
                  <a:pt x="855770" y="720781"/>
                </a:lnTo>
                <a:lnTo>
                  <a:pt x="851702" y="695475"/>
                </a:lnTo>
                <a:lnTo>
                  <a:pt x="832581" y="632863"/>
                </a:lnTo>
                <a:moveTo>
                  <a:pt x="849394" y="753036"/>
                </a:moveTo>
                <a:lnTo>
                  <a:pt x="849668" y="753950"/>
                </a:lnTo>
                <a:lnTo>
                  <a:pt x="850335" y="756658"/>
                </a:lnTo>
                <a:moveTo>
                  <a:pt x="837343" y="606026"/>
                </a:moveTo>
                <a:lnTo>
                  <a:pt x="839232" y="600145"/>
                </a:lnTo>
                <a:lnTo>
                  <a:pt x="865597" y="547535"/>
                </a:lnTo>
                <a:lnTo>
                  <a:pt x="868165" y="542089"/>
                </a:lnTo>
                <a:lnTo>
                  <a:pt x="869147" y="538645"/>
                </a:lnTo>
                <a:lnTo>
                  <a:pt x="869673" y="534768"/>
                </a:lnTo>
                <a:lnTo>
                  <a:pt x="869284" y="529900"/>
                </a:lnTo>
                <a:lnTo>
                  <a:pt x="868218" y="524004"/>
                </a:lnTo>
                <a:lnTo>
                  <a:pt x="867243" y="519288"/>
                </a:lnTo>
                <a:lnTo>
                  <a:pt x="861796" y="500327"/>
                </a:lnTo>
                <a:moveTo>
                  <a:pt x="855793" y="500975"/>
                </a:moveTo>
                <a:lnTo>
                  <a:pt x="855915" y="508738"/>
                </a:lnTo>
                <a:lnTo>
                  <a:pt x="858856" y="522290"/>
                </a:lnTo>
                <a:lnTo>
                  <a:pt x="859008" y="526205"/>
                </a:lnTo>
                <a:lnTo>
                  <a:pt x="858543" y="529618"/>
                </a:lnTo>
                <a:lnTo>
                  <a:pt x="857972" y="532513"/>
                </a:lnTo>
                <a:lnTo>
                  <a:pt x="856974" y="534981"/>
                </a:lnTo>
                <a:lnTo>
                  <a:pt x="853752" y="541540"/>
                </a:lnTo>
                <a:lnTo>
                  <a:pt x="830829" y="587004"/>
                </a:lnTo>
                <a:lnTo>
                  <a:pt x="826434" y="597692"/>
                </a:lnTo>
                <a:lnTo>
                  <a:pt x="825436" y="600137"/>
                </a:lnTo>
                <a:moveTo>
                  <a:pt x="2653637" y="450156"/>
                </a:moveTo>
                <a:lnTo>
                  <a:pt x="2654025" y="452571"/>
                </a:lnTo>
                <a:lnTo>
                  <a:pt x="2655549" y="490036"/>
                </a:lnTo>
                <a:lnTo>
                  <a:pt x="2654490" y="493403"/>
                </a:lnTo>
                <a:lnTo>
                  <a:pt x="2653134" y="495757"/>
                </a:lnTo>
                <a:lnTo>
                  <a:pt x="2650110" y="498446"/>
                </a:lnTo>
                <a:lnTo>
                  <a:pt x="2626822" y="516774"/>
                </a:lnTo>
                <a:lnTo>
                  <a:pt x="2624262" y="517643"/>
                </a:lnTo>
                <a:moveTo>
                  <a:pt x="1026129" y="2202170"/>
                </a:moveTo>
                <a:lnTo>
                  <a:pt x="1026540" y="2194697"/>
                </a:lnTo>
                <a:lnTo>
                  <a:pt x="1026860" y="2188740"/>
                </a:lnTo>
                <a:lnTo>
                  <a:pt x="1027386" y="2182684"/>
                </a:lnTo>
                <a:moveTo>
                  <a:pt x="1180071" y="1728631"/>
                </a:moveTo>
                <a:lnTo>
                  <a:pt x="1176308" y="1729625"/>
                </a:lnTo>
                <a:lnTo>
                  <a:pt x="1169959" y="1731122"/>
                </a:lnTo>
                <a:moveTo>
                  <a:pt x="1169738" y="1731176"/>
                </a:moveTo>
                <a:lnTo>
                  <a:pt x="1164592" y="1732421"/>
                </a:lnTo>
                <a:lnTo>
                  <a:pt x="1144389" y="1736992"/>
                </a:lnTo>
                <a:moveTo>
                  <a:pt x="1504007" y="1648053"/>
                </a:moveTo>
                <a:lnTo>
                  <a:pt x="1462207" y="1658429"/>
                </a:lnTo>
                <a:lnTo>
                  <a:pt x="1447406" y="1666527"/>
                </a:lnTo>
                <a:lnTo>
                  <a:pt x="1445600" y="1667045"/>
                </a:lnTo>
                <a:moveTo>
                  <a:pt x="1105911" y="680936"/>
                </a:moveTo>
                <a:lnTo>
                  <a:pt x="1110954" y="678902"/>
                </a:lnTo>
                <a:moveTo>
                  <a:pt x="683949" y="308052"/>
                </a:moveTo>
                <a:lnTo>
                  <a:pt x="683903" y="306056"/>
                </a:lnTo>
                <a:lnTo>
                  <a:pt x="682806" y="288101"/>
                </a:lnTo>
                <a:lnTo>
                  <a:pt x="682700" y="286013"/>
                </a:lnTo>
                <a:moveTo>
                  <a:pt x="515045" y="938516"/>
                </a:moveTo>
                <a:lnTo>
                  <a:pt x="529192" y="933343"/>
                </a:lnTo>
                <a:lnTo>
                  <a:pt x="557324" y="923455"/>
                </a:lnTo>
                <a:lnTo>
                  <a:pt x="643285" y="891171"/>
                </a:lnTo>
                <a:moveTo>
                  <a:pt x="2040763" y="1131340"/>
                </a:moveTo>
                <a:lnTo>
                  <a:pt x="2009324" y="1150689"/>
                </a:lnTo>
                <a:lnTo>
                  <a:pt x="2002117" y="1155123"/>
                </a:lnTo>
                <a:lnTo>
                  <a:pt x="2000738" y="1155976"/>
                </a:lnTo>
                <a:moveTo>
                  <a:pt x="663411" y="378677"/>
                </a:moveTo>
                <a:lnTo>
                  <a:pt x="658155" y="377809"/>
                </a:lnTo>
                <a:lnTo>
                  <a:pt x="480513" y="342828"/>
                </a:lnTo>
                <a:moveTo>
                  <a:pt x="475767" y="341967"/>
                </a:moveTo>
                <a:lnTo>
                  <a:pt x="474815" y="341792"/>
                </a:lnTo>
                <a:moveTo>
                  <a:pt x="798949" y="269064"/>
                </a:moveTo>
                <a:lnTo>
                  <a:pt x="799116" y="267441"/>
                </a:lnTo>
                <a:lnTo>
                  <a:pt x="798590" y="264234"/>
                </a:lnTo>
                <a:lnTo>
                  <a:pt x="798263" y="262360"/>
                </a:lnTo>
                <a:lnTo>
                  <a:pt x="797653" y="259831"/>
                </a:lnTo>
                <a:lnTo>
                  <a:pt x="796937" y="257584"/>
                </a:lnTo>
                <a:lnTo>
                  <a:pt x="796046" y="254475"/>
                </a:lnTo>
                <a:lnTo>
                  <a:pt x="794126" y="247208"/>
                </a:lnTo>
                <a:lnTo>
                  <a:pt x="793738" y="246812"/>
                </a:lnTo>
                <a:moveTo>
                  <a:pt x="785373" y="249653"/>
                </a:moveTo>
                <a:lnTo>
                  <a:pt x="785282" y="250065"/>
                </a:lnTo>
                <a:lnTo>
                  <a:pt x="785549" y="252228"/>
                </a:lnTo>
                <a:lnTo>
                  <a:pt x="786844" y="257576"/>
                </a:lnTo>
                <a:lnTo>
                  <a:pt x="787750" y="260631"/>
                </a:lnTo>
                <a:lnTo>
                  <a:pt x="788299" y="262939"/>
                </a:lnTo>
                <a:lnTo>
                  <a:pt x="790127" y="270283"/>
                </a:lnTo>
                <a:lnTo>
                  <a:pt x="790919" y="271677"/>
                </a:lnTo>
                <a:moveTo>
                  <a:pt x="845600" y="731195"/>
                </a:moveTo>
                <a:lnTo>
                  <a:pt x="846796" y="737061"/>
                </a:lnTo>
                <a:lnTo>
                  <a:pt x="848983" y="749790"/>
                </a:lnTo>
                <a:lnTo>
                  <a:pt x="849310" y="752617"/>
                </a:lnTo>
                <a:moveTo>
                  <a:pt x="944846" y="584353"/>
                </a:moveTo>
                <a:lnTo>
                  <a:pt x="942370" y="585031"/>
                </a:lnTo>
                <a:lnTo>
                  <a:pt x="939118" y="585907"/>
                </a:lnTo>
                <a:lnTo>
                  <a:pt x="928864" y="588703"/>
                </a:lnTo>
                <a:lnTo>
                  <a:pt x="918519" y="591521"/>
                </a:lnTo>
                <a:lnTo>
                  <a:pt x="848091" y="609659"/>
                </a:lnTo>
                <a:moveTo>
                  <a:pt x="847878" y="609720"/>
                </a:moveTo>
                <a:lnTo>
                  <a:pt x="840154" y="611769"/>
                </a:lnTo>
                <a:moveTo>
                  <a:pt x="2497821" y="1056067"/>
                </a:moveTo>
                <a:lnTo>
                  <a:pt x="2495390" y="1058505"/>
                </a:lnTo>
                <a:lnTo>
                  <a:pt x="2494888" y="1059008"/>
                </a:lnTo>
                <a:moveTo>
                  <a:pt x="1967418" y="1472872"/>
                </a:moveTo>
                <a:lnTo>
                  <a:pt x="1910748" y="1419044"/>
                </a:lnTo>
                <a:moveTo>
                  <a:pt x="1902780" y="1411388"/>
                </a:moveTo>
                <a:lnTo>
                  <a:pt x="1862093" y="1371783"/>
                </a:lnTo>
                <a:lnTo>
                  <a:pt x="1860470" y="1370610"/>
                </a:lnTo>
                <a:lnTo>
                  <a:pt x="1858444" y="1369840"/>
                </a:lnTo>
                <a:lnTo>
                  <a:pt x="1856143" y="1369520"/>
                </a:lnTo>
                <a:lnTo>
                  <a:pt x="1853660" y="1369764"/>
                </a:lnTo>
                <a:lnTo>
                  <a:pt x="1850910" y="1370503"/>
                </a:lnTo>
                <a:lnTo>
                  <a:pt x="1848487" y="1371844"/>
                </a:lnTo>
                <a:lnTo>
                  <a:pt x="1840511" y="1378700"/>
                </a:lnTo>
                <a:lnTo>
                  <a:pt x="1821962" y="1394614"/>
                </a:lnTo>
                <a:moveTo>
                  <a:pt x="1866252" y="1509461"/>
                </a:moveTo>
                <a:lnTo>
                  <a:pt x="1846857" y="1486074"/>
                </a:lnTo>
                <a:lnTo>
                  <a:pt x="1831957" y="1468500"/>
                </a:lnTo>
                <a:lnTo>
                  <a:pt x="1799573" y="1431035"/>
                </a:lnTo>
                <a:lnTo>
                  <a:pt x="1798594" y="1429774"/>
                </a:lnTo>
                <a:moveTo>
                  <a:pt x="1798472" y="1429629"/>
                </a:moveTo>
                <a:lnTo>
                  <a:pt x="1794263" y="1424990"/>
                </a:lnTo>
                <a:moveTo>
                  <a:pt x="1823546" y="1396457"/>
                </a:moveTo>
                <a:lnTo>
                  <a:pt x="1842096" y="1380544"/>
                </a:lnTo>
                <a:lnTo>
                  <a:pt x="1849889" y="1373855"/>
                </a:lnTo>
                <a:lnTo>
                  <a:pt x="1851824" y="1372773"/>
                </a:lnTo>
                <a:lnTo>
                  <a:pt x="1854102" y="1372171"/>
                </a:lnTo>
                <a:lnTo>
                  <a:pt x="1856098" y="1371973"/>
                </a:lnTo>
                <a:lnTo>
                  <a:pt x="1857834" y="1372217"/>
                </a:lnTo>
                <a:lnTo>
                  <a:pt x="1859297" y="1372773"/>
                </a:lnTo>
                <a:lnTo>
                  <a:pt x="1860524" y="1373657"/>
                </a:lnTo>
                <a:lnTo>
                  <a:pt x="1901081" y="1413133"/>
                </a:lnTo>
                <a:moveTo>
                  <a:pt x="899870" y="1535126"/>
                </a:moveTo>
                <a:lnTo>
                  <a:pt x="874465" y="1436177"/>
                </a:lnTo>
                <a:moveTo>
                  <a:pt x="775843" y="2242065"/>
                </a:moveTo>
                <a:lnTo>
                  <a:pt x="779850" y="2243467"/>
                </a:lnTo>
                <a:lnTo>
                  <a:pt x="781747" y="2243543"/>
                </a:lnTo>
                <a:lnTo>
                  <a:pt x="783614" y="2243642"/>
                </a:lnTo>
                <a:lnTo>
                  <a:pt x="788009" y="2243856"/>
                </a:lnTo>
                <a:lnTo>
                  <a:pt x="790820" y="2244016"/>
                </a:lnTo>
                <a:moveTo>
                  <a:pt x="930829" y="2258680"/>
                </a:moveTo>
                <a:lnTo>
                  <a:pt x="965224" y="2260333"/>
                </a:lnTo>
                <a:lnTo>
                  <a:pt x="975303" y="2260851"/>
                </a:lnTo>
                <a:lnTo>
                  <a:pt x="975539" y="2260866"/>
                </a:lnTo>
                <a:moveTo>
                  <a:pt x="1071044" y="1285145"/>
                </a:moveTo>
                <a:lnTo>
                  <a:pt x="1073269" y="1291628"/>
                </a:lnTo>
                <a:lnTo>
                  <a:pt x="1095574" y="1376910"/>
                </a:lnTo>
                <a:moveTo>
                  <a:pt x="1098385" y="1387925"/>
                </a:moveTo>
                <a:lnTo>
                  <a:pt x="1111427" y="1440359"/>
                </a:lnTo>
                <a:lnTo>
                  <a:pt x="1120400" y="1478921"/>
                </a:lnTo>
                <a:moveTo>
                  <a:pt x="1072423" y="1495520"/>
                </a:moveTo>
                <a:lnTo>
                  <a:pt x="971067" y="1521459"/>
                </a:lnTo>
                <a:moveTo>
                  <a:pt x="962817" y="1523562"/>
                </a:moveTo>
                <a:lnTo>
                  <a:pt x="939636" y="1529435"/>
                </a:lnTo>
                <a:lnTo>
                  <a:pt x="931454" y="1531507"/>
                </a:lnTo>
                <a:lnTo>
                  <a:pt x="905050" y="1538203"/>
                </a:lnTo>
                <a:moveTo>
                  <a:pt x="894462" y="1540930"/>
                </a:moveTo>
                <a:lnTo>
                  <a:pt x="870061" y="1547329"/>
                </a:lnTo>
                <a:lnTo>
                  <a:pt x="837655" y="1555344"/>
                </a:lnTo>
                <a:moveTo>
                  <a:pt x="829481" y="1557461"/>
                </a:moveTo>
                <a:lnTo>
                  <a:pt x="796442" y="1566420"/>
                </a:lnTo>
                <a:lnTo>
                  <a:pt x="729740" y="1583164"/>
                </a:lnTo>
                <a:lnTo>
                  <a:pt x="723928" y="1584444"/>
                </a:lnTo>
                <a:moveTo>
                  <a:pt x="717155" y="1585510"/>
                </a:moveTo>
                <a:lnTo>
                  <a:pt x="715700" y="1585594"/>
                </a:lnTo>
                <a:lnTo>
                  <a:pt x="711549" y="1585480"/>
                </a:lnTo>
                <a:lnTo>
                  <a:pt x="675059" y="1583332"/>
                </a:lnTo>
                <a:moveTo>
                  <a:pt x="2778707" y="1342073"/>
                </a:moveTo>
                <a:lnTo>
                  <a:pt x="2773938" y="1336009"/>
                </a:lnTo>
                <a:lnTo>
                  <a:pt x="2747961" y="1311259"/>
                </a:lnTo>
                <a:moveTo>
                  <a:pt x="2744507" y="1307972"/>
                </a:moveTo>
                <a:lnTo>
                  <a:pt x="2744419" y="1307896"/>
                </a:lnTo>
                <a:moveTo>
                  <a:pt x="670031" y="1612615"/>
                </a:moveTo>
                <a:lnTo>
                  <a:pt x="671303" y="1588420"/>
                </a:lnTo>
                <a:lnTo>
                  <a:pt x="671364" y="1586447"/>
                </a:lnTo>
                <a:moveTo>
                  <a:pt x="1919974" y="1681614"/>
                </a:moveTo>
                <a:lnTo>
                  <a:pt x="1948316" y="1751767"/>
                </a:lnTo>
                <a:moveTo>
                  <a:pt x="1603390" y="1552296"/>
                </a:moveTo>
                <a:lnTo>
                  <a:pt x="1602681" y="1553835"/>
                </a:lnTo>
                <a:lnTo>
                  <a:pt x="1602620" y="1555679"/>
                </a:lnTo>
                <a:lnTo>
                  <a:pt x="1604113" y="1561034"/>
                </a:lnTo>
                <a:lnTo>
                  <a:pt x="1606688" y="1568195"/>
                </a:lnTo>
                <a:lnTo>
                  <a:pt x="1618701" y="1603374"/>
                </a:lnTo>
                <a:moveTo>
                  <a:pt x="1620454" y="1605157"/>
                </a:moveTo>
                <a:lnTo>
                  <a:pt x="1621901" y="1609514"/>
                </a:lnTo>
                <a:lnTo>
                  <a:pt x="1622465" y="1611205"/>
                </a:lnTo>
                <a:moveTo>
                  <a:pt x="809294" y="600815"/>
                </a:moveTo>
                <a:lnTo>
                  <a:pt x="803877" y="582593"/>
                </a:lnTo>
                <a:lnTo>
                  <a:pt x="792489" y="544511"/>
                </a:lnTo>
                <a:moveTo>
                  <a:pt x="517338" y="827013"/>
                </a:moveTo>
                <a:lnTo>
                  <a:pt x="514573" y="867068"/>
                </a:lnTo>
                <a:moveTo>
                  <a:pt x="513986" y="875554"/>
                </a:moveTo>
                <a:lnTo>
                  <a:pt x="510970" y="918252"/>
                </a:lnTo>
                <a:moveTo>
                  <a:pt x="566778" y="2210390"/>
                </a:moveTo>
                <a:lnTo>
                  <a:pt x="564973" y="2210367"/>
                </a:lnTo>
                <a:moveTo>
                  <a:pt x="564744" y="2210360"/>
                </a:moveTo>
                <a:lnTo>
                  <a:pt x="561697" y="2210238"/>
                </a:lnTo>
                <a:moveTo>
                  <a:pt x="561469" y="2210223"/>
                </a:moveTo>
                <a:lnTo>
                  <a:pt x="556700" y="2210055"/>
                </a:lnTo>
                <a:lnTo>
                  <a:pt x="548800" y="2209446"/>
                </a:lnTo>
                <a:moveTo>
                  <a:pt x="506856" y="2204395"/>
                </a:moveTo>
                <a:lnTo>
                  <a:pt x="503954" y="2204246"/>
                </a:lnTo>
                <a:moveTo>
                  <a:pt x="503725" y="2204239"/>
                </a:moveTo>
                <a:lnTo>
                  <a:pt x="494332" y="2203705"/>
                </a:lnTo>
                <a:moveTo>
                  <a:pt x="520012" y="2196876"/>
                </a:moveTo>
                <a:lnTo>
                  <a:pt x="520004" y="2197028"/>
                </a:lnTo>
                <a:moveTo>
                  <a:pt x="520043" y="2195787"/>
                </a:moveTo>
                <a:lnTo>
                  <a:pt x="519936" y="2199100"/>
                </a:lnTo>
                <a:moveTo>
                  <a:pt x="519624" y="2209247"/>
                </a:moveTo>
                <a:lnTo>
                  <a:pt x="519540" y="2212036"/>
                </a:lnTo>
                <a:moveTo>
                  <a:pt x="527539" y="2446899"/>
                </a:moveTo>
                <a:lnTo>
                  <a:pt x="530121" y="2430536"/>
                </a:lnTo>
                <a:moveTo>
                  <a:pt x="289701" y="2365616"/>
                </a:moveTo>
                <a:lnTo>
                  <a:pt x="278624" y="2361399"/>
                </a:lnTo>
                <a:moveTo>
                  <a:pt x="606848" y="2222872"/>
                </a:moveTo>
                <a:lnTo>
                  <a:pt x="618092" y="2222388"/>
                </a:lnTo>
                <a:lnTo>
                  <a:pt x="631286" y="2221581"/>
                </a:lnTo>
                <a:lnTo>
                  <a:pt x="638143" y="2221375"/>
                </a:lnTo>
                <a:lnTo>
                  <a:pt x="641426" y="2221360"/>
                </a:lnTo>
                <a:lnTo>
                  <a:pt x="644267" y="2221550"/>
                </a:lnTo>
                <a:lnTo>
                  <a:pt x="660090" y="2222091"/>
                </a:lnTo>
                <a:lnTo>
                  <a:pt x="672454" y="2222350"/>
                </a:lnTo>
                <a:moveTo>
                  <a:pt x="1525916" y="1637891"/>
                </a:moveTo>
                <a:lnTo>
                  <a:pt x="1525436" y="1636794"/>
                </a:lnTo>
                <a:moveTo>
                  <a:pt x="1524232" y="1633853"/>
                </a:moveTo>
                <a:lnTo>
                  <a:pt x="1519113" y="1621177"/>
                </a:lnTo>
                <a:lnTo>
                  <a:pt x="1515719" y="1613986"/>
                </a:lnTo>
                <a:moveTo>
                  <a:pt x="1513079" y="1609187"/>
                </a:moveTo>
                <a:lnTo>
                  <a:pt x="1506802" y="1599329"/>
                </a:lnTo>
                <a:lnTo>
                  <a:pt x="1501279" y="1591559"/>
                </a:lnTo>
                <a:moveTo>
                  <a:pt x="1494507" y="1582059"/>
                </a:moveTo>
                <a:lnTo>
                  <a:pt x="1486036" y="1570191"/>
                </a:lnTo>
                <a:lnTo>
                  <a:pt x="1464020" y="1547329"/>
                </a:lnTo>
                <a:moveTo>
                  <a:pt x="1500807" y="1601178"/>
                </a:moveTo>
                <a:lnTo>
                  <a:pt x="1503961" y="1607480"/>
                </a:lnTo>
                <a:lnTo>
                  <a:pt x="1511114" y="1622091"/>
                </a:lnTo>
                <a:lnTo>
                  <a:pt x="1514923" y="1631583"/>
                </a:lnTo>
                <a:moveTo>
                  <a:pt x="1517774" y="1638820"/>
                </a:moveTo>
                <a:lnTo>
                  <a:pt x="1518073" y="1640043"/>
                </a:lnTo>
                <a:moveTo>
                  <a:pt x="1533998" y="1662272"/>
                </a:moveTo>
                <a:lnTo>
                  <a:pt x="1533949" y="1662062"/>
                </a:lnTo>
                <a:moveTo>
                  <a:pt x="1079134" y="2237510"/>
                </a:moveTo>
                <a:lnTo>
                  <a:pt x="1040481" y="2235522"/>
                </a:lnTo>
                <a:moveTo>
                  <a:pt x="1040268" y="2235506"/>
                </a:moveTo>
                <a:lnTo>
                  <a:pt x="1036642" y="2235377"/>
                </a:lnTo>
                <a:lnTo>
                  <a:pt x="1033145" y="2235247"/>
                </a:lnTo>
                <a:lnTo>
                  <a:pt x="1031088" y="2235179"/>
                </a:lnTo>
                <a:moveTo>
                  <a:pt x="836901" y="2225672"/>
                </a:moveTo>
                <a:lnTo>
                  <a:pt x="816561" y="2224628"/>
                </a:lnTo>
                <a:moveTo>
                  <a:pt x="816333" y="2224613"/>
                </a:moveTo>
                <a:lnTo>
                  <a:pt x="813582" y="2224468"/>
                </a:lnTo>
                <a:lnTo>
                  <a:pt x="809994" y="2224278"/>
                </a:lnTo>
                <a:lnTo>
                  <a:pt x="806224" y="2224080"/>
                </a:lnTo>
                <a:moveTo>
                  <a:pt x="747391" y="2227523"/>
                </a:moveTo>
                <a:lnTo>
                  <a:pt x="781724" y="2229343"/>
                </a:lnTo>
                <a:moveTo>
                  <a:pt x="781945" y="2229359"/>
                </a:moveTo>
                <a:lnTo>
                  <a:pt x="784650" y="2229481"/>
                </a:lnTo>
                <a:lnTo>
                  <a:pt x="787994" y="2229633"/>
                </a:lnTo>
                <a:lnTo>
                  <a:pt x="791407" y="2229816"/>
                </a:lnTo>
                <a:moveTo>
                  <a:pt x="978700" y="2238759"/>
                </a:moveTo>
                <a:lnTo>
                  <a:pt x="1005629" y="2240115"/>
                </a:lnTo>
                <a:moveTo>
                  <a:pt x="1005850" y="2240130"/>
                </a:moveTo>
                <a:lnTo>
                  <a:pt x="1009202" y="2240328"/>
                </a:lnTo>
                <a:lnTo>
                  <a:pt x="1012638" y="2240527"/>
                </a:lnTo>
                <a:lnTo>
                  <a:pt x="1014679" y="2240641"/>
                </a:lnTo>
                <a:moveTo>
                  <a:pt x="805953" y="2231899"/>
                </a:moveTo>
                <a:lnTo>
                  <a:pt x="809751" y="2232033"/>
                </a:lnTo>
                <a:lnTo>
                  <a:pt x="813293" y="2232124"/>
                </a:lnTo>
                <a:lnTo>
                  <a:pt x="818123" y="2232253"/>
                </a:lnTo>
                <a:lnTo>
                  <a:pt x="821094" y="2232261"/>
                </a:lnTo>
                <a:lnTo>
                  <a:pt x="838584" y="2232330"/>
                </a:lnTo>
                <a:lnTo>
                  <a:pt x="851535" y="2232375"/>
                </a:lnTo>
                <a:lnTo>
                  <a:pt x="860455" y="2232337"/>
                </a:lnTo>
                <a:lnTo>
                  <a:pt x="871726" y="2232459"/>
                </a:lnTo>
                <a:moveTo>
                  <a:pt x="1281854" y="2249135"/>
                </a:moveTo>
                <a:lnTo>
                  <a:pt x="1286196" y="2248373"/>
                </a:lnTo>
                <a:lnTo>
                  <a:pt x="1288748" y="2247794"/>
                </a:lnTo>
                <a:lnTo>
                  <a:pt x="1305180" y="2244122"/>
                </a:lnTo>
                <a:moveTo>
                  <a:pt x="1310840" y="2242660"/>
                </a:moveTo>
                <a:lnTo>
                  <a:pt x="1314512" y="2241753"/>
                </a:lnTo>
                <a:moveTo>
                  <a:pt x="1417917" y="2206543"/>
                </a:moveTo>
                <a:lnTo>
                  <a:pt x="1401173" y="2210032"/>
                </a:lnTo>
                <a:lnTo>
                  <a:pt x="1392435" y="2212896"/>
                </a:lnTo>
                <a:lnTo>
                  <a:pt x="1378487" y="2217086"/>
                </a:lnTo>
                <a:lnTo>
                  <a:pt x="1365468" y="2220766"/>
                </a:lnTo>
                <a:lnTo>
                  <a:pt x="1349623" y="2224415"/>
                </a:lnTo>
                <a:moveTo>
                  <a:pt x="1343612" y="2225862"/>
                </a:moveTo>
                <a:lnTo>
                  <a:pt x="1338478" y="2227066"/>
                </a:lnTo>
                <a:lnTo>
                  <a:pt x="1334539" y="2228170"/>
                </a:lnTo>
                <a:moveTo>
                  <a:pt x="719105" y="2221059"/>
                </a:moveTo>
                <a:lnTo>
                  <a:pt x="704692" y="2219711"/>
                </a:lnTo>
                <a:lnTo>
                  <a:pt x="675276" y="2217258"/>
                </a:lnTo>
                <a:moveTo>
                  <a:pt x="497200" y="2499645"/>
                </a:moveTo>
                <a:lnTo>
                  <a:pt x="496831" y="2499314"/>
                </a:lnTo>
                <a:lnTo>
                  <a:pt x="488824" y="2492614"/>
                </a:lnTo>
                <a:moveTo>
                  <a:pt x="1188946" y="1502894"/>
                </a:moveTo>
                <a:lnTo>
                  <a:pt x="1275691" y="1481374"/>
                </a:lnTo>
                <a:lnTo>
                  <a:pt x="1306079" y="1473634"/>
                </a:lnTo>
                <a:moveTo>
                  <a:pt x="1314359" y="1471554"/>
                </a:moveTo>
                <a:lnTo>
                  <a:pt x="1365308" y="1458878"/>
                </a:lnTo>
                <a:moveTo>
                  <a:pt x="1373581" y="1456806"/>
                </a:moveTo>
                <a:lnTo>
                  <a:pt x="1417003" y="1445844"/>
                </a:lnTo>
                <a:lnTo>
                  <a:pt x="1417726" y="1445676"/>
                </a:lnTo>
                <a:moveTo>
                  <a:pt x="463449" y="1382456"/>
                </a:moveTo>
                <a:lnTo>
                  <a:pt x="428003" y="1380010"/>
                </a:lnTo>
                <a:lnTo>
                  <a:pt x="404441" y="1400099"/>
                </a:lnTo>
                <a:moveTo>
                  <a:pt x="486371" y="1383911"/>
                </a:moveTo>
                <a:lnTo>
                  <a:pt x="482387" y="1383865"/>
                </a:lnTo>
                <a:moveTo>
                  <a:pt x="452746" y="1262093"/>
                </a:moveTo>
                <a:lnTo>
                  <a:pt x="449539" y="1262885"/>
                </a:lnTo>
                <a:lnTo>
                  <a:pt x="361293" y="1282227"/>
                </a:lnTo>
                <a:moveTo>
                  <a:pt x="1864089" y="689739"/>
                </a:moveTo>
                <a:lnTo>
                  <a:pt x="1851352" y="695178"/>
                </a:lnTo>
                <a:lnTo>
                  <a:pt x="1827782" y="702636"/>
                </a:lnTo>
                <a:lnTo>
                  <a:pt x="1812836" y="708875"/>
                </a:lnTo>
                <a:moveTo>
                  <a:pt x="1812638" y="708966"/>
                </a:moveTo>
                <a:lnTo>
                  <a:pt x="1810863" y="709735"/>
                </a:lnTo>
                <a:lnTo>
                  <a:pt x="1806939" y="711328"/>
                </a:lnTo>
                <a:lnTo>
                  <a:pt x="1802536" y="713255"/>
                </a:lnTo>
                <a:lnTo>
                  <a:pt x="1801409" y="713727"/>
                </a:lnTo>
                <a:moveTo>
                  <a:pt x="1158878" y="531256"/>
                </a:moveTo>
                <a:lnTo>
                  <a:pt x="1171143" y="568035"/>
                </a:lnTo>
                <a:lnTo>
                  <a:pt x="1181389" y="598667"/>
                </a:lnTo>
                <a:lnTo>
                  <a:pt x="1182212" y="599809"/>
                </a:lnTo>
                <a:lnTo>
                  <a:pt x="1183377" y="600602"/>
                </a:lnTo>
                <a:lnTo>
                  <a:pt x="1184360" y="600861"/>
                </a:lnTo>
                <a:lnTo>
                  <a:pt x="1185594" y="600845"/>
                </a:lnTo>
                <a:moveTo>
                  <a:pt x="1163883" y="521269"/>
                </a:moveTo>
                <a:lnTo>
                  <a:pt x="1163708" y="520743"/>
                </a:lnTo>
                <a:lnTo>
                  <a:pt x="1163335" y="519677"/>
                </a:lnTo>
                <a:lnTo>
                  <a:pt x="1163274" y="519502"/>
                </a:lnTo>
                <a:moveTo>
                  <a:pt x="1441319" y="325421"/>
                </a:moveTo>
                <a:lnTo>
                  <a:pt x="1443124" y="329077"/>
                </a:lnTo>
                <a:lnTo>
                  <a:pt x="1444138" y="334456"/>
                </a:lnTo>
                <a:lnTo>
                  <a:pt x="1448282" y="347200"/>
                </a:lnTo>
                <a:lnTo>
                  <a:pt x="1455031" y="366291"/>
                </a:lnTo>
                <a:moveTo>
                  <a:pt x="1457857" y="374343"/>
                </a:moveTo>
                <a:lnTo>
                  <a:pt x="1464249" y="392618"/>
                </a:lnTo>
                <a:lnTo>
                  <a:pt x="1466222" y="397547"/>
                </a:lnTo>
                <a:lnTo>
                  <a:pt x="1466435" y="398423"/>
                </a:lnTo>
                <a:moveTo>
                  <a:pt x="1377176" y="440519"/>
                </a:moveTo>
                <a:lnTo>
                  <a:pt x="1377222" y="440649"/>
                </a:lnTo>
                <a:lnTo>
                  <a:pt x="1377717" y="441875"/>
                </a:lnTo>
                <a:lnTo>
                  <a:pt x="1378685" y="444245"/>
                </a:lnTo>
                <a:moveTo>
                  <a:pt x="2307968" y="774724"/>
                </a:moveTo>
                <a:lnTo>
                  <a:pt x="2310184" y="773840"/>
                </a:lnTo>
                <a:lnTo>
                  <a:pt x="2337167" y="763350"/>
                </a:lnTo>
                <a:lnTo>
                  <a:pt x="2342027" y="761415"/>
                </a:lnTo>
                <a:lnTo>
                  <a:pt x="2363609" y="752807"/>
                </a:lnTo>
                <a:lnTo>
                  <a:pt x="2435918" y="724385"/>
                </a:lnTo>
                <a:lnTo>
                  <a:pt x="2441372" y="722267"/>
                </a:lnTo>
                <a:lnTo>
                  <a:pt x="2474563" y="709461"/>
                </a:lnTo>
                <a:lnTo>
                  <a:pt x="2493273" y="702415"/>
                </a:lnTo>
                <a:moveTo>
                  <a:pt x="1838630" y="1561445"/>
                </a:moveTo>
                <a:lnTo>
                  <a:pt x="1842580" y="1570781"/>
                </a:lnTo>
                <a:moveTo>
                  <a:pt x="527721" y="2107610"/>
                </a:moveTo>
                <a:lnTo>
                  <a:pt x="527881" y="2108547"/>
                </a:lnTo>
                <a:lnTo>
                  <a:pt x="528453" y="2110939"/>
                </a:lnTo>
                <a:lnTo>
                  <a:pt x="529390" y="2113064"/>
                </a:lnTo>
                <a:lnTo>
                  <a:pt x="531683" y="2116454"/>
                </a:lnTo>
                <a:lnTo>
                  <a:pt x="533282" y="2118595"/>
                </a:lnTo>
                <a:moveTo>
                  <a:pt x="774434" y="915403"/>
                </a:moveTo>
                <a:lnTo>
                  <a:pt x="713918" y="945905"/>
                </a:lnTo>
                <a:lnTo>
                  <a:pt x="612112" y="989083"/>
                </a:lnTo>
                <a:lnTo>
                  <a:pt x="558307" y="1005789"/>
                </a:lnTo>
                <a:lnTo>
                  <a:pt x="554422" y="1007084"/>
                </a:lnTo>
                <a:lnTo>
                  <a:pt x="550743" y="1008250"/>
                </a:lnTo>
                <a:lnTo>
                  <a:pt x="434044" y="1045349"/>
                </a:lnTo>
                <a:lnTo>
                  <a:pt x="410650" y="1052571"/>
                </a:lnTo>
                <a:lnTo>
                  <a:pt x="410353" y="1052693"/>
                </a:lnTo>
                <a:moveTo>
                  <a:pt x="400206" y="1056471"/>
                </a:moveTo>
                <a:lnTo>
                  <a:pt x="399352" y="1056768"/>
                </a:lnTo>
                <a:lnTo>
                  <a:pt x="307961" y="1087613"/>
                </a:lnTo>
                <a:lnTo>
                  <a:pt x="301325" y="1089411"/>
                </a:lnTo>
                <a:lnTo>
                  <a:pt x="278038" y="1092999"/>
                </a:lnTo>
                <a:lnTo>
                  <a:pt x="229489" y="1100449"/>
                </a:lnTo>
                <a:moveTo>
                  <a:pt x="877375" y="818755"/>
                </a:moveTo>
                <a:lnTo>
                  <a:pt x="924263" y="794858"/>
                </a:lnTo>
                <a:lnTo>
                  <a:pt x="985846" y="763563"/>
                </a:lnTo>
                <a:lnTo>
                  <a:pt x="993989" y="759297"/>
                </a:lnTo>
                <a:lnTo>
                  <a:pt x="997204" y="759480"/>
                </a:lnTo>
                <a:moveTo>
                  <a:pt x="1058238" y="1194332"/>
                </a:moveTo>
                <a:lnTo>
                  <a:pt x="1060524" y="1193669"/>
                </a:lnTo>
                <a:lnTo>
                  <a:pt x="1146636" y="1165095"/>
                </a:lnTo>
                <a:moveTo>
                  <a:pt x="992946" y="1059549"/>
                </a:moveTo>
                <a:lnTo>
                  <a:pt x="994286" y="1058673"/>
                </a:lnTo>
                <a:lnTo>
                  <a:pt x="996419" y="1057279"/>
                </a:lnTo>
                <a:lnTo>
                  <a:pt x="1079043" y="1014306"/>
                </a:lnTo>
                <a:moveTo>
                  <a:pt x="1035865" y="845014"/>
                </a:moveTo>
                <a:lnTo>
                  <a:pt x="1037228" y="844008"/>
                </a:lnTo>
                <a:lnTo>
                  <a:pt x="1118610" y="804159"/>
                </a:lnTo>
                <a:moveTo>
                  <a:pt x="932261" y="964104"/>
                </a:moveTo>
                <a:lnTo>
                  <a:pt x="834425" y="1015822"/>
                </a:lnTo>
                <a:moveTo>
                  <a:pt x="1198476" y="996625"/>
                </a:moveTo>
                <a:lnTo>
                  <a:pt x="1198049" y="996854"/>
                </a:lnTo>
                <a:lnTo>
                  <a:pt x="1130189" y="1033130"/>
                </a:lnTo>
                <a:moveTo>
                  <a:pt x="1122587" y="1037076"/>
                </a:moveTo>
                <a:lnTo>
                  <a:pt x="1108890" y="1043963"/>
                </a:lnTo>
                <a:lnTo>
                  <a:pt x="1016013" y="1092618"/>
                </a:lnTo>
                <a:lnTo>
                  <a:pt x="1013308" y="1093921"/>
                </a:lnTo>
                <a:lnTo>
                  <a:pt x="1012935" y="1094103"/>
                </a:lnTo>
                <a:moveTo>
                  <a:pt x="1002895" y="1098865"/>
                </a:moveTo>
                <a:lnTo>
                  <a:pt x="1002392" y="1099101"/>
                </a:lnTo>
                <a:lnTo>
                  <a:pt x="999984" y="1100221"/>
                </a:lnTo>
                <a:lnTo>
                  <a:pt x="990729" y="1103664"/>
                </a:lnTo>
                <a:lnTo>
                  <a:pt x="888984" y="1136520"/>
                </a:lnTo>
                <a:moveTo>
                  <a:pt x="880886" y="1139140"/>
                </a:moveTo>
                <a:lnTo>
                  <a:pt x="847642" y="1149904"/>
                </a:lnTo>
                <a:lnTo>
                  <a:pt x="846225" y="1150788"/>
                </a:lnTo>
                <a:moveTo>
                  <a:pt x="988497" y="1057644"/>
                </a:moveTo>
                <a:lnTo>
                  <a:pt x="988474" y="1054231"/>
                </a:lnTo>
                <a:lnTo>
                  <a:pt x="975859" y="1029953"/>
                </a:lnTo>
                <a:moveTo>
                  <a:pt x="975752" y="1029755"/>
                </a:moveTo>
                <a:lnTo>
                  <a:pt x="974312" y="1026975"/>
                </a:lnTo>
                <a:lnTo>
                  <a:pt x="973345" y="1025116"/>
                </a:lnTo>
                <a:moveTo>
                  <a:pt x="1922221" y="1800876"/>
                </a:moveTo>
                <a:lnTo>
                  <a:pt x="1923325" y="1798285"/>
                </a:lnTo>
                <a:lnTo>
                  <a:pt x="1927249" y="1790195"/>
                </a:lnTo>
                <a:lnTo>
                  <a:pt x="1932452" y="1782181"/>
                </a:lnTo>
                <a:lnTo>
                  <a:pt x="1934150" y="1779698"/>
                </a:lnTo>
                <a:lnTo>
                  <a:pt x="1936009" y="1777595"/>
                </a:lnTo>
                <a:lnTo>
                  <a:pt x="1937586" y="1775996"/>
                </a:lnTo>
                <a:moveTo>
                  <a:pt x="2050262" y="1878692"/>
                </a:moveTo>
                <a:lnTo>
                  <a:pt x="2044023" y="1872651"/>
                </a:lnTo>
                <a:moveTo>
                  <a:pt x="2037495" y="1866313"/>
                </a:moveTo>
                <a:lnTo>
                  <a:pt x="2036855" y="1865696"/>
                </a:lnTo>
                <a:lnTo>
                  <a:pt x="2028711" y="1857804"/>
                </a:lnTo>
                <a:lnTo>
                  <a:pt x="2020149" y="1849493"/>
                </a:lnTo>
                <a:lnTo>
                  <a:pt x="1998788" y="1828742"/>
                </a:lnTo>
                <a:lnTo>
                  <a:pt x="1996693" y="1826677"/>
                </a:lnTo>
                <a:moveTo>
                  <a:pt x="2103785" y="1803793"/>
                </a:moveTo>
                <a:lnTo>
                  <a:pt x="2102909" y="1802902"/>
                </a:lnTo>
                <a:lnTo>
                  <a:pt x="2101249" y="1801493"/>
                </a:lnTo>
                <a:lnTo>
                  <a:pt x="2099588" y="1800502"/>
                </a:lnTo>
                <a:lnTo>
                  <a:pt x="2098514" y="1800159"/>
                </a:lnTo>
                <a:lnTo>
                  <a:pt x="2097485" y="1799893"/>
                </a:lnTo>
                <a:lnTo>
                  <a:pt x="2096914" y="1799771"/>
                </a:lnTo>
                <a:moveTo>
                  <a:pt x="2087041" y="1799801"/>
                </a:moveTo>
                <a:lnTo>
                  <a:pt x="2086942" y="1799809"/>
                </a:lnTo>
                <a:lnTo>
                  <a:pt x="2075653" y="1800251"/>
                </a:lnTo>
                <a:moveTo>
                  <a:pt x="2066115" y="1800578"/>
                </a:moveTo>
                <a:lnTo>
                  <a:pt x="2057446" y="1800822"/>
                </a:lnTo>
                <a:lnTo>
                  <a:pt x="2054521" y="1800906"/>
                </a:lnTo>
                <a:moveTo>
                  <a:pt x="2045356" y="1801584"/>
                </a:moveTo>
                <a:lnTo>
                  <a:pt x="2044084" y="1801736"/>
                </a:lnTo>
                <a:moveTo>
                  <a:pt x="865826" y="764569"/>
                </a:moveTo>
                <a:lnTo>
                  <a:pt x="866093" y="764455"/>
                </a:lnTo>
                <a:lnTo>
                  <a:pt x="869894" y="762984"/>
                </a:lnTo>
                <a:lnTo>
                  <a:pt x="889700" y="755534"/>
                </a:lnTo>
                <a:lnTo>
                  <a:pt x="904593" y="750156"/>
                </a:lnTo>
                <a:lnTo>
                  <a:pt x="907534" y="748769"/>
                </a:lnTo>
                <a:moveTo>
                  <a:pt x="481481" y="246210"/>
                </a:moveTo>
                <a:lnTo>
                  <a:pt x="342089" y="219106"/>
                </a:lnTo>
                <a:moveTo>
                  <a:pt x="336299" y="216234"/>
                </a:moveTo>
                <a:lnTo>
                  <a:pt x="323174" y="204731"/>
                </a:lnTo>
                <a:lnTo>
                  <a:pt x="281009" y="167784"/>
                </a:lnTo>
                <a:lnTo>
                  <a:pt x="191308" y="89175"/>
                </a:lnTo>
                <a:lnTo>
                  <a:pt x="185061" y="83484"/>
                </a:lnTo>
                <a:lnTo>
                  <a:pt x="184536" y="82715"/>
                </a:lnTo>
                <a:lnTo>
                  <a:pt x="183561" y="81953"/>
                </a:lnTo>
                <a:lnTo>
                  <a:pt x="175470" y="75524"/>
                </a:lnTo>
                <a:moveTo>
                  <a:pt x="453935" y="392550"/>
                </a:moveTo>
                <a:lnTo>
                  <a:pt x="449112" y="391514"/>
                </a:lnTo>
                <a:lnTo>
                  <a:pt x="367822" y="375257"/>
                </a:lnTo>
                <a:lnTo>
                  <a:pt x="272568" y="357218"/>
                </a:lnTo>
                <a:lnTo>
                  <a:pt x="268622" y="355207"/>
                </a:lnTo>
                <a:lnTo>
                  <a:pt x="260646" y="350506"/>
                </a:lnTo>
                <a:lnTo>
                  <a:pt x="236314" y="325406"/>
                </a:lnTo>
                <a:lnTo>
                  <a:pt x="205226" y="293342"/>
                </a:lnTo>
                <a:lnTo>
                  <a:pt x="122793" y="207923"/>
                </a:lnTo>
                <a:lnTo>
                  <a:pt x="88809" y="172713"/>
                </a:lnTo>
                <a:lnTo>
                  <a:pt x="82837" y="166824"/>
                </a:lnTo>
                <a:lnTo>
                  <a:pt x="82075" y="166070"/>
                </a:lnTo>
                <a:lnTo>
                  <a:pt x="81344" y="165346"/>
                </a:lnTo>
                <a:lnTo>
                  <a:pt x="73924" y="158025"/>
                </a:lnTo>
                <a:lnTo>
                  <a:pt x="23867" y="106993"/>
                </a:lnTo>
                <a:lnTo>
                  <a:pt x="0" y="81382"/>
                </a:lnTo>
                <a:moveTo>
                  <a:pt x="477352" y="291064"/>
                </a:moveTo>
                <a:lnTo>
                  <a:pt x="470123" y="329565"/>
                </a:lnTo>
                <a:moveTo>
                  <a:pt x="467426" y="344747"/>
                </a:moveTo>
                <a:lnTo>
                  <a:pt x="467068" y="346599"/>
                </a:lnTo>
                <a:lnTo>
                  <a:pt x="465697" y="353736"/>
                </a:lnTo>
                <a:moveTo>
                  <a:pt x="465651" y="353965"/>
                </a:moveTo>
                <a:lnTo>
                  <a:pt x="462444" y="370877"/>
                </a:lnTo>
                <a:moveTo>
                  <a:pt x="592786" y="1106589"/>
                </a:moveTo>
                <a:lnTo>
                  <a:pt x="591011" y="1107031"/>
                </a:lnTo>
                <a:lnTo>
                  <a:pt x="503436" y="1128772"/>
                </a:lnTo>
                <a:lnTo>
                  <a:pt x="438973" y="1144831"/>
                </a:lnTo>
                <a:lnTo>
                  <a:pt x="436505" y="1145440"/>
                </a:lnTo>
                <a:lnTo>
                  <a:pt x="435796" y="1145715"/>
                </a:lnTo>
                <a:lnTo>
                  <a:pt x="435674" y="1145745"/>
                </a:lnTo>
                <a:moveTo>
                  <a:pt x="426647" y="1147528"/>
                </a:moveTo>
                <a:lnTo>
                  <a:pt x="425185" y="1147756"/>
                </a:lnTo>
                <a:lnTo>
                  <a:pt x="410459" y="1151078"/>
                </a:lnTo>
                <a:lnTo>
                  <a:pt x="369841" y="1162032"/>
                </a:lnTo>
                <a:lnTo>
                  <a:pt x="337114" y="1170320"/>
                </a:lnTo>
                <a:lnTo>
                  <a:pt x="332262" y="1171699"/>
                </a:lnTo>
                <a:moveTo>
                  <a:pt x="324568" y="1173703"/>
                </a:moveTo>
                <a:lnTo>
                  <a:pt x="321574" y="1174419"/>
                </a:lnTo>
                <a:lnTo>
                  <a:pt x="282959" y="1185076"/>
                </a:lnTo>
                <a:lnTo>
                  <a:pt x="251794" y="1193144"/>
                </a:lnTo>
                <a:lnTo>
                  <a:pt x="239720" y="1195802"/>
                </a:lnTo>
                <a:lnTo>
                  <a:pt x="229717" y="1198088"/>
                </a:lnTo>
                <a:moveTo>
                  <a:pt x="775310" y="1236619"/>
                </a:moveTo>
                <a:lnTo>
                  <a:pt x="778434" y="1235948"/>
                </a:lnTo>
                <a:lnTo>
                  <a:pt x="806437" y="1227234"/>
                </a:lnTo>
                <a:moveTo>
                  <a:pt x="2168164" y="1260196"/>
                </a:moveTo>
                <a:lnTo>
                  <a:pt x="2137411" y="1291879"/>
                </a:lnTo>
                <a:moveTo>
                  <a:pt x="571692" y="1921071"/>
                </a:moveTo>
                <a:lnTo>
                  <a:pt x="575958" y="1919890"/>
                </a:lnTo>
                <a:lnTo>
                  <a:pt x="629633" y="1906322"/>
                </a:lnTo>
                <a:lnTo>
                  <a:pt x="631515" y="1905842"/>
                </a:lnTo>
                <a:moveTo>
                  <a:pt x="444854" y="1938333"/>
                </a:moveTo>
                <a:lnTo>
                  <a:pt x="444290" y="1936078"/>
                </a:lnTo>
                <a:lnTo>
                  <a:pt x="444016" y="1933937"/>
                </a:lnTo>
                <a:lnTo>
                  <a:pt x="443765" y="1931598"/>
                </a:lnTo>
                <a:lnTo>
                  <a:pt x="443810" y="1930669"/>
                </a:lnTo>
                <a:lnTo>
                  <a:pt x="443848" y="1929907"/>
                </a:lnTo>
                <a:moveTo>
                  <a:pt x="457873" y="1951420"/>
                </a:moveTo>
                <a:lnTo>
                  <a:pt x="458330" y="1951154"/>
                </a:lnTo>
                <a:moveTo>
                  <a:pt x="457583" y="1951435"/>
                </a:moveTo>
                <a:lnTo>
                  <a:pt x="457721" y="1951367"/>
                </a:lnTo>
                <a:moveTo>
                  <a:pt x="2135902" y="379622"/>
                </a:moveTo>
                <a:lnTo>
                  <a:pt x="2135758" y="379668"/>
                </a:lnTo>
                <a:moveTo>
                  <a:pt x="1858642" y="864645"/>
                </a:moveTo>
                <a:lnTo>
                  <a:pt x="1857873" y="865034"/>
                </a:lnTo>
                <a:lnTo>
                  <a:pt x="1708143" y="940458"/>
                </a:lnTo>
                <a:lnTo>
                  <a:pt x="1694774" y="946934"/>
                </a:lnTo>
                <a:lnTo>
                  <a:pt x="1693913" y="947094"/>
                </a:lnTo>
                <a:moveTo>
                  <a:pt x="1686394" y="949722"/>
                </a:moveTo>
                <a:lnTo>
                  <a:pt x="1649965" y="968690"/>
                </a:lnTo>
                <a:lnTo>
                  <a:pt x="1645943" y="969315"/>
                </a:lnTo>
                <a:moveTo>
                  <a:pt x="2248426" y="671417"/>
                </a:moveTo>
                <a:lnTo>
                  <a:pt x="2247672" y="671760"/>
                </a:lnTo>
                <a:lnTo>
                  <a:pt x="2203466" y="694599"/>
                </a:lnTo>
                <a:lnTo>
                  <a:pt x="2198087" y="697349"/>
                </a:lnTo>
                <a:lnTo>
                  <a:pt x="2149325" y="721216"/>
                </a:lnTo>
                <a:moveTo>
                  <a:pt x="2141692" y="725002"/>
                </a:moveTo>
                <a:lnTo>
                  <a:pt x="2072621" y="759678"/>
                </a:lnTo>
                <a:lnTo>
                  <a:pt x="2068431" y="762086"/>
                </a:lnTo>
                <a:lnTo>
                  <a:pt x="2063761" y="766192"/>
                </a:lnTo>
                <a:lnTo>
                  <a:pt x="2049858" y="772842"/>
                </a:lnTo>
                <a:lnTo>
                  <a:pt x="2048266" y="773154"/>
                </a:lnTo>
                <a:moveTo>
                  <a:pt x="2037632" y="776689"/>
                </a:moveTo>
                <a:lnTo>
                  <a:pt x="1898933" y="844877"/>
                </a:lnTo>
                <a:lnTo>
                  <a:pt x="1896328" y="846827"/>
                </a:lnTo>
                <a:lnTo>
                  <a:pt x="1892450" y="849813"/>
                </a:lnTo>
                <a:lnTo>
                  <a:pt x="1873824" y="858886"/>
                </a:lnTo>
                <a:lnTo>
                  <a:pt x="1869665" y="860570"/>
                </a:lnTo>
                <a:lnTo>
                  <a:pt x="1869109" y="860714"/>
                </a:lnTo>
                <a:moveTo>
                  <a:pt x="461362" y="339255"/>
                </a:moveTo>
                <a:lnTo>
                  <a:pt x="458155" y="338653"/>
                </a:lnTo>
                <a:moveTo>
                  <a:pt x="458155" y="338653"/>
                </a:moveTo>
                <a:lnTo>
                  <a:pt x="440672" y="335370"/>
                </a:lnTo>
                <a:lnTo>
                  <a:pt x="297387" y="307747"/>
                </a:lnTo>
                <a:lnTo>
                  <a:pt x="296861" y="307496"/>
                </a:lnTo>
                <a:moveTo>
                  <a:pt x="2774982" y="410185"/>
                </a:moveTo>
                <a:lnTo>
                  <a:pt x="2760348" y="354445"/>
                </a:lnTo>
                <a:moveTo>
                  <a:pt x="2758268" y="346233"/>
                </a:moveTo>
                <a:lnTo>
                  <a:pt x="2753538" y="326914"/>
                </a:lnTo>
                <a:moveTo>
                  <a:pt x="2753957" y="322701"/>
                </a:moveTo>
                <a:lnTo>
                  <a:pt x="2754391" y="321353"/>
                </a:lnTo>
                <a:lnTo>
                  <a:pt x="2761255" y="311792"/>
                </a:lnTo>
                <a:lnTo>
                  <a:pt x="2763982" y="308082"/>
                </a:lnTo>
                <a:lnTo>
                  <a:pt x="2761895" y="303390"/>
                </a:lnTo>
                <a:lnTo>
                  <a:pt x="2744069" y="289967"/>
                </a:lnTo>
                <a:lnTo>
                  <a:pt x="2743581" y="288626"/>
                </a:lnTo>
                <a:lnTo>
                  <a:pt x="2738371" y="267936"/>
                </a:lnTo>
                <a:moveTo>
                  <a:pt x="2735994" y="258620"/>
                </a:moveTo>
                <a:lnTo>
                  <a:pt x="2725702" y="218694"/>
                </a:lnTo>
                <a:moveTo>
                  <a:pt x="2722670" y="206940"/>
                </a:moveTo>
                <a:lnTo>
                  <a:pt x="2712752" y="168683"/>
                </a:lnTo>
                <a:moveTo>
                  <a:pt x="2710474" y="159899"/>
                </a:moveTo>
                <a:lnTo>
                  <a:pt x="2700426" y="121231"/>
                </a:lnTo>
                <a:lnTo>
                  <a:pt x="2706254" y="108387"/>
                </a:lnTo>
                <a:lnTo>
                  <a:pt x="2707198" y="106551"/>
                </a:lnTo>
                <a:lnTo>
                  <a:pt x="2707640" y="105508"/>
                </a:lnTo>
                <a:lnTo>
                  <a:pt x="2708006" y="104670"/>
                </a:lnTo>
                <a:lnTo>
                  <a:pt x="2708973" y="102354"/>
                </a:lnTo>
                <a:moveTo>
                  <a:pt x="2769444" y="415815"/>
                </a:moveTo>
                <a:lnTo>
                  <a:pt x="2767600" y="416157"/>
                </a:lnTo>
                <a:lnTo>
                  <a:pt x="2667562" y="417072"/>
                </a:lnTo>
                <a:lnTo>
                  <a:pt x="2656433" y="416051"/>
                </a:lnTo>
                <a:moveTo>
                  <a:pt x="2514999" y="240916"/>
                </a:moveTo>
                <a:lnTo>
                  <a:pt x="2514405" y="235614"/>
                </a:lnTo>
                <a:lnTo>
                  <a:pt x="2513148" y="194614"/>
                </a:lnTo>
                <a:lnTo>
                  <a:pt x="2513277" y="190081"/>
                </a:lnTo>
                <a:moveTo>
                  <a:pt x="2513491" y="182349"/>
                </a:moveTo>
                <a:lnTo>
                  <a:pt x="2514229" y="154216"/>
                </a:lnTo>
                <a:lnTo>
                  <a:pt x="2515563" y="130136"/>
                </a:lnTo>
                <a:lnTo>
                  <a:pt x="2520811" y="91841"/>
                </a:lnTo>
                <a:lnTo>
                  <a:pt x="2521985" y="85838"/>
                </a:lnTo>
                <a:moveTo>
                  <a:pt x="499276" y="2219535"/>
                </a:moveTo>
                <a:lnTo>
                  <a:pt x="503222" y="2219741"/>
                </a:lnTo>
                <a:moveTo>
                  <a:pt x="503451" y="2219749"/>
                </a:moveTo>
                <a:lnTo>
                  <a:pt x="506384" y="2219874"/>
                </a:lnTo>
                <a:moveTo>
                  <a:pt x="2136611" y="380612"/>
                </a:moveTo>
                <a:lnTo>
                  <a:pt x="2307617" y="316119"/>
                </a:lnTo>
                <a:lnTo>
                  <a:pt x="2456486" y="260730"/>
                </a:lnTo>
                <a:lnTo>
                  <a:pt x="2458444" y="260113"/>
                </a:lnTo>
                <a:moveTo>
                  <a:pt x="1208615" y="635739"/>
                </a:moveTo>
                <a:lnTo>
                  <a:pt x="1197775" y="639876"/>
                </a:lnTo>
                <a:moveTo>
                  <a:pt x="1092976" y="1810268"/>
                </a:moveTo>
                <a:lnTo>
                  <a:pt x="1100746" y="1801218"/>
                </a:lnTo>
                <a:lnTo>
                  <a:pt x="1116591" y="1772171"/>
                </a:lnTo>
                <a:lnTo>
                  <a:pt x="1120530" y="1767357"/>
                </a:lnTo>
                <a:lnTo>
                  <a:pt x="1123508" y="1763738"/>
                </a:lnTo>
                <a:lnTo>
                  <a:pt x="1130014" y="1760364"/>
                </a:lnTo>
                <a:moveTo>
                  <a:pt x="855085" y="1333290"/>
                </a:moveTo>
                <a:lnTo>
                  <a:pt x="854011" y="1331858"/>
                </a:lnTo>
                <a:lnTo>
                  <a:pt x="852876" y="1329229"/>
                </a:lnTo>
                <a:lnTo>
                  <a:pt x="848533" y="1311830"/>
                </a:lnTo>
                <a:lnTo>
                  <a:pt x="853112" y="1299588"/>
                </a:lnTo>
                <a:moveTo>
                  <a:pt x="2523767" y="538760"/>
                </a:moveTo>
                <a:lnTo>
                  <a:pt x="2522990" y="537000"/>
                </a:lnTo>
                <a:lnTo>
                  <a:pt x="2521070" y="532871"/>
                </a:lnTo>
                <a:moveTo>
                  <a:pt x="2733510" y="2602460"/>
                </a:moveTo>
                <a:lnTo>
                  <a:pt x="2732322" y="2600289"/>
                </a:lnTo>
                <a:lnTo>
                  <a:pt x="2731652" y="2599062"/>
                </a:lnTo>
                <a:moveTo>
                  <a:pt x="1332246" y="488992"/>
                </a:moveTo>
                <a:lnTo>
                  <a:pt x="1333252" y="492085"/>
                </a:lnTo>
                <a:lnTo>
                  <a:pt x="1334943" y="492161"/>
                </a:lnTo>
                <a:lnTo>
                  <a:pt x="1335811" y="492534"/>
                </a:lnTo>
                <a:lnTo>
                  <a:pt x="1337274" y="494104"/>
                </a:lnTo>
                <a:lnTo>
                  <a:pt x="1340352" y="492999"/>
                </a:lnTo>
                <a:lnTo>
                  <a:pt x="1342187" y="492458"/>
                </a:lnTo>
                <a:lnTo>
                  <a:pt x="1343940" y="492268"/>
                </a:lnTo>
                <a:lnTo>
                  <a:pt x="1346621" y="492306"/>
                </a:lnTo>
                <a:lnTo>
                  <a:pt x="1350453" y="492770"/>
                </a:lnTo>
                <a:lnTo>
                  <a:pt x="1353371" y="493829"/>
                </a:lnTo>
                <a:lnTo>
                  <a:pt x="1355100" y="494462"/>
                </a:lnTo>
                <a:lnTo>
                  <a:pt x="1366892" y="500335"/>
                </a:lnTo>
                <a:lnTo>
                  <a:pt x="1369391" y="501272"/>
                </a:lnTo>
                <a:lnTo>
                  <a:pt x="1371364" y="501508"/>
                </a:lnTo>
                <a:lnTo>
                  <a:pt x="1373550" y="501447"/>
                </a:lnTo>
                <a:lnTo>
                  <a:pt x="1375447" y="500845"/>
                </a:lnTo>
                <a:lnTo>
                  <a:pt x="1415449" y="485945"/>
                </a:lnTo>
                <a:lnTo>
                  <a:pt x="1449630" y="473421"/>
                </a:lnTo>
                <a:lnTo>
                  <a:pt x="1450575" y="473208"/>
                </a:lnTo>
                <a:lnTo>
                  <a:pt x="1454711" y="470503"/>
                </a:lnTo>
                <a:lnTo>
                  <a:pt x="1468043" y="451657"/>
                </a:lnTo>
                <a:lnTo>
                  <a:pt x="1475302" y="447520"/>
                </a:lnTo>
                <a:lnTo>
                  <a:pt x="1509956" y="434958"/>
                </a:lnTo>
                <a:lnTo>
                  <a:pt x="1514748" y="433800"/>
                </a:lnTo>
                <a:lnTo>
                  <a:pt x="1517886" y="431332"/>
                </a:lnTo>
                <a:lnTo>
                  <a:pt x="1518351" y="430822"/>
                </a:lnTo>
                <a:moveTo>
                  <a:pt x="2131179" y="1951451"/>
                </a:moveTo>
                <a:lnTo>
                  <a:pt x="2132855" y="1949752"/>
                </a:lnTo>
                <a:lnTo>
                  <a:pt x="2158688" y="1923295"/>
                </a:lnTo>
                <a:lnTo>
                  <a:pt x="2184893" y="1896297"/>
                </a:lnTo>
                <a:lnTo>
                  <a:pt x="2186706" y="1894416"/>
                </a:lnTo>
                <a:moveTo>
                  <a:pt x="2706147" y="727036"/>
                </a:moveTo>
                <a:lnTo>
                  <a:pt x="2698605" y="708684"/>
                </a:lnTo>
                <a:moveTo>
                  <a:pt x="2637494" y="753195"/>
                </a:moveTo>
                <a:lnTo>
                  <a:pt x="2630753" y="735690"/>
                </a:lnTo>
                <a:lnTo>
                  <a:pt x="2631035" y="733366"/>
                </a:lnTo>
                <a:lnTo>
                  <a:pt x="2639887" y="730060"/>
                </a:lnTo>
                <a:lnTo>
                  <a:pt x="2641212" y="731111"/>
                </a:lnTo>
                <a:lnTo>
                  <a:pt x="2647992" y="749303"/>
                </a:lnTo>
                <a:moveTo>
                  <a:pt x="208342" y="1259252"/>
                </a:moveTo>
                <a:lnTo>
                  <a:pt x="221917" y="1259137"/>
                </a:lnTo>
                <a:lnTo>
                  <a:pt x="228841" y="1258551"/>
                </a:lnTo>
                <a:lnTo>
                  <a:pt x="235111" y="1257378"/>
                </a:lnTo>
                <a:lnTo>
                  <a:pt x="248214" y="1254170"/>
                </a:lnTo>
                <a:lnTo>
                  <a:pt x="339582" y="1231599"/>
                </a:lnTo>
                <a:moveTo>
                  <a:pt x="347924" y="1229572"/>
                </a:moveTo>
                <a:lnTo>
                  <a:pt x="364661" y="1225573"/>
                </a:lnTo>
                <a:lnTo>
                  <a:pt x="374457" y="1224712"/>
                </a:lnTo>
                <a:lnTo>
                  <a:pt x="427615" y="1211899"/>
                </a:lnTo>
                <a:lnTo>
                  <a:pt x="436550" y="1209644"/>
                </a:lnTo>
                <a:lnTo>
                  <a:pt x="439156" y="1209004"/>
                </a:lnTo>
                <a:lnTo>
                  <a:pt x="440177" y="1208730"/>
                </a:lnTo>
                <a:moveTo>
                  <a:pt x="338013" y="1225207"/>
                </a:moveTo>
                <a:lnTo>
                  <a:pt x="332246" y="1226624"/>
                </a:lnTo>
                <a:lnTo>
                  <a:pt x="250781" y="1246598"/>
                </a:lnTo>
                <a:lnTo>
                  <a:pt x="248960" y="1247032"/>
                </a:lnTo>
                <a:lnTo>
                  <a:pt x="231896" y="1249653"/>
                </a:lnTo>
                <a:moveTo>
                  <a:pt x="2719631" y="1318176"/>
                </a:moveTo>
                <a:lnTo>
                  <a:pt x="2704547" y="1333831"/>
                </a:lnTo>
                <a:moveTo>
                  <a:pt x="1300822" y="484010"/>
                </a:moveTo>
                <a:lnTo>
                  <a:pt x="1311754" y="511015"/>
                </a:lnTo>
                <a:lnTo>
                  <a:pt x="1321821" y="536448"/>
                </a:lnTo>
                <a:moveTo>
                  <a:pt x="255351" y="379675"/>
                </a:moveTo>
                <a:lnTo>
                  <a:pt x="261095" y="382326"/>
                </a:lnTo>
                <a:lnTo>
                  <a:pt x="315967" y="393304"/>
                </a:lnTo>
                <a:moveTo>
                  <a:pt x="324255" y="394911"/>
                </a:moveTo>
                <a:lnTo>
                  <a:pt x="434577" y="415655"/>
                </a:lnTo>
                <a:moveTo>
                  <a:pt x="994842" y="586303"/>
                </a:moveTo>
                <a:lnTo>
                  <a:pt x="996518" y="587148"/>
                </a:lnTo>
                <a:lnTo>
                  <a:pt x="1025649" y="578997"/>
                </a:lnTo>
                <a:moveTo>
                  <a:pt x="1036169" y="575958"/>
                </a:moveTo>
                <a:lnTo>
                  <a:pt x="1057416" y="569612"/>
                </a:lnTo>
                <a:lnTo>
                  <a:pt x="1060189" y="569505"/>
                </a:lnTo>
                <a:lnTo>
                  <a:pt x="1063373" y="570298"/>
                </a:lnTo>
                <a:lnTo>
                  <a:pt x="1065765" y="571517"/>
                </a:lnTo>
                <a:lnTo>
                  <a:pt x="1067197" y="575150"/>
                </a:lnTo>
                <a:lnTo>
                  <a:pt x="1088626" y="639590"/>
                </a:lnTo>
                <a:lnTo>
                  <a:pt x="1087803" y="643391"/>
                </a:lnTo>
                <a:lnTo>
                  <a:pt x="1084497" y="646012"/>
                </a:lnTo>
                <a:lnTo>
                  <a:pt x="1057667" y="655275"/>
                </a:lnTo>
                <a:lnTo>
                  <a:pt x="1013209" y="670244"/>
                </a:lnTo>
                <a:lnTo>
                  <a:pt x="985183" y="680041"/>
                </a:lnTo>
                <a:lnTo>
                  <a:pt x="982661" y="680521"/>
                </a:lnTo>
                <a:lnTo>
                  <a:pt x="979965" y="680429"/>
                </a:lnTo>
                <a:lnTo>
                  <a:pt x="977169" y="680361"/>
                </a:lnTo>
                <a:moveTo>
                  <a:pt x="761088" y="632741"/>
                </a:moveTo>
                <a:lnTo>
                  <a:pt x="754986" y="634219"/>
                </a:lnTo>
                <a:lnTo>
                  <a:pt x="747101" y="636025"/>
                </a:lnTo>
                <a:lnTo>
                  <a:pt x="744557" y="636611"/>
                </a:lnTo>
                <a:lnTo>
                  <a:pt x="735903" y="637983"/>
                </a:lnTo>
                <a:lnTo>
                  <a:pt x="727569" y="638851"/>
                </a:lnTo>
                <a:lnTo>
                  <a:pt x="721490" y="639201"/>
                </a:lnTo>
                <a:lnTo>
                  <a:pt x="714413" y="639491"/>
                </a:lnTo>
                <a:lnTo>
                  <a:pt x="705827" y="639529"/>
                </a:lnTo>
                <a:moveTo>
                  <a:pt x="853706" y="483530"/>
                </a:moveTo>
                <a:lnTo>
                  <a:pt x="846842" y="458071"/>
                </a:lnTo>
                <a:moveTo>
                  <a:pt x="844557" y="449524"/>
                </a:moveTo>
                <a:lnTo>
                  <a:pt x="837884" y="424301"/>
                </a:lnTo>
                <a:lnTo>
                  <a:pt x="836771" y="420842"/>
                </a:lnTo>
                <a:lnTo>
                  <a:pt x="836428" y="419768"/>
                </a:lnTo>
                <a:moveTo>
                  <a:pt x="336802" y="219517"/>
                </a:moveTo>
                <a:lnTo>
                  <a:pt x="334913" y="222602"/>
                </a:lnTo>
                <a:lnTo>
                  <a:pt x="325314" y="240283"/>
                </a:lnTo>
                <a:lnTo>
                  <a:pt x="324034" y="242698"/>
                </a:lnTo>
                <a:moveTo>
                  <a:pt x="1058574" y="317559"/>
                </a:moveTo>
                <a:lnTo>
                  <a:pt x="1058330" y="316698"/>
                </a:lnTo>
                <a:moveTo>
                  <a:pt x="532582" y="2504460"/>
                </a:moveTo>
                <a:lnTo>
                  <a:pt x="530460" y="2503652"/>
                </a:lnTo>
                <a:moveTo>
                  <a:pt x="1562367" y="2620971"/>
                </a:moveTo>
                <a:lnTo>
                  <a:pt x="1565940" y="2638401"/>
                </a:lnTo>
                <a:lnTo>
                  <a:pt x="1568842" y="2656471"/>
                </a:lnTo>
                <a:lnTo>
                  <a:pt x="1573253" y="2693120"/>
                </a:lnTo>
                <a:lnTo>
                  <a:pt x="1575386" y="2709544"/>
                </a:lnTo>
                <a:lnTo>
                  <a:pt x="1578007" y="2728955"/>
                </a:lnTo>
                <a:lnTo>
                  <a:pt x="1582090" y="2764546"/>
                </a:lnTo>
                <a:moveTo>
                  <a:pt x="1564515" y="2589647"/>
                </a:moveTo>
                <a:lnTo>
                  <a:pt x="1554925" y="2563403"/>
                </a:lnTo>
                <a:lnTo>
                  <a:pt x="1547992" y="2546286"/>
                </a:lnTo>
                <a:lnTo>
                  <a:pt x="1541669" y="2531911"/>
                </a:lnTo>
                <a:lnTo>
                  <a:pt x="1539232" y="2527401"/>
                </a:lnTo>
                <a:moveTo>
                  <a:pt x="608395" y="2584733"/>
                </a:moveTo>
                <a:lnTo>
                  <a:pt x="603794" y="2579355"/>
                </a:lnTo>
                <a:lnTo>
                  <a:pt x="578887" y="2551075"/>
                </a:lnTo>
                <a:moveTo>
                  <a:pt x="1268370" y="1533518"/>
                </a:moveTo>
                <a:lnTo>
                  <a:pt x="1290889" y="1528201"/>
                </a:lnTo>
                <a:moveTo>
                  <a:pt x="1348724" y="1318176"/>
                </a:moveTo>
                <a:lnTo>
                  <a:pt x="1373809" y="1312341"/>
                </a:lnTo>
                <a:lnTo>
                  <a:pt x="1374289" y="1312219"/>
                </a:lnTo>
                <a:moveTo>
                  <a:pt x="1347665" y="1316530"/>
                </a:moveTo>
                <a:lnTo>
                  <a:pt x="1343917" y="1313780"/>
                </a:lnTo>
                <a:lnTo>
                  <a:pt x="1327340" y="1317871"/>
                </a:lnTo>
                <a:moveTo>
                  <a:pt x="1225040" y="1299428"/>
                </a:moveTo>
                <a:lnTo>
                  <a:pt x="1225840" y="1299565"/>
                </a:lnTo>
                <a:lnTo>
                  <a:pt x="1253127" y="1291612"/>
                </a:lnTo>
                <a:lnTo>
                  <a:pt x="1258101" y="1293768"/>
                </a:lnTo>
                <a:lnTo>
                  <a:pt x="1273474" y="1289578"/>
                </a:lnTo>
                <a:lnTo>
                  <a:pt x="1275798" y="1286074"/>
                </a:lnTo>
                <a:lnTo>
                  <a:pt x="1309773" y="1277428"/>
                </a:lnTo>
                <a:lnTo>
                  <a:pt x="1319768" y="1315403"/>
                </a:lnTo>
                <a:moveTo>
                  <a:pt x="1282936" y="1439354"/>
                </a:moveTo>
                <a:lnTo>
                  <a:pt x="1272141" y="1442172"/>
                </a:lnTo>
                <a:moveTo>
                  <a:pt x="2520537" y="246408"/>
                </a:moveTo>
                <a:lnTo>
                  <a:pt x="2546027" y="238577"/>
                </a:lnTo>
                <a:lnTo>
                  <a:pt x="2570716" y="232117"/>
                </a:lnTo>
                <a:lnTo>
                  <a:pt x="2592671" y="227089"/>
                </a:lnTo>
                <a:lnTo>
                  <a:pt x="2615265" y="222945"/>
                </a:lnTo>
                <a:lnTo>
                  <a:pt x="2644031" y="218839"/>
                </a:lnTo>
                <a:lnTo>
                  <a:pt x="2664873" y="217049"/>
                </a:lnTo>
                <a:lnTo>
                  <a:pt x="2700868" y="215236"/>
                </a:lnTo>
                <a:lnTo>
                  <a:pt x="2714321" y="214786"/>
                </a:lnTo>
                <a:lnTo>
                  <a:pt x="2717056" y="214626"/>
                </a:lnTo>
                <a:moveTo>
                  <a:pt x="2729145" y="214154"/>
                </a:moveTo>
                <a:lnTo>
                  <a:pt x="2732726" y="214070"/>
                </a:lnTo>
                <a:lnTo>
                  <a:pt x="2865109" y="208479"/>
                </a:lnTo>
                <a:moveTo>
                  <a:pt x="754521" y="2331347"/>
                </a:moveTo>
                <a:lnTo>
                  <a:pt x="753135" y="2357149"/>
                </a:lnTo>
                <a:lnTo>
                  <a:pt x="752594" y="2369086"/>
                </a:lnTo>
                <a:moveTo>
                  <a:pt x="1900617" y="2170244"/>
                </a:moveTo>
                <a:lnTo>
                  <a:pt x="1933191" y="2186523"/>
                </a:lnTo>
                <a:lnTo>
                  <a:pt x="1934668" y="2187178"/>
                </a:lnTo>
                <a:lnTo>
                  <a:pt x="1935202" y="2187095"/>
                </a:lnTo>
                <a:moveTo>
                  <a:pt x="1907313" y="2242218"/>
                </a:moveTo>
                <a:lnTo>
                  <a:pt x="1914062" y="2228726"/>
                </a:lnTo>
                <a:lnTo>
                  <a:pt x="1920156" y="2215090"/>
                </a:lnTo>
                <a:lnTo>
                  <a:pt x="1927470" y="2201073"/>
                </a:lnTo>
                <a:moveTo>
                  <a:pt x="1870983" y="242736"/>
                </a:moveTo>
                <a:lnTo>
                  <a:pt x="1872301" y="239872"/>
                </a:lnTo>
                <a:lnTo>
                  <a:pt x="1873634" y="237411"/>
                </a:lnTo>
                <a:lnTo>
                  <a:pt x="1874891" y="235553"/>
                </a:lnTo>
                <a:lnTo>
                  <a:pt x="1876506" y="233366"/>
                </a:lnTo>
                <a:lnTo>
                  <a:pt x="1879012" y="230868"/>
                </a:lnTo>
                <a:lnTo>
                  <a:pt x="1882006" y="228270"/>
                </a:lnTo>
                <a:lnTo>
                  <a:pt x="1890172" y="221757"/>
                </a:lnTo>
                <a:lnTo>
                  <a:pt x="1898468" y="215304"/>
                </a:lnTo>
                <a:moveTo>
                  <a:pt x="862642" y="1080589"/>
                </a:moveTo>
                <a:lnTo>
                  <a:pt x="863388" y="1082098"/>
                </a:lnTo>
                <a:lnTo>
                  <a:pt x="864462" y="1084254"/>
                </a:lnTo>
                <a:lnTo>
                  <a:pt x="873314" y="1101935"/>
                </a:lnTo>
                <a:lnTo>
                  <a:pt x="874160" y="1104403"/>
                </a:lnTo>
                <a:moveTo>
                  <a:pt x="876834" y="1112478"/>
                </a:moveTo>
                <a:lnTo>
                  <a:pt x="883637" y="1133777"/>
                </a:lnTo>
                <a:moveTo>
                  <a:pt x="846164" y="1073010"/>
                </a:moveTo>
                <a:lnTo>
                  <a:pt x="839209" y="1075836"/>
                </a:lnTo>
                <a:lnTo>
                  <a:pt x="825063" y="1081176"/>
                </a:lnTo>
                <a:lnTo>
                  <a:pt x="683972" y="1131043"/>
                </a:lnTo>
                <a:lnTo>
                  <a:pt x="669094" y="1136474"/>
                </a:lnTo>
                <a:lnTo>
                  <a:pt x="655816" y="1141136"/>
                </a:lnTo>
                <a:moveTo>
                  <a:pt x="942226" y="1024392"/>
                </a:moveTo>
                <a:lnTo>
                  <a:pt x="880467" y="1058018"/>
                </a:lnTo>
                <a:lnTo>
                  <a:pt x="875059" y="1060760"/>
                </a:lnTo>
                <a:lnTo>
                  <a:pt x="871570" y="1062360"/>
                </a:lnTo>
                <a:moveTo>
                  <a:pt x="2712630" y="731835"/>
                </a:moveTo>
                <a:lnTo>
                  <a:pt x="2731796" y="724522"/>
                </a:lnTo>
                <a:moveTo>
                  <a:pt x="1456890" y="655999"/>
                </a:moveTo>
                <a:lnTo>
                  <a:pt x="1457164" y="655892"/>
                </a:lnTo>
                <a:moveTo>
                  <a:pt x="534158" y="2365985"/>
                </a:moveTo>
                <a:lnTo>
                  <a:pt x="533854" y="2351275"/>
                </a:lnTo>
                <a:moveTo>
                  <a:pt x="503036" y="2483670"/>
                </a:moveTo>
                <a:lnTo>
                  <a:pt x="501721" y="2485594"/>
                </a:lnTo>
                <a:lnTo>
                  <a:pt x="499474" y="2487765"/>
                </a:lnTo>
                <a:lnTo>
                  <a:pt x="496922" y="2489570"/>
                </a:lnTo>
                <a:lnTo>
                  <a:pt x="494454" y="2490530"/>
                </a:lnTo>
                <a:lnTo>
                  <a:pt x="491833" y="2491216"/>
                </a:lnTo>
                <a:lnTo>
                  <a:pt x="490801" y="2489010"/>
                </a:lnTo>
                <a:moveTo>
                  <a:pt x="1371623" y="437914"/>
                </a:moveTo>
                <a:lnTo>
                  <a:pt x="1357058" y="443026"/>
                </a:lnTo>
                <a:lnTo>
                  <a:pt x="1333556" y="451184"/>
                </a:lnTo>
                <a:lnTo>
                  <a:pt x="1320012" y="456136"/>
                </a:lnTo>
                <a:lnTo>
                  <a:pt x="1316378" y="457583"/>
                </a:lnTo>
                <a:moveTo>
                  <a:pt x="1122335" y="1487179"/>
                </a:moveTo>
                <a:lnTo>
                  <a:pt x="1123295" y="1491277"/>
                </a:lnTo>
                <a:lnTo>
                  <a:pt x="1127988" y="1510383"/>
                </a:lnTo>
                <a:moveTo>
                  <a:pt x="1360501" y="604555"/>
                </a:moveTo>
                <a:lnTo>
                  <a:pt x="1349950" y="575135"/>
                </a:lnTo>
                <a:moveTo>
                  <a:pt x="1349851" y="574891"/>
                </a:moveTo>
                <a:lnTo>
                  <a:pt x="1349005" y="572979"/>
                </a:lnTo>
                <a:moveTo>
                  <a:pt x="1553698" y="1118077"/>
                </a:moveTo>
                <a:lnTo>
                  <a:pt x="1579298" y="1184307"/>
                </a:lnTo>
                <a:moveTo>
                  <a:pt x="1582398" y="1192245"/>
                </a:moveTo>
                <a:lnTo>
                  <a:pt x="1602643" y="1243524"/>
                </a:lnTo>
                <a:moveTo>
                  <a:pt x="1605443" y="1250358"/>
                </a:moveTo>
                <a:lnTo>
                  <a:pt x="1607556" y="1255366"/>
                </a:lnTo>
                <a:lnTo>
                  <a:pt x="1612927" y="1265506"/>
                </a:lnTo>
                <a:lnTo>
                  <a:pt x="1616648" y="1270518"/>
                </a:lnTo>
                <a:moveTo>
                  <a:pt x="1623577" y="1278563"/>
                </a:moveTo>
                <a:lnTo>
                  <a:pt x="1623904" y="1278883"/>
                </a:lnTo>
                <a:moveTo>
                  <a:pt x="565540" y="2372605"/>
                </a:moveTo>
                <a:lnTo>
                  <a:pt x="555984" y="2372011"/>
                </a:lnTo>
                <a:moveTo>
                  <a:pt x="553317" y="2371844"/>
                </a:moveTo>
                <a:lnTo>
                  <a:pt x="548930" y="2371653"/>
                </a:lnTo>
                <a:lnTo>
                  <a:pt x="540344" y="2371204"/>
                </a:lnTo>
                <a:moveTo>
                  <a:pt x="548373" y="2072255"/>
                </a:moveTo>
                <a:lnTo>
                  <a:pt x="577916" y="2054102"/>
                </a:lnTo>
                <a:lnTo>
                  <a:pt x="579317" y="2052883"/>
                </a:lnTo>
                <a:lnTo>
                  <a:pt x="580407" y="2051481"/>
                </a:lnTo>
                <a:lnTo>
                  <a:pt x="580589" y="2051077"/>
                </a:lnTo>
                <a:moveTo>
                  <a:pt x="1207625" y="1366458"/>
                </a:moveTo>
                <a:lnTo>
                  <a:pt x="1209659" y="1374899"/>
                </a:lnTo>
                <a:lnTo>
                  <a:pt x="1207587" y="1378753"/>
                </a:lnTo>
                <a:lnTo>
                  <a:pt x="1197691" y="1381237"/>
                </a:lnTo>
                <a:lnTo>
                  <a:pt x="1188352" y="1383583"/>
                </a:lnTo>
                <a:lnTo>
                  <a:pt x="1185076" y="1381519"/>
                </a:lnTo>
                <a:lnTo>
                  <a:pt x="1181374" y="1367106"/>
                </a:lnTo>
                <a:lnTo>
                  <a:pt x="1179797" y="1360981"/>
                </a:lnTo>
                <a:lnTo>
                  <a:pt x="1178761" y="1357446"/>
                </a:lnTo>
                <a:lnTo>
                  <a:pt x="1180292" y="1355465"/>
                </a:lnTo>
                <a:lnTo>
                  <a:pt x="1203306" y="1349485"/>
                </a:lnTo>
                <a:lnTo>
                  <a:pt x="1207260" y="1348434"/>
                </a:lnTo>
                <a:lnTo>
                  <a:pt x="1208593" y="1347032"/>
                </a:lnTo>
                <a:lnTo>
                  <a:pt x="1215083" y="1345440"/>
                </a:lnTo>
                <a:lnTo>
                  <a:pt x="1217544" y="1344778"/>
                </a:lnTo>
                <a:lnTo>
                  <a:pt x="1219471" y="1342378"/>
                </a:lnTo>
                <a:lnTo>
                  <a:pt x="1227477" y="1340755"/>
                </a:lnTo>
                <a:moveTo>
                  <a:pt x="295124" y="301455"/>
                </a:moveTo>
                <a:lnTo>
                  <a:pt x="321551" y="250072"/>
                </a:lnTo>
                <a:moveTo>
                  <a:pt x="598301" y="2231789"/>
                </a:moveTo>
                <a:lnTo>
                  <a:pt x="599550" y="2230258"/>
                </a:lnTo>
                <a:moveTo>
                  <a:pt x="1380231" y="444923"/>
                </a:moveTo>
                <a:lnTo>
                  <a:pt x="1458779" y="415883"/>
                </a:lnTo>
                <a:lnTo>
                  <a:pt x="1466961" y="412882"/>
                </a:lnTo>
                <a:moveTo>
                  <a:pt x="1651024" y="344801"/>
                </a:moveTo>
                <a:lnTo>
                  <a:pt x="1651603" y="344618"/>
                </a:lnTo>
                <a:lnTo>
                  <a:pt x="1655191" y="343399"/>
                </a:lnTo>
                <a:lnTo>
                  <a:pt x="1727843" y="316561"/>
                </a:lnTo>
                <a:moveTo>
                  <a:pt x="1738119" y="312775"/>
                </a:moveTo>
                <a:lnTo>
                  <a:pt x="1830943" y="278578"/>
                </a:lnTo>
                <a:lnTo>
                  <a:pt x="1835171" y="276979"/>
                </a:lnTo>
                <a:lnTo>
                  <a:pt x="1838097" y="275745"/>
                </a:lnTo>
                <a:lnTo>
                  <a:pt x="1841365" y="274229"/>
                </a:lnTo>
                <a:lnTo>
                  <a:pt x="1846789" y="271235"/>
                </a:lnTo>
                <a:lnTo>
                  <a:pt x="1856798" y="264196"/>
                </a:lnTo>
                <a:lnTo>
                  <a:pt x="1861956" y="260120"/>
                </a:lnTo>
                <a:lnTo>
                  <a:pt x="1862459" y="259488"/>
                </a:lnTo>
                <a:moveTo>
                  <a:pt x="1484017" y="406605"/>
                </a:moveTo>
                <a:lnTo>
                  <a:pt x="1522914" y="392245"/>
                </a:lnTo>
                <a:lnTo>
                  <a:pt x="1524712" y="391544"/>
                </a:lnTo>
                <a:moveTo>
                  <a:pt x="1535088" y="387613"/>
                </a:moveTo>
                <a:lnTo>
                  <a:pt x="1579751" y="371235"/>
                </a:lnTo>
                <a:lnTo>
                  <a:pt x="1629763" y="352716"/>
                </a:lnTo>
                <a:lnTo>
                  <a:pt x="1635057" y="350758"/>
                </a:lnTo>
                <a:lnTo>
                  <a:pt x="1637441" y="349920"/>
                </a:lnTo>
                <a:lnTo>
                  <a:pt x="1639437" y="349219"/>
                </a:lnTo>
                <a:lnTo>
                  <a:pt x="1640847" y="348678"/>
                </a:lnTo>
                <a:lnTo>
                  <a:pt x="1643368" y="347711"/>
                </a:lnTo>
                <a:moveTo>
                  <a:pt x="450446" y="1949295"/>
                </a:moveTo>
                <a:lnTo>
                  <a:pt x="446035" y="1942675"/>
                </a:lnTo>
                <a:moveTo>
                  <a:pt x="467220" y="1947192"/>
                </a:moveTo>
                <a:lnTo>
                  <a:pt x="470526" y="1946011"/>
                </a:lnTo>
                <a:moveTo>
                  <a:pt x="1727683" y="2326578"/>
                </a:moveTo>
                <a:lnTo>
                  <a:pt x="1730692" y="2328102"/>
                </a:lnTo>
                <a:lnTo>
                  <a:pt x="1769612" y="2346887"/>
                </a:lnTo>
                <a:lnTo>
                  <a:pt x="1827881" y="2377100"/>
                </a:lnTo>
                <a:lnTo>
                  <a:pt x="1891513" y="2408082"/>
                </a:lnTo>
                <a:lnTo>
                  <a:pt x="1939849" y="2433198"/>
                </a:lnTo>
                <a:lnTo>
                  <a:pt x="1944625" y="2436047"/>
                </a:lnTo>
                <a:lnTo>
                  <a:pt x="1946689" y="2439628"/>
                </a:lnTo>
                <a:lnTo>
                  <a:pt x="1948015" y="2442591"/>
                </a:lnTo>
                <a:lnTo>
                  <a:pt x="1948244" y="2443208"/>
                </a:lnTo>
                <a:moveTo>
                  <a:pt x="1970244" y="2373261"/>
                </a:moveTo>
                <a:lnTo>
                  <a:pt x="1930532" y="2353256"/>
                </a:lnTo>
                <a:lnTo>
                  <a:pt x="1853812" y="2313506"/>
                </a:lnTo>
                <a:moveTo>
                  <a:pt x="1844122" y="2308280"/>
                </a:moveTo>
                <a:lnTo>
                  <a:pt x="1842164" y="2307259"/>
                </a:lnTo>
                <a:lnTo>
                  <a:pt x="1787400" y="2280132"/>
                </a:lnTo>
                <a:lnTo>
                  <a:pt x="1765163" y="2269566"/>
                </a:lnTo>
                <a:lnTo>
                  <a:pt x="1763837" y="2269840"/>
                </a:lnTo>
                <a:moveTo>
                  <a:pt x="1763190" y="2270213"/>
                </a:moveTo>
                <a:lnTo>
                  <a:pt x="1762519" y="2270945"/>
                </a:lnTo>
                <a:lnTo>
                  <a:pt x="1760546" y="2275820"/>
                </a:lnTo>
                <a:lnTo>
                  <a:pt x="1761895" y="2278669"/>
                </a:lnTo>
                <a:lnTo>
                  <a:pt x="1838835" y="2317696"/>
                </a:lnTo>
                <a:moveTo>
                  <a:pt x="2350399" y="890714"/>
                </a:moveTo>
                <a:lnTo>
                  <a:pt x="2351153" y="890386"/>
                </a:lnTo>
                <a:lnTo>
                  <a:pt x="2368606" y="882882"/>
                </a:lnTo>
                <a:lnTo>
                  <a:pt x="2370762" y="881999"/>
                </a:lnTo>
                <a:lnTo>
                  <a:pt x="2392610" y="873390"/>
                </a:lnTo>
                <a:moveTo>
                  <a:pt x="2341296" y="898910"/>
                </a:moveTo>
                <a:lnTo>
                  <a:pt x="2340976" y="899048"/>
                </a:lnTo>
                <a:lnTo>
                  <a:pt x="2332162" y="903595"/>
                </a:lnTo>
                <a:lnTo>
                  <a:pt x="2249249" y="948152"/>
                </a:lnTo>
                <a:moveTo>
                  <a:pt x="2244107" y="951916"/>
                </a:moveTo>
                <a:lnTo>
                  <a:pt x="2224582" y="971623"/>
                </a:lnTo>
                <a:moveTo>
                  <a:pt x="2232223" y="1359069"/>
                </a:moveTo>
                <a:lnTo>
                  <a:pt x="2272636" y="1317376"/>
                </a:lnTo>
                <a:lnTo>
                  <a:pt x="2323927" y="1263129"/>
                </a:lnTo>
                <a:moveTo>
                  <a:pt x="2332330" y="1254361"/>
                </a:moveTo>
                <a:lnTo>
                  <a:pt x="2361681" y="1224179"/>
                </a:lnTo>
                <a:lnTo>
                  <a:pt x="2372293" y="1214039"/>
                </a:lnTo>
                <a:lnTo>
                  <a:pt x="2383202" y="1201112"/>
                </a:lnTo>
                <a:lnTo>
                  <a:pt x="2385883" y="1197653"/>
                </a:lnTo>
                <a:moveTo>
                  <a:pt x="2390119" y="1191978"/>
                </a:moveTo>
                <a:lnTo>
                  <a:pt x="2401355" y="1175546"/>
                </a:lnTo>
                <a:lnTo>
                  <a:pt x="2410055" y="1162931"/>
                </a:lnTo>
                <a:lnTo>
                  <a:pt x="2412904" y="1158802"/>
                </a:lnTo>
                <a:moveTo>
                  <a:pt x="2419775" y="1148663"/>
                </a:moveTo>
                <a:lnTo>
                  <a:pt x="2435872" y="1124529"/>
                </a:lnTo>
                <a:lnTo>
                  <a:pt x="2449043" y="1110139"/>
                </a:lnTo>
                <a:lnTo>
                  <a:pt x="2465848" y="1093395"/>
                </a:lnTo>
                <a:moveTo>
                  <a:pt x="2255785" y="1007884"/>
                </a:moveTo>
                <a:lnTo>
                  <a:pt x="2288534" y="982410"/>
                </a:lnTo>
                <a:lnTo>
                  <a:pt x="2347139" y="936969"/>
                </a:lnTo>
                <a:lnTo>
                  <a:pt x="2354284" y="931980"/>
                </a:lnTo>
                <a:lnTo>
                  <a:pt x="2355084" y="931606"/>
                </a:lnTo>
                <a:moveTo>
                  <a:pt x="432027" y="2632573"/>
                </a:moveTo>
                <a:lnTo>
                  <a:pt x="432985" y="2627759"/>
                </a:lnTo>
                <a:lnTo>
                  <a:pt x="434296" y="2621840"/>
                </a:lnTo>
                <a:lnTo>
                  <a:pt x="436581" y="2615365"/>
                </a:lnTo>
                <a:lnTo>
                  <a:pt x="438775" y="2610329"/>
                </a:lnTo>
                <a:lnTo>
                  <a:pt x="442911" y="2603888"/>
                </a:lnTo>
                <a:moveTo>
                  <a:pt x="562390" y="2114732"/>
                </a:moveTo>
                <a:lnTo>
                  <a:pt x="562238" y="2114725"/>
                </a:lnTo>
                <a:moveTo>
                  <a:pt x="559122" y="2114572"/>
                </a:moveTo>
                <a:lnTo>
                  <a:pt x="554567" y="2114230"/>
                </a:lnTo>
                <a:moveTo>
                  <a:pt x="563822" y="2110360"/>
                </a:moveTo>
                <a:lnTo>
                  <a:pt x="563571" y="2110093"/>
                </a:lnTo>
                <a:moveTo>
                  <a:pt x="544443" y="2284009"/>
                </a:moveTo>
                <a:lnTo>
                  <a:pt x="547139" y="2276765"/>
                </a:lnTo>
                <a:lnTo>
                  <a:pt x="547535" y="2273710"/>
                </a:lnTo>
                <a:lnTo>
                  <a:pt x="547909" y="2270213"/>
                </a:lnTo>
                <a:lnTo>
                  <a:pt x="548427" y="2261811"/>
                </a:lnTo>
                <a:lnTo>
                  <a:pt x="549280" y="2245181"/>
                </a:lnTo>
                <a:moveTo>
                  <a:pt x="549547" y="2241128"/>
                </a:moveTo>
                <a:lnTo>
                  <a:pt x="549775" y="2235057"/>
                </a:lnTo>
                <a:lnTo>
                  <a:pt x="549859" y="2233510"/>
                </a:lnTo>
                <a:lnTo>
                  <a:pt x="549973" y="2232452"/>
                </a:lnTo>
                <a:lnTo>
                  <a:pt x="550255" y="2231027"/>
                </a:lnTo>
                <a:lnTo>
                  <a:pt x="550826" y="2229382"/>
                </a:lnTo>
                <a:lnTo>
                  <a:pt x="552022" y="2227393"/>
                </a:lnTo>
                <a:lnTo>
                  <a:pt x="552898" y="2226479"/>
                </a:lnTo>
                <a:moveTo>
                  <a:pt x="485396" y="2377031"/>
                </a:moveTo>
                <a:lnTo>
                  <a:pt x="488619" y="2378357"/>
                </a:lnTo>
                <a:lnTo>
                  <a:pt x="491125" y="2378707"/>
                </a:lnTo>
                <a:lnTo>
                  <a:pt x="493174" y="2379172"/>
                </a:lnTo>
                <a:lnTo>
                  <a:pt x="495467" y="2379896"/>
                </a:lnTo>
                <a:lnTo>
                  <a:pt x="498217" y="2381092"/>
                </a:lnTo>
                <a:lnTo>
                  <a:pt x="500084" y="2382090"/>
                </a:lnTo>
                <a:lnTo>
                  <a:pt x="501600" y="2383149"/>
                </a:lnTo>
                <a:moveTo>
                  <a:pt x="578685" y="445547"/>
                </a:moveTo>
                <a:lnTo>
                  <a:pt x="665483" y="462009"/>
                </a:lnTo>
                <a:moveTo>
                  <a:pt x="1246865" y="547817"/>
                </a:moveTo>
                <a:lnTo>
                  <a:pt x="1248198" y="551184"/>
                </a:lnTo>
                <a:lnTo>
                  <a:pt x="1248876" y="553234"/>
                </a:lnTo>
                <a:lnTo>
                  <a:pt x="1248388" y="555481"/>
                </a:lnTo>
                <a:lnTo>
                  <a:pt x="1247771" y="557233"/>
                </a:lnTo>
                <a:lnTo>
                  <a:pt x="1246728" y="558703"/>
                </a:lnTo>
                <a:lnTo>
                  <a:pt x="1231660" y="577116"/>
                </a:lnTo>
                <a:lnTo>
                  <a:pt x="1228894" y="580483"/>
                </a:lnTo>
                <a:moveTo>
                  <a:pt x="523227" y="2129780"/>
                </a:moveTo>
                <a:lnTo>
                  <a:pt x="523151" y="2131926"/>
                </a:lnTo>
                <a:lnTo>
                  <a:pt x="522465" y="2145227"/>
                </a:lnTo>
                <a:lnTo>
                  <a:pt x="520903" y="2178067"/>
                </a:lnTo>
                <a:lnTo>
                  <a:pt x="520083" y="2194164"/>
                </a:lnTo>
                <a:moveTo>
                  <a:pt x="2775104" y="727599"/>
                </a:moveTo>
                <a:lnTo>
                  <a:pt x="2709704" y="685960"/>
                </a:lnTo>
                <a:lnTo>
                  <a:pt x="2681259" y="667433"/>
                </a:lnTo>
                <a:moveTo>
                  <a:pt x="1945905" y="1035872"/>
                </a:moveTo>
                <a:lnTo>
                  <a:pt x="1945669" y="1035971"/>
                </a:lnTo>
                <a:lnTo>
                  <a:pt x="1939468" y="1038691"/>
                </a:lnTo>
                <a:lnTo>
                  <a:pt x="1929260" y="1043170"/>
                </a:lnTo>
                <a:lnTo>
                  <a:pt x="1921192" y="1048846"/>
                </a:lnTo>
                <a:lnTo>
                  <a:pt x="1916637" y="1053249"/>
                </a:lnTo>
                <a:lnTo>
                  <a:pt x="1913072" y="1058132"/>
                </a:lnTo>
                <a:lnTo>
                  <a:pt x="1905065" y="1075295"/>
                </a:lnTo>
                <a:lnTo>
                  <a:pt x="1902727" y="1080323"/>
                </a:lnTo>
                <a:moveTo>
                  <a:pt x="2717429" y="1856897"/>
                </a:moveTo>
                <a:lnTo>
                  <a:pt x="2739330" y="1833335"/>
                </a:lnTo>
                <a:lnTo>
                  <a:pt x="2813605" y="1755549"/>
                </a:lnTo>
                <a:lnTo>
                  <a:pt x="2829534" y="1738714"/>
                </a:lnTo>
                <a:lnTo>
                  <a:pt x="2894880" y="1670229"/>
                </a:lnTo>
                <a:lnTo>
                  <a:pt x="2900982" y="1663639"/>
                </a:lnTo>
                <a:lnTo>
                  <a:pt x="2907434" y="1656669"/>
                </a:lnTo>
                <a:lnTo>
                  <a:pt x="2915204" y="1648350"/>
                </a:lnTo>
                <a:lnTo>
                  <a:pt x="2919928" y="1643665"/>
                </a:lnTo>
                <a:lnTo>
                  <a:pt x="2937540" y="1626053"/>
                </a:lnTo>
                <a:lnTo>
                  <a:pt x="2963944" y="1598933"/>
                </a:lnTo>
                <a:lnTo>
                  <a:pt x="2967547" y="1594934"/>
                </a:lnTo>
                <a:lnTo>
                  <a:pt x="2975386" y="1586066"/>
                </a:lnTo>
                <a:lnTo>
                  <a:pt x="2982326" y="1578715"/>
                </a:lnTo>
                <a:lnTo>
                  <a:pt x="2990004" y="1570899"/>
                </a:lnTo>
                <a:moveTo>
                  <a:pt x="2992709" y="1568081"/>
                </a:moveTo>
                <a:lnTo>
                  <a:pt x="2996586" y="1564096"/>
                </a:lnTo>
                <a:moveTo>
                  <a:pt x="2645470" y="754788"/>
                </a:moveTo>
                <a:lnTo>
                  <a:pt x="2642987" y="755702"/>
                </a:lnTo>
                <a:moveTo>
                  <a:pt x="2632802" y="759572"/>
                </a:moveTo>
                <a:lnTo>
                  <a:pt x="2631629" y="760036"/>
                </a:lnTo>
                <a:lnTo>
                  <a:pt x="2581328" y="779332"/>
                </a:lnTo>
                <a:moveTo>
                  <a:pt x="541121" y="2240694"/>
                </a:moveTo>
                <a:lnTo>
                  <a:pt x="541380" y="2234653"/>
                </a:lnTo>
                <a:lnTo>
                  <a:pt x="541607" y="2226407"/>
                </a:lnTo>
                <a:moveTo>
                  <a:pt x="973086" y="1897851"/>
                </a:moveTo>
                <a:lnTo>
                  <a:pt x="972895" y="1897501"/>
                </a:lnTo>
                <a:moveTo>
                  <a:pt x="2384474" y="2653827"/>
                </a:moveTo>
                <a:lnTo>
                  <a:pt x="2401371" y="2644061"/>
                </a:lnTo>
                <a:lnTo>
                  <a:pt x="2405987" y="2639178"/>
                </a:lnTo>
                <a:lnTo>
                  <a:pt x="2405667" y="2636603"/>
                </a:lnTo>
                <a:lnTo>
                  <a:pt x="2405233" y="2633038"/>
                </a:lnTo>
                <a:lnTo>
                  <a:pt x="2404083" y="2631164"/>
                </a:lnTo>
                <a:lnTo>
                  <a:pt x="2394065" y="2614428"/>
                </a:lnTo>
                <a:lnTo>
                  <a:pt x="2375317" y="2583141"/>
                </a:lnTo>
                <a:moveTo>
                  <a:pt x="2369718" y="2573733"/>
                </a:moveTo>
                <a:lnTo>
                  <a:pt x="2362268" y="2561163"/>
                </a:lnTo>
                <a:moveTo>
                  <a:pt x="2433267" y="2512554"/>
                </a:moveTo>
                <a:lnTo>
                  <a:pt x="2434219" y="2511784"/>
                </a:lnTo>
                <a:lnTo>
                  <a:pt x="2437799" y="2502353"/>
                </a:lnTo>
                <a:lnTo>
                  <a:pt x="2442720" y="2485860"/>
                </a:lnTo>
                <a:lnTo>
                  <a:pt x="2452426" y="2450544"/>
                </a:lnTo>
                <a:lnTo>
                  <a:pt x="2473657" y="2373184"/>
                </a:lnTo>
                <a:lnTo>
                  <a:pt x="2478532" y="2353705"/>
                </a:lnTo>
                <a:lnTo>
                  <a:pt x="2480467" y="2350270"/>
                </a:lnTo>
                <a:lnTo>
                  <a:pt x="2484482" y="2348335"/>
                </a:lnTo>
                <a:lnTo>
                  <a:pt x="2490111" y="2348022"/>
                </a:lnTo>
                <a:lnTo>
                  <a:pt x="2611731" y="2380764"/>
                </a:lnTo>
                <a:lnTo>
                  <a:pt x="2617955" y="2382440"/>
                </a:lnTo>
                <a:lnTo>
                  <a:pt x="2648213" y="2390523"/>
                </a:lnTo>
                <a:lnTo>
                  <a:pt x="2724780" y="2410489"/>
                </a:lnTo>
                <a:lnTo>
                  <a:pt x="2748754" y="2417315"/>
                </a:lnTo>
                <a:lnTo>
                  <a:pt x="2766839" y="2422091"/>
                </a:lnTo>
                <a:lnTo>
                  <a:pt x="2834249" y="2440961"/>
                </a:lnTo>
                <a:lnTo>
                  <a:pt x="2887102" y="2453942"/>
                </a:lnTo>
                <a:lnTo>
                  <a:pt x="2925793" y="2465406"/>
                </a:lnTo>
                <a:moveTo>
                  <a:pt x="1219380" y="1304212"/>
                </a:moveTo>
                <a:lnTo>
                  <a:pt x="1229283" y="1332817"/>
                </a:lnTo>
                <a:lnTo>
                  <a:pt x="1229511" y="1333290"/>
                </a:lnTo>
                <a:moveTo>
                  <a:pt x="2449371" y="1949295"/>
                </a:moveTo>
                <a:lnTo>
                  <a:pt x="2448914" y="1948853"/>
                </a:lnTo>
                <a:moveTo>
                  <a:pt x="499284" y="2508189"/>
                </a:moveTo>
                <a:lnTo>
                  <a:pt x="497593" y="2510695"/>
                </a:lnTo>
                <a:lnTo>
                  <a:pt x="494157" y="2515067"/>
                </a:lnTo>
                <a:lnTo>
                  <a:pt x="480727" y="2532025"/>
                </a:lnTo>
                <a:lnTo>
                  <a:pt x="473871" y="2540686"/>
                </a:lnTo>
                <a:lnTo>
                  <a:pt x="467159" y="2549150"/>
                </a:lnTo>
                <a:moveTo>
                  <a:pt x="2677824" y="737899"/>
                </a:moveTo>
                <a:lnTo>
                  <a:pt x="2662999" y="699322"/>
                </a:lnTo>
                <a:lnTo>
                  <a:pt x="2658733" y="695818"/>
                </a:lnTo>
                <a:lnTo>
                  <a:pt x="2674076" y="670793"/>
                </a:lnTo>
                <a:moveTo>
                  <a:pt x="2447093" y="1947588"/>
                </a:moveTo>
                <a:lnTo>
                  <a:pt x="2441951" y="1943284"/>
                </a:lnTo>
                <a:lnTo>
                  <a:pt x="2423363" y="1926708"/>
                </a:lnTo>
                <a:moveTo>
                  <a:pt x="2415464" y="1919303"/>
                </a:moveTo>
                <a:lnTo>
                  <a:pt x="2414740" y="1918587"/>
                </a:lnTo>
                <a:lnTo>
                  <a:pt x="2397028" y="1901188"/>
                </a:lnTo>
                <a:lnTo>
                  <a:pt x="2392709" y="1896952"/>
                </a:lnTo>
                <a:lnTo>
                  <a:pt x="2385411" y="1889159"/>
                </a:lnTo>
                <a:lnTo>
                  <a:pt x="2377169" y="1881381"/>
                </a:lnTo>
                <a:lnTo>
                  <a:pt x="2369772" y="1874274"/>
                </a:lnTo>
                <a:lnTo>
                  <a:pt x="2353248" y="1859282"/>
                </a:lnTo>
                <a:moveTo>
                  <a:pt x="2347063" y="1853325"/>
                </a:moveTo>
                <a:lnTo>
                  <a:pt x="2334904" y="1840930"/>
                </a:lnTo>
                <a:lnTo>
                  <a:pt x="2325976" y="1831827"/>
                </a:lnTo>
                <a:moveTo>
                  <a:pt x="848979" y="763937"/>
                </a:moveTo>
                <a:lnTo>
                  <a:pt x="844602" y="765605"/>
                </a:lnTo>
                <a:lnTo>
                  <a:pt x="817049" y="776049"/>
                </a:lnTo>
                <a:lnTo>
                  <a:pt x="808189" y="778670"/>
                </a:lnTo>
                <a:moveTo>
                  <a:pt x="460273" y="1476057"/>
                </a:moveTo>
                <a:lnTo>
                  <a:pt x="454475" y="1475950"/>
                </a:lnTo>
                <a:lnTo>
                  <a:pt x="369734" y="1472194"/>
                </a:lnTo>
                <a:lnTo>
                  <a:pt x="354315" y="1471455"/>
                </a:lnTo>
                <a:lnTo>
                  <a:pt x="349737" y="1471288"/>
                </a:lnTo>
                <a:moveTo>
                  <a:pt x="337427" y="1470374"/>
                </a:moveTo>
                <a:lnTo>
                  <a:pt x="333762" y="1470198"/>
                </a:lnTo>
                <a:lnTo>
                  <a:pt x="271052" y="1466717"/>
                </a:lnTo>
                <a:lnTo>
                  <a:pt x="241898" y="1464820"/>
                </a:lnTo>
                <a:moveTo>
                  <a:pt x="535560" y="2209575"/>
                </a:moveTo>
                <a:lnTo>
                  <a:pt x="533252" y="2210558"/>
                </a:lnTo>
                <a:lnTo>
                  <a:pt x="531736" y="2211464"/>
                </a:lnTo>
                <a:lnTo>
                  <a:pt x="530174" y="2212417"/>
                </a:lnTo>
                <a:lnTo>
                  <a:pt x="528940" y="2213247"/>
                </a:lnTo>
                <a:lnTo>
                  <a:pt x="526624" y="2214786"/>
                </a:lnTo>
                <a:moveTo>
                  <a:pt x="511518" y="2477801"/>
                </a:moveTo>
                <a:lnTo>
                  <a:pt x="510954" y="2481099"/>
                </a:lnTo>
                <a:lnTo>
                  <a:pt x="509408" y="2486752"/>
                </a:lnTo>
                <a:lnTo>
                  <a:pt x="508562" y="2489608"/>
                </a:lnTo>
                <a:moveTo>
                  <a:pt x="514489" y="2372864"/>
                </a:moveTo>
                <a:lnTo>
                  <a:pt x="514047" y="2383621"/>
                </a:lnTo>
                <a:moveTo>
                  <a:pt x="513400" y="2399512"/>
                </a:moveTo>
                <a:lnTo>
                  <a:pt x="509591" y="2472735"/>
                </a:lnTo>
                <a:moveTo>
                  <a:pt x="511594" y="2219311"/>
                </a:moveTo>
                <a:lnTo>
                  <a:pt x="513605" y="2219425"/>
                </a:lnTo>
                <a:moveTo>
                  <a:pt x="518123" y="2280505"/>
                </a:moveTo>
                <a:lnTo>
                  <a:pt x="516531" y="2292907"/>
                </a:lnTo>
                <a:lnTo>
                  <a:pt x="513575" y="2352890"/>
                </a:lnTo>
                <a:moveTo>
                  <a:pt x="534890" y="2345387"/>
                </a:moveTo>
                <a:lnTo>
                  <a:pt x="535499" y="2333030"/>
                </a:lnTo>
                <a:moveTo>
                  <a:pt x="534981" y="2202369"/>
                </a:moveTo>
                <a:lnTo>
                  <a:pt x="533671" y="2202429"/>
                </a:lnTo>
                <a:lnTo>
                  <a:pt x="532208" y="2202513"/>
                </a:lnTo>
                <a:lnTo>
                  <a:pt x="530669" y="2202612"/>
                </a:lnTo>
                <a:lnTo>
                  <a:pt x="529306" y="2202704"/>
                </a:lnTo>
                <a:lnTo>
                  <a:pt x="527059" y="2202757"/>
                </a:lnTo>
                <a:lnTo>
                  <a:pt x="525116" y="2203054"/>
                </a:lnTo>
                <a:moveTo>
                  <a:pt x="565323" y="2203382"/>
                </a:moveTo>
                <a:lnTo>
                  <a:pt x="561811" y="2202871"/>
                </a:lnTo>
                <a:lnTo>
                  <a:pt x="560135" y="2202738"/>
                </a:lnTo>
                <a:moveTo>
                  <a:pt x="2026723" y="1291727"/>
                </a:moveTo>
                <a:lnTo>
                  <a:pt x="2051131" y="1267212"/>
                </a:lnTo>
                <a:lnTo>
                  <a:pt x="2053835" y="1265422"/>
                </a:lnTo>
                <a:lnTo>
                  <a:pt x="2056227" y="1266466"/>
                </a:lnTo>
                <a:lnTo>
                  <a:pt x="2087689" y="1296876"/>
                </a:lnTo>
                <a:lnTo>
                  <a:pt x="2090028" y="1299139"/>
                </a:lnTo>
                <a:lnTo>
                  <a:pt x="2123539" y="1331431"/>
                </a:lnTo>
                <a:moveTo>
                  <a:pt x="454163" y="1741304"/>
                </a:moveTo>
                <a:lnTo>
                  <a:pt x="455717" y="1721231"/>
                </a:lnTo>
                <a:lnTo>
                  <a:pt x="456304" y="1705416"/>
                </a:lnTo>
                <a:moveTo>
                  <a:pt x="189487" y="1915601"/>
                </a:moveTo>
                <a:lnTo>
                  <a:pt x="217635" y="1917079"/>
                </a:lnTo>
                <a:lnTo>
                  <a:pt x="264752" y="1919547"/>
                </a:lnTo>
                <a:lnTo>
                  <a:pt x="348054" y="1924674"/>
                </a:lnTo>
                <a:lnTo>
                  <a:pt x="360440" y="1925260"/>
                </a:lnTo>
                <a:moveTo>
                  <a:pt x="931545" y="2795550"/>
                </a:moveTo>
                <a:lnTo>
                  <a:pt x="952205" y="2790363"/>
                </a:lnTo>
                <a:lnTo>
                  <a:pt x="963213" y="2788542"/>
                </a:lnTo>
                <a:lnTo>
                  <a:pt x="1021558" y="2789624"/>
                </a:lnTo>
                <a:lnTo>
                  <a:pt x="1065346" y="2793813"/>
                </a:lnTo>
                <a:lnTo>
                  <a:pt x="1077032" y="2793486"/>
                </a:lnTo>
                <a:lnTo>
                  <a:pt x="1122434" y="2786097"/>
                </a:lnTo>
                <a:lnTo>
                  <a:pt x="1138699" y="2780848"/>
                </a:lnTo>
                <a:lnTo>
                  <a:pt x="1145562" y="2777702"/>
                </a:lnTo>
                <a:lnTo>
                  <a:pt x="1154658" y="2770465"/>
                </a:lnTo>
                <a:lnTo>
                  <a:pt x="1166595" y="2758383"/>
                </a:lnTo>
                <a:lnTo>
                  <a:pt x="1174609" y="2746666"/>
                </a:lnTo>
                <a:lnTo>
                  <a:pt x="1206338" y="2698110"/>
                </a:lnTo>
                <a:lnTo>
                  <a:pt x="1220911" y="2673146"/>
                </a:lnTo>
                <a:lnTo>
                  <a:pt x="1240070" y="2635887"/>
                </a:lnTo>
                <a:lnTo>
                  <a:pt x="1244846" y="2625397"/>
                </a:lnTo>
                <a:lnTo>
                  <a:pt x="1250918" y="2610443"/>
                </a:lnTo>
                <a:lnTo>
                  <a:pt x="1254612" y="2600144"/>
                </a:lnTo>
                <a:lnTo>
                  <a:pt x="1255831" y="2595291"/>
                </a:lnTo>
                <a:lnTo>
                  <a:pt x="1261491" y="2551176"/>
                </a:lnTo>
                <a:lnTo>
                  <a:pt x="1260851" y="2548091"/>
                </a:lnTo>
                <a:lnTo>
                  <a:pt x="1259838" y="2546438"/>
                </a:lnTo>
                <a:moveTo>
                  <a:pt x="1849043" y="2322883"/>
                </a:moveTo>
                <a:lnTo>
                  <a:pt x="1854368" y="2325595"/>
                </a:lnTo>
                <a:lnTo>
                  <a:pt x="1916073" y="2356996"/>
                </a:lnTo>
                <a:lnTo>
                  <a:pt x="1926182" y="2362009"/>
                </a:lnTo>
                <a:lnTo>
                  <a:pt x="1997463" y="2397843"/>
                </a:lnTo>
                <a:lnTo>
                  <a:pt x="1999832" y="2397249"/>
                </a:lnTo>
                <a:lnTo>
                  <a:pt x="2003168" y="2391703"/>
                </a:lnTo>
                <a:lnTo>
                  <a:pt x="2002628" y="2389768"/>
                </a:lnTo>
                <a:lnTo>
                  <a:pt x="1970442" y="2373367"/>
                </a:lnTo>
                <a:moveTo>
                  <a:pt x="640580" y="2251443"/>
                </a:moveTo>
                <a:lnTo>
                  <a:pt x="640756" y="2248007"/>
                </a:lnTo>
                <a:lnTo>
                  <a:pt x="641174" y="2239049"/>
                </a:lnTo>
                <a:moveTo>
                  <a:pt x="394454" y="960928"/>
                </a:moveTo>
                <a:lnTo>
                  <a:pt x="385115" y="960143"/>
                </a:lnTo>
                <a:lnTo>
                  <a:pt x="321520" y="954849"/>
                </a:lnTo>
                <a:lnTo>
                  <a:pt x="310977" y="954544"/>
                </a:lnTo>
                <a:moveTo>
                  <a:pt x="221856" y="951154"/>
                </a:moveTo>
                <a:lnTo>
                  <a:pt x="226053" y="951146"/>
                </a:lnTo>
                <a:lnTo>
                  <a:pt x="285404" y="954117"/>
                </a:lnTo>
                <a:lnTo>
                  <a:pt x="302346" y="954849"/>
                </a:lnTo>
                <a:moveTo>
                  <a:pt x="215144" y="852617"/>
                </a:moveTo>
                <a:lnTo>
                  <a:pt x="281709" y="856159"/>
                </a:lnTo>
                <a:lnTo>
                  <a:pt x="307443" y="858368"/>
                </a:lnTo>
                <a:lnTo>
                  <a:pt x="308006" y="858558"/>
                </a:lnTo>
                <a:moveTo>
                  <a:pt x="312318" y="863739"/>
                </a:moveTo>
                <a:lnTo>
                  <a:pt x="310162" y="901737"/>
                </a:lnTo>
                <a:lnTo>
                  <a:pt x="310231" y="904898"/>
                </a:lnTo>
                <a:moveTo>
                  <a:pt x="321467" y="809614"/>
                </a:moveTo>
                <a:lnTo>
                  <a:pt x="324141" y="810109"/>
                </a:lnTo>
                <a:lnTo>
                  <a:pt x="354940" y="812173"/>
                </a:lnTo>
                <a:lnTo>
                  <a:pt x="371090" y="813354"/>
                </a:lnTo>
                <a:lnTo>
                  <a:pt x="388474" y="814535"/>
                </a:lnTo>
                <a:lnTo>
                  <a:pt x="392717" y="814885"/>
                </a:lnTo>
                <a:lnTo>
                  <a:pt x="397555" y="815258"/>
                </a:lnTo>
                <a:lnTo>
                  <a:pt x="401447" y="815525"/>
                </a:lnTo>
                <a:lnTo>
                  <a:pt x="409507" y="816058"/>
                </a:lnTo>
                <a:lnTo>
                  <a:pt x="410414" y="816104"/>
                </a:lnTo>
                <a:lnTo>
                  <a:pt x="411328" y="816150"/>
                </a:lnTo>
                <a:moveTo>
                  <a:pt x="317110" y="812546"/>
                </a:moveTo>
                <a:lnTo>
                  <a:pt x="316874" y="817041"/>
                </a:lnTo>
                <a:lnTo>
                  <a:pt x="316264" y="826381"/>
                </a:lnTo>
                <a:lnTo>
                  <a:pt x="313979" y="843125"/>
                </a:lnTo>
                <a:lnTo>
                  <a:pt x="312958" y="854887"/>
                </a:lnTo>
                <a:moveTo>
                  <a:pt x="1128041" y="1510581"/>
                </a:moveTo>
                <a:lnTo>
                  <a:pt x="1128864" y="1513628"/>
                </a:lnTo>
                <a:moveTo>
                  <a:pt x="1130974" y="1522099"/>
                </a:moveTo>
                <a:lnTo>
                  <a:pt x="1131050" y="1522427"/>
                </a:lnTo>
                <a:lnTo>
                  <a:pt x="1132856" y="1526441"/>
                </a:lnTo>
                <a:lnTo>
                  <a:pt x="1134791" y="1530730"/>
                </a:lnTo>
                <a:lnTo>
                  <a:pt x="1157758" y="1620918"/>
                </a:lnTo>
                <a:moveTo>
                  <a:pt x="1159907" y="1629130"/>
                </a:moveTo>
                <a:lnTo>
                  <a:pt x="1167669" y="1657949"/>
                </a:lnTo>
                <a:lnTo>
                  <a:pt x="1168949" y="1668180"/>
                </a:lnTo>
                <a:lnTo>
                  <a:pt x="1172225" y="1680802"/>
                </a:lnTo>
                <a:lnTo>
                  <a:pt x="1180924" y="1714291"/>
                </a:lnTo>
                <a:moveTo>
                  <a:pt x="1181740" y="1717444"/>
                </a:moveTo>
                <a:lnTo>
                  <a:pt x="1181762" y="1717551"/>
                </a:lnTo>
                <a:moveTo>
                  <a:pt x="1186036" y="1734150"/>
                </a:moveTo>
                <a:lnTo>
                  <a:pt x="1186204" y="1734798"/>
                </a:lnTo>
                <a:moveTo>
                  <a:pt x="1191049" y="1715113"/>
                </a:moveTo>
                <a:lnTo>
                  <a:pt x="1178334" y="1666648"/>
                </a:lnTo>
                <a:lnTo>
                  <a:pt x="1174998" y="1657385"/>
                </a:lnTo>
                <a:moveTo>
                  <a:pt x="1937182" y="2181465"/>
                </a:moveTo>
                <a:lnTo>
                  <a:pt x="1936367" y="2180787"/>
                </a:lnTo>
                <a:lnTo>
                  <a:pt x="1905172" y="2165285"/>
                </a:lnTo>
                <a:moveTo>
                  <a:pt x="2324407" y="1823592"/>
                </a:moveTo>
                <a:lnTo>
                  <a:pt x="2341540" y="1805812"/>
                </a:lnTo>
                <a:moveTo>
                  <a:pt x="1081473" y="1277870"/>
                </a:moveTo>
                <a:lnTo>
                  <a:pt x="1083659" y="1277306"/>
                </a:lnTo>
                <a:lnTo>
                  <a:pt x="1085724" y="1276780"/>
                </a:lnTo>
                <a:lnTo>
                  <a:pt x="1118641" y="1268431"/>
                </a:lnTo>
                <a:moveTo>
                  <a:pt x="316485" y="436482"/>
                </a:moveTo>
                <a:lnTo>
                  <a:pt x="379592" y="449661"/>
                </a:lnTo>
                <a:lnTo>
                  <a:pt x="392763" y="451550"/>
                </a:lnTo>
                <a:lnTo>
                  <a:pt x="416013" y="455938"/>
                </a:lnTo>
                <a:lnTo>
                  <a:pt x="428293" y="458254"/>
                </a:lnTo>
                <a:moveTo>
                  <a:pt x="801135" y="1607427"/>
                </a:moveTo>
                <a:lnTo>
                  <a:pt x="808372" y="1633975"/>
                </a:lnTo>
                <a:moveTo>
                  <a:pt x="2590477" y="1731698"/>
                </a:moveTo>
                <a:lnTo>
                  <a:pt x="2628338" y="1695231"/>
                </a:lnTo>
                <a:moveTo>
                  <a:pt x="2618968" y="1123425"/>
                </a:moveTo>
                <a:lnTo>
                  <a:pt x="2618983" y="1123973"/>
                </a:lnTo>
                <a:lnTo>
                  <a:pt x="2628383" y="1133404"/>
                </a:lnTo>
                <a:lnTo>
                  <a:pt x="2651031" y="1155686"/>
                </a:lnTo>
                <a:lnTo>
                  <a:pt x="2659525" y="1155793"/>
                </a:lnTo>
                <a:moveTo>
                  <a:pt x="2663022" y="1154102"/>
                </a:moveTo>
                <a:lnTo>
                  <a:pt x="2689167" y="1128917"/>
                </a:lnTo>
                <a:moveTo>
                  <a:pt x="2717825" y="1205424"/>
                </a:moveTo>
                <a:lnTo>
                  <a:pt x="2740420" y="1180932"/>
                </a:lnTo>
                <a:lnTo>
                  <a:pt x="2741273" y="1178517"/>
                </a:lnTo>
                <a:lnTo>
                  <a:pt x="2740839" y="1175874"/>
                </a:lnTo>
                <a:lnTo>
                  <a:pt x="2692816" y="1128925"/>
                </a:lnTo>
                <a:moveTo>
                  <a:pt x="2529625" y="610170"/>
                </a:moveTo>
                <a:lnTo>
                  <a:pt x="2562512" y="593898"/>
                </a:lnTo>
                <a:lnTo>
                  <a:pt x="2566298" y="591978"/>
                </a:lnTo>
                <a:lnTo>
                  <a:pt x="2567616" y="591361"/>
                </a:lnTo>
                <a:moveTo>
                  <a:pt x="2085571" y="853348"/>
                </a:moveTo>
                <a:lnTo>
                  <a:pt x="2132711" y="831309"/>
                </a:lnTo>
                <a:lnTo>
                  <a:pt x="2233800" y="785305"/>
                </a:lnTo>
                <a:moveTo>
                  <a:pt x="2277885" y="751367"/>
                </a:moveTo>
                <a:lnTo>
                  <a:pt x="2254406" y="763320"/>
                </a:lnTo>
                <a:lnTo>
                  <a:pt x="2236649" y="772354"/>
                </a:lnTo>
                <a:lnTo>
                  <a:pt x="2235270" y="777428"/>
                </a:lnTo>
                <a:lnTo>
                  <a:pt x="2236146" y="779614"/>
                </a:lnTo>
                <a:moveTo>
                  <a:pt x="839354" y="414322"/>
                </a:moveTo>
                <a:lnTo>
                  <a:pt x="988756" y="364485"/>
                </a:lnTo>
                <a:moveTo>
                  <a:pt x="823531" y="395597"/>
                </a:moveTo>
                <a:lnTo>
                  <a:pt x="824666" y="400579"/>
                </a:lnTo>
                <a:lnTo>
                  <a:pt x="825276" y="403024"/>
                </a:lnTo>
                <a:lnTo>
                  <a:pt x="825946" y="405683"/>
                </a:lnTo>
                <a:lnTo>
                  <a:pt x="827287" y="409835"/>
                </a:lnTo>
                <a:lnTo>
                  <a:pt x="829390" y="412653"/>
                </a:lnTo>
                <a:lnTo>
                  <a:pt x="829580" y="412798"/>
                </a:lnTo>
                <a:moveTo>
                  <a:pt x="2013567" y="1288466"/>
                </a:moveTo>
                <a:lnTo>
                  <a:pt x="2017292" y="1291894"/>
                </a:lnTo>
                <a:moveTo>
                  <a:pt x="844458" y="1157378"/>
                </a:moveTo>
                <a:lnTo>
                  <a:pt x="851367" y="1178814"/>
                </a:lnTo>
                <a:moveTo>
                  <a:pt x="836215" y="1218298"/>
                </a:moveTo>
                <a:lnTo>
                  <a:pt x="856822" y="1212219"/>
                </a:lnTo>
                <a:lnTo>
                  <a:pt x="857751" y="1211975"/>
                </a:lnTo>
                <a:moveTo>
                  <a:pt x="510040" y="871059"/>
                </a:moveTo>
                <a:lnTo>
                  <a:pt x="466420" y="868439"/>
                </a:lnTo>
                <a:lnTo>
                  <a:pt x="457949" y="868485"/>
                </a:lnTo>
                <a:lnTo>
                  <a:pt x="432795" y="867311"/>
                </a:lnTo>
                <a:lnTo>
                  <a:pt x="423044" y="865087"/>
                </a:lnTo>
                <a:lnTo>
                  <a:pt x="418161" y="865049"/>
                </a:lnTo>
                <a:lnTo>
                  <a:pt x="415929" y="864965"/>
                </a:lnTo>
                <a:moveTo>
                  <a:pt x="2140679" y="2185663"/>
                </a:moveTo>
                <a:lnTo>
                  <a:pt x="2151169" y="2170922"/>
                </a:lnTo>
                <a:moveTo>
                  <a:pt x="2149965" y="2163662"/>
                </a:moveTo>
                <a:lnTo>
                  <a:pt x="2108440" y="2134234"/>
                </a:lnTo>
                <a:moveTo>
                  <a:pt x="2156379" y="2170114"/>
                </a:moveTo>
                <a:lnTo>
                  <a:pt x="2160424" y="2173146"/>
                </a:lnTo>
                <a:moveTo>
                  <a:pt x="396130" y="981823"/>
                </a:moveTo>
                <a:lnTo>
                  <a:pt x="345806" y="999230"/>
                </a:lnTo>
                <a:lnTo>
                  <a:pt x="331149" y="1004532"/>
                </a:lnTo>
                <a:lnTo>
                  <a:pt x="308060" y="1003443"/>
                </a:lnTo>
                <a:moveTo>
                  <a:pt x="916683" y="1767486"/>
                </a:moveTo>
                <a:lnTo>
                  <a:pt x="919105" y="1729191"/>
                </a:lnTo>
                <a:lnTo>
                  <a:pt x="918900" y="1727470"/>
                </a:lnTo>
                <a:moveTo>
                  <a:pt x="918747" y="1718709"/>
                </a:moveTo>
                <a:lnTo>
                  <a:pt x="919959" y="1695558"/>
                </a:lnTo>
                <a:moveTo>
                  <a:pt x="920804" y="1686752"/>
                </a:moveTo>
                <a:lnTo>
                  <a:pt x="921002" y="1684337"/>
                </a:lnTo>
                <a:lnTo>
                  <a:pt x="922869" y="1653089"/>
                </a:lnTo>
                <a:moveTo>
                  <a:pt x="922762" y="1643962"/>
                </a:moveTo>
                <a:lnTo>
                  <a:pt x="921292" y="1624064"/>
                </a:lnTo>
                <a:lnTo>
                  <a:pt x="920499" y="1617300"/>
                </a:lnTo>
                <a:moveTo>
                  <a:pt x="919128" y="1609735"/>
                </a:moveTo>
                <a:lnTo>
                  <a:pt x="911906" y="1581001"/>
                </a:lnTo>
                <a:moveTo>
                  <a:pt x="380430" y="1926258"/>
                </a:moveTo>
                <a:lnTo>
                  <a:pt x="388847" y="1926015"/>
                </a:lnTo>
                <a:lnTo>
                  <a:pt x="399969" y="1926761"/>
                </a:lnTo>
                <a:lnTo>
                  <a:pt x="405934" y="1927134"/>
                </a:lnTo>
                <a:lnTo>
                  <a:pt x="408875" y="1927386"/>
                </a:lnTo>
                <a:lnTo>
                  <a:pt x="411244" y="1927820"/>
                </a:lnTo>
                <a:lnTo>
                  <a:pt x="414352" y="1928681"/>
                </a:lnTo>
                <a:lnTo>
                  <a:pt x="417125" y="1929755"/>
                </a:lnTo>
                <a:moveTo>
                  <a:pt x="419860" y="1931073"/>
                </a:moveTo>
                <a:lnTo>
                  <a:pt x="422137" y="1932532"/>
                </a:lnTo>
                <a:moveTo>
                  <a:pt x="435233" y="1919859"/>
                </a:moveTo>
                <a:lnTo>
                  <a:pt x="433633" y="1921703"/>
                </a:lnTo>
                <a:lnTo>
                  <a:pt x="429321" y="1924125"/>
                </a:lnTo>
                <a:moveTo>
                  <a:pt x="442115" y="1896347"/>
                </a:moveTo>
                <a:lnTo>
                  <a:pt x="441479" y="1901348"/>
                </a:lnTo>
                <a:lnTo>
                  <a:pt x="439605" y="1914104"/>
                </a:lnTo>
                <a:moveTo>
                  <a:pt x="428018" y="1933632"/>
                </a:moveTo>
                <a:lnTo>
                  <a:pt x="429595" y="1933648"/>
                </a:lnTo>
                <a:moveTo>
                  <a:pt x="444930" y="1918587"/>
                </a:moveTo>
                <a:lnTo>
                  <a:pt x="445745" y="1909217"/>
                </a:lnTo>
                <a:lnTo>
                  <a:pt x="446180" y="1900441"/>
                </a:lnTo>
                <a:lnTo>
                  <a:pt x="446210" y="1896846"/>
                </a:lnTo>
                <a:moveTo>
                  <a:pt x="343483" y="1918526"/>
                </a:moveTo>
                <a:lnTo>
                  <a:pt x="335537" y="1918960"/>
                </a:lnTo>
                <a:lnTo>
                  <a:pt x="264942" y="1915060"/>
                </a:lnTo>
                <a:moveTo>
                  <a:pt x="422511" y="1925154"/>
                </a:moveTo>
                <a:lnTo>
                  <a:pt x="420385" y="1924537"/>
                </a:lnTo>
                <a:moveTo>
                  <a:pt x="420385" y="1924537"/>
                </a:moveTo>
                <a:lnTo>
                  <a:pt x="418412" y="1924080"/>
                </a:lnTo>
                <a:lnTo>
                  <a:pt x="415876" y="1923493"/>
                </a:lnTo>
                <a:lnTo>
                  <a:pt x="411274" y="1922960"/>
                </a:lnTo>
                <a:lnTo>
                  <a:pt x="404761" y="1922510"/>
                </a:lnTo>
                <a:lnTo>
                  <a:pt x="399269" y="1922145"/>
                </a:lnTo>
                <a:moveTo>
                  <a:pt x="392839" y="1921703"/>
                </a:moveTo>
                <a:lnTo>
                  <a:pt x="376544" y="1920073"/>
                </a:lnTo>
                <a:lnTo>
                  <a:pt x="354841" y="1918877"/>
                </a:lnTo>
                <a:moveTo>
                  <a:pt x="441754" y="1927081"/>
                </a:moveTo>
                <a:lnTo>
                  <a:pt x="441830" y="1926952"/>
                </a:lnTo>
                <a:moveTo>
                  <a:pt x="433983" y="1938493"/>
                </a:moveTo>
                <a:lnTo>
                  <a:pt x="434181" y="1940968"/>
                </a:lnTo>
                <a:moveTo>
                  <a:pt x="436063" y="1947630"/>
                </a:moveTo>
                <a:lnTo>
                  <a:pt x="454719" y="1977824"/>
                </a:lnTo>
                <a:lnTo>
                  <a:pt x="457164" y="1981564"/>
                </a:lnTo>
                <a:lnTo>
                  <a:pt x="476301" y="2011853"/>
                </a:lnTo>
                <a:lnTo>
                  <a:pt x="481740" y="2020255"/>
                </a:lnTo>
                <a:moveTo>
                  <a:pt x="430311" y="1928460"/>
                </a:moveTo>
                <a:lnTo>
                  <a:pt x="429580" y="1928079"/>
                </a:lnTo>
                <a:lnTo>
                  <a:pt x="429131" y="1927873"/>
                </a:lnTo>
                <a:moveTo>
                  <a:pt x="519319" y="2222891"/>
                </a:moveTo>
                <a:lnTo>
                  <a:pt x="519319" y="2223043"/>
                </a:lnTo>
                <a:moveTo>
                  <a:pt x="519410" y="2232962"/>
                </a:moveTo>
                <a:lnTo>
                  <a:pt x="519075" y="2239391"/>
                </a:lnTo>
                <a:moveTo>
                  <a:pt x="519067" y="2239681"/>
                </a:moveTo>
                <a:lnTo>
                  <a:pt x="518953" y="2247284"/>
                </a:lnTo>
                <a:moveTo>
                  <a:pt x="1875706" y="1587651"/>
                </a:moveTo>
                <a:lnTo>
                  <a:pt x="1878845" y="1588611"/>
                </a:lnTo>
                <a:lnTo>
                  <a:pt x="1880642" y="1589357"/>
                </a:lnTo>
                <a:lnTo>
                  <a:pt x="1881953" y="1590264"/>
                </a:lnTo>
                <a:moveTo>
                  <a:pt x="1885084" y="1594454"/>
                </a:moveTo>
                <a:lnTo>
                  <a:pt x="1887643" y="1599238"/>
                </a:lnTo>
                <a:moveTo>
                  <a:pt x="1914736" y="1832261"/>
                </a:moveTo>
                <a:lnTo>
                  <a:pt x="1915007" y="1828673"/>
                </a:lnTo>
                <a:lnTo>
                  <a:pt x="1916622" y="1818976"/>
                </a:lnTo>
                <a:lnTo>
                  <a:pt x="1917041" y="1817395"/>
                </a:lnTo>
                <a:moveTo>
                  <a:pt x="1907831" y="1801576"/>
                </a:moveTo>
                <a:lnTo>
                  <a:pt x="1907686" y="1801534"/>
                </a:lnTo>
                <a:moveTo>
                  <a:pt x="2672019" y="661469"/>
                </a:moveTo>
                <a:lnTo>
                  <a:pt x="2645684" y="644633"/>
                </a:lnTo>
                <a:moveTo>
                  <a:pt x="2634798" y="645486"/>
                </a:moveTo>
                <a:lnTo>
                  <a:pt x="2602300" y="658414"/>
                </a:lnTo>
                <a:moveTo>
                  <a:pt x="1663426" y="438744"/>
                </a:moveTo>
                <a:lnTo>
                  <a:pt x="1669692" y="435370"/>
                </a:lnTo>
                <a:moveTo>
                  <a:pt x="1705587" y="413209"/>
                </a:moveTo>
                <a:lnTo>
                  <a:pt x="1690142" y="420309"/>
                </a:lnTo>
                <a:moveTo>
                  <a:pt x="1687285" y="421444"/>
                </a:moveTo>
                <a:lnTo>
                  <a:pt x="1679900" y="425040"/>
                </a:lnTo>
                <a:moveTo>
                  <a:pt x="1667631" y="431035"/>
                </a:moveTo>
                <a:lnTo>
                  <a:pt x="1661461" y="433960"/>
                </a:lnTo>
                <a:moveTo>
                  <a:pt x="1661263" y="434052"/>
                </a:moveTo>
                <a:lnTo>
                  <a:pt x="1646469" y="441213"/>
                </a:lnTo>
                <a:lnTo>
                  <a:pt x="1641563" y="443399"/>
                </a:lnTo>
                <a:lnTo>
                  <a:pt x="1629801" y="448648"/>
                </a:lnTo>
                <a:lnTo>
                  <a:pt x="1611670" y="455489"/>
                </a:lnTo>
                <a:lnTo>
                  <a:pt x="1593349" y="460813"/>
                </a:lnTo>
                <a:lnTo>
                  <a:pt x="1588428" y="462070"/>
                </a:lnTo>
                <a:lnTo>
                  <a:pt x="1580802" y="464021"/>
                </a:lnTo>
                <a:lnTo>
                  <a:pt x="1545615" y="469536"/>
                </a:lnTo>
                <a:lnTo>
                  <a:pt x="1525801" y="472636"/>
                </a:lnTo>
                <a:lnTo>
                  <a:pt x="1516454" y="474998"/>
                </a:lnTo>
                <a:lnTo>
                  <a:pt x="1508882" y="477809"/>
                </a:lnTo>
                <a:lnTo>
                  <a:pt x="1502491" y="481298"/>
                </a:lnTo>
                <a:lnTo>
                  <a:pt x="1494164" y="487187"/>
                </a:lnTo>
                <a:lnTo>
                  <a:pt x="1479439" y="499307"/>
                </a:lnTo>
                <a:lnTo>
                  <a:pt x="1461400" y="514672"/>
                </a:lnTo>
                <a:moveTo>
                  <a:pt x="1655648" y="1397448"/>
                </a:moveTo>
                <a:lnTo>
                  <a:pt x="1675142" y="1441867"/>
                </a:lnTo>
                <a:lnTo>
                  <a:pt x="1675638" y="1445341"/>
                </a:lnTo>
                <a:lnTo>
                  <a:pt x="1671349" y="1448449"/>
                </a:lnTo>
                <a:lnTo>
                  <a:pt x="1634630" y="1477938"/>
                </a:lnTo>
                <a:lnTo>
                  <a:pt x="1595924" y="1506581"/>
                </a:lnTo>
                <a:lnTo>
                  <a:pt x="1591696" y="1508775"/>
                </a:lnTo>
                <a:moveTo>
                  <a:pt x="365674" y="742169"/>
                </a:moveTo>
                <a:lnTo>
                  <a:pt x="377973" y="747040"/>
                </a:lnTo>
                <a:lnTo>
                  <a:pt x="383591" y="748983"/>
                </a:lnTo>
                <a:moveTo>
                  <a:pt x="1095688" y="1820918"/>
                </a:moveTo>
                <a:lnTo>
                  <a:pt x="1093707" y="1818298"/>
                </a:lnTo>
                <a:lnTo>
                  <a:pt x="1092976" y="1817315"/>
                </a:lnTo>
                <a:moveTo>
                  <a:pt x="1087354" y="1810863"/>
                </a:moveTo>
                <a:lnTo>
                  <a:pt x="1087240" y="1810764"/>
                </a:lnTo>
                <a:moveTo>
                  <a:pt x="385846" y="1023067"/>
                </a:moveTo>
                <a:lnTo>
                  <a:pt x="356144" y="1033077"/>
                </a:lnTo>
                <a:lnTo>
                  <a:pt x="333701" y="1039346"/>
                </a:lnTo>
                <a:lnTo>
                  <a:pt x="316835" y="1045776"/>
                </a:lnTo>
                <a:lnTo>
                  <a:pt x="306201" y="1049577"/>
                </a:lnTo>
                <a:moveTo>
                  <a:pt x="453493" y="656281"/>
                </a:moveTo>
                <a:lnTo>
                  <a:pt x="454932" y="655222"/>
                </a:lnTo>
                <a:lnTo>
                  <a:pt x="458406" y="653515"/>
                </a:lnTo>
                <a:lnTo>
                  <a:pt x="465879" y="650430"/>
                </a:lnTo>
                <a:lnTo>
                  <a:pt x="472438" y="648800"/>
                </a:lnTo>
                <a:lnTo>
                  <a:pt x="501181" y="644290"/>
                </a:lnTo>
                <a:lnTo>
                  <a:pt x="504852" y="643483"/>
                </a:lnTo>
                <a:lnTo>
                  <a:pt x="507724" y="642089"/>
                </a:lnTo>
                <a:lnTo>
                  <a:pt x="510924" y="640923"/>
                </a:lnTo>
                <a:lnTo>
                  <a:pt x="515617" y="641114"/>
                </a:lnTo>
                <a:lnTo>
                  <a:pt x="517178" y="641319"/>
                </a:lnTo>
                <a:lnTo>
                  <a:pt x="519768" y="642447"/>
                </a:lnTo>
                <a:lnTo>
                  <a:pt x="521947" y="644077"/>
                </a:lnTo>
                <a:lnTo>
                  <a:pt x="523120" y="645326"/>
                </a:lnTo>
                <a:lnTo>
                  <a:pt x="523798" y="647261"/>
                </a:lnTo>
                <a:lnTo>
                  <a:pt x="522602" y="673459"/>
                </a:lnTo>
                <a:moveTo>
                  <a:pt x="1681884" y="429458"/>
                </a:moveTo>
                <a:lnTo>
                  <a:pt x="1689449" y="426007"/>
                </a:lnTo>
                <a:moveTo>
                  <a:pt x="1689632" y="425924"/>
                </a:moveTo>
                <a:lnTo>
                  <a:pt x="1695406" y="423082"/>
                </a:lnTo>
                <a:lnTo>
                  <a:pt x="1718389" y="411404"/>
                </a:lnTo>
                <a:lnTo>
                  <a:pt x="1739925" y="404822"/>
                </a:lnTo>
                <a:lnTo>
                  <a:pt x="1762832" y="401775"/>
                </a:lnTo>
                <a:lnTo>
                  <a:pt x="1774548" y="400785"/>
                </a:lnTo>
                <a:lnTo>
                  <a:pt x="1804235" y="397753"/>
                </a:lnTo>
                <a:lnTo>
                  <a:pt x="1815555" y="396100"/>
                </a:lnTo>
                <a:lnTo>
                  <a:pt x="1832246" y="392298"/>
                </a:lnTo>
                <a:lnTo>
                  <a:pt x="1844556" y="387621"/>
                </a:lnTo>
                <a:lnTo>
                  <a:pt x="1850697" y="384772"/>
                </a:lnTo>
                <a:lnTo>
                  <a:pt x="1857903" y="381290"/>
                </a:lnTo>
                <a:lnTo>
                  <a:pt x="1860706" y="379790"/>
                </a:lnTo>
                <a:lnTo>
                  <a:pt x="1869779" y="372591"/>
                </a:lnTo>
                <a:lnTo>
                  <a:pt x="1874662" y="368713"/>
                </a:lnTo>
                <a:lnTo>
                  <a:pt x="1891620" y="349859"/>
                </a:lnTo>
                <a:lnTo>
                  <a:pt x="1897988" y="342332"/>
                </a:lnTo>
                <a:moveTo>
                  <a:pt x="2617970" y="1451900"/>
                </a:moveTo>
                <a:lnTo>
                  <a:pt x="2622442" y="1456959"/>
                </a:lnTo>
                <a:moveTo>
                  <a:pt x="592405" y="2477367"/>
                </a:moveTo>
                <a:lnTo>
                  <a:pt x="620423" y="2478761"/>
                </a:lnTo>
                <a:lnTo>
                  <a:pt x="624727" y="2478974"/>
                </a:lnTo>
                <a:lnTo>
                  <a:pt x="644115" y="2479934"/>
                </a:lnTo>
                <a:lnTo>
                  <a:pt x="677976" y="2481610"/>
                </a:lnTo>
                <a:lnTo>
                  <a:pt x="686295" y="2482013"/>
                </a:lnTo>
                <a:lnTo>
                  <a:pt x="689061" y="2482151"/>
                </a:lnTo>
                <a:lnTo>
                  <a:pt x="690698" y="2482234"/>
                </a:lnTo>
                <a:lnTo>
                  <a:pt x="696115" y="2482501"/>
                </a:lnTo>
                <a:lnTo>
                  <a:pt x="697867" y="2482585"/>
                </a:lnTo>
                <a:lnTo>
                  <a:pt x="734151" y="2484383"/>
                </a:lnTo>
                <a:moveTo>
                  <a:pt x="2852844" y="698301"/>
                </a:moveTo>
                <a:lnTo>
                  <a:pt x="2845828" y="700640"/>
                </a:lnTo>
                <a:lnTo>
                  <a:pt x="2839559" y="701127"/>
                </a:lnTo>
                <a:lnTo>
                  <a:pt x="2832215" y="700343"/>
                </a:lnTo>
                <a:lnTo>
                  <a:pt x="2825885" y="698530"/>
                </a:lnTo>
                <a:lnTo>
                  <a:pt x="2815662" y="694126"/>
                </a:lnTo>
                <a:lnTo>
                  <a:pt x="2799116" y="685640"/>
                </a:lnTo>
                <a:lnTo>
                  <a:pt x="2785495" y="677017"/>
                </a:lnTo>
                <a:lnTo>
                  <a:pt x="2772613" y="668370"/>
                </a:lnTo>
                <a:lnTo>
                  <a:pt x="2749957" y="652510"/>
                </a:lnTo>
                <a:lnTo>
                  <a:pt x="2730791" y="638432"/>
                </a:lnTo>
                <a:lnTo>
                  <a:pt x="2715380" y="626144"/>
                </a:lnTo>
                <a:moveTo>
                  <a:pt x="2454254" y="486562"/>
                </a:moveTo>
                <a:lnTo>
                  <a:pt x="2454460" y="485663"/>
                </a:lnTo>
                <a:lnTo>
                  <a:pt x="2464888" y="451055"/>
                </a:lnTo>
                <a:lnTo>
                  <a:pt x="2465414" y="448038"/>
                </a:lnTo>
                <a:lnTo>
                  <a:pt x="2465414" y="443353"/>
                </a:lnTo>
                <a:moveTo>
                  <a:pt x="2545806" y="387019"/>
                </a:moveTo>
                <a:lnTo>
                  <a:pt x="2541402" y="373985"/>
                </a:lnTo>
                <a:lnTo>
                  <a:pt x="2533716" y="345159"/>
                </a:lnTo>
                <a:moveTo>
                  <a:pt x="1436245" y="556250"/>
                </a:moveTo>
                <a:lnTo>
                  <a:pt x="1436329" y="555222"/>
                </a:lnTo>
                <a:lnTo>
                  <a:pt x="1437015" y="551123"/>
                </a:lnTo>
                <a:moveTo>
                  <a:pt x="1425451" y="555953"/>
                </a:moveTo>
                <a:lnTo>
                  <a:pt x="1426251" y="557081"/>
                </a:lnTo>
                <a:lnTo>
                  <a:pt x="1430166" y="559404"/>
                </a:lnTo>
                <a:lnTo>
                  <a:pt x="1432063" y="559915"/>
                </a:lnTo>
                <a:moveTo>
                  <a:pt x="1047741" y="558947"/>
                </a:moveTo>
                <a:lnTo>
                  <a:pt x="1045067" y="559115"/>
                </a:lnTo>
                <a:lnTo>
                  <a:pt x="1039057" y="559191"/>
                </a:lnTo>
                <a:lnTo>
                  <a:pt x="1033930" y="559747"/>
                </a:lnTo>
                <a:lnTo>
                  <a:pt x="1025383" y="561606"/>
                </a:lnTo>
                <a:lnTo>
                  <a:pt x="958741" y="580475"/>
                </a:lnTo>
                <a:lnTo>
                  <a:pt x="955443" y="581405"/>
                </a:lnTo>
                <a:moveTo>
                  <a:pt x="1724552" y="307671"/>
                </a:moveTo>
                <a:lnTo>
                  <a:pt x="1714268" y="311480"/>
                </a:lnTo>
                <a:lnTo>
                  <a:pt x="1651824" y="334638"/>
                </a:lnTo>
                <a:lnTo>
                  <a:pt x="1647345" y="336299"/>
                </a:lnTo>
                <a:moveTo>
                  <a:pt x="1463693" y="403969"/>
                </a:moveTo>
                <a:lnTo>
                  <a:pt x="1463335" y="404091"/>
                </a:lnTo>
                <a:lnTo>
                  <a:pt x="1455648" y="406963"/>
                </a:lnTo>
                <a:lnTo>
                  <a:pt x="1379629" y="435035"/>
                </a:lnTo>
                <a:moveTo>
                  <a:pt x="1640161" y="338965"/>
                </a:moveTo>
                <a:lnTo>
                  <a:pt x="1626548" y="343963"/>
                </a:lnTo>
                <a:lnTo>
                  <a:pt x="1576620" y="362200"/>
                </a:lnTo>
                <a:lnTo>
                  <a:pt x="1574876" y="362832"/>
                </a:lnTo>
                <a:lnTo>
                  <a:pt x="1531797" y="378647"/>
                </a:lnTo>
                <a:moveTo>
                  <a:pt x="1521170" y="382715"/>
                </a:moveTo>
                <a:lnTo>
                  <a:pt x="1519677" y="383317"/>
                </a:lnTo>
                <a:lnTo>
                  <a:pt x="1480726" y="397707"/>
                </a:lnTo>
                <a:moveTo>
                  <a:pt x="1158444" y="517391"/>
                </a:moveTo>
                <a:lnTo>
                  <a:pt x="1158299" y="517452"/>
                </a:lnTo>
                <a:moveTo>
                  <a:pt x="1152182" y="519700"/>
                </a:moveTo>
                <a:lnTo>
                  <a:pt x="1149516" y="520652"/>
                </a:lnTo>
                <a:lnTo>
                  <a:pt x="1146994" y="521543"/>
                </a:lnTo>
                <a:lnTo>
                  <a:pt x="1136444" y="527942"/>
                </a:lnTo>
                <a:lnTo>
                  <a:pt x="1135050" y="528727"/>
                </a:lnTo>
                <a:moveTo>
                  <a:pt x="1136375" y="533107"/>
                </a:moveTo>
                <a:lnTo>
                  <a:pt x="1146598" y="529481"/>
                </a:lnTo>
                <a:lnTo>
                  <a:pt x="1152350" y="528521"/>
                </a:lnTo>
                <a:lnTo>
                  <a:pt x="1153683" y="528293"/>
                </a:lnTo>
                <a:moveTo>
                  <a:pt x="953706" y="593852"/>
                </a:moveTo>
                <a:lnTo>
                  <a:pt x="954064" y="593753"/>
                </a:lnTo>
                <a:lnTo>
                  <a:pt x="962047" y="591354"/>
                </a:lnTo>
                <a:lnTo>
                  <a:pt x="982997" y="584680"/>
                </a:lnTo>
                <a:moveTo>
                  <a:pt x="994134" y="581229"/>
                </a:moveTo>
                <a:lnTo>
                  <a:pt x="995094" y="580940"/>
                </a:lnTo>
                <a:lnTo>
                  <a:pt x="1029031" y="570686"/>
                </a:lnTo>
                <a:lnTo>
                  <a:pt x="1031873" y="569787"/>
                </a:lnTo>
                <a:lnTo>
                  <a:pt x="1060623" y="559259"/>
                </a:lnTo>
                <a:lnTo>
                  <a:pt x="1063030" y="558421"/>
                </a:lnTo>
                <a:lnTo>
                  <a:pt x="1066748" y="557081"/>
                </a:lnTo>
                <a:lnTo>
                  <a:pt x="1126898" y="536390"/>
                </a:lnTo>
                <a:lnTo>
                  <a:pt x="1128392" y="535880"/>
                </a:lnTo>
                <a:moveTo>
                  <a:pt x="818885" y="633599"/>
                </a:moveTo>
                <a:lnTo>
                  <a:pt x="819029" y="635393"/>
                </a:lnTo>
                <a:lnTo>
                  <a:pt x="819509" y="639354"/>
                </a:lnTo>
                <a:lnTo>
                  <a:pt x="840024" y="706818"/>
                </a:lnTo>
                <a:lnTo>
                  <a:pt x="843818" y="723032"/>
                </a:lnTo>
                <a:moveTo>
                  <a:pt x="810185" y="619243"/>
                </a:moveTo>
                <a:lnTo>
                  <a:pt x="808768" y="619601"/>
                </a:lnTo>
                <a:moveTo>
                  <a:pt x="808570" y="619654"/>
                </a:moveTo>
                <a:lnTo>
                  <a:pt x="769010" y="630685"/>
                </a:lnTo>
                <a:moveTo>
                  <a:pt x="842965" y="622815"/>
                </a:moveTo>
                <a:lnTo>
                  <a:pt x="924095" y="602133"/>
                </a:lnTo>
                <a:lnTo>
                  <a:pt x="938820" y="598332"/>
                </a:lnTo>
                <a:lnTo>
                  <a:pt x="943170" y="597006"/>
                </a:lnTo>
                <a:moveTo>
                  <a:pt x="424392" y="621459"/>
                </a:moveTo>
                <a:lnTo>
                  <a:pt x="423692" y="621376"/>
                </a:lnTo>
                <a:lnTo>
                  <a:pt x="417879" y="620804"/>
                </a:lnTo>
                <a:moveTo>
                  <a:pt x="417651" y="620789"/>
                </a:moveTo>
                <a:lnTo>
                  <a:pt x="414619" y="620492"/>
                </a:lnTo>
                <a:lnTo>
                  <a:pt x="412432" y="620279"/>
                </a:lnTo>
                <a:moveTo>
                  <a:pt x="412128" y="615342"/>
                </a:moveTo>
                <a:lnTo>
                  <a:pt x="410962" y="616828"/>
                </a:lnTo>
                <a:moveTo>
                  <a:pt x="992725" y="359397"/>
                </a:moveTo>
                <a:lnTo>
                  <a:pt x="991727" y="357241"/>
                </a:lnTo>
                <a:lnTo>
                  <a:pt x="989175" y="349257"/>
                </a:lnTo>
                <a:lnTo>
                  <a:pt x="987057" y="342630"/>
                </a:lnTo>
                <a:lnTo>
                  <a:pt x="986958" y="341693"/>
                </a:lnTo>
                <a:moveTo>
                  <a:pt x="1018724" y="432886"/>
                </a:moveTo>
                <a:lnTo>
                  <a:pt x="1008798" y="403230"/>
                </a:lnTo>
                <a:moveTo>
                  <a:pt x="1006094" y="395155"/>
                </a:moveTo>
                <a:lnTo>
                  <a:pt x="995688" y="364066"/>
                </a:lnTo>
                <a:lnTo>
                  <a:pt x="995551" y="363922"/>
                </a:lnTo>
                <a:moveTo>
                  <a:pt x="985076" y="332627"/>
                </a:moveTo>
                <a:lnTo>
                  <a:pt x="970549" y="288131"/>
                </a:lnTo>
                <a:moveTo>
                  <a:pt x="967761" y="279965"/>
                </a:moveTo>
                <a:lnTo>
                  <a:pt x="960303" y="259046"/>
                </a:lnTo>
                <a:lnTo>
                  <a:pt x="949211" y="226053"/>
                </a:lnTo>
                <a:moveTo>
                  <a:pt x="1627592" y="1269909"/>
                </a:moveTo>
                <a:lnTo>
                  <a:pt x="1616428" y="1245722"/>
                </a:lnTo>
                <a:moveTo>
                  <a:pt x="1613605" y="1239220"/>
                </a:moveTo>
                <a:lnTo>
                  <a:pt x="1592153" y="1184612"/>
                </a:lnTo>
                <a:lnTo>
                  <a:pt x="1578799" y="1151771"/>
                </a:lnTo>
                <a:lnTo>
                  <a:pt x="1564710" y="1117178"/>
                </a:lnTo>
                <a:moveTo>
                  <a:pt x="1462459" y="859069"/>
                </a:moveTo>
                <a:lnTo>
                  <a:pt x="1450022" y="826712"/>
                </a:lnTo>
                <a:moveTo>
                  <a:pt x="1447051" y="818964"/>
                </a:moveTo>
                <a:lnTo>
                  <a:pt x="1435781" y="789609"/>
                </a:lnTo>
                <a:moveTo>
                  <a:pt x="1434638" y="786699"/>
                </a:moveTo>
                <a:lnTo>
                  <a:pt x="1433255" y="782646"/>
                </a:lnTo>
                <a:moveTo>
                  <a:pt x="1564626" y="1116965"/>
                </a:moveTo>
                <a:lnTo>
                  <a:pt x="1563537" y="1114276"/>
                </a:lnTo>
                <a:moveTo>
                  <a:pt x="1424034" y="762817"/>
                </a:moveTo>
                <a:lnTo>
                  <a:pt x="1410916" y="730742"/>
                </a:lnTo>
                <a:moveTo>
                  <a:pt x="1407770" y="722735"/>
                </a:moveTo>
                <a:lnTo>
                  <a:pt x="1394633" y="688002"/>
                </a:lnTo>
                <a:moveTo>
                  <a:pt x="1387293" y="670092"/>
                </a:moveTo>
                <a:lnTo>
                  <a:pt x="1362657" y="610170"/>
                </a:lnTo>
                <a:moveTo>
                  <a:pt x="1554502" y="1089304"/>
                </a:moveTo>
                <a:lnTo>
                  <a:pt x="1554010" y="1088356"/>
                </a:lnTo>
                <a:moveTo>
                  <a:pt x="1553915" y="1088142"/>
                </a:moveTo>
                <a:lnTo>
                  <a:pt x="1515791" y="992900"/>
                </a:lnTo>
                <a:lnTo>
                  <a:pt x="1503923" y="963236"/>
                </a:lnTo>
                <a:lnTo>
                  <a:pt x="1491635" y="932132"/>
                </a:lnTo>
                <a:lnTo>
                  <a:pt x="1471231" y="881564"/>
                </a:lnTo>
                <a:moveTo>
                  <a:pt x="1471147" y="881351"/>
                </a:moveTo>
                <a:lnTo>
                  <a:pt x="1470275" y="879211"/>
                </a:lnTo>
                <a:moveTo>
                  <a:pt x="1375238" y="670892"/>
                </a:moveTo>
                <a:lnTo>
                  <a:pt x="1376681" y="674457"/>
                </a:lnTo>
                <a:moveTo>
                  <a:pt x="1383804" y="692321"/>
                </a:moveTo>
                <a:lnTo>
                  <a:pt x="1413620" y="767075"/>
                </a:lnTo>
                <a:moveTo>
                  <a:pt x="322496" y="714139"/>
                </a:moveTo>
                <a:lnTo>
                  <a:pt x="304898" y="698651"/>
                </a:lnTo>
                <a:lnTo>
                  <a:pt x="303756" y="697532"/>
                </a:lnTo>
                <a:lnTo>
                  <a:pt x="297768" y="691704"/>
                </a:lnTo>
                <a:lnTo>
                  <a:pt x="289723" y="682220"/>
                </a:lnTo>
                <a:lnTo>
                  <a:pt x="275767" y="662406"/>
                </a:lnTo>
                <a:moveTo>
                  <a:pt x="411556" y="816165"/>
                </a:moveTo>
                <a:lnTo>
                  <a:pt x="414002" y="816272"/>
                </a:lnTo>
                <a:lnTo>
                  <a:pt x="415319" y="816310"/>
                </a:lnTo>
                <a:moveTo>
                  <a:pt x="431256" y="1142507"/>
                </a:moveTo>
                <a:lnTo>
                  <a:pt x="427318" y="1130029"/>
                </a:lnTo>
                <a:lnTo>
                  <a:pt x="419326" y="1099779"/>
                </a:lnTo>
                <a:moveTo>
                  <a:pt x="416988" y="1091216"/>
                </a:moveTo>
                <a:lnTo>
                  <a:pt x="407702" y="1058421"/>
                </a:lnTo>
                <a:moveTo>
                  <a:pt x="405256" y="1050255"/>
                </a:moveTo>
                <a:lnTo>
                  <a:pt x="403405" y="1044435"/>
                </a:lnTo>
                <a:lnTo>
                  <a:pt x="401988" y="1039239"/>
                </a:lnTo>
                <a:lnTo>
                  <a:pt x="401021" y="1033907"/>
                </a:lnTo>
                <a:lnTo>
                  <a:pt x="400465" y="1027927"/>
                </a:lnTo>
                <a:lnTo>
                  <a:pt x="400449" y="1027477"/>
                </a:lnTo>
                <a:lnTo>
                  <a:pt x="400343" y="1025283"/>
                </a:lnTo>
                <a:moveTo>
                  <a:pt x="400754" y="1012379"/>
                </a:moveTo>
                <a:lnTo>
                  <a:pt x="402933" y="985221"/>
                </a:lnTo>
                <a:moveTo>
                  <a:pt x="403649" y="974350"/>
                </a:moveTo>
                <a:lnTo>
                  <a:pt x="403763" y="972240"/>
                </a:lnTo>
                <a:lnTo>
                  <a:pt x="403961" y="968523"/>
                </a:lnTo>
                <a:lnTo>
                  <a:pt x="404243" y="962017"/>
                </a:lnTo>
                <a:lnTo>
                  <a:pt x="407435" y="920347"/>
                </a:lnTo>
                <a:moveTo>
                  <a:pt x="408098" y="911548"/>
                </a:moveTo>
                <a:lnTo>
                  <a:pt x="410474" y="879690"/>
                </a:lnTo>
                <a:lnTo>
                  <a:pt x="410962" y="875752"/>
                </a:lnTo>
                <a:lnTo>
                  <a:pt x="411739" y="872057"/>
                </a:lnTo>
                <a:lnTo>
                  <a:pt x="412920" y="867829"/>
                </a:lnTo>
                <a:moveTo>
                  <a:pt x="1407320" y="780460"/>
                </a:moveTo>
                <a:lnTo>
                  <a:pt x="1394362" y="786013"/>
                </a:lnTo>
                <a:lnTo>
                  <a:pt x="1323112" y="819364"/>
                </a:lnTo>
                <a:moveTo>
                  <a:pt x="1900144" y="1568759"/>
                </a:moveTo>
                <a:lnTo>
                  <a:pt x="1907023" y="1564180"/>
                </a:lnTo>
                <a:lnTo>
                  <a:pt x="1912737" y="1559164"/>
                </a:lnTo>
                <a:moveTo>
                  <a:pt x="1912885" y="1559031"/>
                </a:moveTo>
                <a:lnTo>
                  <a:pt x="1915003" y="1556993"/>
                </a:lnTo>
                <a:moveTo>
                  <a:pt x="1946118" y="1543722"/>
                </a:moveTo>
                <a:lnTo>
                  <a:pt x="1949401" y="1542873"/>
                </a:lnTo>
                <a:lnTo>
                  <a:pt x="1951173" y="1542412"/>
                </a:lnTo>
                <a:moveTo>
                  <a:pt x="2944853" y="379927"/>
                </a:moveTo>
                <a:lnTo>
                  <a:pt x="2942515" y="380567"/>
                </a:lnTo>
                <a:lnTo>
                  <a:pt x="2938203" y="381435"/>
                </a:lnTo>
                <a:lnTo>
                  <a:pt x="2933609" y="382753"/>
                </a:lnTo>
                <a:lnTo>
                  <a:pt x="2929244" y="383812"/>
                </a:lnTo>
                <a:lnTo>
                  <a:pt x="2898986" y="391719"/>
                </a:lnTo>
                <a:lnTo>
                  <a:pt x="2871417" y="399969"/>
                </a:lnTo>
                <a:lnTo>
                  <a:pt x="2788930" y="421109"/>
                </a:lnTo>
                <a:lnTo>
                  <a:pt x="2776513" y="423196"/>
                </a:lnTo>
                <a:lnTo>
                  <a:pt x="2769726" y="424354"/>
                </a:lnTo>
                <a:lnTo>
                  <a:pt x="2758101" y="425489"/>
                </a:lnTo>
                <a:lnTo>
                  <a:pt x="2670823" y="427173"/>
                </a:lnTo>
                <a:lnTo>
                  <a:pt x="2658322" y="425238"/>
                </a:lnTo>
                <a:moveTo>
                  <a:pt x="2050300" y="1797722"/>
                </a:moveTo>
                <a:lnTo>
                  <a:pt x="2050163" y="1797059"/>
                </a:lnTo>
                <a:lnTo>
                  <a:pt x="2045562" y="1785670"/>
                </a:lnTo>
                <a:lnTo>
                  <a:pt x="2041875" y="1776514"/>
                </a:lnTo>
                <a:lnTo>
                  <a:pt x="2037182" y="1764942"/>
                </a:lnTo>
                <a:lnTo>
                  <a:pt x="2036801" y="1764234"/>
                </a:lnTo>
                <a:lnTo>
                  <a:pt x="2036398" y="1763670"/>
                </a:lnTo>
                <a:lnTo>
                  <a:pt x="2035834" y="1763083"/>
                </a:lnTo>
                <a:lnTo>
                  <a:pt x="2035179" y="1762664"/>
                </a:lnTo>
                <a:lnTo>
                  <a:pt x="2034577" y="1762382"/>
                </a:lnTo>
                <a:lnTo>
                  <a:pt x="2034021" y="1762207"/>
                </a:lnTo>
                <a:lnTo>
                  <a:pt x="2033396" y="1762139"/>
                </a:lnTo>
                <a:lnTo>
                  <a:pt x="2032878" y="1762123"/>
                </a:lnTo>
                <a:lnTo>
                  <a:pt x="2032185" y="1762192"/>
                </a:lnTo>
                <a:lnTo>
                  <a:pt x="2031446" y="1762337"/>
                </a:lnTo>
                <a:lnTo>
                  <a:pt x="2019280" y="1767105"/>
                </a:lnTo>
                <a:lnTo>
                  <a:pt x="2018534" y="1767563"/>
                </a:lnTo>
                <a:lnTo>
                  <a:pt x="2018031" y="1768081"/>
                </a:lnTo>
                <a:lnTo>
                  <a:pt x="2017559" y="1768720"/>
                </a:lnTo>
                <a:lnTo>
                  <a:pt x="2017223" y="1769452"/>
                </a:lnTo>
                <a:lnTo>
                  <a:pt x="2017086" y="1769970"/>
                </a:lnTo>
                <a:lnTo>
                  <a:pt x="2017025" y="1770602"/>
                </a:lnTo>
                <a:lnTo>
                  <a:pt x="2017102" y="1771554"/>
                </a:lnTo>
                <a:lnTo>
                  <a:pt x="2017201" y="1771966"/>
                </a:lnTo>
                <a:lnTo>
                  <a:pt x="2017338" y="1772446"/>
                </a:lnTo>
                <a:lnTo>
                  <a:pt x="2020781" y="1780978"/>
                </a:lnTo>
                <a:lnTo>
                  <a:pt x="2024948" y="1791330"/>
                </a:lnTo>
                <a:lnTo>
                  <a:pt x="2028833" y="1800975"/>
                </a:lnTo>
                <a:lnTo>
                  <a:pt x="2028902" y="1801142"/>
                </a:lnTo>
                <a:moveTo>
                  <a:pt x="2077092" y="1761148"/>
                </a:moveTo>
                <a:lnTo>
                  <a:pt x="2076803" y="1760965"/>
                </a:lnTo>
                <a:lnTo>
                  <a:pt x="2076270" y="1760821"/>
                </a:lnTo>
                <a:lnTo>
                  <a:pt x="2075775" y="1760699"/>
                </a:lnTo>
                <a:lnTo>
                  <a:pt x="2074982" y="1760630"/>
                </a:lnTo>
                <a:lnTo>
                  <a:pt x="2073885" y="1760653"/>
                </a:lnTo>
                <a:lnTo>
                  <a:pt x="2061468" y="1761278"/>
                </a:lnTo>
                <a:lnTo>
                  <a:pt x="2060783" y="1761354"/>
                </a:lnTo>
                <a:lnTo>
                  <a:pt x="2060226" y="1761491"/>
                </a:lnTo>
                <a:lnTo>
                  <a:pt x="2059792" y="1761643"/>
                </a:lnTo>
                <a:lnTo>
                  <a:pt x="2059305" y="1761887"/>
                </a:lnTo>
                <a:moveTo>
                  <a:pt x="676918" y="575981"/>
                </a:moveTo>
                <a:lnTo>
                  <a:pt x="502948" y="555740"/>
                </a:lnTo>
                <a:lnTo>
                  <a:pt x="434852" y="547863"/>
                </a:lnTo>
                <a:moveTo>
                  <a:pt x="1264500" y="1445501"/>
                </a:moveTo>
                <a:lnTo>
                  <a:pt x="1249105" y="1449798"/>
                </a:lnTo>
                <a:lnTo>
                  <a:pt x="1243871" y="1452167"/>
                </a:lnTo>
                <a:lnTo>
                  <a:pt x="1179348" y="1468157"/>
                </a:lnTo>
                <a:moveTo>
                  <a:pt x="1171090" y="1470244"/>
                </a:moveTo>
                <a:lnTo>
                  <a:pt x="1137663" y="1478898"/>
                </a:lnTo>
                <a:lnTo>
                  <a:pt x="1134341" y="1479751"/>
                </a:lnTo>
                <a:moveTo>
                  <a:pt x="1117292" y="1484139"/>
                </a:moveTo>
                <a:lnTo>
                  <a:pt x="1110954" y="1485754"/>
                </a:lnTo>
                <a:lnTo>
                  <a:pt x="1080650" y="1493425"/>
                </a:lnTo>
                <a:moveTo>
                  <a:pt x="1938569" y="1765536"/>
                </a:moveTo>
                <a:lnTo>
                  <a:pt x="1934752" y="1768241"/>
                </a:lnTo>
                <a:lnTo>
                  <a:pt x="1932589" y="1770693"/>
                </a:lnTo>
                <a:lnTo>
                  <a:pt x="1929770" y="1774411"/>
                </a:lnTo>
                <a:lnTo>
                  <a:pt x="1927424" y="1777694"/>
                </a:lnTo>
                <a:lnTo>
                  <a:pt x="1920674" y="1788135"/>
                </a:lnTo>
                <a:moveTo>
                  <a:pt x="2656638" y="753203"/>
                </a:moveTo>
                <a:lnTo>
                  <a:pt x="2673900" y="746576"/>
                </a:lnTo>
                <a:moveTo>
                  <a:pt x="2684230" y="742675"/>
                </a:moveTo>
                <a:lnTo>
                  <a:pt x="2702384" y="735743"/>
                </a:lnTo>
                <a:moveTo>
                  <a:pt x="1910718" y="1830410"/>
                </a:moveTo>
                <a:lnTo>
                  <a:pt x="1910764" y="1831042"/>
                </a:lnTo>
                <a:lnTo>
                  <a:pt x="1911129" y="1833739"/>
                </a:lnTo>
                <a:lnTo>
                  <a:pt x="1911647" y="1836626"/>
                </a:lnTo>
                <a:lnTo>
                  <a:pt x="1912638" y="1841441"/>
                </a:lnTo>
                <a:lnTo>
                  <a:pt x="1913735" y="1845341"/>
                </a:lnTo>
                <a:lnTo>
                  <a:pt x="1914001" y="1846697"/>
                </a:lnTo>
                <a:moveTo>
                  <a:pt x="1899485" y="1576746"/>
                </a:moveTo>
                <a:lnTo>
                  <a:pt x="1902635" y="1575272"/>
                </a:lnTo>
                <a:lnTo>
                  <a:pt x="1906033" y="1573489"/>
                </a:lnTo>
                <a:lnTo>
                  <a:pt x="1911297" y="1569802"/>
                </a:lnTo>
                <a:lnTo>
                  <a:pt x="1915860" y="1566108"/>
                </a:lnTo>
                <a:lnTo>
                  <a:pt x="1921238" y="1561411"/>
                </a:lnTo>
                <a:moveTo>
                  <a:pt x="1921406" y="1561266"/>
                </a:moveTo>
                <a:lnTo>
                  <a:pt x="1934204" y="1550270"/>
                </a:lnTo>
                <a:lnTo>
                  <a:pt x="1938348" y="1547573"/>
                </a:lnTo>
                <a:lnTo>
                  <a:pt x="1939807" y="1546560"/>
                </a:lnTo>
                <a:moveTo>
                  <a:pt x="1115015" y="1757355"/>
                </a:moveTo>
                <a:lnTo>
                  <a:pt x="1114847" y="1757644"/>
                </a:lnTo>
                <a:lnTo>
                  <a:pt x="1112013" y="1761803"/>
                </a:lnTo>
                <a:lnTo>
                  <a:pt x="1110886" y="1763578"/>
                </a:lnTo>
                <a:lnTo>
                  <a:pt x="1090462" y="1800685"/>
                </a:lnTo>
                <a:lnTo>
                  <a:pt x="1087506" y="1803915"/>
                </a:lnTo>
                <a:moveTo>
                  <a:pt x="2102041" y="1578449"/>
                </a:moveTo>
                <a:lnTo>
                  <a:pt x="2098118" y="1579157"/>
                </a:lnTo>
                <a:lnTo>
                  <a:pt x="2016424" y="1611723"/>
                </a:lnTo>
                <a:moveTo>
                  <a:pt x="2002414" y="1742606"/>
                </a:moveTo>
                <a:lnTo>
                  <a:pt x="1986920" y="1747726"/>
                </a:lnTo>
                <a:lnTo>
                  <a:pt x="1977146" y="1750956"/>
                </a:lnTo>
                <a:moveTo>
                  <a:pt x="1976932" y="1751024"/>
                </a:moveTo>
                <a:lnTo>
                  <a:pt x="1974083" y="1751969"/>
                </a:lnTo>
                <a:lnTo>
                  <a:pt x="1970427" y="1753172"/>
                </a:lnTo>
                <a:moveTo>
                  <a:pt x="2286599" y="1729557"/>
                </a:moveTo>
                <a:lnTo>
                  <a:pt x="2288611" y="1728605"/>
                </a:lnTo>
                <a:lnTo>
                  <a:pt x="2301416" y="1721543"/>
                </a:lnTo>
                <a:lnTo>
                  <a:pt x="2311160" y="1713826"/>
                </a:lnTo>
                <a:lnTo>
                  <a:pt x="2314306" y="1710101"/>
                </a:lnTo>
                <a:moveTo>
                  <a:pt x="2319326" y="1706517"/>
                </a:moveTo>
                <a:lnTo>
                  <a:pt x="2330189" y="1696255"/>
                </a:lnTo>
                <a:lnTo>
                  <a:pt x="2358139" y="1670682"/>
                </a:lnTo>
                <a:lnTo>
                  <a:pt x="2377599" y="1651058"/>
                </a:lnTo>
                <a:lnTo>
                  <a:pt x="2405557" y="1622857"/>
                </a:lnTo>
                <a:lnTo>
                  <a:pt x="2423150" y="1606227"/>
                </a:lnTo>
                <a:moveTo>
                  <a:pt x="2423215" y="1606174"/>
                </a:moveTo>
                <a:lnTo>
                  <a:pt x="2424971" y="1604635"/>
                </a:lnTo>
                <a:moveTo>
                  <a:pt x="2425165" y="1604456"/>
                </a:moveTo>
                <a:lnTo>
                  <a:pt x="2427089" y="1602647"/>
                </a:lnTo>
                <a:moveTo>
                  <a:pt x="2427279" y="1602468"/>
                </a:moveTo>
                <a:lnTo>
                  <a:pt x="2430562" y="1599249"/>
                </a:lnTo>
                <a:moveTo>
                  <a:pt x="1567182" y="1850506"/>
                </a:moveTo>
                <a:lnTo>
                  <a:pt x="1567425" y="1850460"/>
                </a:lnTo>
                <a:moveTo>
                  <a:pt x="2092808" y="234174"/>
                </a:moveTo>
                <a:lnTo>
                  <a:pt x="2102909" y="230403"/>
                </a:lnTo>
                <a:lnTo>
                  <a:pt x="2244145" y="178373"/>
                </a:lnTo>
                <a:lnTo>
                  <a:pt x="2253210" y="173269"/>
                </a:lnTo>
                <a:lnTo>
                  <a:pt x="2263913" y="168104"/>
                </a:lnTo>
                <a:lnTo>
                  <a:pt x="2304913" y="152411"/>
                </a:lnTo>
                <a:lnTo>
                  <a:pt x="2313620" y="155801"/>
                </a:lnTo>
                <a:lnTo>
                  <a:pt x="2328307" y="150453"/>
                </a:lnTo>
                <a:lnTo>
                  <a:pt x="2332314" y="141007"/>
                </a:lnTo>
                <a:lnTo>
                  <a:pt x="2370427" y="127866"/>
                </a:lnTo>
                <a:lnTo>
                  <a:pt x="2372225" y="125223"/>
                </a:lnTo>
                <a:moveTo>
                  <a:pt x="2105568" y="281466"/>
                </a:moveTo>
                <a:lnTo>
                  <a:pt x="2112668" y="277314"/>
                </a:lnTo>
                <a:lnTo>
                  <a:pt x="2270899" y="219586"/>
                </a:lnTo>
                <a:lnTo>
                  <a:pt x="2366823" y="183880"/>
                </a:lnTo>
                <a:lnTo>
                  <a:pt x="2372004" y="178350"/>
                </a:lnTo>
                <a:lnTo>
                  <a:pt x="2409423" y="164920"/>
                </a:lnTo>
                <a:lnTo>
                  <a:pt x="2414717" y="158376"/>
                </a:lnTo>
                <a:moveTo>
                  <a:pt x="451672" y="1204867"/>
                </a:moveTo>
                <a:lnTo>
                  <a:pt x="453180" y="1204319"/>
                </a:lnTo>
                <a:lnTo>
                  <a:pt x="460996" y="1202056"/>
                </a:lnTo>
                <a:lnTo>
                  <a:pt x="470397" y="1199345"/>
                </a:lnTo>
                <a:lnTo>
                  <a:pt x="571090" y="1174556"/>
                </a:lnTo>
                <a:lnTo>
                  <a:pt x="586509" y="1171951"/>
                </a:lnTo>
                <a:moveTo>
                  <a:pt x="437830" y="1198567"/>
                </a:moveTo>
                <a:lnTo>
                  <a:pt x="436710" y="1198849"/>
                </a:lnTo>
                <a:lnTo>
                  <a:pt x="425185" y="1201645"/>
                </a:lnTo>
                <a:lnTo>
                  <a:pt x="418405" y="1203268"/>
                </a:lnTo>
                <a:lnTo>
                  <a:pt x="382502" y="1211922"/>
                </a:lnTo>
                <a:lnTo>
                  <a:pt x="372979" y="1214222"/>
                </a:lnTo>
                <a:lnTo>
                  <a:pt x="364897" y="1217765"/>
                </a:lnTo>
                <a:lnTo>
                  <a:pt x="346347" y="1223006"/>
                </a:lnTo>
                <a:moveTo>
                  <a:pt x="2268080" y="2297813"/>
                </a:moveTo>
                <a:lnTo>
                  <a:pt x="2269871" y="2301127"/>
                </a:lnTo>
                <a:lnTo>
                  <a:pt x="2276887" y="2313140"/>
                </a:lnTo>
                <a:lnTo>
                  <a:pt x="2281343" y="2320789"/>
                </a:lnTo>
                <a:moveTo>
                  <a:pt x="2286927" y="2330219"/>
                </a:moveTo>
                <a:lnTo>
                  <a:pt x="2300091" y="2352136"/>
                </a:lnTo>
                <a:lnTo>
                  <a:pt x="2303283" y="2357537"/>
                </a:lnTo>
                <a:moveTo>
                  <a:pt x="2308859" y="2366945"/>
                </a:moveTo>
                <a:lnTo>
                  <a:pt x="2312005" y="2372240"/>
                </a:lnTo>
                <a:lnTo>
                  <a:pt x="2339011" y="2418137"/>
                </a:lnTo>
                <a:lnTo>
                  <a:pt x="2342637" y="2423927"/>
                </a:lnTo>
                <a:moveTo>
                  <a:pt x="2348396" y="2433396"/>
                </a:moveTo>
                <a:lnTo>
                  <a:pt x="2364462" y="2460584"/>
                </a:lnTo>
                <a:lnTo>
                  <a:pt x="2378829" y="2484543"/>
                </a:lnTo>
                <a:lnTo>
                  <a:pt x="2385723" y="2496510"/>
                </a:lnTo>
                <a:moveTo>
                  <a:pt x="2138378" y="2196259"/>
                </a:moveTo>
                <a:lnTo>
                  <a:pt x="2113856" y="2206642"/>
                </a:lnTo>
                <a:lnTo>
                  <a:pt x="2070693" y="2225626"/>
                </a:lnTo>
                <a:moveTo>
                  <a:pt x="2060447" y="2229953"/>
                </a:moveTo>
                <a:lnTo>
                  <a:pt x="2060303" y="2230014"/>
                </a:lnTo>
                <a:moveTo>
                  <a:pt x="2382478" y="1192306"/>
                </a:moveTo>
                <a:lnTo>
                  <a:pt x="2381633" y="1192184"/>
                </a:lnTo>
                <a:lnTo>
                  <a:pt x="2377565" y="1192062"/>
                </a:lnTo>
                <a:lnTo>
                  <a:pt x="2373055" y="1194560"/>
                </a:lnTo>
                <a:lnTo>
                  <a:pt x="2362763" y="1205180"/>
                </a:lnTo>
                <a:lnTo>
                  <a:pt x="2361102" y="1207046"/>
                </a:lnTo>
                <a:lnTo>
                  <a:pt x="2323508" y="1246850"/>
                </a:lnTo>
                <a:moveTo>
                  <a:pt x="2762032" y="1266329"/>
                </a:moveTo>
                <a:lnTo>
                  <a:pt x="2747405" y="1252426"/>
                </a:lnTo>
                <a:lnTo>
                  <a:pt x="2743010" y="1248107"/>
                </a:lnTo>
                <a:lnTo>
                  <a:pt x="2734942" y="1230349"/>
                </a:lnTo>
                <a:lnTo>
                  <a:pt x="2718038" y="1213255"/>
                </a:lnTo>
                <a:lnTo>
                  <a:pt x="2716888" y="1209598"/>
                </a:lnTo>
                <a:moveTo>
                  <a:pt x="2229168" y="586729"/>
                </a:moveTo>
                <a:lnTo>
                  <a:pt x="2232733" y="585191"/>
                </a:lnTo>
                <a:lnTo>
                  <a:pt x="2255343" y="575455"/>
                </a:lnTo>
                <a:lnTo>
                  <a:pt x="2295139" y="558292"/>
                </a:lnTo>
                <a:lnTo>
                  <a:pt x="2338965" y="539407"/>
                </a:lnTo>
                <a:lnTo>
                  <a:pt x="2360508" y="530022"/>
                </a:lnTo>
                <a:lnTo>
                  <a:pt x="2389304" y="517483"/>
                </a:lnTo>
                <a:moveTo>
                  <a:pt x="2399260" y="513339"/>
                </a:moveTo>
                <a:lnTo>
                  <a:pt x="2403557" y="511632"/>
                </a:lnTo>
                <a:lnTo>
                  <a:pt x="2446826" y="493395"/>
                </a:lnTo>
                <a:lnTo>
                  <a:pt x="2448982" y="492565"/>
                </a:lnTo>
                <a:moveTo>
                  <a:pt x="2372011" y="959313"/>
                </a:moveTo>
                <a:lnTo>
                  <a:pt x="2371028" y="960090"/>
                </a:lnTo>
                <a:lnTo>
                  <a:pt x="2290591" y="1025207"/>
                </a:lnTo>
                <a:lnTo>
                  <a:pt x="2287727" y="1027675"/>
                </a:lnTo>
                <a:lnTo>
                  <a:pt x="2228940" y="1071379"/>
                </a:lnTo>
                <a:moveTo>
                  <a:pt x="2663014" y="1157538"/>
                </a:moveTo>
                <a:lnTo>
                  <a:pt x="2711876" y="1205043"/>
                </a:lnTo>
                <a:moveTo>
                  <a:pt x="2876940" y="1079706"/>
                </a:moveTo>
                <a:lnTo>
                  <a:pt x="2839384" y="1042477"/>
                </a:lnTo>
                <a:lnTo>
                  <a:pt x="2809240" y="1012981"/>
                </a:lnTo>
                <a:lnTo>
                  <a:pt x="2799595" y="1004022"/>
                </a:lnTo>
                <a:moveTo>
                  <a:pt x="2791703" y="996313"/>
                </a:moveTo>
                <a:lnTo>
                  <a:pt x="2769878" y="973908"/>
                </a:lnTo>
                <a:lnTo>
                  <a:pt x="2740389" y="943993"/>
                </a:lnTo>
                <a:lnTo>
                  <a:pt x="2699245" y="904243"/>
                </a:lnTo>
                <a:lnTo>
                  <a:pt x="2680033" y="885678"/>
                </a:lnTo>
                <a:moveTo>
                  <a:pt x="2672247" y="878053"/>
                </a:moveTo>
                <a:lnTo>
                  <a:pt x="2629846" y="835979"/>
                </a:lnTo>
                <a:lnTo>
                  <a:pt x="2626776" y="831317"/>
                </a:lnTo>
                <a:lnTo>
                  <a:pt x="2626563" y="830746"/>
                </a:lnTo>
                <a:moveTo>
                  <a:pt x="2423721" y="1010901"/>
                </a:moveTo>
                <a:lnTo>
                  <a:pt x="2375607" y="1058414"/>
                </a:lnTo>
                <a:moveTo>
                  <a:pt x="2814801" y="1173428"/>
                </a:moveTo>
                <a:lnTo>
                  <a:pt x="2800083" y="1159122"/>
                </a:lnTo>
                <a:lnTo>
                  <a:pt x="2732535" y="1092664"/>
                </a:lnTo>
                <a:lnTo>
                  <a:pt x="2717414" y="1078159"/>
                </a:lnTo>
                <a:lnTo>
                  <a:pt x="2701995" y="1062840"/>
                </a:lnTo>
                <a:lnTo>
                  <a:pt x="2650597" y="1012417"/>
                </a:lnTo>
                <a:lnTo>
                  <a:pt x="2610794" y="972857"/>
                </a:lnTo>
                <a:moveTo>
                  <a:pt x="2411670" y="1148686"/>
                </a:moveTo>
                <a:lnTo>
                  <a:pt x="2411403" y="1148495"/>
                </a:lnTo>
                <a:lnTo>
                  <a:pt x="2383110" y="1121871"/>
                </a:lnTo>
                <a:moveTo>
                  <a:pt x="2373177" y="1112371"/>
                </a:moveTo>
                <a:lnTo>
                  <a:pt x="2349881" y="1089655"/>
                </a:lnTo>
                <a:moveTo>
                  <a:pt x="2691079" y="1125245"/>
                </a:moveTo>
                <a:lnTo>
                  <a:pt x="2691345" y="1119067"/>
                </a:lnTo>
                <a:lnTo>
                  <a:pt x="2655998" y="1085137"/>
                </a:lnTo>
                <a:lnTo>
                  <a:pt x="2652936" y="1085145"/>
                </a:lnTo>
                <a:lnTo>
                  <a:pt x="2649721" y="1085137"/>
                </a:lnTo>
                <a:lnTo>
                  <a:pt x="2627926" y="1107351"/>
                </a:lnTo>
                <a:lnTo>
                  <a:pt x="2619966" y="1114603"/>
                </a:lnTo>
                <a:moveTo>
                  <a:pt x="2482166" y="1129207"/>
                </a:moveTo>
                <a:lnTo>
                  <a:pt x="2497447" y="1114298"/>
                </a:lnTo>
                <a:lnTo>
                  <a:pt x="2501881" y="1109979"/>
                </a:lnTo>
                <a:lnTo>
                  <a:pt x="2507800" y="1104212"/>
                </a:lnTo>
                <a:lnTo>
                  <a:pt x="2509552" y="1102308"/>
                </a:lnTo>
                <a:moveTo>
                  <a:pt x="2681983" y="877984"/>
                </a:moveTo>
                <a:lnTo>
                  <a:pt x="2683575" y="876308"/>
                </a:lnTo>
                <a:lnTo>
                  <a:pt x="2711967" y="846400"/>
                </a:lnTo>
                <a:moveTo>
                  <a:pt x="2719730" y="838569"/>
                </a:moveTo>
                <a:lnTo>
                  <a:pt x="2741166" y="817826"/>
                </a:lnTo>
                <a:lnTo>
                  <a:pt x="2749805" y="809195"/>
                </a:lnTo>
                <a:lnTo>
                  <a:pt x="2751130" y="805043"/>
                </a:lnTo>
                <a:moveTo>
                  <a:pt x="2756326" y="799535"/>
                </a:moveTo>
                <a:lnTo>
                  <a:pt x="2757560" y="799276"/>
                </a:lnTo>
                <a:lnTo>
                  <a:pt x="2762176" y="796869"/>
                </a:lnTo>
                <a:lnTo>
                  <a:pt x="2776772" y="781930"/>
                </a:lnTo>
                <a:lnTo>
                  <a:pt x="2784146" y="777116"/>
                </a:lnTo>
                <a:lnTo>
                  <a:pt x="2792884" y="773650"/>
                </a:lnTo>
                <a:lnTo>
                  <a:pt x="2797980" y="774168"/>
                </a:lnTo>
                <a:moveTo>
                  <a:pt x="2752677" y="351824"/>
                </a:moveTo>
                <a:lnTo>
                  <a:pt x="2751412" y="352068"/>
                </a:lnTo>
                <a:lnTo>
                  <a:pt x="2654437" y="391742"/>
                </a:lnTo>
                <a:lnTo>
                  <a:pt x="2651748" y="395650"/>
                </a:lnTo>
                <a:lnTo>
                  <a:pt x="2652022" y="411518"/>
                </a:lnTo>
                <a:moveTo>
                  <a:pt x="2652029" y="418847"/>
                </a:moveTo>
                <a:lnTo>
                  <a:pt x="2652022" y="418999"/>
                </a:lnTo>
                <a:moveTo>
                  <a:pt x="2290812" y="415091"/>
                </a:moveTo>
                <a:lnTo>
                  <a:pt x="2291749" y="414573"/>
                </a:lnTo>
                <a:lnTo>
                  <a:pt x="2340938" y="393829"/>
                </a:lnTo>
                <a:lnTo>
                  <a:pt x="2463091" y="343513"/>
                </a:lnTo>
                <a:lnTo>
                  <a:pt x="2463913" y="343148"/>
                </a:lnTo>
                <a:moveTo>
                  <a:pt x="2333609" y="376110"/>
                </a:moveTo>
                <a:lnTo>
                  <a:pt x="2332215" y="376552"/>
                </a:lnTo>
                <a:lnTo>
                  <a:pt x="2330920" y="376781"/>
                </a:lnTo>
                <a:lnTo>
                  <a:pt x="2329244" y="376826"/>
                </a:lnTo>
                <a:lnTo>
                  <a:pt x="2327058" y="376735"/>
                </a:lnTo>
                <a:lnTo>
                  <a:pt x="2324963" y="376415"/>
                </a:lnTo>
                <a:lnTo>
                  <a:pt x="2322906" y="375882"/>
                </a:lnTo>
                <a:lnTo>
                  <a:pt x="2320910" y="375135"/>
                </a:lnTo>
                <a:lnTo>
                  <a:pt x="2318991" y="374190"/>
                </a:lnTo>
                <a:lnTo>
                  <a:pt x="2317193" y="373055"/>
                </a:lnTo>
                <a:lnTo>
                  <a:pt x="2315525" y="371745"/>
                </a:lnTo>
                <a:lnTo>
                  <a:pt x="2313993" y="370275"/>
                </a:lnTo>
                <a:lnTo>
                  <a:pt x="2312630" y="368637"/>
                </a:lnTo>
                <a:lnTo>
                  <a:pt x="2311495" y="366976"/>
                </a:lnTo>
                <a:moveTo>
                  <a:pt x="2307579" y="357248"/>
                </a:moveTo>
                <a:lnTo>
                  <a:pt x="2307160" y="355214"/>
                </a:lnTo>
                <a:lnTo>
                  <a:pt x="2306954" y="353135"/>
                </a:lnTo>
                <a:lnTo>
                  <a:pt x="2306954" y="351063"/>
                </a:lnTo>
                <a:lnTo>
                  <a:pt x="2307175" y="348991"/>
                </a:lnTo>
                <a:lnTo>
                  <a:pt x="2307610" y="346949"/>
                </a:lnTo>
                <a:lnTo>
                  <a:pt x="2308242" y="344953"/>
                </a:lnTo>
                <a:lnTo>
                  <a:pt x="2309072" y="343056"/>
                </a:lnTo>
                <a:lnTo>
                  <a:pt x="2310093" y="341243"/>
                </a:lnTo>
                <a:lnTo>
                  <a:pt x="2311304" y="339537"/>
                </a:lnTo>
                <a:lnTo>
                  <a:pt x="2312637" y="337998"/>
                </a:lnTo>
                <a:lnTo>
                  <a:pt x="2314397" y="336596"/>
                </a:lnTo>
                <a:lnTo>
                  <a:pt x="2316119" y="335697"/>
                </a:lnTo>
                <a:moveTo>
                  <a:pt x="2551062" y="389403"/>
                </a:moveTo>
                <a:lnTo>
                  <a:pt x="2699946" y="327676"/>
                </a:lnTo>
                <a:moveTo>
                  <a:pt x="2702216" y="322107"/>
                </a:moveTo>
                <a:lnTo>
                  <a:pt x="2700921" y="319083"/>
                </a:lnTo>
                <a:lnTo>
                  <a:pt x="2698102" y="314664"/>
                </a:lnTo>
                <a:lnTo>
                  <a:pt x="2696167" y="312646"/>
                </a:lnTo>
                <a:lnTo>
                  <a:pt x="2684855" y="312310"/>
                </a:lnTo>
                <a:lnTo>
                  <a:pt x="2673870" y="313118"/>
                </a:lnTo>
                <a:lnTo>
                  <a:pt x="2635133" y="315967"/>
                </a:lnTo>
                <a:lnTo>
                  <a:pt x="2584527" y="325870"/>
                </a:lnTo>
                <a:lnTo>
                  <a:pt x="2549531" y="336832"/>
                </a:lnTo>
                <a:lnTo>
                  <a:pt x="2535240" y="342203"/>
                </a:lnTo>
                <a:moveTo>
                  <a:pt x="2707838" y="324530"/>
                </a:moveTo>
                <a:lnTo>
                  <a:pt x="2734866" y="314215"/>
                </a:lnTo>
                <a:lnTo>
                  <a:pt x="2747443" y="322876"/>
                </a:lnTo>
                <a:lnTo>
                  <a:pt x="2748274" y="323311"/>
                </a:lnTo>
                <a:moveTo>
                  <a:pt x="2470434" y="377299"/>
                </a:moveTo>
                <a:lnTo>
                  <a:pt x="2470808" y="346096"/>
                </a:lnTo>
                <a:moveTo>
                  <a:pt x="2470472" y="334349"/>
                </a:moveTo>
                <a:lnTo>
                  <a:pt x="2468217" y="308273"/>
                </a:lnTo>
                <a:moveTo>
                  <a:pt x="2467395" y="297372"/>
                </a:moveTo>
                <a:lnTo>
                  <a:pt x="2465559" y="267746"/>
                </a:lnTo>
                <a:lnTo>
                  <a:pt x="2465445" y="263259"/>
                </a:lnTo>
                <a:moveTo>
                  <a:pt x="2549036" y="1116028"/>
                </a:moveTo>
                <a:lnTo>
                  <a:pt x="2561041" y="1103473"/>
                </a:lnTo>
                <a:lnTo>
                  <a:pt x="2569055" y="1095101"/>
                </a:lnTo>
                <a:lnTo>
                  <a:pt x="2627850" y="1033686"/>
                </a:lnTo>
                <a:moveTo>
                  <a:pt x="2380429" y="1112219"/>
                </a:moveTo>
                <a:lnTo>
                  <a:pt x="2450841" y="1039041"/>
                </a:lnTo>
                <a:lnTo>
                  <a:pt x="2451291" y="1038592"/>
                </a:lnTo>
                <a:moveTo>
                  <a:pt x="2369535" y="1058330"/>
                </a:moveTo>
                <a:lnTo>
                  <a:pt x="2344960" y="1034075"/>
                </a:lnTo>
                <a:lnTo>
                  <a:pt x="2340443" y="1033770"/>
                </a:lnTo>
                <a:lnTo>
                  <a:pt x="2318061" y="1052319"/>
                </a:lnTo>
                <a:moveTo>
                  <a:pt x="2565285" y="855123"/>
                </a:moveTo>
                <a:lnTo>
                  <a:pt x="2567242" y="857743"/>
                </a:lnTo>
                <a:lnTo>
                  <a:pt x="2630814" y="920004"/>
                </a:lnTo>
                <a:moveTo>
                  <a:pt x="2638683" y="927759"/>
                </a:moveTo>
                <a:lnTo>
                  <a:pt x="2675241" y="963944"/>
                </a:lnTo>
                <a:lnTo>
                  <a:pt x="2724186" y="1013202"/>
                </a:lnTo>
                <a:lnTo>
                  <a:pt x="2750704" y="1038158"/>
                </a:lnTo>
                <a:moveTo>
                  <a:pt x="2758596" y="1045829"/>
                </a:moveTo>
                <a:lnTo>
                  <a:pt x="2834981" y="1122511"/>
                </a:lnTo>
                <a:moveTo>
                  <a:pt x="2581351" y="955039"/>
                </a:moveTo>
                <a:lnTo>
                  <a:pt x="2581602" y="972872"/>
                </a:lnTo>
                <a:moveTo>
                  <a:pt x="2585198" y="976323"/>
                </a:moveTo>
                <a:lnTo>
                  <a:pt x="2602566" y="976080"/>
                </a:lnTo>
                <a:moveTo>
                  <a:pt x="2606048" y="974274"/>
                </a:moveTo>
                <a:lnTo>
                  <a:pt x="2607381" y="972888"/>
                </a:lnTo>
                <a:moveTo>
                  <a:pt x="2609004" y="969429"/>
                </a:moveTo>
                <a:lnTo>
                  <a:pt x="2608303" y="952670"/>
                </a:lnTo>
                <a:moveTo>
                  <a:pt x="2604524" y="949089"/>
                </a:moveTo>
                <a:lnTo>
                  <a:pt x="2587948" y="948968"/>
                </a:lnTo>
                <a:moveTo>
                  <a:pt x="2584291" y="950621"/>
                </a:moveTo>
                <a:lnTo>
                  <a:pt x="2583141" y="951619"/>
                </a:lnTo>
                <a:moveTo>
                  <a:pt x="2451039" y="904426"/>
                </a:moveTo>
                <a:lnTo>
                  <a:pt x="2508234" y="961065"/>
                </a:lnTo>
                <a:lnTo>
                  <a:pt x="2548373" y="1001645"/>
                </a:lnTo>
                <a:moveTo>
                  <a:pt x="2382463" y="951542"/>
                </a:moveTo>
                <a:lnTo>
                  <a:pt x="2383857" y="950278"/>
                </a:lnTo>
                <a:lnTo>
                  <a:pt x="2403031" y="935065"/>
                </a:lnTo>
                <a:lnTo>
                  <a:pt x="2438477" y="907785"/>
                </a:lnTo>
                <a:lnTo>
                  <a:pt x="2441623" y="905370"/>
                </a:lnTo>
                <a:lnTo>
                  <a:pt x="2442484" y="904715"/>
                </a:lnTo>
                <a:lnTo>
                  <a:pt x="2444160" y="903390"/>
                </a:lnTo>
                <a:moveTo>
                  <a:pt x="2629054" y="825284"/>
                </a:moveTo>
                <a:lnTo>
                  <a:pt x="2630433" y="824781"/>
                </a:lnTo>
                <a:lnTo>
                  <a:pt x="2633442" y="823691"/>
                </a:lnTo>
                <a:lnTo>
                  <a:pt x="2718031" y="791155"/>
                </a:lnTo>
                <a:lnTo>
                  <a:pt x="2731857" y="786547"/>
                </a:lnTo>
                <a:lnTo>
                  <a:pt x="2738378" y="795071"/>
                </a:lnTo>
                <a:lnTo>
                  <a:pt x="2745143" y="798949"/>
                </a:lnTo>
                <a:lnTo>
                  <a:pt x="2745897" y="799131"/>
                </a:lnTo>
                <a:moveTo>
                  <a:pt x="2458672" y="891978"/>
                </a:moveTo>
                <a:lnTo>
                  <a:pt x="2460600" y="890538"/>
                </a:lnTo>
                <a:lnTo>
                  <a:pt x="2493958" y="876674"/>
                </a:lnTo>
                <a:lnTo>
                  <a:pt x="2497767" y="875143"/>
                </a:lnTo>
                <a:moveTo>
                  <a:pt x="2513597" y="868995"/>
                </a:moveTo>
                <a:lnTo>
                  <a:pt x="2548556" y="855747"/>
                </a:lnTo>
                <a:lnTo>
                  <a:pt x="2558291" y="852304"/>
                </a:lnTo>
                <a:moveTo>
                  <a:pt x="2568789" y="848267"/>
                </a:moveTo>
                <a:lnTo>
                  <a:pt x="2593296" y="838889"/>
                </a:lnTo>
                <a:lnTo>
                  <a:pt x="2618754" y="829123"/>
                </a:lnTo>
                <a:moveTo>
                  <a:pt x="2553210" y="996800"/>
                </a:moveTo>
                <a:lnTo>
                  <a:pt x="2512538" y="956159"/>
                </a:lnTo>
                <a:lnTo>
                  <a:pt x="2455800" y="899626"/>
                </a:lnTo>
                <a:moveTo>
                  <a:pt x="2609628" y="949402"/>
                </a:moveTo>
                <a:lnTo>
                  <a:pt x="2632444" y="927759"/>
                </a:lnTo>
                <a:moveTo>
                  <a:pt x="2640359" y="919981"/>
                </a:moveTo>
                <a:lnTo>
                  <a:pt x="2672301" y="887514"/>
                </a:lnTo>
                <a:moveTo>
                  <a:pt x="2505522" y="878898"/>
                </a:moveTo>
                <a:lnTo>
                  <a:pt x="2533152" y="907785"/>
                </a:lnTo>
                <a:lnTo>
                  <a:pt x="2579591" y="951542"/>
                </a:lnTo>
                <a:moveTo>
                  <a:pt x="2584398" y="947162"/>
                </a:moveTo>
                <a:lnTo>
                  <a:pt x="2559746" y="922998"/>
                </a:lnTo>
                <a:lnTo>
                  <a:pt x="2512858" y="876788"/>
                </a:lnTo>
                <a:lnTo>
                  <a:pt x="2511647" y="874586"/>
                </a:lnTo>
                <a:moveTo>
                  <a:pt x="2753020" y="875782"/>
                </a:moveTo>
                <a:lnTo>
                  <a:pt x="2719775" y="844542"/>
                </a:lnTo>
                <a:moveTo>
                  <a:pt x="2746461" y="796762"/>
                </a:moveTo>
                <a:lnTo>
                  <a:pt x="2746057" y="796663"/>
                </a:lnTo>
                <a:lnTo>
                  <a:pt x="2740024" y="793197"/>
                </a:lnTo>
                <a:lnTo>
                  <a:pt x="2732741" y="783682"/>
                </a:lnTo>
                <a:lnTo>
                  <a:pt x="2717208" y="788855"/>
                </a:lnTo>
                <a:lnTo>
                  <a:pt x="2632581" y="821414"/>
                </a:lnTo>
                <a:lnTo>
                  <a:pt x="2629595" y="822495"/>
                </a:lnTo>
                <a:lnTo>
                  <a:pt x="2628224" y="822991"/>
                </a:lnTo>
                <a:moveTo>
                  <a:pt x="2713193" y="519532"/>
                </a:moveTo>
                <a:lnTo>
                  <a:pt x="2709125" y="503527"/>
                </a:lnTo>
                <a:lnTo>
                  <a:pt x="2790873" y="482540"/>
                </a:lnTo>
                <a:moveTo>
                  <a:pt x="2508196" y="517574"/>
                </a:moveTo>
                <a:lnTo>
                  <a:pt x="2507282" y="515959"/>
                </a:lnTo>
                <a:lnTo>
                  <a:pt x="2503580" y="509019"/>
                </a:lnTo>
                <a:lnTo>
                  <a:pt x="2500373" y="506018"/>
                </a:lnTo>
                <a:lnTo>
                  <a:pt x="2497821" y="504891"/>
                </a:lnTo>
                <a:lnTo>
                  <a:pt x="2494111" y="503504"/>
                </a:lnTo>
                <a:lnTo>
                  <a:pt x="2491886" y="502841"/>
                </a:lnTo>
                <a:lnTo>
                  <a:pt x="2489250" y="502064"/>
                </a:lnTo>
                <a:lnTo>
                  <a:pt x="2470876" y="496633"/>
                </a:lnTo>
                <a:lnTo>
                  <a:pt x="2469254" y="496153"/>
                </a:lnTo>
                <a:lnTo>
                  <a:pt x="2458284" y="492809"/>
                </a:lnTo>
                <a:lnTo>
                  <a:pt x="2455960" y="491719"/>
                </a:lnTo>
                <a:moveTo>
                  <a:pt x="2506497" y="519425"/>
                </a:moveTo>
                <a:lnTo>
                  <a:pt x="2508569" y="522899"/>
                </a:lnTo>
                <a:lnTo>
                  <a:pt x="2509316" y="526343"/>
                </a:lnTo>
                <a:lnTo>
                  <a:pt x="2510497" y="529702"/>
                </a:lnTo>
                <a:lnTo>
                  <a:pt x="2512569" y="531744"/>
                </a:lnTo>
                <a:lnTo>
                  <a:pt x="2515007" y="532780"/>
                </a:lnTo>
                <a:lnTo>
                  <a:pt x="2517223" y="533267"/>
                </a:lnTo>
                <a:lnTo>
                  <a:pt x="2517482" y="533206"/>
                </a:lnTo>
                <a:moveTo>
                  <a:pt x="2706985" y="618953"/>
                </a:moveTo>
                <a:lnTo>
                  <a:pt x="2672697" y="587423"/>
                </a:lnTo>
                <a:lnTo>
                  <a:pt x="2647702" y="559122"/>
                </a:lnTo>
                <a:moveTo>
                  <a:pt x="2642294" y="552975"/>
                </a:moveTo>
                <a:lnTo>
                  <a:pt x="2630357" y="539346"/>
                </a:lnTo>
                <a:lnTo>
                  <a:pt x="2622906" y="531005"/>
                </a:lnTo>
                <a:lnTo>
                  <a:pt x="2622053" y="528148"/>
                </a:lnTo>
                <a:lnTo>
                  <a:pt x="2621360" y="525786"/>
                </a:lnTo>
                <a:lnTo>
                  <a:pt x="2621360" y="524788"/>
                </a:lnTo>
                <a:moveTo>
                  <a:pt x="2618945" y="515594"/>
                </a:moveTo>
                <a:lnTo>
                  <a:pt x="2618663" y="515076"/>
                </a:lnTo>
                <a:lnTo>
                  <a:pt x="2608280" y="502026"/>
                </a:lnTo>
                <a:moveTo>
                  <a:pt x="2521398" y="531340"/>
                </a:moveTo>
                <a:lnTo>
                  <a:pt x="2522228" y="529847"/>
                </a:lnTo>
                <a:lnTo>
                  <a:pt x="2522807" y="527599"/>
                </a:lnTo>
                <a:lnTo>
                  <a:pt x="2522647" y="525474"/>
                </a:lnTo>
                <a:lnTo>
                  <a:pt x="2521794" y="523623"/>
                </a:lnTo>
                <a:lnTo>
                  <a:pt x="2519806" y="522076"/>
                </a:lnTo>
                <a:lnTo>
                  <a:pt x="2517094" y="520804"/>
                </a:lnTo>
                <a:lnTo>
                  <a:pt x="2512348" y="520164"/>
                </a:lnTo>
                <a:lnTo>
                  <a:pt x="2508158" y="517750"/>
                </a:lnTo>
                <a:moveTo>
                  <a:pt x="2707762" y="525314"/>
                </a:moveTo>
                <a:lnTo>
                  <a:pt x="2672841" y="534349"/>
                </a:lnTo>
                <a:lnTo>
                  <a:pt x="2648236" y="553439"/>
                </a:lnTo>
                <a:moveTo>
                  <a:pt x="2540290" y="680628"/>
                </a:moveTo>
                <a:lnTo>
                  <a:pt x="2535156" y="667327"/>
                </a:lnTo>
                <a:moveTo>
                  <a:pt x="2531271" y="657050"/>
                </a:moveTo>
                <a:lnTo>
                  <a:pt x="2529168" y="651367"/>
                </a:lnTo>
                <a:moveTo>
                  <a:pt x="2525382" y="641068"/>
                </a:moveTo>
                <a:lnTo>
                  <a:pt x="2521108" y="629420"/>
                </a:lnTo>
                <a:moveTo>
                  <a:pt x="2543360" y="682029"/>
                </a:moveTo>
                <a:lnTo>
                  <a:pt x="2559084" y="676095"/>
                </a:lnTo>
                <a:moveTo>
                  <a:pt x="2565780" y="673566"/>
                </a:moveTo>
                <a:lnTo>
                  <a:pt x="2594758" y="662642"/>
                </a:lnTo>
                <a:moveTo>
                  <a:pt x="2519631" y="545799"/>
                </a:moveTo>
                <a:lnTo>
                  <a:pt x="2513216" y="549112"/>
                </a:lnTo>
                <a:lnTo>
                  <a:pt x="2504669" y="553523"/>
                </a:lnTo>
                <a:lnTo>
                  <a:pt x="2501371" y="555694"/>
                </a:lnTo>
                <a:lnTo>
                  <a:pt x="2499756" y="557302"/>
                </a:lnTo>
                <a:lnTo>
                  <a:pt x="2499177" y="559358"/>
                </a:lnTo>
                <a:lnTo>
                  <a:pt x="2499306" y="560874"/>
                </a:lnTo>
                <a:lnTo>
                  <a:pt x="2500266" y="563525"/>
                </a:lnTo>
                <a:lnTo>
                  <a:pt x="2502285" y="568302"/>
                </a:lnTo>
                <a:lnTo>
                  <a:pt x="2522746" y="606147"/>
                </a:lnTo>
                <a:moveTo>
                  <a:pt x="2596807" y="655991"/>
                </a:moveTo>
                <a:lnTo>
                  <a:pt x="2585190" y="625223"/>
                </a:lnTo>
                <a:lnTo>
                  <a:pt x="2576330" y="602354"/>
                </a:lnTo>
                <a:lnTo>
                  <a:pt x="2574715" y="599048"/>
                </a:lnTo>
                <a:lnTo>
                  <a:pt x="2571006" y="592291"/>
                </a:lnTo>
                <a:moveTo>
                  <a:pt x="2567654" y="585991"/>
                </a:moveTo>
                <a:lnTo>
                  <a:pt x="2544549" y="541312"/>
                </a:lnTo>
                <a:lnTo>
                  <a:pt x="2543017" y="537967"/>
                </a:lnTo>
                <a:lnTo>
                  <a:pt x="2542218" y="536764"/>
                </a:lnTo>
                <a:lnTo>
                  <a:pt x="2541250" y="536025"/>
                </a:lnTo>
                <a:lnTo>
                  <a:pt x="2540344" y="535773"/>
                </a:lnTo>
                <a:lnTo>
                  <a:pt x="2538112" y="536231"/>
                </a:lnTo>
                <a:lnTo>
                  <a:pt x="2533876" y="538318"/>
                </a:lnTo>
                <a:lnTo>
                  <a:pt x="2533008" y="538775"/>
                </a:lnTo>
                <a:lnTo>
                  <a:pt x="2529374" y="540702"/>
                </a:lnTo>
                <a:moveTo>
                  <a:pt x="2714862" y="620202"/>
                </a:moveTo>
                <a:lnTo>
                  <a:pt x="2733472" y="599147"/>
                </a:lnTo>
                <a:lnTo>
                  <a:pt x="2725016" y="568317"/>
                </a:lnTo>
                <a:lnTo>
                  <a:pt x="2723302" y="558825"/>
                </a:lnTo>
                <a:lnTo>
                  <a:pt x="2715296" y="527759"/>
                </a:lnTo>
                <a:moveTo>
                  <a:pt x="2373329" y="609705"/>
                </a:moveTo>
                <a:lnTo>
                  <a:pt x="2372194" y="608509"/>
                </a:lnTo>
                <a:moveTo>
                  <a:pt x="2361651" y="604921"/>
                </a:moveTo>
                <a:lnTo>
                  <a:pt x="2338858" y="614931"/>
                </a:lnTo>
                <a:lnTo>
                  <a:pt x="2307930" y="628841"/>
                </a:lnTo>
                <a:lnTo>
                  <a:pt x="2259838" y="650148"/>
                </a:lnTo>
                <a:lnTo>
                  <a:pt x="2255458" y="652106"/>
                </a:lnTo>
                <a:moveTo>
                  <a:pt x="2517399" y="185930"/>
                </a:moveTo>
                <a:lnTo>
                  <a:pt x="2518892" y="185754"/>
                </a:lnTo>
                <a:lnTo>
                  <a:pt x="2574396" y="176301"/>
                </a:lnTo>
                <a:lnTo>
                  <a:pt x="2619379" y="171075"/>
                </a:lnTo>
                <a:lnTo>
                  <a:pt x="2663929" y="167388"/>
                </a:lnTo>
                <a:lnTo>
                  <a:pt x="2703298" y="165598"/>
                </a:lnTo>
                <a:lnTo>
                  <a:pt x="2704844" y="165384"/>
                </a:lnTo>
                <a:moveTo>
                  <a:pt x="2715989" y="163746"/>
                </a:moveTo>
                <a:lnTo>
                  <a:pt x="2716766" y="163625"/>
                </a:lnTo>
                <a:lnTo>
                  <a:pt x="2784451" y="160775"/>
                </a:lnTo>
                <a:lnTo>
                  <a:pt x="2798483" y="156738"/>
                </a:lnTo>
                <a:lnTo>
                  <a:pt x="2801485" y="154430"/>
                </a:lnTo>
                <a:lnTo>
                  <a:pt x="2803336" y="151878"/>
                </a:lnTo>
                <a:moveTo>
                  <a:pt x="2465285" y="251535"/>
                </a:moveTo>
                <a:lnTo>
                  <a:pt x="2464972" y="246880"/>
                </a:lnTo>
                <a:lnTo>
                  <a:pt x="2462832" y="226548"/>
                </a:lnTo>
                <a:lnTo>
                  <a:pt x="2460729" y="212844"/>
                </a:lnTo>
                <a:moveTo>
                  <a:pt x="2508912" y="247315"/>
                </a:moveTo>
                <a:lnTo>
                  <a:pt x="2504082" y="247581"/>
                </a:lnTo>
                <a:lnTo>
                  <a:pt x="2473596" y="254209"/>
                </a:lnTo>
                <a:lnTo>
                  <a:pt x="2469939" y="255024"/>
                </a:lnTo>
                <a:moveTo>
                  <a:pt x="2660592" y="446218"/>
                </a:moveTo>
                <a:lnTo>
                  <a:pt x="2661940" y="446530"/>
                </a:lnTo>
                <a:lnTo>
                  <a:pt x="2772506" y="443894"/>
                </a:lnTo>
                <a:lnTo>
                  <a:pt x="2781145" y="442226"/>
                </a:lnTo>
                <a:moveTo>
                  <a:pt x="2392800" y="508730"/>
                </a:moveTo>
                <a:lnTo>
                  <a:pt x="2391254" y="505058"/>
                </a:lnTo>
                <a:lnTo>
                  <a:pt x="2390119" y="502552"/>
                </a:lnTo>
                <a:lnTo>
                  <a:pt x="2378654" y="476750"/>
                </a:lnTo>
                <a:lnTo>
                  <a:pt x="2378494" y="476377"/>
                </a:lnTo>
                <a:moveTo>
                  <a:pt x="2521550" y="612927"/>
                </a:moveTo>
                <a:lnTo>
                  <a:pt x="2514504" y="616637"/>
                </a:lnTo>
                <a:lnTo>
                  <a:pt x="2494156" y="626906"/>
                </a:lnTo>
                <a:lnTo>
                  <a:pt x="2487049" y="631820"/>
                </a:lnTo>
                <a:lnTo>
                  <a:pt x="2485998" y="634204"/>
                </a:lnTo>
                <a:lnTo>
                  <a:pt x="2486257" y="638638"/>
                </a:lnTo>
                <a:lnTo>
                  <a:pt x="2508600" y="695124"/>
                </a:lnTo>
                <a:lnTo>
                  <a:pt x="2536657" y="684551"/>
                </a:lnTo>
                <a:moveTo>
                  <a:pt x="2562710" y="672156"/>
                </a:moveTo>
                <a:lnTo>
                  <a:pt x="2557522" y="658833"/>
                </a:lnTo>
                <a:moveTo>
                  <a:pt x="2553538" y="648610"/>
                </a:moveTo>
                <a:lnTo>
                  <a:pt x="2551260" y="642744"/>
                </a:lnTo>
                <a:moveTo>
                  <a:pt x="2547276" y="632528"/>
                </a:moveTo>
                <a:lnTo>
                  <a:pt x="2543863" y="623760"/>
                </a:lnTo>
                <a:moveTo>
                  <a:pt x="2531743" y="645806"/>
                </a:moveTo>
                <a:lnTo>
                  <a:pt x="2543459" y="641213"/>
                </a:lnTo>
                <a:moveTo>
                  <a:pt x="2537609" y="661827"/>
                </a:moveTo>
                <a:lnTo>
                  <a:pt x="2549683" y="657271"/>
                </a:lnTo>
                <a:moveTo>
                  <a:pt x="1655382" y="203161"/>
                </a:moveTo>
                <a:lnTo>
                  <a:pt x="1689852" y="136566"/>
                </a:lnTo>
                <a:lnTo>
                  <a:pt x="1692473" y="130708"/>
                </a:lnTo>
                <a:lnTo>
                  <a:pt x="1692922" y="129740"/>
                </a:lnTo>
                <a:moveTo>
                  <a:pt x="2087228" y="237621"/>
                </a:moveTo>
                <a:lnTo>
                  <a:pt x="2087175" y="237476"/>
                </a:lnTo>
                <a:moveTo>
                  <a:pt x="2084916" y="230094"/>
                </a:moveTo>
                <a:lnTo>
                  <a:pt x="2084482" y="228041"/>
                </a:lnTo>
                <a:lnTo>
                  <a:pt x="2084672" y="224644"/>
                </a:lnTo>
                <a:lnTo>
                  <a:pt x="2085426" y="220858"/>
                </a:lnTo>
                <a:lnTo>
                  <a:pt x="2087986" y="217148"/>
                </a:lnTo>
                <a:lnTo>
                  <a:pt x="2096510" y="207907"/>
                </a:lnTo>
                <a:lnTo>
                  <a:pt x="2137441" y="163541"/>
                </a:lnTo>
                <a:lnTo>
                  <a:pt x="2180597" y="122008"/>
                </a:lnTo>
                <a:lnTo>
                  <a:pt x="2210558" y="96816"/>
                </a:lnTo>
                <a:moveTo>
                  <a:pt x="2264287" y="41388"/>
                </a:moveTo>
                <a:lnTo>
                  <a:pt x="2256905" y="45585"/>
                </a:lnTo>
                <a:lnTo>
                  <a:pt x="2253584" y="48427"/>
                </a:lnTo>
                <a:lnTo>
                  <a:pt x="2244549" y="56144"/>
                </a:lnTo>
                <a:lnTo>
                  <a:pt x="2215319" y="81092"/>
                </a:lnTo>
                <a:lnTo>
                  <a:pt x="2189121" y="103230"/>
                </a:lnTo>
                <a:lnTo>
                  <a:pt x="2145577" y="144237"/>
                </a:lnTo>
                <a:lnTo>
                  <a:pt x="2132368" y="158612"/>
                </a:lnTo>
                <a:lnTo>
                  <a:pt x="2128056" y="163335"/>
                </a:lnTo>
                <a:lnTo>
                  <a:pt x="2082036" y="211366"/>
                </a:lnTo>
                <a:lnTo>
                  <a:pt x="2077656" y="216302"/>
                </a:lnTo>
                <a:lnTo>
                  <a:pt x="2070480" y="225131"/>
                </a:lnTo>
                <a:lnTo>
                  <a:pt x="2067143" y="229100"/>
                </a:lnTo>
                <a:lnTo>
                  <a:pt x="2065148" y="231359"/>
                </a:lnTo>
                <a:moveTo>
                  <a:pt x="2458284" y="201623"/>
                </a:moveTo>
                <a:lnTo>
                  <a:pt x="2457408" y="198644"/>
                </a:lnTo>
                <a:lnTo>
                  <a:pt x="2454162" y="191460"/>
                </a:lnTo>
                <a:lnTo>
                  <a:pt x="2449645" y="183035"/>
                </a:lnTo>
                <a:lnTo>
                  <a:pt x="2441174" y="172705"/>
                </a:lnTo>
                <a:lnTo>
                  <a:pt x="2430174" y="162771"/>
                </a:lnTo>
                <a:lnTo>
                  <a:pt x="2422282" y="155984"/>
                </a:lnTo>
                <a:moveTo>
                  <a:pt x="2413841" y="148869"/>
                </a:moveTo>
                <a:lnTo>
                  <a:pt x="2385891" y="125764"/>
                </a:lnTo>
                <a:lnTo>
                  <a:pt x="2379660" y="121726"/>
                </a:lnTo>
                <a:moveTo>
                  <a:pt x="2369977" y="115982"/>
                </a:moveTo>
                <a:lnTo>
                  <a:pt x="2320903" y="89335"/>
                </a:lnTo>
                <a:lnTo>
                  <a:pt x="2297059" y="76545"/>
                </a:lnTo>
                <a:lnTo>
                  <a:pt x="2283766" y="69087"/>
                </a:lnTo>
                <a:moveTo>
                  <a:pt x="1606101" y="319608"/>
                </a:moveTo>
                <a:lnTo>
                  <a:pt x="1668454" y="297707"/>
                </a:lnTo>
                <a:lnTo>
                  <a:pt x="1697745" y="287476"/>
                </a:lnTo>
                <a:lnTo>
                  <a:pt x="1700853" y="286394"/>
                </a:lnTo>
                <a:lnTo>
                  <a:pt x="1703389" y="286448"/>
                </a:lnTo>
                <a:lnTo>
                  <a:pt x="1722868" y="296519"/>
                </a:lnTo>
                <a:lnTo>
                  <a:pt x="1725230" y="298461"/>
                </a:lnTo>
                <a:lnTo>
                  <a:pt x="1726754" y="301760"/>
                </a:lnTo>
                <a:lnTo>
                  <a:pt x="1726929" y="302194"/>
                </a:lnTo>
                <a:moveTo>
                  <a:pt x="1587758" y="587247"/>
                </a:moveTo>
                <a:lnTo>
                  <a:pt x="1710687" y="543262"/>
                </a:lnTo>
                <a:moveTo>
                  <a:pt x="1718458" y="616858"/>
                </a:moveTo>
                <a:lnTo>
                  <a:pt x="1701287" y="624667"/>
                </a:lnTo>
                <a:lnTo>
                  <a:pt x="1693905" y="628582"/>
                </a:lnTo>
                <a:lnTo>
                  <a:pt x="1688146" y="634821"/>
                </a:lnTo>
                <a:lnTo>
                  <a:pt x="1681305" y="646126"/>
                </a:lnTo>
                <a:lnTo>
                  <a:pt x="1679584" y="651085"/>
                </a:lnTo>
                <a:moveTo>
                  <a:pt x="1729526" y="592077"/>
                </a:moveTo>
                <a:lnTo>
                  <a:pt x="1663723" y="621475"/>
                </a:lnTo>
                <a:lnTo>
                  <a:pt x="1662870" y="623829"/>
                </a:lnTo>
                <a:moveTo>
                  <a:pt x="1772004" y="734128"/>
                </a:moveTo>
                <a:lnTo>
                  <a:pt x="1781861" y="728178"/>
                </a:lnTo>
                <a:lnTo>
                  <a:pt x="1786813" y="725413"/>
                </a:lnTo>
                <a:moveTo>
                  <a:pt x="1892839" y="1224735"/>
                </a:moveTo>
                <a:lnTo>
                  <a:pt x="1868835" y="1242652"/>
                </a:lnTo>
                <a:moveTo>
                  <a:pt x="1710009" y="1263510"/>
                </a:moveTo>
                <a:lnTo>
                  <a:pt x="1724529" y="1187537"/>
                </a:lnTo>
                <a:lnTo>
                  <a:pt x="1726822" y="1176087"/>
                </a:lnTo>
                <a:lnTo>
                  <a:pt x="1728262" y="1168919"/>
                </a:lnTo>
                <a:moveTo>
                  <a:pt x="1773337" y="1177535"/>
                </a:moveTo>
                <a:lnTo>
                  <a:pt x="1762245" y="1225573"/>
                </a:lnTo>
                <a:lnTo>
                  <a:pt x="1759183" y="1248030"/>
                </a:lnTo>
                <a:lnTo>
                  <a:pt x="1758444" y="1251657"/>
                </a:lnTo>
                <a:lnTo>
                  <a:pt x="1760028" y="1255603"/>
                </a:lnTo>
                <a:lnTo>
                  <a:pt x="1762032" y="1258779"/>
                </a:lnTo>
                <a:lnTo>
                  <a:pt x="1762276" y="1258993"/>
                </a:lnTo>
                <a:moveTo>
                  <a:pt x="2158048" y="1243033"/>
                </a:moveTo>
                <a:lnTo>
                  <a:pt x="2147558" y="1231987"/>
                </a:lnTo>
                <a:lnTo>
                  <a:pt x="2102749" y="1183164"/>
                </a:lnTo>
                <a:lnTo>
                  <a:pt x="2099230" y="1178670"/>
                </a:lnTo>
                <a:moveTo>
                  <a:pt x="1923485" y="1258703"/>
                </a:moveTo>
                <a:lnTo>
                  <a:pt x="1898811" y="1225596"/>
                </a:lnTo>
                <a:moveTo>
                  <a:pt x="1832056" y="1200678"/>
                </a:moveTo>
                <a:lnTo>
                  <a:pt x="1836565" y="1206010"/>
                </a:lnTo>
                <a:lnTo>
                  <a:pt x="1862222" y="1240854"/>
                </a:lnTo>
                <a:moveTo>
                  <a:pt x="1775333" y="1166641"/>
                </a:moveTo>
                <a:lnTo>
                  <a:pt x="1778700" y="1142180"/>
                </a:lnTo>
                <a:lnTo>
                  <a:pt x="1778167" y="1137259"/>
                </a:lnTo>
                <a:moveTo>
                  <a:pt x="1779157" y="1133457"/>
                </a:moveTo>
                <a:lnTo>
                  <a:pt x="1800624" y="1096054"/>
                </a:lnTo>
                <a:lnTo>
                  <a:pt x="1815113" y="1070816"/>
                </a:lnTo>
                <a:moveTo>
                  <a:pt x="2058916" y="1154399"/>
                </a:moveTo>
                <a:lnTo>
                  <a:pt x="2046568" y="1132825"/>
                </a:lnTo>
                <a:moveTo>
                  <a:pt x="2042378" y="1125405"/>
                </a:moveTo>
                <a:lnTo>
                  <a:pt x="2029473" y="1102194"/>
                </a:lnTo>
                <a:moveTo>
                  <a:pt x="2257834" y="1116195"/>
                </a:moveTo>
                <a:lnTo>
                  <a:pt x="2224110" y="1150758"/>
                </a:lnTo>
                <a:moveTo>
                  <a:pt x="1944404" y="1103557"/>
                </a:moveTo>
                <a:lnTo>
                  <a:pt x="1944191" y="1103679"/>
                </a:lnTo>
                <a:lnTo>
                  <a:pt x="1943193" y="1104609"/>
                </a:lnTo>
                <a:lnTo>
                  <a:pt x="1938584" y="1114984"/>
                </a:lnTo>
                <a:lnTo>
                  <a:pt x="1916751" y="1157987"/>
                </a:lnTo>
                <a:lnTo>
                  <a:pt x="1876186" y="1189076"/>
                </a:lnTo>
                <a:moveTo>
                  <a:pt x="2297866" y="1136215"/>
                </a:moveTo>
                <a:lnTo>
                  <a:pt x="2340031" y="1092572"/>
                </a:lnTo>
                <a:lnTo>
                  <a:pt x="2341159" y="1091597"/>
                </a:lnTo>
                <a:moveTo>
                  <a:pt x="2060699" y="810193"/>
                </a:moveTo>
                <a:lnTo>
                  <a:pt x="2045714" y="778175"/>
                </a:lnTo>
                <a:moveTo>
                  <a:pt x="2041829" y="769955"/>
                </a:moveTo>
                <a:lnTo>
                  <a:pt x="2025344" y="735453"/>
                </a:lnTo>
                <a:moveTo>
                  <a:pt x="1988626" y="698194"/>
                </a:moveTo>
                <a:lnTo>
                  <a:pt x="1836619" y="769582"/>
                </a:lnTo>
                <a:lnTo>
                  <a:pt x="1828696" y="773322"/>
                </a:lnTo>
                <a:lnTo>
                  <a:pt x="1826982" y="774129"/>
                </a:lnTo>
                <a:moveTo>
                  <a:pt x="1816965" y="778670"/>
                </a:moveTo>
                <a:lnTo>
                  <a:pt x="1809948" y="781816"/>
                </a:lnTo>
                <a:lnTo>
                  <a:pt x="1767532" y="802003"/>
                </a:lnTo>
                <a:lnTo>
                  <a:pt x="1756783" y="806985"/>
                </a:lnTo>
                <a:lnTo>
                  <a:pt x="1738196" y="816782"/>
                </a:lnTo>
                <a:moveTo>
                  <a:pt x="1730456" y="820553"/>
                </a:moveTo>
                <a:lnTo>
                  <a:pt x="1710428" y="829542"/>
                </a:lnTo>
                <a:lnTo>
                  <a:pt x="1701980" y="833991"/>
                </a:lnTo>
                <a:lnTo>
                  <a:pt x="1662367" y="853081"/>
                </a:lnTo>
                <a:moveTo>
                  <a:pt x="2029298" y="887712"/>
                </a:moveTo>
                <a:lnTo>
                  <a:pt x="2047573" y="921886"/>
                </a:lnTo>
                <a:moveTo>
                  <a:pt x="2167288" y="921155"/>
                </a:moveTo>
                <a:lnTo>
                  <a:pt x="2216591" y="898133"/>
                </a:lnTo>
                <a:moveTo>
                  <a:pt x="2224270" y="894583"/>
                </a:moveTo>
                <a:lnTo>
                  <a:pt x="2268827" y="874190"/>
                </a:lnTo>
                <a:moveTo>
                  <a:pt x="2278814" y="869589"/>
                </a:moveTo>
                <a:lnTo>
                  <a:pt x="2319143" y="850887"/>
                </a:lnTo>
                <a:lnTo>
                  <a:pt x="2321048" y="850125"/>
                </a:lnTo>
                <a:moveTo>
                  <a:pt x="1906536" y="945326"/>
                </a:moveTo>
                <a:lnTo>
                  <a:pt x="1898423" y="929032"/>
                </a:lnTo>
                <a:lnTo>
                  <a:pt x="1896168" y="924430"/>
                </a:lnTo>
                <a:lnTo>
                  <a:pt x="1892435" y="916828"/>
                </a:lnTo>
                <a:lnTo>
                  <a:pt x="1889791" y="911449"/>
                </a:lnTo>
                <a:lnTo>
                  <a:pt x="1886211" y="904570"/>
                </a:lnTo>
                <a:moveTo>
                  <a:pt x="2272247" y="865178"/>
                </a:moveTo>
                <a:lnTo>
                  <a:pt x="2258566" y="830936"/>
                </a:lnTo>
                <a:moveTo>
                  <a:pt x="2250894" y="829664"/>
                </a:moveTo>
                <a:lnTo>
                  <a:pt x="2153287" y="873924"/>
                </a:lnTo>
                <a:lnTo>
                  <a:pt x="2106894" y="896625"/>
                </a:lnTo>
                <a:moveTo>
                  <a:pt x="2024834" y="1187613"/>
                </a:moveTo>
                <a:lnTo>
                  <a:pt x="2059084" y="1162405"/>
                </a:lnTo>
                <a:moveTo>
                  <a:pt x="2222068" y="1153325"/>
                </a:moveTo>
                <a:lnTo>
                  <a:pt x="2221627" y="1157096"/>
                </a:lnTo>
                <a:lnTo>
                  <a:pt x="2257735" y="1191247"/>
                </a:lnTo>
                <a:moveTo>
                  <a:pt x="2265688" y="1198827"/>
                </a:moveTo>
                <a:lnTo>
                  <a:pt x="2317246" y="1248381"/>
                </a:lnTo>
                <a:moveTo>
                  <a:pt x="1770488" y="1170130"/>
                </a:moveTo>
                <a:lnTo>
                  <a:pt x="1733686" y="1163160"/>
                </a:lnTo>
                <a:moveTo>
                  <a:pt x="1725451" y="1161529"/>
                </a:moveTo>
                <a:lnTo>
                  <a:pt x="1690028" y="1154170"/>
                </a:lnTo>
                <a:lnTo>
                  <a:pt x="1688855" y="1153706"/>
                </a:lnTo>
                <a:moveTo>
                  <a:pt x="1797478" y="1039666"/>
                </a:moveTo>
                <a:lnTo>
                  <a:pt x="1770381" y="1077999"/>
                </a:lnTo>
                <a:lnTo>
                  <a:pt x="1747200" y="1110360"/>
                </a:lnTo>
                <a:lnTo>
                  <a:pt x="1746682" y="1113529"/>
                </a:lnTo>
                <a:lnTo>
                  <a:pt x="1748487" y="1116896"/>
                </a:lnTo>
                <a:lnTo>
                  <a:pt x="1759320" y="1124651"/>
                </a:lnTo>
                <a:lnTo>
                  <a:pt x="1775927" y="1134326"/>
                </a:lnTo>
                <a:moveTo>
                  <a:pt x="2165567" y="1022960"/>
                </a:moveTo>
                <a:lnTo>
                  <a:pt x="2188953" y="1054018"/>
                </a:lnTo>
                <a:moveTo>
                  <a:pt x="2194834" y="1054818"/>
                </a:moveTo>
                <a:lnTo>
                  <a:pt x="2249097" y="1013057"/>
                </a:lnTo>
                <a:moveTo>
                  <a:pt x="1809133" y="1039559"/>
                </a:moveTo>
                <a:lnTo>
                  <a:pt x="1824521" y="1030464"/>
                </a:lnTo>
                <a:moveTo>
                  <a:pt x="1800106" y="1031987"/>
                </a:moveTo>
                <a:lnTo>
                  <a:pt x="1789167" y="1011373"/>
                </a:lnTo>
                <a:lnTo>
                  <a:pt x="1787041" y="1007648"/>
                </a:lnTo>
                <a:moveTo>
                  <a:pt x="1893661" y="1218785"/>
                </a:moveTo>
                <a:lnTo>
                  <a:pt x="1875401" y="1195025"/>
                </a:lnTo>
                <a:moveTo>
                  <a:pt x="1870214" y="1188306"/>
                </a:moveTo>
                <a:lnTo>
                  <a:pt x="1860706" y="1176041"/>
                </a:lnTo>
                <a:moveTo>
                  <a:pt x="1984619" y="1153584"/>
                </a:moveTo>
                <a:lnTo>
                  <a:pt x="1982463" y="1155168"/>
                </a:lnTo>
                <a:lnTo>
                  <a:pt x="1976095" y="1159891"/>
                </a:lnTo>
                <a:lnTo>
                  <a:pt x="1956456" y="1174426"/>
                </a:lnTo>
                <a:lnTo>
                  <a:pt x="1926746" y="1198834"/>
                </a:lnTo>
                <a:lnTo>
                  <a:pt x="1899649" y="1219585"/>
                </a:lnTo>
                <a:moveTo>
                  <a:pt x="1825527" y="1191468"/>
                </a:moveTo>
                <a:lnTo>
                  <a:pt x="1825382" y="1191224"/>
                </a:lnTo>
                <a:lnTo>
                  <a:pt x="1820408" y="1187278"/>
                </a:lnTo>
                <a:lnTo>
                  <a:pt x="1805302" y="1180087"/>
                </a:lnTo>
                <a:lnTo>
                  <a:pt x="1788237" y="1174746"/>
                </a:lnTo>
                <a:lnTo>
                  <a:pt x="1778723" y="1172933"/>
                </a:lnTo>
                <a:moveTo>
                  <a:pt x="2291147" y="1136573"/>
                </a:moveTo>
                <a:lnTo>
                  <a:pt x="2267783" y="1113636"/>
                </a:lnTo>
                <a:moveTo>
                  <a:pt x="2260729" y="1106901"/>
                </a:moveTo>
                <a:lnTo>
                  <a:pt x="2231835" y="1080231"/>
                </a:lnTo>
                <a:lnTo>
                  <a:pt x="2227927" y="1075104"/>
                </a:lnTo>
                <a:moveTo>
                  <a:pt x="2218092" y="972172"/>
                </a:moveTo>
                <a:lnTo>
                  <a:pt x="2211639" y="968477"/>
                </a:lnTo>
                <a:lnTo>
                  <a:pt x="2168256" y="934006"/>
                </a:lnTo>
                <a:lnTo>
                  <a:pt x="2165208" y="926777"/>
                </a:lnTo>
                <a:moveTo>
                  <a:pt x="1935026" y="988878"/>
                </a:moveTo>
                <a:lnTo>
                  <a:pt x="1935354" y="988702"/>
                </a:lnTo>
                <a:lnTo>
                  <a:pt x="1938317" y="987110"/>
                </a:lnTo>
                <a:lnTo>
                  <a:pt x="1970625" y="969795"/>
                </a:lnTo>
                <a:moveTo>
                  <a:pt x="1978121" y="965681"/>
                </a:moveTo>
                <a:lnTo>
                  <a:pt x="2008379" y="948754"/>
                </a:lnTo>
                <a:moveTo>
                  <a:pt x="2015814" y="944580"/>
                </a:moveTo>
                <a:lnTo>
                  <a:pt x="2045905" y="927615"/>
                </a:lnTo>
                <a:moveTo>
                  <a:pt x="2053256" y="923684"/>
                </a:moveTo>
                <a:lnTo>
                  <a:pt x="2099260" y="900426"/>
                </a:lnTo>
                <a:moveTo>
                  <a:pt x="1972354" y="963998"/>
                </a:moveTo>
                <a:lnTo>
                  <a:pt x="1953995" y="929725"/>
                </a:lnTo>
                <a:moveTo>
                  <a:pt x="2222259" y="900183"/>
                </a:moveTo>
                <a:lnTo>
                  <a:pt x="2244739" y="946690"/>
                </a:lnTo>
                <a:moveTo>
                  <a:pt x="1990469" y="180696"/>
                </a:moveTo>
                <a:lnTo>
                  <a:pt x="2003481" y="166314"/>
                </a:lnTo>
                <a:lnTo>
                  <a:pt x="2025573" y="141906"/>
                </a:lnTo>
                <a:moveTo>
                  <a:pt x="1762748" y="173200"/>
                </a:moveTo>
                <a:lnTo>
                  <a:pt x="1761902" y="174876"/>
                </a:lnTo>
                <a:lnTo>
                  <a:pt x="1726670" y="240062"/>
                </a:lnTo>
                <a:moveTo>
                  <a:pt x="2022693" y="217247"/>
                </a:moveTo>
                <a:lnTo>
                  <a:pt x="1990538" y="186935"/>
                </a:lnTo>
                <a:moveTo>
                  <a:pt x="1982737" y="179119"/>
                </a:moveTo>
                <a:lnTo>
                  <a:pt x="1968408" y="163899"/>
                </a:lnTo>
                <a:moveTo>
                  <a:pt x="2014146" y="950438"/>
                </a:moveTo>
                <a:lnTo>
                  <a:pt x="2032726" y="985175"/>
                </a:lnTo>
                <a:moveTo>
                  <a:pt x="2038005" y="994789"/>
                </a:moveTo>
                <a:lnTo>
                  <a:pt x="2057606" y="1029610"/>
                </a:lnTo>
                <a:moveTo>
                  <a:pt x="1862725" y="857850"/>
                </a:moveTo>
                <a:lnTo>
                  <a:pt x="1849173" y="830578"/>
                </a:lnTo>
                <a:lnTo>
                  <a:pt x="1845143" y="822320"/>
                </a:lnTo>
                <a:moveTo>
                  <a:pt x="1757339" y="863960"/>
                </a:moveTo>
                <a:lnTo>
                  <a:pt x="1775759" y="854391"/>
                </a:lnTo>
                <a:lnTo>
                  <a:pt x="1782753" y="847383"/>
                </a:lnTo>
                <a:lnTo>
                  <a:pt x="1829747" y="824545"/>
                </a:lnTo>
                <a:lnTo>
                  <a:pt x="1837091" y="821177"/>
                </a:lnTo>
                <a:moveTo>
                  <a:pt x="1847208" y="816713"/>
                </a:moveTo>
                <a:lnTo>
                  <a:pt x="1848320" y="816233"/>
                </a:lnTo>
                <a:lnTo>
                  <a:pt x="1856616" y="812379"/>
                </a:lnTo>
                <a:lnTo>
                  <a:pt x="2007937" y="737884"/>
                </a:lnTo>
                <a:moveTo>
                  <a:pt x="2239369" y="787506"/>
                </a:moveTo>
                <a:lnTo>
                  <a:pt x="2254269" y="823608"/>
                </a:lnTo>
                <a:moveTo>
                  <a:pt x="2112836" y="917749"/>
                </a:moveTo>
                <a:lnTo>
                  <a:pt x="2104989" y="902316"/>
                </a:lnTo>
                <a:moveTo>
                  <a:pt x="2101173" y="894690"/>
                </a:moveTo>
                <a:lnTo>
                  <a:pt x="2083583" y="859016"/>
                </a:lnTo>
                <a:moveTo>
                  <a:pt x="1858101" y="1159724"/>
                </a:moveTo>
                <a:lnTo>
                  <a:pt x="1857545" y="1159473"/>
                </a:lnTo>
                <a:lnTo>
                  <a:pt x="1826411" y="1142607"/>
                </a:lnTo>
                <a:lnTo>
                  <a:pt x="1824834" y="1139064"/>
                </a:lnTo>
                <a:lnTo>
                  <a:pt x="1856821" y="1077954"/>
                </a:lnTo>
                <a:moveTo>
                  <a:pt x="1860425" y="1070937"/>
                </a:moveTo>
                <a:lnTo>
                  <a:pt x="1880787" y="1030456"/>
                </a:lnTo>
                <a:lnTo>
                  <a:pt x="1881366" y="1026068"/>
                </a:lnTo>
                <a:lnTo>
                  <a:pt x="1870092" y="1007351"/>
                </a:lnTo>
                <a:moveTo>
                  <a:pt x="1866656" y="1001165"/>
                </a:moveTo>
                <a:lnTo>
                  <a:pt x="1856890" y="981968"/>
                </a:lnTo>
                <a:moveTo>
                  <a:pt x="1685983" y="1148251"/>
                </a:moveTo>
                <a:lnTo>
                  <a:pt x="1688748" y="1139826"/>
                </a:lnTo>
                <a:lnTo>
                  <a:pt x="1700914" y="1108981"/>
                </a:lnTo>
                <a:lnTo>
                  <a:pt x="1716294" y="1082288"/>
                </a:lnTo>
                <a:lnTo>
                  <a:pt x="1733396" y="1055207"/>
                </a:lnTo>
                <a:lnTo>
                  <a:pt x="1751778" y="1033488"/>
                </a:lnTo>
                <a:lnTo>
                  <a:pt x="1772065" y="1013651"/>
                </a:lnTo>
                <a:lnTo>
                  <a:pt x="1779226" y="1007800"/>
                </a:lnTo>
                <a:moveTo>
                  <a:pt x="1787933" y="1000967"/>
                </a:moveTo>
                <a:lnTo>
                  <a:pt x="1805142" y="988002"/>
                </a:lnTo>
                <a:lnTo>
                  <a:pt x="1833412" y="970869"/>
                </a:lnTo>
                <a:lnTo>
                  <a:pt x="1845029" y="965308"/>
                </a:lnTo>
                <a:lnTo>
                  <a:pt x="1848167" y="966367"/>
                </a:lnTo>
                <a:lnTo>
                  <a:pt x="1852951" y="974693"/>
                </a:lnTo>
                <a:moveTo>
                  <a:pt x="2224727" y="976910"/>
                </a:moveTo>
                <a:lnTo>
                  <a:pt x="2227629" y="979530"/>
                </a:lnTo>
                <a:lnTo>
                  <a:pt x="2249805" y="1007153"/>
                </a:lnTo>
                <a:moveTo>
                  <a:pt x="1957309" y="1033343"/>
                </a:moveTo>
                <a:lnTo>
                  <a:pt x="1963693" y="1030288"/>
                </a:lnTo>
                <a:lnTo>
                  <a:pt x="2032162" y="993083"/>
                </a:lnTo>
                <a:moveTo>
                  <a:pt x="2039704" y="989076"/>
                </a:moveTo>
                <a:lnTo>
                  <a:pt x="2097150" y="959236"/>
                </a:lnTo>
                <a:lnTo>
                  <a:pt x="2098080" y="958071"/>
                </a:lnTo>
                <a:lnTo>
                  <a:pt x="2098918" y="956441"/>
                </a:lnTo>
                <a:lnTo>
                  <a:pt x="2106056" y="931264"/>
                </a:lnTo>
                <a:lnTo>
                  <a:pt x="2106680" y="929930"/>
                </a:lnTo>
                <a:lnTo>
                  <a:pt x="2107785" y="928681"/>
                </a:lnTo>
                <a:lnTo>
                  <a:pt x="2109659" y="927173"/>
                </a:lnTo>
                <a:lnTo>
                  <a:pt x="2111434" y="926099"/>
                </a:lnTo>
                <a:lnTo>
                  <a:pt x="2112477" y="925474"/>
                </a:lnTo>
                <a:moveTo>
                  <a:pt x="1858650" y="976285"/>
                </a:moveTo>
                <a:lnTo>
                  <a:pt x="1899070" y="954018"/>
                </a:lnTo>
                <a:lnTo>
                  <a:pt x="1902567" y="952357"/>
                </a:lnTo>
                <a:moveTo>
                  <a:pt x="2106810" y="643026"/>
                </a:moveTo>
                <a:lnTo>
                  <a:pt x="2094888" y="658216"/>
                </a:lnTo>
                <a:lnTo>
                  <a:pt x="2092328" y="660387"/>
                </a:lnTo>
                <a:lnTo>
                  <a:pt x="2090134" y="660935"/>
                </a:lnTo>
                <a:lnTo>
                  <a:pt x="2080231" y="660989"/>
                </a:lnTo>
                <a:lnTo>
                  <a:pt x="2068393" y="662482"/>
                </a:lnTo>
                <a:lnTo>
                  <a:pt x="2059160" y="665422"/>
                </a:lnTo>
                <a:lnTo>
                  <a:pt x="2015548" y="685114"/>
                </a:lnTo>
                <a:lnTo>
                  <a:pt x="2007937" y="688550"/>
                </a:lnTo>
                <a:moveTo>
                  <a:pt x="2143063" y="671075"/>
                </a:moveTo>
                <a:lnTo>
                  <a:pt x="2140946" y="661034"/>
                </a:lnTo>
                <a:lnTo>
                  <a:pt x="2133937" y="645311"/>
                </a:lnTo>
                <a:lnTo>
                  <a:pt x="2127698" y="636848"/>
                </a:lnTo>
                <a:moveTo>
                  <a:pt x="2147375" y="672781"/>
                </a:moveTo>
                <a:lnTo>
                  <a:pt x="2147611" y="672614"/>
                </a:lnTo>
                <a:lnTo>
                  <a:pt x="2178106" y="658619"/>
                </a:lnTo>
                <a:lnTo>
                  <a:pt x="2187049" y="654628"/>
                </a:lnTo>
                <a:lnTo>
                  <a:pt x="2232398" y="634021"/>
                </a:lnTo>
                <a:lnTo>
                  <a:pt x="2233008" y="633762"/>
                </a:lnTo>
                <a:moveTo>
                  <a:pt x="1841365" y="814489"/>
                </a:moveTo>
                <a:lnTo>
                  <a:pt x="1836200" y="803626"/>
                </a:lnTo>
                <a:lnTo>
                  <a:pt x="1832840" y="796511"/>
                </a:lnTo>
                <a:lnTo>
                  <a:pt x="1829305" y="789000"/>
                </a:lnTo>
                <a:lnTo>
                  <a:pt x="1824948" y="779805"/>
                </a:lnTo>
                <a:moveTo>
                  <a:pt x="2122487" y="330548"/>
                </a:moveTo>
                <a:lnTo>
                  <a:pt x="2249706" y="282456"/>
                </a:lnTo>
                <a:lnTo>
                  <a:pt x="2288694" y="267487"/>
                </a:lnTo>
                <a:lnTo>
                  <a:pt x="2377207" y="233671"/>
                </a:lnTo>
                <a:lnTo>
                  <a:pt x="2392793" y="231987"/>
                </a:lnTo>
                <a:lnTo>
                  <a:pt x="2453370" y="210269"/>
                </a:lnTo>
                <a:moveTo>
                  <a:pt x="2027431" y="729839"/>
                </a:moveTo>
                <a:lnTo>
                  <a:pt x="2034722" y="726624"/>
                </a:lnTo>
                <a:lnTo>
                  <a:pt x="2074045" y="709324"/>
                </a:lnTo>
                <a:lnTo>
                  <a:pt x="2083987" y="703679"/>
                </a:lnTo>
                <a:lnTo>
                  <a:pt x="2091041" y="698126"/>
                </a:lnTo>
                <a:lnTo>
                  <a:pt x="2097882" y="691407"/>
                </a:lnTo>
                <a:lnTo>
                  <a:pt x="2102315" y="684543"/>
                </a:lnTo>
                <a:lnTo>
                  <a:pt x="2103641" y="683400"/>
                </a:lnTo>
                <a:lnTo>
                  <a:pt x="2105591" y="682791"/>
                </a:lnTo>
                <a:lnTo>
                  <a:pt x="2123996" y="683187"/>
                </a:lnTo>
                <a:moveTo>
                  <a:pt x="2131347" y="681450"/>
                </a:moveTo>
                <a:lnTo>
                  <a:pt x="2140976" y="676651"/>
                </a:lnTo>
                <a:moveTo>
                  <a:pt x="2191064" y="503116"/>
                </a:moveTo>
                <a:lnTo>
                  <a:pt x="2240450" y="481504"/>
                </a:lnTo>
                <a:moveTo>
                  <a:pt x="2248251" y="478152"/>
                </a:moveTo>
                <a:lnTo>
                  <a:pt x="2357613" y="431926"/>
                </a:lnTo>
                <a:lnTo>
                  <a:pt x="2463121" y="385846"/>
                </a:lnTo>
                <a:moveTo>
                  <a:pt x="1737556" y="610223"/>
                </a:moveTo>
                <a:lnTo>
                  <a:pt x="1737380" y="610307"/>
                </a:lnTo>
                <a:lnTo>
                  <a:pt x="1732665" y="613080"/>
                </a:lnTo>
                <a:lnTo>
                  <a:pt x="1724811" y="617711"/>
                </a:lnTo>
                <a:moveTo>
                  <a:pt x="2107305" y="636649"/>
                </a:moveTo>
                <a:lnTo>
                  <a:pt x="2088694" y="598255"/>
                </a:lnTo>
                <a:lnTo>
                  <a:pt x="2088344" y="597547"/>
                </a:lnTo>
                <a:moveTo>
                  <a:pt x="2215357" y="591361"/>
                </a:moveTo>
                <a:lnTo>
                  <a:pt x="2214313" y="591833"/>
                </a:lnTo>
                <a:lnTo>
                  <a:pt x="2147512" y="623722"/>
                </a:lnTo>
                <a:lnTo>
                  <a:pt x="2128917" y="632163"/>
                </a:lnTo>
                <a:moveTo>
                  <a:pt x="2122366" y="634958"/>
                </a:moveTo>
                <a:lnTo>
                  <a:pt x="2112706" y="638760"/>
                </a:lnTo>
                <a:moveTo>
                  <a:pt x="2077869" y="857012"/>
                </a:moveTo>
                <a:lnTo>
                  <a:pt x="2031042" y="881930"/>
                </a:lnTo>
                <a:moveTo>
                  <a:pt x="2023531" y="886029"/>
                </a:moveTo>
                <a:lnTo>
                  <a:pt x="1981473" y="909514"/>
                </a:lnTo>
                <a:lnTo>
                  <a:pt x="1960767" y="921071"/>
                </a:lnTo>
                <a:lnTo>
                  <a:pt x="1955679" y="923912"/>
                </a:lnTo>
                <a:moveTo>
                  <a:pt x="1948228" y="927973"/>
                </a:moveTo>
                <a:lnTo>
                  <a:pt x="1931758" y="936718"/>
                </a:lnTo>
                <a:lnTo>
                  <a:pt x="1916667" y="944717"/>
                </a:lnTo>
                <a:lnTo>
                  <a:pt x="1914192" y="945989"/>
                </a:lnTo>
                <a:lnTo>
                  <a:pt x="1912234" y="946987"/>
                </a:lnTo>
                <a:moveTo>
                  <a:pt x="1732581" y="814824"/>
                </a:moveTo>
                <a:lnTo>
                  <a:pt x="1711716" y="767555"/>
                </a:lnTo>
                <a:moveTo>
                  <a:pt x="1888131" y="898910"/>
                </a:moveTo>
                <a:lnTo>
                  <a:pt x="1888999" y="898499"/>
                </a:lnTo>
                <a:lnTo>
                  <a:pt x="1999337" y="843330"/>
                </a:lnTo>
                <a:lnTo>
                  <a:pt x="2057431" y="814474"/>
                </a:lnTo>
                <a:moveTo>
                  <a:pt x="2063845" y="811297"/>
                </a:moveTo>
                <a:lnTo>
                  <a:pt x="2140839" y="773246"/>
                </a:lnTo>
                <a:lnTo>
                  <a:pt x="2264165" y="712645"/>
                </a:lnTo>
                <a:lnTo>
                  <a:pt x="2265445" y="711945"/>
                </a:lnTo>
                <a:moveTo>
                  <a:pt x="1821307" y="772035"/>
                </a:moveTo>
                <a:lnTo>
                  <a:pt x="1817764" y="764371"/>
                </a:lnTo>
                <a:lnTo>
                  <a:pt x="1806955" y="740992"/>
                </a:lnTo>
                <a:moveTo>
                  <a:pt x="2012249" y="731180"/>
                </a:moveTo>
                <a:lnTo>
                  <a:pt x="2011929" y="730448"/>
                </a:lnTo>
                <a:lnTo>
                  <a:pt x="2003907" y="714695"/>
                </a:lnTo>
                <a:lnTo>
                  <a:pt x="1996480" y="699672"/>
                </a:lnTo>
                <a:lnTo>
                  <a:pt x="1996404" y="699474"/>
                </a:lnTo>
                <a:moveTo>
                  <a:pt x="2143703" y="719174"/>
                </a:moveTo>
                <a:lnTo>
                  <a:pt x="2129359" y="687004"/>
                </a:lnTo>
                <a:moveTo>
                  <a:pt x="1819425" y="1068721"/>
                </a:moveTo>
                <a:lnTo>
                  <a:pt x="1854719" y="1073832"/>
                </a:lnTo>
                <a:moveTo>
                  <a:pt x="1862489" y="1075165"/>
                </a:moveTo>
                <a:lnTo>
                  <a:pt x="1894400" y="1081564"/>
                </a:lnTo>
                <a:lnTo>
                  <a:pt x="1896869" y="1082524"/>
                </a:lnTo>
                <a:moveTo>
                  <a:pt x="2316980" y="1058056"/>
                </a:moveTo>
                <a:lnTo>
                  <a:pt x="2316804" y="1055199"/>
                </a:lnTo>
                <a:moveTo>
                  <a:pt x="2082836" y="1066557"/>
                </a:moveTo>
                <a:lnTo>
                  <a:pt x="2105164" y="1053934"/>
                </a:lnTo>
                <a:moveTo>
                  <a:pt x="2112538" y="1049676"/>
                </a:moveTo>
                <a:lnTo>
                  <a:pt x="2158886" y="1022373"/>
                </a:lnTo>
                <a:moveTo>
                  <a:pt x="2167616" y="1016409"/>
                </a:moveTo>
                <a:lnTo>
                  <a:pt x="2218427" y="977024"/>
                </a:lnTo>
                <a:moveTo>
                  <a:pt x="2063045" y="1083819"/>
                </a:moveTo>
                <a:lnTo>
                  <a:pt x="2071394" y="1098042"/>
                </a:lnTo>
                <a:lnTo>
                  <a:pt x="2078654" y="1098689"/>
                </a:lnTo>
                <a:lnTo>
                  <a:pt x="2115807" y="1069985"/>
                </a:lnTo>
                <a:lnTo>
                  <a:pt x="2115426" y="1062802"/>
                </a:lnTo>
                <a:lnTo>
                  <a:pt x="2111053" y="1055511"/>
                </a:lnTo>
                <a:moveTo>
                  <a:pt x="1815350" y="1065864"/>
                </a:moveTo>
                <a:lnTo>
                  <a:pt x="1805774" y="1046385"/>
                </a:lnTo>
                <a:moveTo>
                  <a:pt x="2061773" y="1037068"/>
                </a:moveTo>
                <a:lnTo>
                  <a:pt x="2077283" y="1064996"/>
                </a:lnTo>
                <a:moveTo>
                  <a:pt x="1963053" y="1072012"/>
                </a:moveTo>
                <a:lnTo>
                  <a:pt x="1975249" y="1077382"/>
                </a:lnTo>
                <a:lnTo>
                  <a:pt x="1977847" y="1077976"/>
                </a:lnTo>
                <a:lnTo>
                  <a:pt x="1980620" y="1077306"/>
                </a:lnTo>
                <a:lnTo>
                  <a:pt x="2055968" y="1035415"/>
                </a:lnTo>
                <a:moveTo>
                  <a:pt x="2284086" y="411015"/>
                </a:moveTo>
                <a:lnTo>
                  <a:pt x="2272339" y="382806"/>
                </a:lnTo>
                <a:moveTo>
                  <a:pt x="2154391" y="424697"/>
                </a:moveTo>
                <a:lnTo>
                  <a:pt x="2194789" y="409195"/>
                </a:lnTo>
                <a:lnTo>
                  <a:pt x="2205530" y="403961"/>
                </a:lnTo>
                <a:lnTo>
                  <a:pt x="2264470" y="381260"/>
                </a:lnTo>
                <a:moveTo>
                  <a:pt x="2274677" y="377268"/>
                </a:moveTo>
                <a:lnTo>
                  <a:pt x="2302369" y="366245"/>
                </a:lnTo>
                <a:lnTo>
                  <a:pt x="2303542" y="365803"/>
                </a:lnTo>
                <a:moveTo>
                  <a:pt x="2135445" y="965315"/>
                </a:moveTo>
                <a:lnTo>
                  <a:pt x="2147352" y="988870"/>
                </a:lnTo>
                <a:lnTo>
                  <a:pt x="2158825" y="1012463"/>
                </a:lnTo>
                <a:lnTo>
                  <a:pt x="2160295" y="1016005"/>
                </a:lnTo>
                <a:moveTo>
                  <a:pt x="1662466" y="998103"/>
                </a:moveTo>
                <a:lnTo>
                  <a:pt x="1677732" y="1007724"/>
                </a:lnTo>
                <a:lnTo>
                  <a:pt x="1684429" y="1009629"/>
                </a:lnTo>
                <a:lnTo>
                  <a:pt x="1696716" y="1003550"/>
                </a:lnTo>
                <a:lnTo>
                  <a:pt x="1712577" y="993182"/>
                </a:lnTo>
                <a:lnTo>
                  <a:pt x="1717475" y="989982"/>
                </a:lnTo>
                <a:lnTo>
                  <a:pt x="1757675" y="965156"/>
                </a:lnTo>
                <a:lnTo>
                  <a:pt x="1797242" y="943833"/>
                </a:lnTo>
                <a:lnTo>
                  <a:pt x="1878189" y="903870"/>
                </a:lnTo>
                <a:lnTo>
                  <a:pt x="1878266" y="903832"/>
                </a:lnTo>
                <a:moveTo>
                  <a:pt x="1929267" y="987217"/>
                </a:moveTo>
                <a:lnTo>
                  <a:pt x="1923683" y="977344"/>
                </a:lnTo>
                <a:lnTo>
                  <a:pt x="1913057" y="957698"/>
                </a:lnTo>
                <a:lnTo>
                  <a:pt x="1910520" y="953005"/>
                </a:lnTo>
                <a:moveTo>
                  <a:pt x="2075889" y="1070732"/>
                </a:moveTo>
                <a:lnTo>
                  <a:pt x="2064424" y="1078060"/>
                </a:lnTo>
                <a:moveTo>
                  <a:pt x="2057347" y="1082227"/>
                </a:moveTo>
                <a:lnTo>
                  <a:pt x="2031157" y="1096412"/>
                </a:lnTo>
                <a:moveTo>
                  <a:pt x="2023668" y="1100548"/>
                </a:moveTo>
                <a:lnTo>
                  <a:pt x="1985594" y="1121962"/>
                </a:lnTo>
                <a:lnTo>
                  <a:pt x="1977412" y="1127515"/>
                </a:lnTo>
                <a:moveTo>
                  <a:pt x="2313353" y="1061423"/>
                </a:moveTo>
                <a:lnTo>
                  <a:pt x="2268819" y="1107381"/>
                </a:lnTo>
                <a:moveTo>
                  <a:pt x="2342309" y="1084444"/>
                </a:moveTo>
                <a:lnTo>
                  <a:pt x="2318412" y="1061392"/>
                </a:lnTo>
                <a:moveTo>
                  <a:pt x="2188192" y="1059975"/>
                </a:moveTo>
                <a:lnTo>
                  <a:pt x="2065087" y="1156311"/>
                </a:lnTo>
                <a:moveTo>
                  <a:pt x="2020728" y="224819"/>
                </a:moveTo>
                <a:lnTo>
                  <a:pt x="2013491" y="230380"/>
                </a:lnTo>
                <a:lnTo>
                  <a:pt x="1986798" y="238089"/>
                </a:lnTo>
                <a:lnTo>
                  <a:pt x="1965711" y="244473"/>
                </a:lnTo>
                <a:lnTo>
                  <a:pt x="1934760" y="253051"/>
                </a:lnTo>
                <a:moveTo>
                  <a:pt x="1930044" y="251268"/>
                </a:moveTo>
                <a:lnTo>
                  <a:pt x="1906338" y="214763"/>
                </a:lnTo>
                <a:moveTo>
                  <a:pt x="1443559" y="95909"/>
                </a:moveTo>
                <a:lnTo>
                  <a:pt x="1444701" y="96427"/>
                </a:lnTo>
                <a:lnTo>
                  <a:pt x="1448465" y="98415"/>
                </a:lnTo>
                <a:lnTo>
                  <a:pt x="1518145" y="135126"/>
                </a:lnTo>
                <a:lnTo>
                  <a:pt x="1546773" y="150278"/>
                </a:lnTo>
                <a:lnTo>
                  <a:pt x="1573451" y="164402"/>
                </a:lnTo>
                <a:lnTo>
                  <a:pt x="1624217" y="191994"/>
                </a:lnTo>
                <a:lnTo>
                  <a:pt x="1649653" y="204997"/>
                </a:lnTo>
                <a:moveTo>
                  <a:pt x="1657179" y="208920"/>
                </a:moveTo>
                <a:lnTo>
                  <a:pt x="1676643" y="219243"/>
                </a:lnTo>
                <a:lnTo>
                  <a:pt x="1720888" y="241875"/>
                </a:lnTo>
                <a:moveTo>
                  <a:pt x="2280124" y="418946"/>
                </a:moveTo>
                <a:lnTo>
                  <a:pt x="2272758" y="422054"/>
                </a:lnTo>
                <a:lnTo>
                  <a:pt x="2224917" y="442249"/>
                </a:lnTo>
                <a:lnTo>
                  <a:pt x="2234447" y="460036"/>
                </a:lnTo>
                <a:lnTo>
                  <a:pt x="2241464" y="473665"/>
                </a:lnTo>
                <a:moveTo>
                  <a:pt x="2324537" y="837868"/>
                </a:moveTo>
                <a:lnTo>
                  <a:pt x="2323516" y="829930"/>
                </a:lnTo>
                <a:lnTo>
                  <a:pt x="2321238" y="822290"/>
                </a:lnTo>
                <a:lnTo>
                  <a:pt x="2318595" y="813514"/>
                </a:lnTo>
                <a:lnTo>
                  <a:pt x="2310901" y="794401"/>
                </a:lnTo>
                <a:lnTo>
                  <a:pt x="2307678" y="785983"/>
                </a:lnTo>
                <a:lnTo>
                  <a:pt x="2305538" y="780254"/>
                </a:lnTo>
                <a:moveTo>
                  <a:pt x="2301546" y="770130"/>
                </a:moveTo>
                <a:lnTo>
                  <a:pt x="2298621" y="763084"/>
                </a:lnTo>
                <a:lnTo>
                  <a:pt x="2294575" y="756342"/>
                </a:lnTo>
                <a:lnTo>
                  <a:pt x="2281762" y="726480"/>
                </a:lnTo>
                <a:lnTo>
                  <a:pt x="2278578" y="718108"/>
                </a:lnTo>
                <a:lnTo>
                  <a:pt x="2277229" y="714055"/>
                </a:lnTo>
                <a:moveTo>
                  <a:pt x="2201424" y="535598"/>
                </a:moveTo>
                <a:lnTo>
                  <a:pt x="2200502" y="533785"/>
                </a:lnTo>
                <a:lnTo>
                  <a:pt x="2199116" y="530997"/>
                </a:lnTo>
                <a:moveTo>
                  <a:pt x="2196328" y="525360"/>
                </a:moveTo>
                <a:lnTo>
                  <a:pt x="2188870" y="508722"/>
                </a:lnTo>
                <a:moveTo>
                  <a:pt x="2184169" y="498880"/>
                </a:moveTo>
                <a:lnTo>
                  <a:pt x="2163251" y="457751"/>
                </a:lnTo>
                <a:lnTo>
                  <a:pt x="2151786" y="430456"/>
                </a:lnTo>
                <a:moveTo>
                  <a:pt x="2147520" y="420324"/>
                </a:moveTo>
                <a:lnTo>
                  <a:pt x="2144229" y="412531"/>
                </a:lnTo>
                <a:lnTo>
                  <a:pt x="2138378" y="395879"/>
                </a:lnTo>
                <a:lnTo>
                  <a:pt x="2135430" y="386874"/>
                </a:lnTo>
                <a:moveTo>
                  <a:pt x="2131995" y="376392"/>
                </a:moveTo>
                <a:lnTo>
                  <a:pt x="2130273" y="371143"/>
                </a:lnTo>
                <a:lnTo>
                  <a:pt x="2127111" y="363815"/>
                </a:lnTo>
                <a:lnTo>
                  <a:pt x="2120766" y="355618"/>
                </a:lnTo>
                <a:lnTo>
                  <a:pt x="2120530" y="355321"/>
                </a:lnTo>
                <a:moveTo>
                  <a:pt x="2080010" y="288550"/>
                </a:moveTo>
                <a:lnTo>
                  <a:pt x="2081831" y="289350"/>
                </a:lnTo>
                <a:lnTo>
                  <a:pt x="2085251" y="291567"/>
                </a:lnTo>
                <a:lnTo>
                  <a:pt x="2089715" y="295246"/>
                </a:lnTo>
                <a:lnTo>
                  <a:pt x="2092123" y="297265"/>
                </a:lnTo>
                <a:lnTo>
                  <a:pt x="2094614" y="300404"/>
                </a:lnTo>
                <a:lnTo>
                  <a:pt x="2097508" y="305241"/>
                </a:lnTo>
                <a:lnTo>
                  <a:pt x="2100525" y="314352"/>
                </a:lnTo>
                <a:lnTo>
                  <a:pt x="2110680" y="346789"/>
                </a:lnTo>
                <a:lnTo>
                  <a:pt x="2119273" y="374465"/>
                </a:lnTo>
                <a:lnTo>
                  <a:pt x="2120971" y="380011"/>
                </a:lnTo>
                <a:moveTo>
                  <a:pt x="2124727" y="390942"/>
                </a:moveTo>
                <a:lnTo>
                  <a:pt x="2127584" y="399543"/>
                </a:lnTo>
                <a:lnTo>
                  <a:pt x="2129808" y="404700"/>
                </a:lnTo>
                <a:lnTo>
                  <a:pt x="2156456" y="460273"/>
                </a:lnTo>
                <a:lnTo>
                  <a:pt x="2187384" y="525657"/>
                </a:lnTo>
                <a:moveTo>
                  <a:pt x="2188847" y="528955"/>
                </a:moveTo>
                <a:lnTo>
                  <a:pt x="2191231" y="534219"/>
                </a:lnTo>
                <a:moveTo>
                  <a:pt x="2191231" y="534219"/>
                </a:moveTo>
                <a:lnTo>
                  <a:pt x="2192519" y="536436"/>
                </a:lnTo>
                <a:lnTo>
                  <a:pt x="2194309" y="539369"/>
                </a:lnTo>
                <a:moveTo>
                  <a:pt x="2273733" y="703900"/>
                </a:moveTo>
                <a:lnTo>
                  <a:pt x="2271448" y="697684"/>
                </a:lnTo>
                <a:lnTo>
                  <a:pt x="2258642" y="671677"/>
                </a:lnTo>
                <a:moveTo>
                  <a:pt x="2249957" y="649828"/>
                </a:moveTo>
                <a:lnTo>
                  <a:pt x="2239483" y="622419"/>
                </a:lnTo>
                <a:lnTo>
                  <a:pt x="2226822" y="592397"/>
                </a:lnTo>
                <a:moveTo>
                  <a:pt x="2129359" y="574998"/>
                </a:moveTo>
                <a:lnTo>
                  <a:pt x="2131370" y="574015"/>
                </a:lnTo>
                <a:lnTo>
                  <a:pt x="2135743" y="574061"/>
                </a:lnTo>
                <a:lnTo>
                  <a:pt x="2141395" y="572949"/>
                </a:lnTo>
                <a:lnTo>
                  <a:pt x="2187460" y="553119"/>
                </a:lnTo>
                <a:moveTo>
                  <a:pt x="2187460" y="553119"/>
                </a:moveTo>
                <a:lnTo>
                  <a:pt x="2194294" y="550758"/>
                </a:lnTo>
                <a:moveTo>
                  <a:pt x="1935438" y="294134"/>
                </a:moveTo>
                <a:lnTo>
                  <a:pt x="1935316" y="294226"/>
                </a:lnTo>
                <a:moveTo>
                  <a:pt x="1926761" y="300267"/>
                </a:moveTo>
                <a:lnTo>
                  <a:pt x="1923699" y="303184"/>
                </a:lnTo>
                <a:lnTo>
                  <a:pt x="1918907" y="307763"/>
                </a:lnTo>
                <a:lnTo>
                  <a:pt x="1904631" y="325535"/>
                </a:lnTo>
                <a:lnTo>
                  <a:pt x="1889014" y="346400"/>
                </a:lnTo>
                <a:lnTo>
                  <a:pt x="1876148" y="362413"/>
                </a:lnTo>
                <a:lnTo>
                  <a:pt x="1858589" y="376461"/>
                </a:lnTo>
                <a:lnTo>
                  <a:pt x="1855740" y="378190"/>
                </a:lnTo>
                <a:lnTo>
                  <a:pt x="1842081" y="384764"/>
                </a:lnTo>
                <a:lnTo>
                  <a:pt x="1829397" y="389266"/>
                </a:lnTo>
                <a:lnTo>
                  <a:pt x="1814710" y="393228"/>
                </a:lnTo>
                <a:lnTo>
                  <a:pt x="1778349" y="397235"/>
                </a:lnTo>
                <a:lnTo>
                  <a:pt x="1763921" y="398743"/>
                </a:lnTo>
                <a:lnTo>
                  <a:pt x="1739186" y="400868"/>
                </a:lnTo>
                <a:lnTo>
                  <a:pt x="1727538" y="403405"/>
                </a:lnTo>
                <a:lnTo>
                  <a:pt x="1717985" y="406848"/>
                </a:lnTo>
                <a:lnTo>
                  <a:pt x="1710946" y="410566"/>
                </a:lnTo>
                <a:moveTo>
                  <a:pt x="2038173" y="264348"/>
                </a:moveTo>
                <a:lnTo>
                  <a:pt x="2037868" y="266344"/>
                </a:lnTo>
                <a:lnTo>
                  <a:pt x="2037921" y="266999"/>
                </a:lnTo>
                <a:lnTo>
                  <a:pt x="2038767" y="272614"/>
                </a:lnTo>
                <a:lnTo>
                  <a:pt x="2041768" y="281313"/>
                </a:lnTo>
                <a:lnTo>
                  <a:pt x="2045311" y="285069"/>
                </a:lnTo>
                <a:lnTo>
                  <a:pt x="2045905" y="285709"/>
                </a:lnTo>
                <a:lnTo>
                  <a:pt x="2046149" y="285899"/>
                </a:lnTo>
                <a:moveTo>
                  <a:pt x="2697729" y="2609484"/>
                </a:moveTo>
                <a:lnTo>
                  <a:pt x="2692991" y="2602247"/>
                </a:lnTo>
                <a:lnTo>
                  <a:pt x="2691993" y="2600723"/>
                </a:lnTo>
                <a:lnTo>
                  <a:pt x="2689586" y="2597082"/>
                </a:lnTo>
                <a:lnTo>
                  <a:pt x="2685754" y="2593303"/>
                </a:lnTo>
                <a:lnTo>
                  <a:pt x="2677077" y="2589677"/>
                </a:lnTo>
                <a:moveTo>
                  <a:pt x="2363654" y="2555191"/>
                </a:moveTo>
                <a:lnTo>
                  <a:pt x="2399032" y="2533868"/>
                </a:lnTo>
                <a:lnTo>
                  <a:pt x="2401492" y="2532375"/>
                </a:lnTo>
                <a:lnTo>
                  <a:pt x="2403481" y="2531179"/>
                </a:lnTo>
                <a:moveTo>
                  <a:pt x="2389753" y="2493943"/>
                </a:moveTo>
                <a:lnTo>
                  <a:pt x="2382592" y="2481876"/>
                </a:lnTo>
                <a:lnTo>
                  <a:pt x="2375851" y="2470290"/>
                </a:lnTo>
                <a:lnTo>
                  <a:pt x="2352060" y="2431233"/>
                </a:lnTo>
                <a:moveTo>
                  <a:pt x="2733190" y="2593097"/>
                </a:moveTo>
                <a:lnTo>
                  <a:pt x="2785266" y="2561925"/>
                </a:lnTo>
                <a:lnTo>
                  <a:pt x="2847360" y="2523988"/>
                </a:lnTo>
                <a:lnTo>
                  <a:pt x="2867692" y="2512173"/>
                </a:lnTo>
                <a:lnTo>
                  <a:pt x="2885312" y="2501454"/>
                </a:lnTo>
                <a:lnTo>
                  <a:pt x="2895901" y="2495055"/>
                </a:lnTo>
                <a:lnTo>
                  <a:pt x="2911525" y="2485647"/>
                </a:lnTo>
                <a:moveTo>
                  <a:pt x="2449683" y="2605225"/>
                </a:moveTo>
                <a:lnTo>
                  <a:pt x="2448990" y="2606124"/>
                </a:lnTo>
                <a:lnTo>
                  <a:pt x="2447527" y="2608882"/>
                </a:lnTo>
                <a:lnTo>
                  <a:pt x="2446758" y="2612089"/>
                </a:lnTo>
                <a:lnTo>
                  <a:pt x="2446735" y="2615403"/>
                </a:lnTo>
                <a:lnTo>
                  <a:pt x="2447451" y="2618617"/>
                </a:lnTo>
                <a:lnTo>
                  <a:pt x="2448876" y="2621596"/>
                </a:lnTo>
                <a:lnTo>
                  <a:pt x="2450932" y="2624178"/>
                </a:lnTo>
                <a:lnTo>
                  <a:pt x="2453523" y="2626243"/>
                </a:lnTo>
                <a:lnTo>
                  <a:pt x="2456593" y="2627698"/>
                </a:lnTo>
                <a:lnTo>
                  <a:pt x="2459922" y="2628406"/>
                </a:lnTo>
                <a:lnTo>
                  <a:pt x="2463319" y="2628338"/>
                </a:lnTo>
                <a:lnTo>
                  <a:pt x="2466618" y="2627477"/>
                </a:lnTo>
                <a:lnTo>
                  <a:pt x="2469619" y="2625885"/>
                </a:lnTo>
                <a:lnTo>
                  <a:pt x="2472415" y="2623379"/>
                </a:lnTo>
                <a:lnTo>
                  <a:pt x="2474472" y="2620255"/>
                </a:lnTo>
                <a:lnTo>
                  <a:pt x="2475668" y="2616705"/>
                </a:lnTo>
                <a:lnTo>
                  <a:pt x="2475912" y="2612531"/>
                </a:lnTo>
                <a:lnTo>
                  <a:pt x="2475218" y="2609301"/>
                </a:lnTo>
                <a:lnTo>
                  <a:pt x="2473603" y="2605926"/>
                </a:lnTo>
                <a:lnTo>
                  <a:pt x="2471181" y="2603062"/>
                </a:lnTo>
                <a:lnTo>
                  <a:pt x="2468103" y="2600913"/>
                </a:lnTo>
                <a:lnTo>
                  <a:pt x="2464591" y="2599618"/>
                </a:lnTo>
                <a:lnTo>
                  <a:pt x="2460859" y="2599314"/>
                </a:lnTo>
                <a:lnTo>
                  <a:pt x="2459289" y="2599542"/>
                </a:lnTo>
                <a:moveTo>
                  <a:pt x="2454124" y="2601180"/>
                </a:moveTo>
                <a:lnTo>
                  <a:pt x="2453743" y="2601348"/>
                </a:lnTo>
                <a:moveTo>
                  <a:pt x="2388976" y="2204837"/>
                </a:moveTo>
                <a:lnTo>
                  <a:pt x="2392404" y="2201051"/>
                </a:lnTo>
                <a:lnTo>
                  <a:pt x="2428810" y="2163403"/>
                </a:lnTo>
                <a:lnTo>
                  <a:pt x="2435506" y="2156463"/>
                </a:lnTo>
                <a:lnTo>
                  <a:pt x="2483110" y="2107313"/>
                </a:lnTo>
                <a:lnTo>
                  <a:pt x="2486714" y="2103549"/>
                </a:lnTo>
                <a:lnTo>
                  <a:pt x="2489395" y="2100746"/>
                </a:lnTo>
                <a:moveTo>
                  <a:pt x="2456486" y="1619806"/>
                </a:moveTo>
                <a:lnTo>
                  <a:pt x="2456646" y="1622213"/>
                </a:lnTo>
                <a:lnTo>
                  <a:pt x="2495771" y="1661240"/>
                </a:lnTo>
                <a:lnTo>
                  <a:pt x="2497082" y="1662550"/>
                </a:lnTo>
                <a:moveTo>
                  <a:pt x="2504981" y="1670267"/>
                </a:moveTo>
                <a:lnTo>
                  <a:pt x="2510794" y="1675836"/>
                </a:lnTo>
                <a:lnTo>
                  <a:pt x="2553523" y="1716744"/>
                </a:lnTo>
                <a:lnTo>
                  <a:pt x="2561278" y="1720263"/>
                </a:lnTo>
                <a:moveTo>
                  <a:pt x="2532680" y="1652289"/>
                </a:moveTo>
                <a:lnTo>
                  <a:pt x="2538173" y="1657507"/>
                </a:lnTo>
                <a:lnTo>
                  <a:pt x="2577344" y="1693357"/>
                </a:lnTo>
                <a:lnTo>
                  <a:pt x="2590705" y="1680604"/>
                </a:lnTo>
                <a:lnTo>
                  <a:pt x="2601843" y="1668309"/>
                </a:lnTo>
                <a:lnTo>
                  <a:pt x="2601637" y="1665445"/>
                </a:lnTo>
                <a:lnTo>
                  <a:pt x="2566016" y="1630730"/>
                </a:lnTo>
                <a:lnTo>
                  <a:pt x="2559983" y="1625070"/>
                </a:lnTo>
                <a:moveTo>
                  <a:pt x="2779423" y="1551832"/>
                </a:moveTo>
                <a:lnTo>
                  <a:pt x="2752662" y="1577154"/>
                </a:lnTo>
                <a:lnTo>
                  <a:pt x="2740816" y="1588085"/>
                </a:lnTo>
                <a:lnTo>
                  <a:pt x="2726647" y="1601569"/>
                </a:lnTo>
                <a:moveTo>
                  <a:pt x="2721451" y="1606505"/>
                </a:moveTo>
                <a:lnTo>
                  <a:pt x="2710687" y="1616721"/>
                </a:lnTo>
                <a:lnTo>
                  <a:pt x="2672171" y="1653119"/>
                </a:lnTo>
                <a:lnTo>
                  <a:pt x="2667837" y="1657217"/>
                </a:lnTo>
                <a:lnTo>
                  <a:pt x="2635102" y="1687148"/>
                </a:lnTo>
                <a:moveTo>
                  <a:pt x="2653180" y="1792511"/>
                </a:moveTo>
                <a:lnTo>
                  <a:pt x="2653401" y="1792222"/>
                </a:lnTo>
                <a:lnTo>
                  <a:pt x="2690721" y="1753888"/>
                </a:lnTo>
                <a:moveTo>
                  <a:pt x="2698438" y="1745973"/>
                </a:moveTo>
                <a:lnTo>
                  <a:pt x="2704692" y="1739582"/>
                </a:lnTo>
                <a:moveTo>
                  <a:pt x="2712325" y="1731583"/>
                </a:moveTo>
                <a:lnTo>
                  <a:pt x="2726784" y="1716081"/>
                </a:lnTo>
                <a:moveTo>
                  <a:pt x="2734432" y="1708151"/>
                </a:moveTo>
                <a:lnTo>
                  <a:pt x="2758619" y="1683888"/>
                </a:lnTo>
                <a:lnTo>
                  <a:pt x="2763449" y="1679050"/>
                </a:lnTo>
                <a:lnTo>
                  <a:pt x="2752928" y="1667959"/>
                </a:lnTo>
                <a:lnTo>
                  <a:pt x="2748182" y="1662969"/>
                </a:lnTo>
                <a:lnTo>
                  <a:pt x="2747786" y="1662550"/>
                </a:lnTo>
                <a:lnTo>
                  <a:pt x="2747162" y="1660387"/>
                </a:lnTo>
                <a:lnTo>
                  <a:pt x="2747824" y="1657659"/>
                </a:lnTo>
                <a:lnTo>
                  <a:pt x="2759548" y="1645791"/>
                </a:lnTo>
                <a:lnTo>
                  <a:pt x="2761041" y="1642264"/>
                </a:lnTo>
                <a:lnTo>
                  <a:pt x="2760630" y="1638858"/>
                </a:lnTo>
                <a:moveTo>
                  <a:pt x="2516835" y="1661750"/>
                </a:moveTo>
                <a:lnTo>
                  <a:pt x="2526730" y="1652251"/>
                </a:lnTo>
                <a:moveTo>
                  <a:pt x="2532581" y="1646484"/>
                </a:moveTo>
                <a:lnTo>
                  <a:pt x="2552791" y="1626053"/>
                </a:lnTo>
                <a:moveTo>
                  <a:pt x="2560607" y="1618785"/>
                </a:moveTo>
                <a:lnTo>
                  <a:pt x="2569086" y="1611579"/>
                </a:lnTo>
                <a:moveTo>
                  <a:pt x="2575081" y="1606261"/>
                </a:moveTo>
                <a:lnTo>
                  <a:pt x="2596480" y="1586554"/>
                </a:lnTo>
                <a:moveTo>
                  <a:pt x="2602978" y="1580536"/>
                </a:moveTo>
                <a:lnTo>
                  <a:pt x="2610923" y="1573131"/>
                </a:lnTo>
                <a:moveTo>
                  <a:pt x="2618732" y="1565506"/>
                </a:moveTo>
                <a:lnTo>
                  <a:pt x="2642926" y="1540778"/>
                </a:lnTo>
                <a:lnTo>
                  <a:pt x="2629618" y="1527980"/>
                </a:lnTo>
                <a:lnTo>
                  <a:pt x="2628284" y="1526693"/>
                </a:lnTo>
                <a:moveTo>
                  <a:pt x="2505271" y="1663807"/>
                </a:moveTo>
                <a:lnTo>
                  <a:pt x="2505378" y="1663700"/>
                </a:lnTo>
                <a:moveTo>
                  <a:pt x="2693516" y="1370023"/>
                </a:moveTo>
                <a:lnTo>
                  <a:pt x="2657994" y="1404068"/>
                </a:lnTo>
                <a:moveTo>
                  <a:pt x="2651839" y="1409987"/>
                </a:moveTo>
                <a:lnTo>
                  <a:pt x="2616454" y="1443993"/>
                </a:lnTo>
                <a:moveTo>
                  <a:pt x="2786904" y="1759267"/>
                </a:moveTo>
                <a:lnTo>
                  <a:pt x="2812256" y="1733389"/>
                </a:lnTo>
                <a:lnTo>
                  <a:pt x="2816286" y="1729283"/>
                </a:lnTo>
                <a:lnTo>
                  <a:pt x="2849272" y="1695642"/>
                </a:lnTo>
                <a:lnTo>
                  <a:pt x="2886249" y="1658924"/>
                </a:lnTo>
                <a:moveTo>
                  <a:pt x="2552517" y="1616553"/>
                </a:moveTo>
                <a:lnTo>
                  <a:pt x="2544000" y="1608905"/>
                </a:lnTo>
                <a:moveTo>
                  <a:pt x="2537997" y="1603290"/>
                </a:moveTo>
                <a:lnTo>
                  <a:pt x="2510634" y="1576727"/>
                </a:lnTo>
                <a:moveTo>
                  <a:pt x="2504562" y="1570968"/>
                </a:moveTo>
                <a:lnTo>
                  <a:pt x="2498171" y="1565049"/>
                </a:lnTo>
                <a:moveTo>
                  <a:pt x="2467463" y="1613377"/>
                </a:moveTo>
                <a:lnTo>
                  <a:pt x="2477862" y="1602734"/>
                </a:lnTo>
                <a:lnTo>
                  <a:pt x="2479827" y="1602696"/>
                </a:lnTo>
                <a:lnTo>
                  <a:pt x="2481739" y="1602651"/>
                </a:lnTo>
                <a:lnTo>
                  <a:pt x="2496891" y="1617201"/>
                </a:lnTo>
                <a:lnTo>
                  <a:pt x="2511708" y="1631439"/>
                </a:lnTo>
                <a:lnTo>
                  <a:pt x="2516972" y="1631408"/>
                </a:lnTo>
                <a:lnTo>
                  <a:pt x="2536420" y="1610962"/>
                </a:lnTo>
                <a:moveTo>
                  <a:pt x="2761849" y="1632216"/>
                </a:moveTo>
                <a:lnTo>
                  <a:pt x="2773177" y="1620461"/>
                </a:lnTo>
                <a:lnTo>
                  <a:pt x="2780002" y="1613217"/>
                </a:lnTo>
                <a:lnTo>
                  <a:pt x="2792640" y="1599809"/>
                </a:lnTo>
                <a:lnTo>
                  <a:pt x="2807290" y="1584535"/>
                </a:lnTo>
                <a:moveTo>
                  <a:pt x="2574967" y="1611914"/>
                </a:moveTo>
                <a:lnTo>
                  <a:pt x="2580421" y="1617384"/>
                </a:lnTo>
                <a:lnTo>
                  <a:pt x="2587597" y="1624194"/>
                </a:lnTo>
                <a:lnTo>
                  <a:pt x="2602582" y="1638531"/>
                </a:lnTo>
                <a:lnTo>
                  <a:pt x="2615585" y="1651093"/>
                </a:lnTo>
                <a:lnTo>
                  <a:pt x="2619227" y="1652273"/>
                </a:lnTo>
                <a:lnTo>
                  <a:pt x="2622297" y="1650956"/>
                </a:lnTo>
                <a:lnTo>
                  <a:pt x="2625085" y="1648099"/>
                </a:lnTo>
                <a:lnTo>
                  <a:pt x="2645638" y="1627371"/>
                </a:lnTo>
                <a:lnTo>
                  <a:pt x="2641562" y="1623493"/>
                </a:lnTo>
                <a:lnTo>
                  <a:pt x="2607922" y="1591269"/>
                </a:lnTo>
                <a:lnTo>
                  <a:pt x="2602940" y="1586493"/>
                </a:lnTo>
                <a:moveTo>
                  <a:pt x="2704532" y="1730090"/>
                </a:moveTo>
                <a:lnTo>
                  <a:pt x="2690187" y="1716317"/>
                </a:lnTo>
                <a:lnTo>
                  <a:pt x="2690172" y="1714405"/>
                </a:lnTo>
                <a:lnTo>
                  <a:pt x="2690157" y="1712950"/>
                </a:lnTo>
                <a:lnTo>
                  <a:pt x="2706848" y="1696084"/>
                </a:lnTo>
                <a:moveTo>
                  <a:pt x="2428757" y="1626030"/>
                </a:moveTo>
                <a:lnTo>
                  <a:pt x="2424384" y="1643399"/>
                </a:lnTo>
                <a:lnTo>
                  <a:pt x="2425931" y="1647299"/>
                </a:lnTo>
                <a:lnTo>
                  <a:pt x="2474380" y="1693197"/>
                </a:lnTo>
                <a:moveTo>
                  <a:pt x="2754101" y="1630677"/>
                </a:moveTo>
                <a:lnTo>
                  <a:pt x="2726662" y="1604913"/>
                </a:lnTo>
                <a:moveTo>
                  <a:pt x="2430181" y="1623554"/>
                </a:moveTo>
                <a:lnTo>
                  <a:pt x="2440755" y="1613148"/>
                </a:lnTo>
                <a:lnTo>
                  <a:pt x="2442690" y="1610360"/>
                </a:lnTo>
                <a:lnTo>
                  <a:pt x="2444777" y="1607861"/>
                </a:lnTo>
                <a:moveTo>
                  <a:pt x="2779141" y="1757636"/>
                </a:moveTo>
                <a:lnTo>
                  <a:pt x="2734493" y="1714184"/>
                </a:lnTo>
                <a:moveTo>
                  <a:pt x="2617124" y="1573284"/>
                </a:moveTo>
                <a:lnTo>
                  <a:pt x="2621558" y="1577565"/>
                </a:lnTo>
                <a:lnTo>
                  <a:pt x="2641052" y="1596419"/>
                </a:lnTo>
                <a:lnTo>
                  <a:pt x="2650529" y="1605347"/>
                </a:lnTo>
                <a:moveTo>
                  <a:pt x="2579149" y="1569779"/>
                </a:moveTo>
                <a:lnTo>
                  <a:pt x="2555092" y="1593646"/>
                </a:lnTo>
                <a:lnTo>
                  <a:pt x="2520537" y="1560440"/>
                </a:lnTo>
                <a:lnTo>
                  <a:pt x="2510542" y="1570785"/>
                </a:lnTo>
                <a:moveTo>
                  <a:pt x="2673870" y="1881000"/>
                </a:moveTo>
                <a:lnTo>
                  <a:pt x="2667242" y="1877793"/>
                </a:lnTo>
                <a:lnTo>
                  <a:pt x="2620880" y="1833168"/>
                </a:lnTo>
                <a:moveTo>
                  <a:pt x="2613041" y="1825458"/>
                </a:moveTo>
                <a:lnTo>
                  <a:pt x="2595192" y="1807526"/>
                </a:lnTo>
                <a:lnTo>
                  <a:pt x="2546324" y="1761247"/>
                </a:lnTo>
                <a:lnTo>
                  <a:pt x="2541441" y="1756379"/>
                </a:lnTo>
                <a:lnTo>
                  <a:pt x="2480330" y="1697638"/>
                </a:lnTo>
                <a:lnTo>
                  <a:pt x="2476795" y="1693898"/>
                </a:lnTo>
                <a:moveTo>
                  <a:pt x="2620743" y="1528582"/>
                </a:moveTo>
                <a:lnTo>
                  <a:pt x="2597569" y="1553028"/>
                </a:lnTo>
                <a:lnTo>
                  <a:pt x="2578395" y="1534950"/>
                </a:lnTo>
                <a:lnTo>
                  <a:pt x="2562382" y="1519844"/>
                </a:lnTo>
                <a:lnTo>
                  <a:pt x="2552395" y="1530380"/>
                </a:lnTo>
                <a:moveTo>
                  <a:pt x="2456913" y="1608265"/>
                </a:moveTo>
                <a:lnTo>
                  <a:pt x="2453218" y="1604814"/>
                </a:lnTo>
                <a:moveTo>
                  <a:pt x="2445501" y="1597741"/>
                </a:moveTo>
                <a:lnTo>
                  <a:pt x="2445387" y="1597642"/>
                </a:lnTo>
                <a:moveTo>
                  <a:pt x="2445623" y="1597870"/>
                </a:moveTo>
                <a:lnTo>
                  <a:pt x="2442724" y="1595833"/>
                </a:lnTo>
                <a:moveTo>
                  <a:pt x="2442461" y="1595619"/>
                </a:moveTo>
                <a:lnTo>
                  <a:pt x="2442122" y="1595299"/>
                </a:lnTo>
                <a:moveTo>
                  <a:pt x="2539376" y="2046034"/>
                </a:moveTo>
                <a:lnTo>
                  <a:pt x="2539193" y="2046392"/>
                </a:lnTo>
                <a:lnTo>
                  <a:pt x="2538393" y="2047428"/>
                </a:lnTo>
                <a:lnTo>
                  <a:pt x="2497120" y="2089898"/>
                </a:lnTo>
                <a:lnTo>
                  <a:pt x="2494316" y="2092770"/>
                </a:lnTo>
                <a:moveTo>
                  <a:pt x="2675173" y="1738538"/>
                </a:moveTo>
                <a:lnTo>
                  <a:pt x="2652319" y="1762786"/>
                </a:lnTo>
                <a:lnTo>
                  <a:pt x="2647794" y="1762565"/>
                </a:lnTo>
                <a:lnTo>
                  <a:pt x="2620301" y="1736405"/>
                </a:lnTo>
                <a:lnTo>
                  <a:pt x="2621322" y="1732657"/>
                </a:lnTo>
                <a:lnTo>
                  <a:pt x="2643901" y="1709667"/>
                </a:lnTo>
                <a:moveTo>
                  <a:pt x="2690667" y="1744328"/>
                </a:moveTo>
                <a:lnTo>
                  <a:pt x="2682882" y="1736687"/>
                </a:lnTo>
                <a:moveTo>
                  <a:pt x="2676605" y="1730730"/>
                </a:moveTo>
                <a:lnTo>
                  <a:pt x="2651504" y="1707686"/>
                </a:lnTo>
                <a:moveTo>
                  <a:pt x="2645539" y="1702079"/>
                </a:moveTo>
                <a:lnTo>
                  <a:pt x="2635773" y="1693319"/>
                </a:lnTo>
                <a:moveTo>
                  <a:pt x="2739490" y="1792976"/>
                </a:moveTo>
                <a:lnTo>
                  <a:pt x="2714633" y="1768858"/>
                </a:lnTo>
                <a:moveTo>
                  <a:pt x="2708859" y="1763053"/>
                </a:moveTo>
                <a:lnTo>
                  <a:pt x="2698468" y="1752220"/>
                </a:lnTo>
                <a:moveTo>
                  <a:pt x="2743474" y="1799558"/>
                </a:moveTo>
                <a:lnTo>
                  <a:pt x="2746758" y="1801965"/>
                </a:lnTo>
                <a:lnTo>
                  <a:pt x="2779393" y="1767121"/>
                </a:lnTo>
                <a:moveTo>
                  <a:pt x="2707053" y="1770693"/>
                </a:moveTo>
                <a:lnTo>
                  <a:pt x="2682250" y="1796221"/>
                </a:lnTo>
                <a:lnTo>
                  <a:pt x="2712363" y="1825230"/>
                </a:lnTo>
                <a:lnTo>
                  <a:pt x="2737814" y="1800099"/>
                </a:lnTo>
                <a:moveTo>
                  <a:pt x="2422137" y="1920187"/>
                </a:moveTo>
                <a:lnTo>
                  <a:pt x="2425443" y="1916759"/>
                </a:lnTo>
                <a:lnTo>
                  <a:pt x="2440100" y="1901554"/>
                </a:lnTo>
                <a:lnTo>
                  <a:pt x="2448571" y="1893418"/>
                </a:lnTo>
                <a:lnTo>
                  <a:pt x="2449500" y="1889852"/>
                </a:lnTo>
                <a:lnTo>
                  <a:pt x="2447405" y="1885845"/>
                </a:lnTo>
                <a:lnTo>
                  <a:pt x="2446674" y="1885106"/>
                </a:lnTo>
                <a:lnTo>
                  <a:pt x="2441380" y="1879698"/>
                </a:lnTo>
                <a:lnTo>
                  <a:pt x="2428353" y="1867174"/>
                </a:lnTo>
                <a:lnTo>
                  <a:pt x="2427370" y="1866229"/>
                </a:lnTo>
                <a:lnTo>
                  <a:pt x="2416271" y="1855412"/>
                </a:lnTo>
                <a:lnTo>
                  <a:pt x="2412455" y="1851893"/>
                </a:lnTo>
                <a:lnTo>
                  <a:pt x="2400822" y="1841334"/>
                </a:lnTo>
                <a:lnTo>
                  <a:pt x="2400502" y="1839026"/>
                </a:lnTo>
                <a:lnTo>
                  <a:pt x="2396846" y="1836885"/>
                </a:lnTo>
                <a:lnTo>
                  <a:pt x="2384512" y="1825024"/>
                </a:lnTo>
                <a:lnTo>
                  <a:pt x="2382234" y="1822609"/>
                </a:lnTo>
                <a:lnTo>
                  <a:pt x="2352860" y="1853469"/>
                </a:lnTo>
                <a:moveTo>
                  <a:pt x="2709004" y="2303808"/>
                </a:moveTo>
                <a:lnTo>
                  <a:pt x="2706497" y="2302308"/>
                </a:lnTo>
                <a:lnTo>
                  <a:pt x="2698925" y="2295010"/>
                </a:lnTo>
                <a:lnTo>
                  <a:pt x="2693707" y="2289258"/>
                </a:lnTo>
                <a:lnTo>
                  <a:pt x="2686249" y="2282082"/>
                </a:lnTo>
                <a:lnTo>
                  <a:pt x="2641456" y="2238972"/>
                </a:lnTo>
                <a:lnTo>
                  <a:pt x="2626311" y="2224224"/>
                </a:lnTo>
                <a:lnTo>
                  <a:pt x="2578281" y="2178349"/>
                </a:lnTo>
                <a:lnTo>
                  <a:pt x="2570000" y="2170450"/>
                </a:lnTo>
                <a:lnTo>
                  <a:pt x="2501576" y="2105119"/>
                </a:lnTo>
                <a:lnTo>
                  <a:pt x="2499039" y="2102666"/>
                </a:lnTo>
                <a:lnTo>
                  <a:pt x="2496008" y="2099725"/>
                </a:lnTo>
                <a:moveTo>
                  <a:pt x="2576551" y="1475767"/>
                </a:moveTo>
                <a:lnTo>
                  <a:pt x="2572110" y="1471364"/>
                </a:lnTo>
                <a:lnTo>
                  <a:pt x="2570990" y="1470061"/>
                </a:lnTo>
                <a:moveTo>
                  <a:pt x="2785152" y="1546857"/>
                </a:moveTo>
                <a:lnTo>
                  <a:pt x="2763228" y="1512958"/>
                </a:lnTo>
                <a:lnTo>
                  <a:pt x="2757027" y="1502270"/>
                </a:lnTo>
                <a:lnTo>
                  <a:pt x="2740846" y="1473847"/>
                </a:lnTo>
                <a:lnTo>
                  <a:pt x="2731469" y="1465620"/>
                </a:lnTo>
                <a:moveTo>
                  <a:pt x="2594857" y="1578829"/>
                </a:moveTo>
                <a:lnTo>
                  <a:pt x="2585099" y="1569673"/>
                </a:lnTo>
                <a:moveTo>
                  <a:pt x="2579195" y="1563891"/>
                </a:moveTo>
                <a:lnTo>
                  <a:pt x="2552387" y="1536520"/>
                </a:lnTo>
                <a:moveTo>
                  <a:pt x="2695329" y="1362299"/>
                </a:moveTo>
                <a:lnTo>
                  <a:pt x="2691254" y="1358185"/>
                </a:lnTo>
                <a:moveTo>
                  <a:pt x="2546400" y="1530441"/>
                </a:moveTo>
                <a:lnTo>
                  <a:pt x="2540907" y="1524895"/>
                </a:lnTo>
                <a:moveTo>
                  <a:pt x="2709910" y="1855519"/>
                </a:moveTo>
                <a:lnTo>
                  <a:pt x="2707785" y="1853348"/>
                </a:lnTo>
                <a:lnTo>
                  <a:pt x="2705339" y="1850902"/>
                </a:lnTo>
                <a:lnTo>
                  <a:pt x="2699557" y="1843475"/>
                </a:lnTo>
                <a:moveTo>
                  <a:pt x="2504060" y="1655412"/>
                </a:moveTo>
                <a:lnTo>
                  <a:pt x="2503427" y="1654803"/>
                </a:lnTo>
                <a:lnTo>
                  <a:pt x="2502947" y="1654323"/>
                </a:lnTo>
                <a:lnTo>
                  <a:pt x="2467677" y="1619052"/>
                </a:lnTo>
                <a:moveTo>
                  <a:pt x="2463411" y="1615197"/>
                </a:moveTo>
                <a:lnTo>
                  <a:pt x="2463289" y="1615106"/>
                </a:lnTo>
                <a:moveTo>
                  <a:pt x="2691345" y="1835004"/>
                </a:moveTo>
                <a:lnTo>
                  <a:pt x="2689921" y="1833541"/>
                </a:lnTo>
                <a:lnTo>
                  <a:pt x="2661049" y="1805561"/>
                </a:lnTo>
                <a:lnTo>
                  <a:pt x="2653660" y="1799542"/>
                </a:lnTo>
                <a:moveTo>
                  <a:pt x="2645409" y="1791391"/>
                </a:moveTo>
                <a:lnTo>
                  <a:pt x="2641814" y="1787758"/>
                </a:lnTo>
                <a:lnTo>
                  <a:pt x="2595474" y="1743574"/>
                </a:lnTo>
                <a:moveTo>
                  <a:pt x="2582524" y="1731233"/>
                </a:moveTo>
                <a:lnTo>
                  <a:pt x="2579096" y="1727965"/>
                </a:lnTo>
                <a:lnTo>
                  <a:pt x="2571135" y="1720134"/>
                </a:lnTo>
                <a:lnTo>
                  <a:pt x="2570061" y="1719059"/>
                </a:lnTo>
                <a:moveTo>
                  <a:pt x="2562474" y="1711183"/>
                </a:moveTo>
                <a:lnTo>
                  <a:pt x="2560226" y="1708768"/>
                </a:lnTo>
                <a:lnTo>
                  <a:pt x="2546461" y="1694073"/>
                </a:lnTo>
                <a:lnTo>
                  <a:pt x="2517749" y="1668538"/>
                </a:lnTo>
                <a:lnTo>
                  <a:pt x="2516980" y="1667829"/>
                </a:lnTo>
                <a:moveTo>
                  <a:pt x="2880002" y="1535865"/>
                </a:moveTo>
                <a:lnTo>
                  <a:pt x="2837906" y="1497417"/>
                </a:lnTo>
                <a:lnTo>
                  <a:pt x="2810192" y="1472331"/>
                </a:lnTo>
                <a:lnTo>
                  <a:pt x="2797447" y="1459869"/>
                </a:lnTo>
                <a:lnTo>
                  <a:pt x="2791848" y="1454376"/>
                </a:lnTo>
                <a:lnTo>
                  <a:pt x="2766389" y="1428887"/>
                </a:lnTo>
                <a:moveTo>
                  <a:pt x="2758413" y="1421170"/>
                </a:moveTo>
                <a:lnTo>
                  <a:pt x="2749500" y="1412843"/>
                </a:lnTo>
                <a:moveTo>
                  <a:pt x="2743391" y="1406955"/>
                </a:moveTo>
                <a:lnTo>
                  <a:pt x="2740763" y="1404357"/>
                </a:lnTo>
                <a:lnTo>
                  <a:pt x="2705789" y="1371288"/>
                </a:lnTo>
                <a:lnTo>
                  <a:pt x="2703252" y="1368888"/>
                </a:lnTo>
                <a:lnTo>
                  <a:pt x="2703184" y="1368842"/>
                </a:lnTo>
                <a:moveTo>
                  <a:pt x="2756897" y="1429009"/>
                </a:moveTo>
                <a:lnTo>
                  <a:pt x="2729427" y="1457964"/>
                </a:lnTo>
                <a:moveTo>
                  <a:pt x="2721847" y="1465803"/>
                </a:moveTo>
                <a:lnTo>
                  <a:pt x="2721238" y="1466420"/>
                </a:lnTo>
                <a:moveTo>
                  <a:pt x="2622487" y="1520934"/>
                </a:moveTo>
                <a:lnTo>
                  <a:pt x="2585563" y="1482981"/>
                </a:lnTo>
                <a:moveTo>
                  <a:pt x="2441456" y="1587072"/>
                </a:moveTo>
                <a:lnTo>
                  <a:pt x="2444495" y="1584208"/>
                </a:lnTo>
                <a:moveTo>
                  <a:pt x="2444671" y="1584040"/>
                </a:moveTo>
                <a:lnTo>
                  <a:pt x="2447588" y="1581229"/>
                </a:lnTo>
                <a:moveTo>
                  <a:pt x="2450018" y="1579050"/>
                </a:moveTo>
                <a:lnTo>
                  <a:pt x="2479317" y="1551367"/>
                </a:lnTo>
                <a:moveTo>
                  <a:pt x="2355359" y="1516584"/>
                </a:moveTo>
                <a:lnTo>
                  <a:pt x="2333838" y="1497029"/>
                </a:lnTo>
                <a:lnTo>
                  <a:pt x="2275592" y="1443262"/>
                </a:lnTo>
                <a:lnTo>
                  <a:pt x="2271927" y="1439742"/>
                </a:lnTo>
                <a:lnTo>
                  <a:pt x="2267700" y="1435926"/>
                </a:lnTo>
                <a:lnTo>
                  <a:pt x="2265323" y="1433709"/>
                </a:lnTo>
                <a:lnTo>
                  <a:pt x="2236436" y="1406635"/>
                </a:lnTo>
                <a:lnTo>
                  <a:pt x="2218496" y="1392534"/>
                </a:lnTo>
                <a:moveTo>
                  <a:pt x="2740252" y="1297333"/>
                </a:moveTo>
                <a:lnTo>
                  <a:pt x="2743147" y="1294309"/>
                </a:lnTo>
                <a:lnTo>
                  <a:pt x="2745044" y="1292328"/>
                </a:lnTo>
                <a:moveTo>
                  <a:pt x="2745196" y="1292176"/>
                </a:moveTo>
                <a:lnTo>
                  <a:pt x="2753004" y="1284162"/>
                </a:lnTo>
                <a:lnTo>
                  <a:pt x="2761689" y="1275257"/>
                </a:lnTo>
                <a:moveTo>
                  <a:pt x="2769368" y="1267479"/>
                </a:moveTo>
                <a:lnTo>
                  <a:pt x="2829800" y="1207008"/>
                </a:lnTo>
                <a:lnTo>
                  <a:pt x="2836900" y="1199901"/>
                </a:lnTo>
                <a:moveTo>
                  <a:pt x="2292747" y="2321733"/>
                </a:moveTo>
                <a:lnTo>
                  <a:pt x="2357857" y="2282402"/>
                </a:lnTo>
                <a:moveTo>
                  <a:pt x="2014565" y="1434775"/>
                </a:moveTo>
                <a:lnTo>
                  <a:pt x="2007671" y="1426868"/>
                </a:lnTo>
                <a:lnTo>
                  <a:pt x="2003214" y="1427553"/>
                </a:lnTo>
                <a:lnTo>
                  <a:pt x="1977313" y="1452974"/>
                </a:lnTo>
                <a:lnTo>
                  <a:pt x="1982631" y="1459526"/>
                </a:lnTo>
                <a:moveTo>
                  <a:pt x="1814961" y="1346766"/>
                </a:moveTo>
                <a:lnTo>
                  <a:pt x="1812729" y="1348640"/>
                </a:lnTo>
                <a:lnTo>
                  <a:pt x="1809857" y="1353165"/>
                </a:lnTo>
                <a:lnTo>
                  <a:pt x="1780627" y="1375676"/>
                </a:lnTo>
                <a:lnTo>
                  <a:pt x="1775782" y="1375462"/>
                </a:lnTo>
                <a:lnTo>
                  <a:pt x="1767692" y="1365910"/>
                </a:lnTo>
                <a:lnTo>
                  <a:pt x="1761925" y="1357027"/>
                </a:lnTo>
                <a:lnTo>
                  <a:pt x="1753523" y="1343033"/>
                </a:lnTo>
                <a:lnTo>
                  <a:pt x="1739803" y="1327340"/>
                </a:lnTo>
                <a:lnTo>
                  <a:pt x="1736992" y="1325398"/>
                </a:lnTo>
                <a:moveTo>
                  <a:pt x="2214435" y="1282433"/>
                </a:moveTo>
                <a:lnTo>
                  <a:pt x="2251999" y="1317513"/>
                </a:lnTo>
                <a:moveTo>
                  <a:pt x="2215250" y="1708798"/>
                </a:moveTo>
                <a:lnTo>
                  <a:pt x="2203496" y="1697927"/>
                </a:lnTo>
                <a:lnTo>
                  <a:pt x="2208775" y="1692641"/>
                </a:lnTo>
                <a:lnTo>
                  <a:pt x="2210329" y="1691087"/>
                </a:lnTo>
                <a:moveTo>
                  <a:pt x="2169116" y="1353051"/>
                </a:moveTo>
                <a:lnTo>
                  <a:pt x="2168812" y="1353310"/>
                </a:lnTo>
                <a:lnTo>
                  <a:pt x="2164797" y="1357080"/>
                </a:lnTo>
                <a:lnTo>
                  <a:pt x="2137837" y="1332597"/>
                </a:lnTo>
                <a:moveTo>
                  <a:pt x="1821566" y="1341418"/>
                </a:moveTo>
                <a:lnTo>
                  <a:pt x="1823371" y="1340009"/>
                </a:lnTo>
                <a:lnTo>
                  <a:pt x="1828231" y="1338805"/>
                </a:lnTo>
                <a:lnTo>
                  <a:pt x="1893433" y="1287605"/>
                </a:lnTo>
                <a:moveTo>
                  <a:pt x="1900144" y="1282341"/>
                </a:moveTo>
                <a:lnTo>
                  <a:pt x="1922724" y="1264653"/>
                </a:lnTo>
                <a:moveTo>
                  <a:pt x="1929336" y="1259511"/>
                </a:moveTo>
                <a:lnTo>
                  <a:pt x="2015235" y="1193258"/>
                </a:lnTo>
                <a:moveTo>
                  <a:pt x="2224681" y="1357926"/>
                </a:moveTo>
                <a:lnTo>
                  <a:pt x="2224567" y="1357827"/>
                </a:lnTo>
                <a:moveTo>
                  <a:pt x="2266915" y="1302247"/>
                </a:moveTo>
                <a:lnTo>
                  <a:pt x="2226334" y="1264157"/>
                </a:lnTo>
                <a:lnTo>
                  <a:pt x="2213765" y="1276636"/>
                </a:lnTo>
                <a:moveTo>
                  <a:pt x="1987803" y="1333183"/>
                </a:moveTo>
                <a:lnTo>
                  <a:pt x="2007892" y="1312417"/>
                </a:lnTo>
                <a:lnTo>
                  <a:pt x="2019410" y="1299497"/>
                </a:lnTo>
                <a:moveTo>
                  <a:pt x="2163015" y="1249630"/>
                </a:moveTo>
                <a:lnTo>
                  <a:pt x="2167997" y="1254201"/>
                </a:lnTo>
                <a:moveTo>
                  <a:pt x="2176072" y="1261628"/>
                </a:moveTo>
                <a:lnTo>
                  <a:pt x="2178403" y="1263784"/>
                </a:lnTo>
                <a:lnTo>
                  <a:pt x="2183072" y="1267753"/>
                </a:lnTo>
                <a:moveTo>
                  <a:pt x="2165841" y="1303306"/>
                </a:moveTo>
                <a:lnTo>
                  <a:pt x="2167654" y="1305370"/>
                </a:lnTo>
                <a:lnTo>
                  <a:pt x="2174716" y="1312135"/>
                </a:lnTo>
                <a:moveTo>
                  <a:pt x="2180894" y="1318024"/>
                </a:moveTo>
                <a:lnTo>
                  <a:pt x="2218214" y="1353416"/>
                </a:lnTo>
                <a:moveTo>
                  <a:pt x="2225382" y="1352837"/>
                </a:moveTo>
                <a:lnTo>
                  <a:pt x="2236977" y="1340732"/>
                </a:lnTo>
                <a:moveTo>
                  <a:pt x="2242850" y="1334509"/>
                </a:moveTo>
                <a:lnTo>
                  <a:pt x="2252662" y="1323950"/>
                </a:lnTo>
                <a:moveTo>
                  <a:pt x="2258497" y="1317818"/>
                </a:moveTo>
                <a:lnTo>
                  <a:pt x="2267479" y="1308638"/>
                </a:lnTo>
                <a:moveTo>
                  <a:pt x="2273382" y="1302536"/>
                </a:moveTo>
                <a:lnTo>
                  <a:pt x="2284124" y="1291338"/>
                </a:lnTo>
                <a:moveTo>
                  <a:pt x="2290012" y="1285145"/>
                </a:moveTo>
                <a:lnTo>
                  <a:pt x="2299626" y="1274952"/>
                </a:lnTo>
                <a:moveTo>
                  <a:pt x="1910634" y="1413034"/>
                </a:moveTo>
                <a:lnTo>
                  <a:pt x="1917696" y="1405797"/>
                </a:lnTo>
                <a:lnTo>
                  <a:pt x="1947969" y="1374381"/>
                </a:lnTo>
                <a:lnTo>
                  <a:pt x="1954917" y="1367098"/>
                </a:lnTo>
                <a:lnTo>
                  <a:pt x="1972354" y="1348998"/>
                </a:lnTo>
                <a:lnTo>
                  <a:pt x="1980155" y="1341037"/>
                </a:lnTo>
                <a:moveTo>
                  <a:pt x="1974678" y="1474906"/>
                </a:moveTo>
                <a:lnTo>
                  <a:pt x="1983644" y="1467342"/>
                </a:lnTo>
                <a:moveTo>
                  <a:pt x="1990066" y="1462146"/>
                </a:moveTo>
                <a:lnTo>
                  <a:pt x="2015494" y="1442477"/>
                </a:lnTo>
                <a:moveTo>
                  <a:pt x="2022068" y="1437274"/>
                </a:moveTo>
                <a:lnTo>
                  <a:pt x="2052144" y="1412973"/>
                </a:lnTo>
                <a:moveTo>
                  <a:pt x="2060668" y="1406018"/>
                </a:moveTo>
                <a:lnTo>
                  <a:pt x="2064630" y="1402742"/>
                </a:lnTo>
                <a:lnTo>
                  <a:pt x="2067441" y="1399802"/>
                </a:lnTo>
                <a:lnTo>
                  <a:pt x="2084421" y="1381991"/>
                </a:lnTo>
                <a:lnTo>
                  <a:pt x="2097067" y="1368728"/>
                </a:lnTo>
                <a:lnTo>
                  <a:pt x="2125420" y="1339156"/>
                </a:lnTo>
                <a:moveTo>
                  <a:pt x="2213597" y="1379248"/>
                </a:moveTo>
                <a:lnTo>
                  <a:pt x="2214123" y="1378479"/>
                </a:lnTo>
                <a:moveTo>
                  <a:pt x="2214230" y="1378334"/>
                </a:moveTo>
                <a:lnTo>
                  <a:pt x="2218534" y="1373604"/>
                </a:lnTo>
                <a:lnTo>
                  <a:pt x="2220781" y="1371135"/>
                </a:lnTo>
                <a:moveTo>
                  <a:pt x="2220910" y="1370991"/>
                </a:moveTo>
                <a:lnTo>
                  <a:pt x="2224689" y="1366976"/>
                </a:lnTo>
                <a:moveTo>
                  <a:pt x="2198613" y="1371714"/>
                </a:moveTo>
                <a:lnTo>
                  <a:pt x="2196648" y="1369878"/>
                </a:lnTo>
                <a:lnTo>
                  <a:pt x="2178989" y="1353089"/>
                </a:lnTo>
                <a:lnTo>
                  <a:pt x="2178905" y="1353005"/>
                </a:lnTo>
                <a:moveTo>
                  <a:pt x="2113689" y="1580033"/>
                </a:moveTo>
                <a:lnTo>
                  <a:pt x="2135278" y="1558254"/>
                </a:lnTo>
                <a:lnTo>
                  <a:pt x="2152723" y="1540664"/>
                </a:lnTo>
                <a:lnTo>
                  <a:pt x="2158185" y="1535164"/>
                </a:lnTo>
                <a:lnTo>
                  <a:pt x="2174563" y="1551702"/>
                </a:lnTo>
                <a:lnTo>
                  <a:pt x="2169711" y="1556730"/>
                </a:lnTo>
                <a:lnTo>
                  <a:pt x="2131492" y="1596328"/>
                </a:lnTo>
                <a:moveTo>
                  <a:pt x="1875896" y="1448145"/>
                </a:moveTo>
                <a:lnTo>
                  <a:pt x="1880460" y="1443498"/>
                </a:lnTo>
                <a:lnTo>
                  <a:pt x="1892831" y="1430639"/>
                </a:lnTo>
                <a:lnTo>
                  <a:pt x="1902795" y="1420880"/>
                </a:lnTo>
                <a:moveTo>
                  <a:pt x="2207175" y="1276125"/>
                </a:moveTo>
                <a:lnTo>
                  <a:pt x="2198628" y="1268477"/>
                </a:lnTo>
                <a:moveTo>
                  <a:pt x="2159183" y="1476430"/>
                </a:moveTo>
                <a:lnTo>
                  <a:pt x="2162420" y="1470655"/>
                </a:lnTo>
                <a:lnTo>
                  <a:pt x="2166252" y="1464226"/>
                </a:lnTo>
                <a:lnTo>
                  <a:pt x="2202483" y="1398225"/>
                </a:lnTo>
                <a:moveTo>
                  <a:pt x="2202589" y="1398027"/>
                </a:moveTo>
                <a:lnTo>
                  <a:pt x="2203770" y="1395886"/>
                </a:lnTo>
                <a:lnTo>
                  <a:pt x="2206086" y="1391666"/>
                </a:lnTo>
                <a:moveTo>
                  <a:pt x="2171036" y="1345410"/>
                </a:moveTo>
                <a:lnTo>
                  <a:pt x="2152761" y="1327500"/>
                </a:lnTo>
                <a:lnTo>
                  <a:pt x="2147665" y="1322480"/>
                </a:lnTo>
                <a:moveTo>
                  <a:pt x="2139650" y="1314771"/>
                </a:moveTo>
                <a:lnTo>
                  <a:pt x="2134668" y="1310101"/>
                </a:lnTo>
                <a:lnTo>
                  <a:pt x="2116995" y="1293524"/>
                </a:lnTo>
                <a:lnTo>
                  <a:pt x="2090005" y="1267540"/>
                </a:lnTo>
                <a:lnTo>
                  <a:pt x="2078685" y="1257568"/>
                </a:lnTo>
                <a:lnTo>
                  <a:pt x="2064957" y="1244503"/>
                </a:lnTo>
                <a:lnTo>
                  <a:pt x="2059541" y="1238767"/>
                </a:lnTo>
                <a:lnTo>
                  <a:pt x="2054071" y="1231835"/>
                </a:lnTo>
                <a:lnTo>
                  <a:pt x="2046621" y="1222495"/>
                </a:lnTo>
                <a:lnTo>
                  <a:pt x="2039574" y="1213377"/>
                </a:lnTo>
                <a:lnTo>
                  <a:pt x="2033023" y="1205020"/>
                </a:lnTo>
                <a:lnTo>
                  <a:pt x="2024026" y="1193532"/>
                </a:lnTo>
                <a:moveTo>
                  <a:pt x="1830852" y="1413278"/>
                </a:moveTo>
                <a:lnTo>
                  <a:pt x="1866412" y="1448228"/>
                </a:lnTo>
                <a:moveTo>
                  <a:pt x="1874251" y="1455915"/>
                </a:moveTo>
                <a:lnTo>
                  <a:pt x="1884368" y="1465818"/>
                </a:lnTo>
                <a:lnTo>
                  <a:pt x="1902483" y="1483553"/>
                </a:lnTo>
                <a:lnTo>
                  <a:pt x="1933602" y="1514291"/>
                </a:lnTo>
                <a:lnTo>
                  <a:pt x="1935240" y="1515769"/>
                </a:lnTo>
                <a:lnTo>
                  <a:pt x="1937319" y="1516812"/>
                </a:lnTo>
                <a:lnTo>
                  <a:pt x="1937845" y="1516896"/>
                </a:lnTo>
                <a:lnTo>
                  <a:pt x="1938805" y="1517071"/>
                </a:lnTo>
                <a:lnTo>
                  <a:pt x="1940260" y="1517292"/>
                </a:lnTo>
                <a:lnTo>
                  <a:pt x="1941532" y="1517170"/>
                </a:lnTo>
                <a:lnTo>
                  <a:pt x="1942827" y="1516706"/>
                </a:lnTo>
                <a:lnTo>
                  <a:pt x="1943711" y="1515990"/>
                </a:lnTo>
                <a:lnTo>
                  <a:pt x="1975447" y="1483156"/>
                </a:lnTo>
                <a:lnTo>
                  <a:pt x="1973794" y="1480574"/>
                </a:lnTo>
                <a:moveTo>
                  <a:pt x="2118244" y="1645120"/>
                </a:moveTo>
                <a:lnTo>
                  <a:pt x="2107008" y="1634151"/>
                </a:lnTo>
                <a:moveTo>
                  <a:pt x="2099161" y="1626487"/>
                </a:moveTo>
                <a:lnTo>
                  <a:pt x="2085503" y="1613156"/>
                </a:lnTo>
                <a:moveTo>
                  <a:pt x="1759457" y="1282440"/>
                </a:moveTo>
                <a:lnTo>
                  <a:pt x="1760082" y="1282798"/>
                </a:lnTo>
                <a:lnTo>
                  <a:pt x="1764150" y="1285175"/>
                </a:lnTo>
                <a:lnTo>
                  <a:pt x="1784733" y="1308455"/>
                </a:lnTo>
                <a:lnTo>
                  <a:pt x="1815311" y="1340824"/>
                </a:lnTo>
                <a:moveTo>
                  <a:pt x="2236390" y="1334280"/>
                </a:moveTo>
                <a:lnTo>
                  <a:pt x="2198704" y="1298476"/>
                </a:lnTo>
                <a:lnTo>
                  <a:pt x="2194804" y="1298278"/>
                </a:lnTo>
                <a:lnTo>
                  <a:pt x="2180840" y="1312036"/>
                </a:lnTo>
                <a:moveTo>
                  <a:pt x="2137677" y="1326624"/>
                </a:moveTo>
                <a:lnTo>
                  <a:pt x="2138614" y="1325680"/>
                </a:lnTo>
                <a:lnTo>
                  <a:pt x="2139940" y="1324301"/>
                </a:lnTo>
                <a:moveTo>
                  <a:pt x="2266077" y="1192191"/>
                </a:moveTo>
                <a:lnTo>
                  <a:pt x="2298521" y="1157858"/>
                </a:lnTo>
                <a:moveTo>
                  <a:pt x="2147466" y="1316073"/>
                </a:moveTo>
                <a:lnTo>
                  <a:pt x="2147657" y="1315852"/>
                </a:lnTo>
                <a:lnTo>
                  <a:pt x="2153172" y="1310109"/>
                </a:lnTo>
                <a:lnTo>
                  <a:pt x="2159922" y="1303153"/>
                </a:lnTo>
                <a:moveTo>
                  <a:pt x="2165742" y="1296952"/>
                </a:moveTo>
                <a:lnTo>
                  <a:pt x="2185274" y="1275371"/>
                </a:lnTo>
                <a:moveTo>
                  <a:pt x="2198415" y="1262497"/>
                </a:moveTo>
                <a:lnTo>
                  <a:pt x="2222198" y="1237845"/>
                </a:lnTo>
                <a:moveTo>
                  <a:pt x="2235674" y="1224026"/>
                </a:moveTo>
                <a:lnTo>
                  <a:pt x="2259114" y="1199527"/>
                </a:lnTo>
                <a:moveTo>
                  <a:pt x="2019219" y="1732558"/>
                </a:moveTo>
                <a:lnTo>
                  <a:pt x="2017917" y="1727866"/>
                </a:lnTo>
                <a:lnTo>
                  <a:pt x="2015776" y="1722632"/>
                </a:lnTo>
                <a:lnTo>
                  <a:pt x="2007236" y="1701698"/>
                </a:lnTo>
                <a:lnTo>
                  <a:pt x="2003557" y="1692450"/>
                </a:lnTo>
                <a:lnTo>
                  <a:pt x="1997181" y="1676559"/>
                </a:lnTo>
                <a:lnTo>
                  <a:pt x="1986600" y="1650483"/>
                </a:lnTo>
                <a:lnTo>
                  <a:pt x="1981785" y="1637853"/>
                </a:lnTo>
                <a:lnTo>
                  <a:pt x="1976034" y="1624499"/>
                </a:lnTo>
                <a:moveTo>
                  <a:pt x="2316820" y="1256387"/>
                </a:moveTo>
                <a:lnTo>
                  <a:pt x="2304981" y="1268500"/>
                </a:lnTo>
                <a:moveTo>
                  <a:pt x="2248739" y="1252251"/>
                </a:moveTo>
                <a:lnTo>
                  <a:pt x="2283522" y="1284901"/>
                </a:lnTo>
                <a:moveTo>
                  <a:pt x="2298735" y="1268363"/>
                </a:moveTo>
                <a:lnTo>
                  <a:pt x="2260897" y="1233031"/>
                </a:lnTo>
                <a:lnTo>
                  <a:pt x="2257019" y="1233054"/>
                </a:lnTo>
                <a:lnTo>
                  <a:pt x="2245943" y="1244229"/>
                </a:lnTo>
                <a:moveTo>
                  <a:pt x="2146369" y="1613895"/>
                </a:moveTo>
                <a:lnTo>
                  <a:pt x="2186782" y="1573756"/>
                </a:lnTo>
                <a:lnTo>
                  <a:pt x="2189570" y="1570983"/>
                </a:lnTo>
                <a:lnTo>
                  <a:pt x="2192039" y="1569947"/>
                </a:lnTo>
                <a:lnTo>
                  <a:pt x="2194522" y="1570214"/>
                </a:lnTo>
                <a:lnTo>
                  <a:pt x="2205751" y="1580513"/>
                </a:lnTo>
                <a:moveTo>
                  <a:pt x="2205964" y="1586524"/>
                </a:moveTo>
                <a:lnTo>
                  <a:pt x="2203321" y="1589327"/>
                </a:lnTo>
                <a:lnTo>
                  <a:pt x="2164211" y="1630730"/>
                </a:lnTo>
                <a:moveTo>
                  <a:pt x="2181336" y="1647276"/>
                </a:moveTo>
                <a:lnTo>
                  <a:pt x="2213133" y="1613262"/>
                </a:lnTo>
                <a:lnTo>
                  <a:pt x="2220271" y="1605439"/>
                </a:lnTo>
                <a:lnTo>
                  <a:pt x="2225329" y="1599916"/>
                </a:lnTo>
                <a:lnTo>
                  <a:pt x="2221718" y="1594979"/>
                </a:lnTo>
                <a:lnTo>
                  <a:pt x="2212051" y="1586249"/>
                </a:lnTo>
                <a:moveTo>
                  <a:pt x="2125420" y="1596526"/>
                </a:moveTo>
                <a:lnTo>
                  <a:pt x="2113841" y="1586005"/>
                </a:lnTo>
                <a:moveTo>
                  <a:pt x="2107313" y="1580780"/>
                </a:moveTo>
                <a:lnTo>
                  <a:pt x="2104761" y="1579035"/>
                </a:lnTo>
                <a:moveTo>
                  <a:pt x="2158444" y="1640649"/>
                </a:moveTo>
                <a:lnTo>
                  <a:pt x="2157240" y="1641890"/>
                </a:lnTo>
                <a:lnTo>
                  <a:pt x="2153050" y="1646187"/>
                </a:lnTo>
                <a:lnTo>
                  <a:pt x="2140382" y="1659297"/>
                </a:lnTo>
                <a:lnTo>
                  <a:pt x="2131492" y="1668477"/>
                </a:lnTo>
                <a:lnTo>
                  <a:pt x="2124453" y="1675752"/>
                </a:lnTo>
                <a:lnTo>
                  <a:pt x="2119250" y="1681130"/>
                </a:lnTo>
                <a:lnTo>
                  <a:pt x="2109606" y="1691087"/>
                </a:lnTo>
                <a:lnTo>
                  <a:pt x="2097242" y="1703854"/>
                </a:lnTo>
                <a:lnTo>
                  <a:pt x="2094400" y="1706795"/>
                </a:lnTo>
                <a:moveTo>
                  <a:pt x="1704791" y="1268081"/>
                </a:moveTo>
                <a:lnTo>
                  <a:pt x="1678304" y="1262862"/>
                </a:lnTo>
                <a:moveTo>
                  <a:pt x="2241052" y="1245067"/>
                </a:moveTo>
                <a:lnTo>
                  <a:pt x="2239011" y="1244077"/>
                </a:lnTo>
                <a:lnTo>
                  <a:pt x="2230151" y="1236055"/>
                </a:lnTo>
                <a:moveTo>
                  <a:pt x="1868827" y="1249394"/>
                </a:moveTo>
                <a:lnTo>
                  <a:pt x="1881023" y="1264439"/>
                </a:lnTo>
                <a:lnTo>
                  <a:pt x="1894172" y="1281580"/>
                </a:lnTo>
                <a:moveTo>
                  <a:pt x="2324887" y="1253576"/>
                </a:moveTo>
                <a:lnTo>
                  <a:pt x="2324780" y="1253470"/>
                </a:lnTo>
                <a:moveTo>
                  <a:pt x="1750628" y="1275897"/>
                </a:moveTo>
                <a:lnTo>
                  <a:pt x="1750377" y="1275744"/>
                </a:lnTo>
                <a:lnTo>
                  <a:pt x="1746636" y="1274411"/>
                </a:lnTo>
                <a:lnTo>
                  <a:pt x="1713422" y="1268469"/>
                </a:lnTo>
                <a:moveTo>
                  <a:pt x="2191155" y="1672149"/>
                </a:moveTo>
                <a:lnTo>
                  <a:pt x="2189357" y="1674023"/>
                </a:lnTo>
                <a:lnTo>
                  <a:pt x="2160523" y="1704174"/>
                </a:lnTo>
                <a:moveTo>
                  <a:pt x="2152532" y="1711845"/>
                </a:moveTo>
                <a:lnTo>
                  <a:pt x="2147398" y="1716386"/>
                </a:lnTo>
                <a:lnTo>
                  <a:pt x="2114519" y="1717841"/>
                </a:lnTo>
                <a:lnTo>
                  <a:pt x="2101241" y="1718427"/>
                </a:lnTo>
                <a:lnTo>
                  <a:pt x="2094659" y="1712721"/>
                </a:lnTo>
                <a:moveTo>
                  <a:pt x="2088329" y="1706962"/>
                </a:moveTo>
                <a:lnTo>
                  <a:pt x="2062009" y="1681755"/>
                </a:lnTo>
                <a:moveTo>
                  <a:pt x="2040953" y="1696008"/>
                </a:moveTo>
                <a:lnTo>
                  <a:pt x="2042172" y="1694857"/>
                </a:lnTo>
                <a:lnTo>
                  <a:pt x="2054224" y="1683553"/>
                </a:lnTo>
                <a:moveTo>
                  <a:pt x="2106939" y="1628117"/>
                </a:moveTo>
                <a:lnTo>
                  <a:pt x="2107556" y="1627485"/>
                </a:lnTo>
                <a:lnTo>
                  <a:pt x="2120263" y="1614466"/>
                </a:lnTo>
                <a:lnTo>
                  <a:pt x="2125138" y="1609461"/>
                </a:lnTo>
                <a:moveTo>
                  <a:pt x="2063609" y="1673832"/>
                </a:moveTo>
                <a:lnTo>
                  <a:pt x="2064942" y="1672408"/>
                </a:lnTo>
                <a:lnTo>
                  <a:pt x="2076978" y="1659213"/>
                </a:lnTo>
                <a:lnTo>
                  <a:pt x="2077237" y="1658931"/>
                </a:lnTo>
                <a:moveTo>
                  <a:pt x="2084756" y="1650872"/>
                </a:moveTo>
                <a:lnTo>
                  <a:pt x="2085762" y="1649851"/>
                </a:lnTo>
                <a:lnTo>
                  <a:pt x="2098491" y="1636779"/>
                </a:lnTo>
                <a:lnTo>
                  <a:pt x="2099276" y="1635971"/>
                </a:lnTo>
                <a:moveTo>
                  <a:pt x="2131217" y="1609278"/>
                </a:moveTo>
                <a:lnTo>
                  <a:pt x="2138561" y="1615913"/>
                </a:lnTo>
                <a:moveTo>
                  <a:pt x="2144777" y="1621657"/>
                </a:moveTo>
                <a:lnTo>
                  <a:pt x="2156509" y="1632680"/>
                </a:lnTo>
                <a:moveTo>
                  <a:pt x="2164492" y="1640511"/>
                </a:moveTo>
                <a:lnTo>
                  <a:pt x="2173702" y="1649226"/>
                </a:lnTo>
                <a:moveTo>
                  <a:pt x="2179782" y="1655031"/>
                </a:moveTo>
                <a:lnTo>
                  <a:pt x="2191163" y="1666016"/>
                </a:lnTo>
                <a:moveTo>
                  <a:pt x="2198925" y="1673756"/>
                </a:moveTo>
                <a:lnTo>
                  <a:pt x="2208600" y="1683339"/>
                </a:lnTo>
                <a:moveTo>
                  <a:pt x="2216431" y="1690995"/>
                </a:moveTo>
                <a:lnTo>
                  <a:pt x="2230646" y="1704700"/>
                </a:lnTo>
                <a:moveTo>
                  <a:pt x="2052967" y="1403511"/>
                </a:moveTo>
                <a:lnTo>
                  <a:pt x="2050613" y="1400822"/>
                </a:lnTo>
                <a:lnTo>
                  <a:pt x="2042263" y="1392747"/>
                </a:lnTo>
                <a:lnTo>
                  <a:pt x="2036588" y="1387247"/>
                </a:lnTo>
                <a:lnTo>
                  <a:pt x="2017810" y="1369071"/>
                </a:lnTo>
                <a:lnTo>
                  <a:pt x="2004509" y="1356418"/>
                </a:lnTo>
                <a:lnTo>
                  <a:pt x="1987902" y="1339346"/>
                </a:lnTo>
                <a:moveTo>
                  <a:pt x="2060706" y="1720347"/>
                </a:moveTo>
                <a:lnTo>
                  <a:pt x="2041243" y="1701645"/>
                </a:lnTo>
                <a:moveTo>
                  <a:pt x="2033328" y="1694042"/>
                </a:moveTo>
                <a:lnTo>
                  <a:pt x="2003709" y="1665597"/>
                </a:lnTo>
                <a:moveTo>
                  <a:pt x="2099862" y="1671493"/>
                </a:moveTo>
                <a:lnTo>
                  <a:pt x="2084908" y="1656966"/>
                </a:lnTo>
                <a:moveTo>
                  <a:pt x="2076971" y="1649249"/>
                </a:moveTo>
                <a:lnTo>
                  <a:pt x="2056387" y="1629184"/>
                </a:lnTo>
                <a:moveTo>
                  <a:pt x="2154330" y="1704166"/>
                </a:moveTo>
                <a:lnTo>
                  <a:pt x="2144602" y="1694896"/>
                </a:lnTo>
                <a:moveTo>
                  <a:pt x="2292899" y="2113422"/>
                </a:moveTo>
                <a:lnTo>
                  <a:pt x="2283697" y="2123219"/>
                </a:lnTo>
                <a:lnTo>
                  <a:pt x="2277054" y="2130288"/>
                </a:lnTo>
                <a:lnTo>
                  <a:pt x="2256334" y="2110261"/>
                </a:lnTo>
                <a:lnTo>
                  <a:pt x="2245196" y="2099489"/>
                </a:lnTo>
                <a:moveTo>
                  <a:pt x="1753797" y="1969718"/>
                </a:moveTo>
                <a:lnTo>
                  <a:pt x="1741921" y="1938615"/>
                </a:lnTo>
                <a:lnTo>
                  <a:pt x="1735286" y="1922213"/>
                </a:lnTo>
                <a:lnTo>
                  <a:pt x="1723645" y="1892922"/>
                </a:lnTo>
                <a:lnTo>
                  <a:pt x="1721436" y="1887392"/>
                </a:lnTo>
                <a:lnTo>
                  <a:pt x="1716081" y="1873984"/>
                </a:lnTo>
                <a:lnTo>
                  <a:pt x="1710687" y="1860257"/>
                </a:lnTo>
                <a:lnTo>
                  <a:pt x="1702681" y="1840991"/>
                </a:lnTo>
                <a:lnTo>
                  <a:pt x="1698461" y="1830547"/>
                </a:lnTo>
                <a:lnTo>
                  <a:pt x="1697135" y="1827675"/>
                </a:lnTo>
                <a:lnTo>
                  <a:pt x="1694697" y="1821764"/>
                </a:lnTo>
                <a:lnTo>
                  <a:pt x="1685449" y="1799283"/>
                </a:lnTo>
                <a:lnTo>
                  <a:pt x="1678372" y="1781991"/>
                </a:lnTo>
                <a:lnTo>
                  <a:pt x="1671958" y="1762093"/>
                </a:lnTo>
                <a:lnTo>
                  <a:pt x="1669322" y="1753622"/>
                </a:lnTo>
                <a:lnTo>
                  <a:pt x="1669109" y="1746949"/>
                </a:lnTo>
                <a:lnTo>
                  <a:pt x="1667517" y="1738576"/>
                </a:lnTo>
                <a:lnTo>
                  <a:pt x="1633290" y="1639978"/>
                </a:lnTo>
                <a:moveTo>
                  <a:pt x="2302216" y="2107214"/>
                </a:moveTo>
                <a:lnTo>
                  <a:pt x="2306429" y="2102894"/>
                </a:lnTo>
                <a:lnTo>
                  <a:pt x="2318930" y="2090035"/>
                </a:lnTo>
                <a:lnTo>
                  <a:pt x="2317307" y="2084368"/>
                </a:lnTo>
                <a:lnTo>
                  <a:pt x="2288473" y="2056265"/>
                </a:lnTo>
                <a:moveTo>
                  <a:pt x="2008516" y="1923051"/>
                </a:moveTo>
                <a:lnTo>
                  <a:pt x="2005370" y="1919974"/>
                </a:lnTo>
                <a:lnTo>
                  <a:pt x="2001721" y="1916424"/>
                </a:lnTo>
                <a:lnTo>
                  <a:pt x="2001180" y="1915570"/>
                </a:lnTo>
                <a:lnTo>
                  <a:pt x="2000875" y="1914908"/>
                </a:lnTo>
                <a:lnTo>
                  <a:pt x="2000776" y="1914580"/>
                </a:lnTo>
                <a:moveTo>
                  <a:pt x="2002140" y="1909057"/>
                </a:moveTo>
                <a:lnTo>
                  <a:pt x="2020172" y="1890523"/>
                </a:lnTo>
                <a:moveTo>
                  <a:pt x="2026433" y="1884116"/>
                </a:moveTo>
                <a:lnTo>
                  <a:pt x="2035171" y="1875211"/>
                </a:lnTo>
                <a:lnTo>
                  <a:pt x="2036245" y="1874114"/>
                </a:lnTo>
                <a:moveTo>
                  <a:pt x="2352388" y="1985061"/>
                </a:moveTo>
                <a:lnTo>
                  <a:pt x="2328399" y="1963251"/>
                </a:lnTo>
                <a:lnTo>
                  <a:pt x="2312950" y="1947710"/>
                </a:lnTo>
                <a:lnTo>
                  <a:pt x="2289814" y="1925725"/>
                </a:lnTo>
                <a:lnTo>
                  <a:pt x="2288748" y="1921703"/>
                </a:lnTo>
                <a:lnTo>
                  <a:pt x="2290172" y="1917802"/>
                </a:lnTo>
                <a:lnTo>
                  <a:pt x="2294606" y="1912851"/>
                </a:lnTo>
                <a:lnTo>
                  <a:pt x="2303130" y="1904624"/>
                </a:lnTo>
                <a:lnTo>
                  <a:pt x="2307617" y="1900289"/>
                </a:lnTo>
                <a:lnTo>
                  <a:pt x="2322312" y="1885106"/>
                </a:lnTo>
                <a:lnTo>
                  <a:pt x="2335712" y="1871257"/>
                </a:lnTo>
                <a:lnTo>
                  <a:pt x="2345996" y="1860623"/>
                </a:lnTo>
                <a:moveTo>
                  <a:pt x="2183728" y="2090866"/>
                </a:moveTo>
                <a:lnTo>
                  <a:pt x="2186028" y="2088032"/>
                </a:lnTo>
                <a:lnTo>
                  <a:pt x="2221131" y="2052091"/>
                </a:lnTo>
                <a:moveTo>
                  <a:pt x="2227309" y="2045966"/>
                </a:moveTo>
                <a:lnTo>
                  <a:pt x="2228635" y="2044686"/>
                </a:lnTo>
                <a:lnTo>
                  <a:pt x="2233282" y="2040336"/>
                </a:lnTo>
                <a:lnTo>
                  <a:pt x="2236306" y="2037449"/>
                </a:lnTo>
                <a:lnTo>
                  <a:pt x="2238752" y="2035125"/>
                </a:lnTo>
                <a:lnTo>
                  <a:pt x="2273817" y="1999085"/>
                </a:lnTo>
                <a:lnTo>
                  <a:pt x="2283697" y="1988908"/>
                </a:lnTo>
                <a:lnTo>
                  <a:pt x="2284482" y="1988100"/>
                </a:lnTo>
                <a:moveTo>
                  <a:pt x="2198209" y="2015860"/>
                </a:moveTo>
                <a:lnTo>
                  <a:pt x="2200197" y="2014032"/>
                </a:lnTo>
                <a:lnTo>
                  <a:pt x="2243772" y="1969048"/>
                </a:lnTo>
                <a:lnTo>
                  <a:pt x="2252570" y="1959960"/>
                </a:lnTo>
                <a:lnTo>
                  <a:pt x="2253858" y="1958627"/>
                </a:lnTo>
                <a:moveTo>
                  <a:pt x="2158749" y="1995375"/>
                </a:moveTo>
                <a:lnTo>
                  <a:pt x="2160287" y="1993882"/>
                </a:lnTo>
                <a:moveTo>
                  <a:pt x="2167540" y="1986866"/>
                </a:moveTo>
                <a:lnTo>
                  <a:pt x="2167707" y="1986706"/>
                </a:lnTo>
                <a:moveTo>
                  <a:pt x="1997211" y="1940070"/>
                </a:moveTo>
                <a:lnTo>
                  <a:pt x="2004974" y="1932040"/>
                </a:lnTo>
                <a:lnTo>
                  <a:pt x="2008981" y="1927904"/>
                </a:lnTo>
                <a:moveTo>
                  <a:pt x="2079698" y="1846133"/>
                </a:moveTo>
                <a:lnTo>
                  <a:pt x="2059366" y="1826304"/>
                </a:lnTo>
                <a:lnTo>
                  <a:pt x="2049432" y="1816660"/>
                </a:lnTo>
                <a:lnTo>
                  <a:pt x="2043977" y="1811320"/>
                </a:lnTo>
                <a:moveTo>
                  <a:pt x="2168614" y="1993844"/>
                </a:moveTo>
                <a:lnTo>
                  <a:pt x="2167654" y="1992762"/>
                </a:lnTo>
                <a:moveTo>
                  <a:pt x="2159609" y="1985015"/>
                </a:moveTo>
                <a:lnTo>
                  <a:pt x="2158528" y="1984101"/>
                </a:lnTo>
                <a:moveTo>
                  <a:pt x="2260752" y="1957796"/>
                </a:moveTo>
                <a:lnTo>
                  <a:pt x="2260044" y="1957172"/>
                </a:lnTo>
                <a:moveTo>
                  <a:pt x="2254193" y="1951542"/>
                </a:moveTo>
                <a:lnTo>
                  <a:pt x="2253302" y="1950605"/>
                </a:lnTo>
                <a:moveTo>
                  <a:pt x="1953142" y="1825725"/>
                </a:moveTo>
                <a:lnTo>
                  <a:pt x="1955100" y="1830707"/>
                </a:lnTo>
                <a:lnTo>
                  <a:pt x="1961636" y="1836992"/>
                </a:lnTo>
                <a:lnTo>
                  <a:pt x="1961887" y="1837236"/>
                </a:lnTo>
                <a:moveTo>
                  <a:pt x="1960188" y="1791818"/>
                </a:moveTo>
                <a:lnTo>
                  <a:pt x="1959846" y="1791734"/>
                </a:lnTo>
                <a:lnTo>
                  <a:pt x="1958391" y="1791810"/>
                </a:lnTo>
                <a:lnTo>
                  <a:pt x="1957096" y="1792260"/>
                </a:lnTo>
                <a:lnTo>
                  <a:pt x="1942286" y="1798263"/>
                </a:lnTo>
                <a:lnTo>
                  <a:pt x="1949958" y="1817536"/>
                </a:lnTo>
                <a:moveTo>
                  <a:pt x="1975935" y="1824826"/>
                </a:moveTo>
                <a:lnTo>
                  <a:pt x="1975874" y="1824712"/>
                </a:lnTo>
                <a:lnTo>
                  <a:pt x="1969429" y="1808410"/>
                </a:lnTo>
                <a:lnTo>
                  <a:pt x="1965719" y="1799024"/>
                </a:lnTo>
                <a:lnTo>
                  <a:pt x="1964081" y="1794873"/>
                </a:lnTo>
                <a:lnTo>
                  <a:pt x="1963418" y="1793738"/>
                </a:lnTo>
                <a:lnTo>
                  <a:pt x="1962748" y="1793082"/>
                </a:lnTo>
                <a:moveTo>
                  <a:pt x="2190348" y="1805142"/>
                </a:moveTo>
                <a:lnTo>
                  <a:pt x="2187978" y="1802841"/>
                </a:lnTo>
                <a:lnTo>
                  <a:pt x="2184809" y="1799771"/>
                </a:lnTo>
                <a:lnTo>
                  <a:pt x="2179660" y="1794766"/>
                </a:lnTo>
                <a:lnTo>
                  <a:pt x="2176483" y="1791696"/>
                </a:lnTo>
                <a:lnTo>
                  <a:pt x="2171341" y="1786706"/>
                </a:lnTo>
                <a:lnTo>
                  <a:pt x="2164477" y="1780048"/>
                </a:lnTo>
                <a:lnTo>
                  <a:pt x="2163837" y="1779424"/>
                </a:lnTo>
                <a:lnTo>
                  <a:pt x="2162298" y="1778372"/>
                </a:lnTo>
                <a:lnTo>
                  <a:pt x="2160546" y="1777763"/>
                </a:lnTo>
                <a:lnTo>
                  <a:pt x="2158680" y="1777603"/>
                </a:lnTo>
                <a:lnTo>
                  <a:pt x="2158398" y="1777656"/>
                </a:lnTo>
                <a:lnTo>
                  <a:pt x="2156814" y="1777961"/>
                </a:lnTo>
                <a:lnTo>
                  <a:pt x="2155107" y="1778807"/>
                </a:lnTo>
                <a:lnTo>
                  <a:pt x="2153675" y="1780056"/>
                </a:lnTo>
                <a:lnTo>
                  <a:pt x="2150277" y="1783583"/>
                </a:lnTo>
                <a:moveTo>
                  <a:pt x="2190447" y="1811609"/>
                </a:moveTo>
                <a:lnTo>
                  <a:pt x="2179286" y="1823105"/>
                </a:lnTo>
                <a:lnTo>
                  <a:pt x="2171013" y="1831751"/>
                </a:lnTo>
                <a:moveTo>
                  <a:pt x="2204083" y="1376826"/>
                </a:moveTo>
                <a:lnTo>
                  <a:pt x="2203222" y="1375996"/>
                </a:lnTo>
                <a:lnTo>
                  <a:pt x="2201226" y="1374144"/>
                </a:lnTo>
                <a:lnTo>
                  <a:pt x="2198781" y="1371867"/>
                </a:lnTo>
                <a:moveTo>
                  <a:pt x="1973527" y="1830776"/>
                </a:moveTo>
                <a:lnTo>
                  <a:pt x="1973344" y="1830959"/>
                </a:lnTo>
                <a:moveTo>
                  <a:pt x="1967692" y="1836710"/>
                </a:moveTo>
                <a:lnTo>
                  <a:pt x="1967585" y="1836824"/>
                </a:lnTo>
                <a:moveTo>
                  <a:pt x="2218122" y="1776498"/>
                </a:moveTo>
                <a:lnTo>
                  <a:pt x="2215746" y="1774182"/>
                </a:lnTo>
                <a:lnTo>
                  <a:pt x="2212576" y="1771090"/>
                </a:lnTo>
                <a:lnTo>
                  <a:pt x="2207450" y="1766092"/>
                </a:lnTo>
                <a:lnTo>
                  <a:pt x="2204303" y="1763022"/>
                </a:lnTo>
                <a:lnTo>
                  <a:pt x="2202224" y="1760996"/>
                </a:lnTo>
                <a:moveTo>
                  <a:pt x="2294438" y="2105591"/>
                </a:moveTo>
                <a:lnTo>
                  <a:pt x="2277534" y="2089136"/>
                </a:lnTo>
                <a:lnTo>
                  <a:pt x="2266138" y="2078060"/>
                </a:lnTo>
                <a:moveTo>
                  <a:pt x="2342035" y="1796983"/>
                </a:moveTo>
                <a:lnTo>
                  <a:pt x="2337609" y="1792542"/>
                </a:lnTo>
                <a:lnTo>
                  <a:pt x="2331012" y="1785929"/>
                </a:lnTo>
                <a:moveTo>
                  <a:pt x="2123866" y="1950369"/>
                </a:moveTo>
                <a:lnTo>
                  <a:pt x="2123440" y="1949980"/>
                </a:lnTo>
                <a:moveTo>
                  <a:pt x="2130105" y="1804608"/>
                </a:moveTo>
                <a:lnTo>
                  <a:pt x="2128201" y="1806665"/>
                </a:lnTo>
                <a:lnTo>
                  <a:pt x="2121269" y="1813803"/>
                </a:lnTo>
                <a:lnTo>
                  <a:pt x="2120728" y="1814268"/>
                </a:lnTo>
                <a:moveTo>
                  <a:pt x="2187582" y="1884863"/>
                </a:moveTo>
                <a:lnTo>
                  <a:pt x="2186737" y="1883895"/>
                </a:lnTo>
                <a:lnTo>
                  <a:pt x="2182730" y="1880170"/>
                </a:lnTo>
                <a:lnTo>
                  <a:pt x="2180498" y="1877999"/>
                </a:lnTo>
                <a:lnTo>
                  <a:pt x="2175493" y="1873146"/>
                </a:lnTo>
                <a:moveTo>
                  <a:pt x="2244099" y="1749417"/>
                </a:moveTo>
                <a:lnTo>
                  <a:pt x="2244145" y="1750186"/>
                </a:lnTo>
                <a:lnTo>
                  <a:pt x="2244297" y="1752022"/>
                </a:lnTo>
                <a:moveTo>
                  <a:pt x="2033366" y="1745669"/>
                </a:moveTo>
                <a:lnTo>
                  <a:pt x="2034181" y="1745593"/>
                </a:lnTo>
                <a:lnTo>
                  <a:pt x="2043536" y="1745212"/>
                </a:lnTo>
                <a:lnTo>
                  <a:pt x="2052555" y="1744061"/>
                </a:lnTo>
                <a:lnTo>
                  <a:pt x="2057865" y="1743612"/>
                </a:lnTo>
                <a:moveTo>
                  <a:pt x="2059777" y="1740039"/>
                </a:moveTo>
                <a:lnTo>
                  <a:pt x="2059625" y="1740039"/>
                </a:lnTo>
                <a:moveTo>
                  <a:pt x="1925557" y="1658558"/>
                </a:moveTo>
                <a:lnTo>
                  <a:pt x="1924278" y="1655290"/>
                </a:lnTo>
                <a:lnTo>
                  <a:pt x="1922609" y="1651199"/>
                </a:lnTo>
                <a:moveTo>
                  <a:pt x="1887994" y="1915075"/>
                </a:moveTo>
                <a:lnTo>
                  <a:pt x="1886295" y="1913872"/>
                </a:lnTo>
                <a:lnTo>
                  <a:pt x="1883880" y="1913057"/>
                </a:lnTo>
                <a:moveTo>
                  <a:pt x="2201195" y="1389136"/>
                </a:moveTo>
                <a:lnTo>
                  <a:pt x="2199786" y="1391864"/>
                </a:lnTo>
                <a:lnTo>
                  <a:pt x="2183065" y="1424072"/>
                </a:lnTo>
                <a:lnTo>
                  <a:pt x="2175554" y="1434981"/>
                </a:lnTo>
                <a:lnTo>
                  <a:pt x="2163624" y="1447208"/>
                </a:lnTo>
                <a:lnTo>
                  <a:pt x="2153911" y="1455694"/>
                </a:lnTo>
                <a:lnTo>
                  <a:pt x="2149622" y="1458543"/>
                </a:lnTo>
                <a:lnTo>
                  <a:pt x="2144625" y="1461514"/>
                </a:lnTo>
                <a:moveTo>
                  <a:pt x="2155755" y="1475645"/>
                </a:moveTo>
                <a:lnTo>
                  <a:pt x="2155526" y="1474190"/>
                </a:lnTo>
                <a:lnTo>
                  <a:pt x="2153241" y="1470016"/>
                </a:lnTo>
                <a:lnTo>
                  <a:pt x="2148678" y="1466481"/>
                </a:lnTo>
                <a:lnTo>
                  <a:pt x="2145219" y="1465140"/>
                </a:lnTo>
                <a:lnTo>
                  <a:pt x="2144846" y="1464980"/>
                </a:lnTo>
                <a:moveTo>
                  <a:pt x="1881633" y="1916606"/>
                </a:moveTo>
                <a:lnTo>
                  <a:pt x="1881678" y="1916172"/>
                </a:lnTo>
                <a:lnTo>
                  <a:pt x="1881618" y="1915906"/>
                </a:lnTo>
                <a:moveTo>
                  <a:pt x="1886782" y="2251329"/>
                </a:moveTo>
                <a:lnTo>
                  <a:pt x="1896236" y="2256356"/>
                </a:lnTo>
                <a:lnTo>
                  <a:pt x="1960744" y="2288588"/>
                </a:lnTo>
                <a:lnTo>
                  <a:pt x="1964561" y="2290264"/>
                </a:lnTo>
                <a:moveTo>
                  <a:pt x="1976254" y="2294895"/>
                </a:moveTo>
                <a:lnTo>
                  <a:pt x="1980071" y="2296129"/>
                </a:lnTo>
                <a:lnTo>
                  <a:pt x="1992397" y="2290904"/>
                </a:lnTo>
                <a:lnTo>
                  <a:pt x="1995063" y="2289967"/>
                </a:lnTo>
                <a:moveTo>
                  <a:pt x="2173954" y="1739369"/>
                </a:moveTo>
                <a:lnTo>
                  <a:pt x="2182257" y="1739049"/>
                </a:lnTo>
                <a:lnTo>
                  <a:pt x="2200037" y="1738607"/>
                </a:lnTo>
                <a:lnTo>
                  <a:pt x="2203405" y="1738516"/>
                </a:lnTo>
                <a:moveTo>
                  <a:pt x="1929976" y="1940009"/>
                </a:moveTo>
                <a:lnTo>
                  <a:pt x="1926700" y="1939894"/>
                </a:lnTo>
                <a:lnTo>
                  <a:pt x="1925405" y="1939544"/>
                </a:lnTo>
                <a:moveTo>
                  <a:pt x="1921535" y="1937990"/>
                </a:moveTo>
                <a:lnTo>
                  <a:pt x="1892564" y="1916827"/>
                </a:lnTo>
                <a:moveTo>
                  <a:pt x="1912516" y="2048122"/>
                </a:moveTo>
                <a:lnTo>
                  <a:pt x="1905340" y="2026723"/>
                </a:lnTo>
                <a:lnTo>
                  <a:pt x="1897447" y="2002064"/>
                </a:lnTo>
                <a:lnTo>
                  <a:pt x="1896480" y="1998819"/>
                </a:lnTo>
                <a:lnTo>
                  <a:pt x="1883225" y="1960425"/>
                </a:lnTo>
                <a:lnTo>
                  <a:pt x="1879325" y="1947908"/>
                </a:lnTo>
                <a:lnTo>
                  <a:pt x="1877748" y="1932482"/>
                </a:lnTo>
                <a:lnTo>
                  <a:pt x="1877656" y="1930060"/>
                </a:lnTo>
                <a:lnTo>
                  <a:pt x="1877374" y="1926411"/>
                </a:lnTo>
                <a:moveTo>
                  <a:pt x="2139559" y="1464371"/>
                </a:moveTo>
                <a:lnTo>
                  <a:pt x="2132147" y="1468126"/>
                </a:lnTo>
                <a:lnTo>
                  <a:pt x="2108097" y="1476163"/>
                </a:lnTo>
                <a:lnTo>
                  <a:pt x="2079446" y="1484444"/>
                </a:lnTo>
                <a:lnTo>
                  <a:pt x="2050521" y="1493342"/>
                </a:lnTo>
                <a:lnTo>
                  <a:pt x="2032566" y="1498506"/>
                </a:lnTo>
                <a:lnTo>
                  <a:pt x="2017886" y="1502559"/>
                </a:lnTo>
                <a:lnTo>
                  <a:pt x="2012013" y="1505446"/>
                </a:lnTo>
                <a:lnTo>
                  <a:pt x="2009286" y="1506787"/>
                </a:lnTo>
                <a:lnTo>
                  <a:pt x="2007625" y="1507709"/>
                </a:lnTo>
                <a:moveTo>
                  <a:pt x="2007427" y="1507816"/>
                </a:moveTo>
                <a:lnTo>
                  <a:pt x="2004304" y="1509545"/>
                </a:lnTo>
                <a:lnTo>
                  <a:pt x="1992024" y="1517147"/>
                </a:lnTo>
                <a:moveTo>
                  <a:pt x="1639898" y="1627451"/>
                </a:moveTo>
                <a:lnTo>
                  <a:pt x="1646699" y="1625658"/>
                </a:lnTo>
                <a:moveTo>
                  <a:pt x="1829283" y="1553241"/>
                </a:moveTo>
                <a:lnTo>
                  <a:pt x="1825885" y="1556364"/>
                </a:lnTo>
                <a:moveTo>
                  <a:pt x="1825729" y="1556501"/>
                </a:moveTo>
                <a:lnTo>
                  <a:pt x="1819996" y="1561537"/>
                </a:lnTo>
                <a:lnTo>
                  <a:pt x="1816942" y="1564180"/>
                </a:lnTo>
                <a:lnTo>
                  <a:pt x="1805241" y="1569635"/>
                </a:lnTo>
                <a:lnTo>
                  <a:pt x="1796709" y="1572804"/>
                </a:lnTo>
                <a:moveTo>
                  <a:pt x="1337998" y="577192"/>
                </a:moveTo>
                <a:lnTo>
                  <a:pt x="1351032" y="611229"/>
                </a:lnTo>
                <a:lnTo>
                  <a:pt x="1375154" y="670679"/>
                </a:lnTo>
                <a:moveTo>
                  <a:pt x="1771029" y="1411640"/>
                </a:moveTo>
                <a:lnTo>
                  <a:pt x="1774731" y="1415532"/>
                </a:lnTo>
                <a:moveTo>
                  <a:pt x="1774952" y="1415769"/>
                </a:moveTo>
                <a:lnTo>
                  <a:pt x="1775683" y="1416599"/>
                </a:lnTo>
                <a:moveTo>
                  <a:pt x="2264485" y="2516149"/>
                </a:moveTo>
                <a:lnTo>
                  <a:pt x="2275020" y="2534691"/>
                </a:lnTo>
                <a:lnTo>
                  <a:pt x="2281488" y="2546057"/>
                </a:lnTo>
                <a:lnTo>
                  <a:pt x="2284733" y="2551542"/>
                </a:lnTo>
                <a:lnTo>
                  <a:pt x="2294758" y="2568423"/>
                </a:lnTo>
                <a:lnTo>
                  <a:pt x="2299245" y="2575980"/>
                </a:lnTo>
                <a:lnTo>
                  <a:pt x="2303039" y="2581724"/>
                </a:lnTo>
                <a:lnTo>
                  <a:pt x="2305362" y="2582790"/>
                </a:lnTo>
                <a:lnTo>
                  <a:pt x="2308425" y="2584185"/>
                </a:lnTo>
                <a:lnTo>
                  <a:pt x="2313483" y="2582844"/>
                </a:lnTo>
                <a:lnTo>
                  <a:pt x="2334028" y="2570891"/>
                </a:lnTo>
                <a:lnTo>
                  <a:pt x="2352296" y="2560280"/>
                </a:lnTo>
                <a:moveTo>
                  <a:pt x="217072" y="1054094"/>
                </a:moveTo>
                <a:lnTo>
                  <a:pt x="228483" y="1053302"/>
                </a:lnTo>
                <a:lnTo>
                  <a:pt x="252167" y="1052487"/>
                </a:lnTo>
                <a:lnTo>
                  <a:pt x="261674" y="1052792"/>
                </a:lnTo>
                <a:lnTo>
                  <a:pt x="289015" y="1055168"/>
                </a:lnTo>
                <a:lnTo>
                  <a:pt x="295924" y="1054689"/>
                </a:lnTo>
                <a:lnTo>
                  <a:pt x="296983" y="1054186"/>
                </a:lnTo>
                <a:moveTo>
                  <a:pt x="304571" y="1051405"/>
                </a:moveTo>
                <a:lnTo>
                  <a:pt x="304715" y="1051359"/>
                </a:lnTo>
                <a:moveTo>
                  <a:pt x="1918039" y="1631797"/>
                </a:moveTo>
                <a:lnTo>
                  <a:pt x="1908631" y="1607869"/>
                </a:lnTo>
                <a:lnTo>
                  <a:pt x="1907960" y="1606223"/>
                </a:lnTo>
                <a:moveTo>
                  <a:pt x="1833722" y="1580583"/>
                </a:moveTo>
                <a:lnTo>
                  <a:pt x="1836032" y="1580568"/>
                </a:lnTo>
                <a:moveTo>
                  <a:pt x="1901778" y="1602277"/>
                </a:moveTo>
                <a:lnTo>
                  <a:pt x="1898567" y="1592138"/>
                </a:lnTo>
                <a:moveTo>
                  <a:pt x="1959343" y="1747371"/>
                </a:moveTo>
                <a:lnTo>
                  <a:pt x="1954726" y="1735785"/>
                </a:lnTo>
                <a:moveTo>
                  <a:pt x="1738816" y="1587948"/>
                </a:moveTo>
                <a:lnTo>
                  <a:pt x="1737320" y="1588177"/>
                </a:lnTo>
                <a:lnTo>
                  <a:pt x="1723600" y="1590850"/>
                </a:lnTo>
                <a:lnTo>
                  <a:pt x="1719227" y="1592024"/>
                </a:lnTo>
                <a:lnTo>
                  <a:pt x="1690664" y="1599367"/>
                </a:lnTo>
                <a:moveTo>
                  <a:pt x="1677214" y="1602780"/>
                </a:moveTo>
                <a:lnTo>
                  <a:pt x="1638577" y="1612535"/>
                </a:lnTo>
                <a:moveTo>
                  <a:pt x="1638363" y="1612588"/>
                </a:moveTo>
                <a:lnTo>
                  <a:pt x="1636139" y="1613178"/>
                </a:lnTo>
                <a:moveTo>
                  <a:pt x="1791277" y="1574510"/>
                </a:moveTo>
                <a:lnTo>
                  <a:pt x="1760912" y="1582395"/>
                </a:lnTo>
                <a:lnTo>
                  <a:pt x="1744336" y="1586798"/>
                </a:lnTo>
                <a:moveTo>
                  <a:pt x="1720606" y="1601142"/>
                </a:moveTo>
                <a:lnTo>
                  <a:pt x="1731431" y="1598362"/>
                </a:lnTo>
                <a:moveTo>
                  <a:pt x="1463826" y="1670332"/>
                </a:moveTo>
                <a:lnTo>
                  <a:pt x="1504715" y="1659335"/>
                </a:lnTo>
                <a:moveTo>
                  <a:pt x="1508653" y="1658105"/>
                </a:moveTo>
                <a:lnTo>
                  <a:pt x="1508798" y="1658059"/>
                </a:lnTo>
                <a:moveTo>
                  <a:pt x="1545341" y="1645475"/>
                </a:moveTo>
                <a:lnTo>
                  <a:pt x="1552971" y="1643463"/>
                </a:lnTo>
                <a:lnTo>
                  <a:pt x="1572865" y="1638298"/>
                </a:lnTo>
                <a:lnTo>
                  <a:pt x="1574438" y="1637902"/>
                </a:lnTo>
                <a:lnTo>
                  <a:pt x="1583214" y="1635640"/>
                </a:lnTo>
                <a:lnTo>
                  <a:pt x="1603553" y="1630414"/>
                </a:lnTo>
                <a:lnTo>
                  <a:pt x="1610082" y="1628700"/>
                </a:lnTo>
                <a:moveTo>
                  <a:pt x="1536242" y="1647817"/>
                </a:moveTo>
                <a:lnTo>
                  <a:pt x="1536954" y="1647623"/>
                </a:lnTo>
                <a:lnTo>
                  <a:pt x="1539483" y="1646899"/>
                </a:lnTo>
                <a:moveTo>
                  <a:pt x="1538154" y="1647288"/>
                </a:moveTo>
                <a:lnTo>
                  <a:pt x="1538306" y="1647249"/>
                </a:lnTo>
                <a:moveTo>
                  <a:pt x="539971" y="2376193"/>
                </a:moveTo>
                <a:lnTo>
                  <a:pt x="540123" y="2376216"/>
                </a:lnTo>
                <a:moveTo>
                  <a:pt x="545601" y="2377077"/>
                </a:moveTo>
                <a:lnTo>
                  <a:pt x="546218" y="2377161"/>
                </a:lnTo>
                <a:lnTo>
                  <a:pt x="548678" y="2377519"/>
                </a:lnTo>
                <a:lnTo>
                  <a:pt x="552937" y="2377839"/>
                </a:lnTo>
                <a:moveTo>
                  <a:pt x="553165" y="2377854"/>
                </a:moveTo>
                <a:lnTo>
                  <a:pt x="564089" y="2378684"/>
                </a:lnTo>
                <a:moveTo>
                  <a:pt x="512882" y="2371844"/>
                </a:moveTo>
                <a:lnTo>
                  <a:pt x="512882" y="2371996"/>
                </a:lnTo>
                <a:moveTo>
                  <a:pt x="431877" y="2639707"/>
                </a:moveTo>
                <a:lnTo>
                  <a:pt x="431789" y="2636657"/>
                </a:lnTo>
                <a:lnTo>
                  <a:pt x="431883" y="2633832"/>
                </a:lnTo>
                <a:moveTo>
                  <a:pt x="972895" y="1897501"/>
                </a:moveTo>
                <a:lnTo>
                  <a:pt x="972088" y="1896198"/>
                </a:lnTo>
                <a:moveTo>
                  <a:pt x="967601" y="1888923"/>
                </a:moveTo>
                <a:lnTo>
                  <a:pt x="966831" y="1887666"/>
                </a:lnTo>
                <a:lnTo>
                  <a:pt x="966214" y="1886699"/>
                </a:lnTo>
                <a:lnTo>
                  <a:pt x="965750" y="1885960"/>
                </a:lnTo>
                <a:moveTo>
                  <a:pt x="974388" y="1889769"/>
                </a:moveTo>
                <a:lnTo>
                  <a:pt x="977215" y="1888017"/>
                </a:lnTo>
                <a:lnTo>
                  <a:pt x="983781" y="1884040"/>
                </a:lnTo>
                <a:lnTo>
                  <a:pt x="992907" y="1876376"/>
                </a:lnTo>
                <a:lnTo>
                  <a:pt x="1083987" y="1818656"/>
                </a:lnTo>
                <a:lnTo>
                  <a:pt x="1084954" y="1817955"/>
                </a:lnTo>
                <a:moveTo>
                  <a:pt x="911404" y="1927409"/>
                </a:moveTo>
                <a:lnTo>
                  <a:pt x="926815" y="1919638"/>
                </a:lnTo>
                <a:lnTo>
                  <a:pt x="959000" y="1898986"/>
                </a:lnTo>
                <a:lnTo>
                  <a:pt x="960448" y="1898141"/>
                </a:lnTo>
                <a:moveTo>
                  <a:pt x="967807" y="1893798"/>
                </a:moveTo>
                <a:lnTo>
                  <a:pt x="967936" y="1893722"/>
                </a:lnTo>
                <a:moveTo>
                  <a:pt x="649478" y="2082364"/>
                </a:moveTo>
                <a:lnTo>
                  <a:pt x="648930" y="2082676"/>
                </a:lnTo>
                <a:lnTo>
                  <a:pt x="645082" y="2084901"/>
                </a:lnTo>
                <a:lnTo>
                  <a:pt x="612013" y="2105713"/>
                </a:lnTo>
                <a:lnTo>
                  <a:pt x="605987" y="2109263"/>
                </a:lnTo>
                <a:lnTo>
                  <a:pt x="603017" y="2110718"/>
                </a:lnTo>
                <a:lnTo>
                  <a:pt x="601714" y="2111251"/>
                </a:lnTo>
                <a:moveTo>
                  <a:pt x="1079302" y="1812081"/>
                </a:moveTo>
                <a:lnTo>
                  <a:pt x="1074861" y="1815304"/>
                </a:lnTo>
                <a:lnTo>
                  <a:pt x="1010954" y="1855785"/>
                </a:lnTo>
                <a:lnTo>
                  <a:pt x="998948" y="1860897"/>
                </a:lnTo>
                <a:lnTo>
                  <a:pt x="971379" y="1878829"/>
                </a:lnTo>
                <a:lnTo>
                  <a:pt x="967639" y="1881107"/>
                </a:lnTo>
                <a:moveTo>
                  <a:pt x="962131" y="1884512"/>
                </a:moveTo>
                <a:lnTo>
                  <a:pt x="962002" y="1884588"/>
                </a:lnTo>
                <a:moveTo>
                  <a:pt x="955991" y="1888405"/>
                </a:moveTo>
                <a:lnTo>
                  <a:pt x="953485" y="1889997"/>
                </a:lnTo>
                <a:lnTo>
                  <a:pt x="943414" y="1898392"/>
                </a:lnTo>
                <a:lnTo>
                  <a:pt x="802666" y="1987209"/>
                </a:lnTo>
                <a:lnTo>
                  <a:pt x="794682" y="1990210"/>
                </a:lnTo>
                <a:lnTo>
                  <a:pt x="755237" y="2015090"/>
                </a:lnTo>
                <a:lnTo>
                  <a:pt x="753759" y="2016035"/>
                </a:lnTo>
                <a:moveTo>
                  <a:pt x="746873" y="2020408"/>
                </a:moveTo>
                <a:lnTo>
                  <a:pt x="746743" y="2020492"/>
                </a:lnTo>
                <a:moveTo>
                  <a:pt x="739963" y="2024788"/>
                </a:moveTo>
                <a:lnTo>
                  <a:pt x="738462" y="2025748"/>
                </a:lnTo>
                <a:lnTo>
                  <a:pt x="737030" y="2026792"/>
                </a:lnTo>
                <a:lnTo>
                  <a:pt x="730342" y="2032406"/>
                </a:lnTo>
                <a:lnTo>
                  <a:pt x="728620" y="2033411"/>
                </a:lnTo>
                <a:lnTo>
                  <a:pt x="658917" y="2076719"/>
                </a:lnTo>
                <a:moveTo>
                  <a:pt x="607427" y="2119090"/>
                </a:moveTo>
                <a:lnTo>
                  <a:pt x="607808" y="2118854"/>
                </a:lnTo>
                <a:lnTo>
                  <a:pt x="611640" y="2116515"/>
                </a:lnTo>
                <a:lnTo>
                  <a:pt x="621886" y="2109986"/>
                </a:lnTo>
                <a:lnTo>
                  <a:pt x="653028" y="2089571"/>
                </a:lnTo>
                <a:lnTo>
                  <a:pt x="653462" y="2089281"/>
                </a:lnTo>
                <a:moveTo>
                  <a:pt x="662939" y="2083331"/>
                </a:moveTo>
                <a:lnTo>
                  <a:pt x="690356" y="2066664"/>
                </a:lnTo>
                <a:lnTo>
                  <a:pt x="696404" y="2062877"/>
                </a:lnTo>
                <a:lnTo>
                  <a:pt x="743704" y="2033945"/>
                </a:lnTo>
                <a:lnTo>
                  <a:pt x="744968" y="2033152"/>
                </a:lnTo>
                <a:moveTo>
                  <a:pt x="751893" y="2028833"/>
                </a:moveTo>
                <a:lnTo>
                  <a:pt x="752022" y="2028757"/>
                </a:lnTo>
                <a:moveTo>
                  <a:pt x="758894" y="2024468"/>
                </a:moveTo>
                <a:lnTo>
                  <a:pt x="760486" y="2023478"/>
                </a:lnTo>
                <a:lnTo>
                  <a:pt x="770260" y="2015738"/>
                </a:lnTo>
                <a:lnTo>
                  <a:pt x="909697" y="1928368"/>
                </a:lnTo>
                <a:moveTo>
                  <a:pt x="1255016" y="1710207"/>
                </a:moveTo>
                <a:lnTo>
                  <a:pt x="1240991" y="1713933"/>
                </a:lnTo>
                <a:moveTo>
                  <a:pt x="1233914" y="1715715"/>
                </a:moveTo>
                <a:lnTo>
                  <a:pt x="1210672" y="1721010"/>
                </a:lnTo>
                <a:moveTo>
                  <a:pt x="1210444" y="1721055"/>
                </a:moveTo>
                <a:lnTo>
                  <a:pt x="1207290" y="1721779"/>
                </a:lnTo>
                <a:lnTo>
                  <a:pt x="1202133" y="1723127"/>
                </a:lnTo>
                <a:lnTo>
                  <a:pt x="1199436" y="1723783"/>
                </a:lnTo>
                <a:moveTo>
                  <a:pt x="1195117" y="1735190"/>
                </a:moveTo>
                <a:lnTo>
                  <a:pt x="1195581" y="1734044"/>
                </a:lnTo>
                <a:lnTo>
                  <a:pt x="1196054" y="1732574"/>
                </a:lnTo>
                <a:lnTo>
                  <a:pt x="1195848" y="1731595"/>
                </a:lnTo>
                <a:moveTo>
                  <a:pt x="1205085" y="1778365"/>
                </a:moveTo>
                <a:lnTo>
                  <a:pt x="1199508" y="1757339"/>
                </a:lnTo>
                <a:moveTo>
                  <a:pt x="1199451" y="1757130"/>
                </a:moveTo>
                <a:lnTo>
                  <a:pt x="1198754" y="1754380"/>
                </a:lnTo>
                <a:lnTo>
                  <a:pt x="1197269" y="1749047"/>
                </a:lnTo>
                <a:lnTo>
                  <a:pt x="1197147" y="1748586"/>
                </a:lnTo>
                <a:moveTo>
                  <a:pt x="1200487" y="1739643"/>
                </a:moveTo>
                <a:lnTo>
                  <a:pt x="1206140" y="1738157"/>
                </a:lnTo>
                <a:lnTo>
                  <a:pt x="1210695" y="1737053"/>
                </a:lnTo>
                <a:lnTo>
                  <a:pt x="1234947" y="1730368"/>
                </a:lnTo>
                <a:moveTo>
                  <a:pt x="1138763" y="1738915"/>
                </a:moveTo>
                <a:lnTo>
                  <a:pt x="1137434" y="1739445"/>
                </a:lnTo>
                <a:lnTo>
                  <a:pt x="1134958" y="1740626"/>
                </a:lnTo>
                <a:lnTo>
                  <a:pt x="1130307" y="1743201"/>
                </a:lnTo>
                <a:moveTo>
                  <a:pt x="1265902" y="1712630"/>
                </a:moveTo>
                <a:lnTo>
                  <a:pt x="1261887" y="1712112"/>
                </a:lnTo>
                <a:moveTo>
                  <a:pt x="1272625" y="1715357"/>
                </a:moveTo>
                <a:lnTo>
                  <a:pt x="1345589" y="1696648"/>
                </a:lnTo>
                <a:lnTo>
                  <a:pt x="1351085" y="1695231"/>
                </a:lnTo>
                <a:lnTo>
                  <a:pt x="1440588" y="1672156"/>
                </a:lnTo>
                <a:moveTo>
                  <a:pt x="1446149" y="1669536"/>
                </a:moveTo>
                <a:lnTo>
                  <a:pt x="1447604" y="1669216"/>
                </a:lnTo>
                <a:lnTo>
                  <a:pt x="1457141" y="1669795"/>
                </a:lnTo>
                <a:moveTo>
                  <a:pt x="458757" y="1322114"/>
                </a:moveTo>
                <a:lnTo>
                  <a:pt x="459656" y="1327523"/>
                </a:lnTo>
                <a:lnTo>
                  <a:pt x="463937" y="1345227"/>
                </a:lnTo>
                <a:lnTo>
                  <a:pt x="466420" y="1356128"/>
                </a:lnTo>
                <a:moveTo>
                  <a:pt x="463503" y="1618343"/>
                </a:moveTo>
                <a:lnTo>
                  <a:pt x="464348" y="1613498"/>
                </a:lnTo>
                <a:lnTo>
                  <a:pt x="464630" y="1612203"/>
                </a:lnTo>
                <a:moveTo>
                  <a:pt x="465925" y="1604791"/>
                </a:moveTo>
                <a:lnTo>
                  <a:pt x="467281" y="1594408"/>
                </a:lnTo>
                <a:lnTo>
                  <a:pt x="467586" y="1585221"/>
                </a:lnTo>
                <a:lnTo>
                  <a:pt x="468370" y="1571173"/>
                </a:lnTo>
                <a:lnTo>
                  <a:pt x="468568" y="1562040"/>
                </a:lnTo>
                <a:lnTo>
                  <a:pt x="468645" y="1560257"/>
                </a:lnTo>
                <a:lnTo>
                  <a:pt x="468622" y="1554688"/>
                </a:lnTo>
                <a:lnTo>
                  <a:pt x="468888" y="1549866"/>
                </a:lnTo>
                <a:lnTo>
                  <a:pt x="469323" y="1541791"/>
                </a:lnTo>
                <a:lnTo>
                  <a:pt x="470724" y="1527272"/>
                </a:lnTo>
                <a:lnTo>
                  <a:pt x="471090" y="1520073"/>
                </a:lnTo>
                <a:lnTo>
                  <a:pt x="472316" y="1488375"/>
                </a:lnTo>
                <a:lnTo>
                  <a:pt x="472408" y="1486082"/>
                </a:lnTo>
                <a:lnTo>
                  <a:pt x="472522" y="1483134"/>
                </a:lnTo>
                <a:moveTo>
                  <a:pt x="445235" y="1211876"/>
                </a:moveTo>
                <a:lnTo>
                  <a:pt x="445281" y="1212051"/>
                </a:lnTo>
                <a:lnTo>
                  <a:pt x="446538" y="1217216"/>
                </a:lnTo>
                <a:lnTo>
                  <a:pt x="454117" y="1248472"/>
                </a:lnTo>
                <a:lnTo>
                  <a:pt x="455984" y="1256882"/>
                </a:lnTo>
                <a:moveTo>
                  <a:pt x="457652" y="1265300"/>
                </a:moveTo>
                <a:lnTo>
                  <a:pt x="457698" y="1265544"/>
                </a:lnTo>
                <a:lnTo>
                  <a:pt x="458056" y="1271821"/>
                </a:lnTo>
                <a:lnTo>
                  <a:pt x="457888" y="1291711"/>
                </a:lnTo>
                <a:lnTo>
                  <a:pt x="457865" y="1312935"/>
                </a:lnTo>
                <a:moveTo>
                  <a:pt x="1128666" y="1476064"/>
                </a:moveTo>
                <a:lnTo>
                  <a:pt x="1125329" y="1466321"/>
                </a:lnTo>
                <a:lnTo>
                  <a:pt x="1123691" y="1458208"/>
                </a:lnTo>
                <a:lnTo>
                  <a:pt x="1104768" y="1386341"/>
                </a:lnTo>
                <a:moveTo>
                  <a:pt x="2055823" y="2227416"/>
                </a:moveTo>
                <a:lnTo>
                  <a:pt x="2000403" y="2104105"/>
                </a:lnTo>
                <a:lnTo>
                  <a:pt x="2002361" y="2101950"/>
                </a:lnTo>
                <a:lnTo>
                  <a:pt x="2004166" y="2100875"/>
                </a:lnTo>
                <a:lnTo>
                  <a:pt x="2005614" y="2100243"/>
                </a:lnTo>
                <a:lnTo>
                  <a:pt x="2006696" y="2099375"/>
                </a:lnTo>
                <a:lnTo>
                  <a:pt x="2008585" y="2099283"/>
                </a:lnTo>
                <a:lnTo>
                  <a:pt x="2010451" y="2099519"/>
                </a:lnTo>
                <a:lnTo>
                  <a:pt x="2017780" y="2105027"/>
                </a:lnTo>
                <a:lnTo>
                  <a:pt x="2039795" y="2120362"/>
                </a:lnTo>
                <a:lnTo>
                  <a:pt x="2052753" y="2129427"/>
                </a:lnTo>
                <a:lnTo>
                  <a:pt x="2124956" y="2180871"/>
                </a:lnTo>
                <a:lnTo>
                  <a:pt x="2133328" y="2187018"/>
                </a:lnTo>
                <a:moveTo>
                  <a:pt x="1229435" y="2538965"/>
                </a:moveTo>
                <a:lnTo>
                  <a:pt x="1226426" y="2538591"/>
                </a:lnTo>
                <a:lnTo>
                  <a:pt x="1212714" y="2537114"/>
                </a:lnTo>
                <a:lnTo>
                  <a:pt x="1209705" y="2536702"/>
                </a:lnTo>
                <a:lnTo>
                  <a:pt x="1207077" y="2536260"/>
                </a:lnTo>
                <a:lnTo>
                  <a:pt x="1204243" y="2535521"/>
                </a:lnTo>
                <a:lnTo>
                  <a:pt x="1200365" y="2534143"/>
                </a:lnTo>
                <a:lnTo>
                  <a:pt x="1198499" y="2533289"/>
                </a:lnTo>
                <a:lnTo>
                  <a:pt x="1179439" y="2522838"/>
                </a:lnTo>
                <a:lnTo>
                  <a:pt x="1177298" y="2521703"/>
                </a:lnTo>
                <a:lnTo>
                  <a:pt x="1128193" y="2494705"/>
                </a:lnTo>
                <a:lnTo>
                  <a:pt x="1081275" y="2468728"/>
                </a:lnTo>
                <a:lnTo>
                  <a:pt x="1079340" y="2467684"/>
                </a:lnTo>
                <a:lnTo>
                  <a:pt x="1049546" y="2451565"/>
                </a:lnTo>
                <a:moveTo>
                  <a:pt x="1027455" y="2451885"/>
                </a:moveTo>
                <a:lnTo>
                  <a:pt x="1032696" y="2454985"/>
                </a:lnTo>
                <a:lnTo>
                  <a:pt x="1044031" y="2461331"/>
                </a:lnTo>
                <a:lnTo>
                  <a:pt x="1048967" y="2464111"/>
                </a:lnTo>
                <a:lnTo>
                  <a:pt x="1059853" y="2470404"/>
                </a:lnTo>
                <a:lnTo>
                  <a:pt x="1073596" y="2478121"/>
                </a:lnTo>
                <a:lnTo>
                  <a:pt x="1091011" y="2487978"/>
                </a:lnTo>
                <a:lnTo>
                  <a:pt x="1104418" y="2495634"/>
                </a:lnTo>
                <a:lnTo>
                  <a:pt x="1107534" y="2497371"/>
                </a:lnTo>
                <a:lnTo>
                  <a:pt x="1109385" y="2498460"/>
                </a:lnTo>
                <a:lnTo>
                  <a:pt x="1121162" y="2505103"/>
                </a:lnTo>
                <a:lnTo>
                  <a:pt x="1123150" y="2506208"/>
                </a:lnTo>
                <a:lnTo>
                  <a:pt x="1130441" y="2510367"/>
                </a:lnTo>
                <a:lnTo>
                  <a:pt x="1133488" y="2511959"/>
                </a:lnTo>
                <a:lnTo>
                  <a:pt x="1135240" y="2512912"/>
                </a:lnTo>
                <a:lnTo>
                  <a:pt x="1143681" y="2517063"/>
                </a:lnTo>
                <a:lnTo>
                  <a:pt x="1153355" y="2522045"/>
                </a:lnTo>
                <a:lnTo>
                  <a:pt x="1173436" y="2532208"/>
                </a:lnTo>
                <a:lnTo>
                  <a:pt x="1174358" y="2532703"/>
                </a:lnTo>
                <a:lnTo>
                  <a:pt x="1193959" y="2542568"/>
                </a:lnTo>
                <a:lnTo>
                  <a:pt x="1198415" y="2544808"/>
                </a:lnTo>
                <a:lnTo>
                  <a:pt x="1206246" y="2548678"/>
                </a:lnTo>
                <a:lnTo>
                  <a:pt x="1208966" y="2550034"/>
                </a:lnTo>
                <a:lnTo>
                  <a:pt x="1210977" y="2550811"/>
                </a:lnTo>
                <a:lnTo>
                  <a:pt x="1214009" y="2551511"/>
                </a:lnTo>
                <a:lnTo>
                  <a:pt x="1216561" y="2551847"/>
                </a:lnTo>
                <a:lnTo>
                  <a:pt x="1219425" y="2552220"/>
                </a:lnTo>
                <a:moveTo>
                  <a:pt x="1489723" y="2526769"/>
                </a:moveTo>
                <a:lnTo>
                  <a:pt x="1484627" y="2526106"/>
                </a:lnTo>
                <a:lnTo>
                  <a:pt x="1475592" y="2522122"/>
                </a:lnTo>
                <a:lnTo>
                  <a:pt x="1466222" y="2513308"/>
                </a:lnTo>
                <a:lnTo>
                  <a:pt x="1456799" y="2502528"/>
                </a:lnTo>
                <a:lnTo>
                  <a:pt x="1437221" y="2474449"/>
                </a:lnTo>
                <a:lnTo>
                  <a:pt x="1430075" y="2457613"/>
                </a:lnTo>
                <a:lnTo>
                  <a:pt x="1428963" y="2452593"/>
                </a:lnTo>
                <a:moveTo>
                  <a:pt x="1494339" y="2528696"/>
                </a:moveTo>
                <a:lnTo>
                  <a:pt x="1494842" y="2528772"/>
                </a:lnTo>
                <a:lnTo>
                  <a:pt x="1505363" y="2528467"/>
                </a:lnTo>
                <a:lnTo>
                  <a:pt x="1513864" y="2529762"/>
                </a:lnTo>
                <a:lnTo>
                  <a:pt x="1519357" y="2531553"/>
                </a:lnTo>
                <a:lnTo>
                  <a:pt x="1524971" y="2534912"/>
                </a:lnTo>
                <a:lnTo>
                  <a:pt x="1532284" y="2540839"/>
                </a:lnTo>
                <a:moveTo>
                  <a:pt x="746606" y="2006878"/>
                </a:moveTo>
                <a:lnTo>
                  <a:pt x="749097" y="2005317"/>
                </a:lnTo>
                <a:lnTo>
                  <a:pt x="770435" y="1992991"/>
                </a:lnTo>
                <a:lnTo>
                  <a:pt x="817399" y="1963327"/>
                </a:lnTo>
                <a:lnTo>
                  <a:pt x="841426" y="1948114"/>
                </a:lnTo>
                <a:lnTo>
                  <a:pt x="879759" y="1924506"/>
                </a:lnTo>
                <a:lnTo>
                  <a:pt x="926213" y="1894827"/>
                </a:lnTo>
                <a:lnTo>
                  <a:pt x="948038" y="1881023"/>
                </a:lnTo>
                <a:lnTo>
                  <a:pt x="951779" y="1878479"/>
                </a:lnTo>
                <a:moveTo>
                  <a:pt x="960813" y="1873108"/>
                </a:moveTo>
                <a:lnTo>
                  <a:pt x="965948" y="1870473"/>
                </a:lnTo>
                <a:lnTo>
                  <a:pt x="1063122" y="1808943"/>
                </a:lnTo>
                <a:lnTo>
                  <a:pt x="1074000" y="1801790"/>
                </a:lnTo>
                <a:moveTo>
                  <a:pt x="980307" y="1900106"/>
                </a:moveTo>
                <a:lnTo>
                  <a:pt x="983499" y="1897897"/>
                </a:lnTo>
                <a:lnTo>
                  <a:pt x="1093319" y="1828170"/>
                </a:lnTo>
                <a:lnTo>
                  <a:pt x="1093433" y="1827980"/>
                </a:lnTo>
                <a:moveTo>
                  <a:pt x="1161400" y="1854315"/>
                </a:moveTo>
                <a:lnTo>
                  <a:pt x="1156852" y="1855503"/>
                </a:lnTo>
                <a:lnTo>
                  <a:pt x="1136428" y="1860821"/>
                </a:lnTo>
                <a:lnTo>
                  <a:pt x="1124857" y="1864911"/>
                </a:lnTo>
                <a:lnTo>
                  <a:pt x="1111647" y="1871379"/>
                </a:lnTo>
                <a:lnTo>
                  <a:pt x="1100472" y="1877626"/>
                </a:lnTo>
                <a:lnTo>
                  <a:pt x="1087407" y="1885586"/>
                </a:lnTo>
                <a:lnTo>
                  <a:pt x="1054049" y="1906383"/>
                </a:lnTo>
                <a:moveTo>
                  <a:pt x="1012630" y="1779424"/>
                </a:moveTo>
                <a:lnTo>
                  <a:pt x="1040230" y="1772659"/>
                </a:lnTo>
                <a:moveTo>
                  <a:pt x="1032901" y="1340382"/>
                </a:moveTo>
                <a:lnTo>
                  <a:pt x="999687" y="1348807"/>
                </a:lnTo>
                <a:moveTo>
                  <a:pt x="991437" y="1350933"/>
                </a:moveTo>
                <a:lnTo>
                  <a:pt x="986188" y="1352312"/>
                </a:lnTo>
                <a:lnTo>
                  <a:pt x="982524" y="1354841"/>
                </a:lnTo>
                <a:lnTo>
                  <a:pt x="963068" y="1359937"/>
                </a:lnTo>
                <a:lnTo>
                  <a:pt x="958581" y="1359564"/>
                </a:lnTo>
                <a:lnTo>
                  <a:pt x="957317" y="1359815"/>
                </a:lnTo>
                <a:moveTo>
                  <a:pt x="948929" y="1361727"/>
                </a:moveTo>
                <a:lnTo>
                  <a:pt x="911396" y="1371440"/>
                </a:lnTo>
                <a:moveTo>
                  <a:pt x="1091148" y="1571768"/>
                </a:moveTo>
                <a:lnTo>
                  <a:pt x="1011152" y="1591460"/>
                </a:lnTo>
                <a:moveTo>
                  <a:pt x="1004083" y="1593212"/>
                </a:moveTo>
                <a:lnTo>
                  <a:pt x="927676" y="1612432"/>
                </a:lnTo>
                <a:lnTo>
                  <a:pt x="923920" y="1612912"/>
                </a:lnTo>
                <a:moveTo>
                  <a:pt x="1028392" y="2210017"/>
                </a:moveTo>
                <a:lnTo>
                  <a:pt x="1029161" y="2210070"/>
                </a:lnTo>
                <a:lnTo>
                  <a:pt x="1035491" y="2210421"/>
                </a:lnTo>
                <a:lnTo>
                  <a:pt x="1068233" y="2212036"/>
                </a:lnTo>
                <a:lnTo>
                  <a:pt x="1071699" y="2212196"/>
                </a:lnTo>
                <a:moveTo>
                  <a:pt x="1024057" y="1463365"/>
                </a:moveTo>
                <a:lnTo>
                  <a:pt x="1027523" y="1463350"/>
                </a:lnTo>
                <a:lnTo>
                  <a:pt x="1029854" y="1463099"/>
                </a:lnTo>
                <a:lnTo>
                  <a:pt x="1058657" y="1455564"/>
                </a:lnTo>
                <a:lnTo>
                  <a:pt x="1060608" y="1454719"/>
                </a:lnTo>
                <a:lnTo>
                  <a:pt x="1062230" y="1452837"/>
                </a:lnTo>
                <a:lnTo>
                  <a:pt x="1062383" y="1452624"/>
                </a:lnTo>
                <a:moveTo>
                  <a:pt x="1140077" y="1316736"/>
                </a:moveTo>
                <a:lnTo>
                  <a:pt x="1212965" y="1298377"/>
                </a:lnTo>
                <a:moveTo>
                  <a:pt x="1682913" y="1158497"/>
                </a:moveTo>
                <a:lnTo>
                  <a:pt x="1676856" y="1180833"/>
                </a:lnTo>
                <a:lnTo>
                  <a:pt x="1672004" y="1213179"/>
                </a:lnTo>
                <a:lnTo>
                  <a:pt x="1673466" y="1257918"/>
                </a:lnTo>
                <a:moveTo>
                  <a:pt x="1674365" y="1266671"/>
                </a:moveTo>
                <a:lnTo>
                  <a:pt x="1679271" y="1297021"/>
                </a:lnTo>
                <a:lnTo>
                  <a:pt x="1681275" y="1306635"/>
                </a:lnTo>
                <a:lnTo>
                  <a:pt x="1683743" y="1308501"/>
                </a:lnTo>
                <a:lnTo>
                  <a:pt x="1698644" y="1311099"/>
                </a:lnTo>
                <a:lnTo>
                  <a:pt x="1714534" y="1315845"/>
                </a:lnTo>
                <a:lnTo>
                  <a:pt x="1724103" y="1319829"/>
                </a:lnTo>
                <a:moveTo>
                  <a:pt x="1182105" y="1202460"/>
                </a:moveTo>
                <a:lnTo>
                  <a:pt x="1201097" y="1256380"/>
                </a:lnTo>
                <a:moveTo>
                  <a:pt x="1240991" y="1350285"/>
                </a:moveTo>
                <a:lnTo>
                  <a:pt x="1241997" y="1354795"/>
                </a:lnTo>
                <a:lnTo>
                  <a:pt x="1254780" y="1398202"/>
                </a:lnTo>
                <a:moveTo>
                  <a:pt x="1557964" y="1416713"/>
                </a:moveTo>
                <a:lnTo>
                  <a:pt x="1559183" y="1416005"/>
                </a:lnTo>
                <a:lnTo>
                  <a:pt x="1630014" y="1361826"/>
                </a:lnTo>
                <a:lnTo>
                  <a:pt x="1633107" y="1360211"/>
                </a:lnTo>
                <a:moveTo>
                  <a:pt x="1198415" y="1261735"/>
                </a:moveTo>
                <a:lnTo>
                  <a:pt x="1176308" y="1268644"/>
                </a:lnTo>
                <a:lnTo>
                  <a:pt x="1166778" y="1271174"/>
                </a:lnTo>
                <a:lnTo>
                  <a:pt x="1163007" y="1270412"/>
                </a:lnTo>
                <a:lnTo>
                  <a:pt x="1160463" y="1268203"/>
                </a:lnTo>
                <a:lnTo>
                  <a:pt x="1158398" y="1262360"/>
                </a:lnTo>
                <a:moveTo>
                  <a:pt x="1216165" y="1292313"/>
                </a:moveTo>
                <a:lnTo>
                  <a:pt x="1204228" y="1264409"/>
                </a:lnTo>
                <a:moveTo>
                  <a:pt x="1154452" y="1258513"/>
                </a:moveTo>
                <a:lnTo>
                  <a:pt x="1126624" y="1265209"/>
                </a:lnTo>
                <a:moveTo>
                  <a:pt x="1488786" y="1593700"/>
                </a:moveTo>
                <a:lnTo>
                  <a:pt x="1489357" y="1593402"/>
                </a:lnTo>
                <a:moveTo>
                  <a:pt x="1360585" y="1758672"/>
                </a:moveTo>
                <a:lnTo>
                  <a:pt x="1264729" y="1783324"/>
                </a:lnTo>
                <a:lnTo>
                  <a:pt x="1261209" y="1783758"/>
                </a:lnTo>
                <a:moveTo>
                  <a:pt x="1156075" y="1255587"/>
                </a:moveTo>
                <a:lnTo>
                  <a:pt x="1142942" y="1216447"/>
                </a:lnTo>
                <a:moveTo>
                  <a:pt x="1061720" y="1243201"/>
                </a:moveTo>
                <a:lnTo>
                  <a:pt x="1061286" y="1244450"/>
                </a:lnTo>
                <a:lnTo>
                  <a:pt x="1061529" y="1249539"/>
                </a:lnTo>
                <a:lnTo>
                  <a:pt x="1066458" y="1268888"/>
                </a:lnTo>
                <a:moveTo>
                  <a:pt x="1066458" y="1268888"/>
                </a:moveTo>
                <a:lnTo>
                  <a:pt x="1067113" y="1271455"/>
                </a:lnTo>
                <a:lnTo>
                  <a:pt x="1068401" y="1276514"/>
                </a:lnTo>
                <a:moveTo>
                  <a:pt x="1599489" y="1249356"/>
                </a:moveTo>
                <a:lnTo>
                  <a:pt x="1597943" y="1250369"/>
                </a:lnTo>
                <a:moveTo>
                  <a:pt x="1637693" y="1353447"/>
                </a:moveTo>
                <a:lnTo>
                  <a:pt x="1628955" y="1331446"/>
                </a:lnTo>
                <a:lnTo>
                  <a:pt x="1611685" y="1287895"/>
                </a:lnTo>
                <a:lnTo>
                  <a:pt x="1611442" y="1285518"/>
                </a:lnTo>
                <a:lnTo>
                  <a:pt x="1612493" y="1282936"/>
                </a:lnTo>
                <a:lnTo>
                  <a:pt x="1615570" y="1279408"/>
                </a:lnTo>
                <a:moveTo>
                  <a:pt x="1285769" y="1342667"/>
                </a:moveTo>
                <a:lnTo>
                  <a:pt x="1304014" y="1418983"/>
                </a:lnTo>
                <a:lnTo>
                  <a:pt x="1305446" y="1424445"/>
                </a:lnTo>
                <a:lnTo>
                  <a:pt x="1307366" y="1430966"/>
                </a:lnTo>
                <a:lnTo>
                  <a:pt x="1308646" y="1433930"/>
                </a:lnTo>
                <a:lnTo>
                  <a:pt x="1314314" y="1433793"/>
                </a:lnTo>
                <a:lnTo>
                  <a:pt x="1346674" y="1425215"/>
                </a:lnTo>
                <a:lnTo>
                  <a:pt x="1347200" y="1424605"/>
                </a:lnTo>
                <a:moveTo>
                  <a:pt x="1199375" y="1544077"/>
                </a:moveTo>
                <a:lnTo>
                  <a:pt x="1264493" y="1528132"/>
                </a:lnTo>
                <a:lnTo>
                  <a:pt x="1264835" y="1529443"/>
                </a:lnTo>
                <a:moveTo>
                  <a:pt x="1375447" y="1499695"/>
                </a:moveTo>
                <a:lnTo>
                  <a:pt x="1323105" y="1512866"/>
                </a:lnTo>
                <a:lnTo>
                  <a:pt x="1321695" y="1511685"/>
                </a:lnTo>
                <a:lnTo>
                  <a:pt x="1320217" y="1510208"/>
                </a:lnTo>
                <a:lnTo>
                  <a:pt x="1319326" y="1508501"/>
                </a:lnTo>
                <a:lnTo>
                  <a:pt x="1311266" y="1476727"/>
                </a:lnTo>
                <a:moveTo>
                  <a:pt x="1257149" y="1406117"/>
                </a:moveTo>
                <a:lnTo>
                  <a:pt x="1267197" y="1439178"/>
                </a:lnTo>
                <a:moveTo>
                  <a:pt x="1166984" y="1425108"/>
                </a:moveTo>
                <a:lnTo>
                  <a:pt x="1251916" y="1403252"/>
                </a:lnTo>
                <a:moveTo>
                  <a:pt x="1586135" y="1506543"/>
                </a:moveTo>
                <a:lnTo>
                  <a:pt x="1582227" y="1497333"/>
                </a:lnTo>
                <a:lnTo>
                  <a:pt x="1566709" y="1458345"/>
                </a:lnTo>
                <a:moveTo>
                  <a:pt x="1564013" y="1451131"/>
                </a:moveTo>
                <a:lnTo>
                  <a:pt x="1562603" y="1447139"/>
                </a:lnTo>
                <a:lnTo>
                  <a:pt x="1554064" y="1423006"/>
                </a:lnTo>
                <a:moveTo>
                  <a:pt x="1112493" y="1632307"/>
                </a:moveTo>
                <a:lnTo>
                  <a:pt x="1104982" y="1606825"/>
                </a:lnTo>
                <a:lnTo>
                  <a:pt x="1096313" y="1574784"/>
                </a:lnTo>
                <a:moveTo>
                  <a:pt x="1094210" y="1566687"/>
                </a:moveTo>
                <a:lnTo>
                  <a:pt x="1086676" y="1536497"/>
                </a:lnTo>
                <a:moveTo>
                  <a:pt x="1510276" y="1719798"/>
                </a:moveTo>
                <a:lnTo>
                  <a:pt x="1371143" y="1755938"/>
                </a:lnTo>
                <a:moveTo>
                  <a:pt x="1126708" y="1518801"/>
                </a:moveTo>
                <a:lnTo>
                  <a:pt x="1126860" y="1518755"/>
                </a:lnTo>
                <a:moveTo>
                  <a:pt x="1143384" y="1514260"/>
                </a:moveTo>
                <a:lnTo>
                  <a:pt x="1180688" y="1504951"/>
                </a:lnTo>
                <a:moveTo>
                  <a:pt x="1568842" y="1452845"/>
                </a:moveTo>
                <a:lnTo>
                  <a:pt x="1641319" y="1398971"/>
                </a:lnTo>
                <a:lnTo>
                  <a:pt x="1648922" y="1395734"/>
                </a:lnTo>
                <a:moveTo>
                  <a:pt x="1376735" y="1795238"/>
                </a:moveTo>
                <a:lnTo>
                  <a:pt x="1368096" y="1761125"/>
                </a:lnTo>
                <a:moveTo>
                  <a:pt x="1395277" y="1574221"/>
                </a:moveTo>
                <a:lnTo>
                  <a:pt x="1351268" y="1585381"/>
                </a:lnTo>
                <a:lnTo>
                  <a:pt x="1342546" y="1587674"/>
                </a:lnTo>
                <a:lnTo>
                  <a:pt x="1338950" y="1589144"/>
                </a:lnTo>
                <a:lnTo>
                  <a:pt x="1336984" y="1590873"/>
                </a:lnTo>
                <a:lnTo>
                  <a:pt x="1336421" y="1593860"/>
                </a:lnTo>
                <a:lnTo>
                  <a:pt x="1344214" y="1626982"/>
                </a:lnTo>
                <a:moveTo>
                  <a:pt x="1483057" y="1600685"/>
                </a:moveTo>
                <a:lnTo>
                  <a:pt x="1491871" y="1634836"/>
                </a:lnTo>
                <a:lnTo>
                  <a:pt x="1491628" y="1636421"/>
                </a:lnTo>
                <a:lnTo>
                  <a:pt x="1491224" y="1637175"/>
                </a:lnTo>
                <a:lnTo>
                  <a:pt x="1490850" y="1637845"/>
                </a:lnTo>
                <a:lnTo>
                  <a:pt x="1489525" y="1638973"/>
                </a:lnTo>
                <a:lnTo>
                  <a:pt x="1487872" y="1639544"/>
                </a:lnTo>
                <a:lnTo>
                  <a:pt x="1485548" y="1640131"/>
                </a:lnTo>
                <a:lnTo>
                  <a:pt x="1453355" y="1648305"/>
                </a:lnTo>
                <a:lnTo>
                  <a:pt x="1349066" y="1674914"/>
                </a:lnTo>
                <a:moveTo>
                  <a:pt x="1463502" y="1600266"/>
                </a:moveTo>
                <a:lnTo>
                  <a:pt x="1471714" y="1598133"/>
                </a:lnTo>
                <a:moveTo>
                  <a:pt x="1266649" y="1536383"/>
                </a:moveTo>
                <a:lnTo>
                  <a:pt x="1282730" y="1597303"/>
                </a:lnTo>
                <a:moveTo>
                  <a:pt x="1283408" y="1603984"/>
                </a:moveTo>
                <a:lnTo>
                  <a:pt x="1283355" y="1604730"/>
                </a:lnTo>
                <a:lnTo>
                  <a:pt x="1219372" y="1621116"/>
                </a:lnTo>
                <a:moveTo>
                  <a:pt x="1286188" y="1601363"/>
                </a:moveTo>
                <a:lnTo>
                  <a:pt x="1305027" y="1596663"/>
                </a:lnTo>
                <a:moveTo>
                  <a:pt x="1449211" y="1539064"/>
                </a:moveTo>
                <a:lnTo>
                  <a:pt x="1448366" y="1541296"/>
                </a:lnTo>
                <a:moveTo>
                  <a:pt x="1185853" y="1508052"/>
                </a:moveTo>
                <a:lnTo>
                  <a:pt x="1194195" y="1540984"/>
                </a:lnTo>
                <a:moveTo>
                  <a:pt x="1196320" y="1549211"/>
                </a:moveTo>
                <a:lnTo>
                  <a:pt x="1205111" y="1582448"/>
                </a:lnTo>
                <a:lnTo>
                  <a:pt x="1214207" y="1618054"/>
                </a:lnTo>
                <a:moveTo>
                  <a:pt x="1216279" y="1626281"/>
                </a:moveTo>
                <a:lnTo>
                  <a:pt x="1223844" y="1656639"/>
                </a:lnTo>
                <a:moveTo>
                  <a:pt x="1225984" y="1664896"/>
                </a:moveTo>
                <a:lnTo>
                  <a:pt x="1235560" y="1700609"/>
                </a:lnTo>
                <a:moveTo>
                  <a:pt x="1236520" y="1705294"/>
                </a:moveTo>
                <a:lnTo>
                  <a:pt x="1236809" y="1707069"/>
                </a:lnTo>
                <a:lnTo>
                  <a:pt x="1236725" y="1708623"/>
                </a:lnTo>
                <a:moveTo>
                  <a:pt x="1370480" y="1461994"/>
                </a:moveTo>
                <a:lnTo>
                  <a:pt x="1378555" y="1494530"/>
                </a:lnTo>
                <a:moveTo>
                  <a:pt x="1380620" y="1502780"/>
                </a:moveTo>
                <a:lnTo>
                  <a:pt x="1388809" y="1535072"/>
                </a:lnTo>
                <a:lnTo>
                  <a:pt x="1389106" y="1536116"/>
                </a:lnTo>
                <a:lnTo>
                  <a:pt x="1398286" y="1569025"/>
                </a:lnTo>
                <a:moveTo>
                  <a:pt x="1400419" y="1577336"/>
                </a:moveTo>
                <a:lnTo>
                  <a:pt x="1408212" y="1610307"/>
                </a:lnTo>
                <a:moveTo>
                  <a:pt x="1317726" y="1324506"/>
                </a:moveTo>
                <a:lnTo>
                  <a:pt x="1288565" y="1331606"/>
                </a:lnTo>
                <a:lnTo>
                  <a:pt x="1286105" y="1334806"/>
                </a:lnTo>
                <a:moveTo>
                  <a:pt x="1281511" y="1336299"/>
                </a:moveTo>
                <a:lnTo>
                  <a:pt x="1276407" y="1334783"/>
                </a:lnTo>
                <a:lnTo>
                  <a:pt x="1243604" y="1342766"/>
                </a:lnTo>
                <a:moveTo>
                  <a:pt x="1348228" y="1420812"/>
                </a:moveTo>
                <a:lnTo>
                  <a:pt x="1325611" y="1332909"/>
                </a:lnTo>
                <a:moveTo>
                  <a:pt x="1075470" y="1490355"/>
                </a:moveTo>
                <a:lnTo>
                  <a:pt x="1067746" y="1460714"/>
                </a:lnTo>
                <a:lnTo>
                  <a:pt x="1065841" y="1453203"/>
                </a:lnTo>
                <a:lnTo>
                  <a:pt x="1065643" y="1452830"/>
                </a:lnTo>
                <a:moveTo>
                  <a:pt x="1063632" y="1448381"/>
                </a:moveTo>
                <a:lnTo>
                  <a:pt x="1062520" y="1445037"/>
                </a:lnTo>
                <a:lnTo>
                  <a:pt x="1058216" y="1427477"/>
                </a:lnTo>
                <a:lnTo>
                  <a:pt x="1058703" y="1423562"/>
                </a:lnTo>
                <a:lnTo>
                  <a:pt x="1054734" y="1407808"/>
                </a:lnTo>
                <a:lnTo>
                  <a:pt x="1053173" y="1404723"/>
                </a:lnTo>
                <a:lnTo>
                  <a:pt x="1052525" y="1403557"/>
                </a:lnTo>
                <a:lnTo>
                  <a:pt x="1052304" y="1401919"/>
                </a:lnTo>
                <a:lnTo>
                  <a:pt x="1052357" y="1400342"/>
                </a:lnTo>
                <a:lnTo>
                  <a:pt x="1052365" y="1400114"/>
                </a:lnTo>
                <a:moveTo>
                  <a:pt x="1049920" y="1390622"/>
                </a:moveTo>
                <a:lnTo>
                  <a:pt x="1049326" y="1388954"/>
                </a:lnTo>
                <a:lnTo>
                  <a:pt x="1048861" y="1386074"/>
                </a:lnTo>
                <a:lnTo>
                  <a:pt x="1048632" y="1384330"/>
                </a:lnTo>
                <a:lnTo>
                  <a:pt x="1038089" y="1343452"/>
                </a:lnTo>
                <a:moveTo>
                  <a:pt x="1035964" y="1335217"/>
                </a:moveTo>
                <a:lnTo>
                  <a:pt x="1026784" y="1299710"/>
                </a:lnTo>
                <a:lnTo>
                  <a:pt x="1026266" y="1296465"/>
                </a:lnTo>
                <a:moveTo>
                  <a:pt x="1229031" y="1659739"/>
                </a:moveTo>
                <a:lnTo>
                  <a:pt x="1309347" y="1640039"/>
                </a:lnTo>
                <a:lnTo>
                  <a:pt x="1319060" y="1637655"/>
                </a:lnTo>
                <a:lnTo>
                  <a:pt x="1329801" y="1634950"/>
                </a:lnTo>
                <a:moveTo>
                  <a:pt x="1045875" y="1767037"/>
                </a:moveTo>
                <a:lnTo>
                  <a:pt x="1044671" y="1761209"/>
                </a:lnTo>
                <a:lnTo>
                  <a:pt x="1046918" y="1760607"/>
                </a:lnTo>
                <a:lnTo>
                  <a:pt x="1062588" y="1756425"/>
                </a:lnTo>
                <a:moveTo>
                  <a:pt x="1256265" y="1780528"/>
                </a:moveTo>
                <a:lnTo>
                  <a:pt x="1251024" y="1758253"/>
                </a:lnTo>
                <a:lnTo>
                  <a:pt x="1247657" y="1743764"/>
                </a:lnTo>
                <a:lnTo>
                  <a:pt x="1247352" y="1740420"/>
                </a:lnTo>
                <a:moveTo>
                  <a:pt x="1329801" y="1327432"/>
                </a:moveTo>
                <a:lnTo>
                  <a:pt x="1346819" y="1323051"/>
                </a:lnTo>
                <a:lnTo>
                  <a:pt x="1348129" y="1317810"/>
                </a:lnTo>
                <a:moveTo>
                  <a:pt x="1551466" y="1415525"/>
                </a:moveTo>
                <a:lnTo>
                  <a:pt x="1533389" y="1362474"/>
                </a:lnTo>
                <a:lnTo>
                  <a:pt x="1531408" y="1356745"/>
                </a:lnTo>
                <a:lnTo>
                  <a:pt x="1524819" y="1337807"/>
                </a:lnTo>
                <a:lnTo>
                  <a:pt x="1524019" y="1335552"/>
                </a:lnTo>
                <a:lnTo>
                  <a:pt x="1515304" y="1310032"/>
                </a:lnTo>
                <a:lnTo>
                  <a:pt x="1514169" y="1306818"/>
                </a:lnTo>
                <a:moveTo>
                  <a:pt x="1511381" y="1298788"/>
                </a:moveTo>
                <a:lnTo>
                  <a:pt x="1507480" y="1287377"/>
                </a:lnTo>
                <a:lnTo>
                  <a:pt x="1500297" y="1268507"/>
                </a:lnTo>
                <a:lnTo>
                  <a:pt x="1488100" y="1248259"/>
                </a:lnTo>
                <a:moveTo>
                  <a:pt x="1483667" y="1241151"/>
                </a:moveTo>
                <a:lnTo>
                  <a:pt x="1483629" y="1241083"/>
                </a:lnTo>
                <a:lnTo>
                  <a:pt x="1482600" y="1239491"/>
                </a:lnTo>
                <a:lnTo>
                  <a:pt x="1443726" y="1178883"/>
                </a:lnTo>
                <a:lnTo>
                  <a:pt x="1443231" y="1178113"/>
                </a:lnTo>
                <a:moveTo>
                  <a:pt x="1438584" y="1171029"/>
                </a:moveTo>
                <a:lnTo>
                  <a:pt x="1421162" y="1143528"/>
                </a:lnTo>
                <a:lnTo>
                  <a:pt x="1387323" y="1091430"/>
                </a:lnTo>
                <a:moveTo>
                  <a:pt x="1124133" y="1272697"/>
                </a:moveTo>
                <a:lnTo>
                  <a:pt x="1126358" y="1281168"/>
                </a:lnTo>
                <a:lnTo>
                  <a:pt x="1134890" y="1313689"/>
                </a:lnTo>
                <a:moveTo>
                  <a:pt x="1137015" y="1321878"/>
                </a:moveTo>
                <a:lnTo>
                  <a:pt x="1147223" y="1361796"/>
                </a:lnTo>
                <a:lnTo>
                  <a:pt x="1147337" y="1363518"/>
                </a:lnTo>
                <a:moveTo>
                  <a:pt x="1149082" y="1374068"/>
                </a:moveTo>
                <a:lnTo>
                  <a:pt x="1161758" y="1422076"/>
                </a:lnTo>
                <a:moveTo>
                  <a:pt x="1164028" y="1430288"/>
                </a:moveTo>
                <a:lnTo>
                  <a:pt x="1174053" y="1465041"/>
                </a:lnTo>
                <a:moveTo>
                  <a:pt x="1181801" y="2039323"/>
                </a:moveTo>
                <a:lnTo>
                  <a:pt x="1179965" y="2046019"/>
                </a:lnTo>
                <a:lnTo>
                  <a:pt x="1179370" y="2049523"/>
                </a:lnTo>
                <a:lnTo>
                  <a:pt x="1178548" y="2056090"/>
                </a:lnTo>
                <a:lnTo>
                  <a:pt x="1178372" y="2058764"/>
                </a:lnTo>
                <a:moveTo>
                  <a:pt x="1523303" y="2053294"/>
                </a:moveTo>
                <a:lnTo>
                  <a:pt x="1523089" y="2052845"/>
                </a:lnTo>
                <a:lnTo>
                  <a:pt x="1517589" y="2031347"/>
                </a:lnTo>
                <a:lnTo>
                  <a:pt x="1513102" y="2013041"/>
                </a:lnTo>
                <a:moveTo>
                  <a:pt x="1173703" y="2062420"/>
                </a:moveTo>
                <a:lnTo>
                  <a:pt x="1143338" y="2060935"/>
                </a:lnTo>
                <a:lnTo>
                  <a:pt x="1140237" y="2060783"/>
                </a:lnTo>
                <a:moveTo>
                  <a:pt x="1470084" y="2019471"/>
                </a:moveTo>
                <a:lnTo>
                  <a:pt x="1505576" y="2010512"/>
                </a:lnTo>
                <a:moveTo>
                  <a:pt x="1357317" y="2168301"/>
                </a:moveTo>
                <a:lnTo>
                  <a:pt x="1356669" y="2165894"/>
                </a:lnTo>
                <a:lnTo>
                  <a:pt x="1355968" y="2165247"/>
                </a:lnTo>
                <a:moveTo>
                  <a:pt x="1039582" y="2029321"/>
                </a:moveTo>
                <a:lnTo>
                  <a:pt x="1041692" y="2029427"/>
                </a:lnTo>
                <a:moveTo>
                  <a:pt x="1248030" y="1739216"/>
                </a:moveTo>
                <a:lnTo>
                  <a:pt x="1251519" y="1737510"/>
                </a:lnTo>
                <a:lnTo>
                  <a:pt x="1349044" y="1711358"/>
                </a:lnTo>
                <a:moveTo>
                  <a:pt x="1178213" y="2032871"/>
                </a:moveTo>
                <a:lnTo>
                  <a:pt x="1173261" y="2033686"/>
                </a:lnTo>
                <a:lnTo>
                  <a:pt x="1104967" y="2030319"/>
                </a:lnTo>
                <a:lnTo>
                  <a:pt x="1091117" y="2029633"/>
                </a:lnTo>
                <a:moveTo>
                  <a:pt x="1078700" y="2199657"/>
                </a:moveTo>
                <a:lnTo>
                  <a:pt x="1080300" y="2167722"/>
                </a:lnTo>
                <a:lnTo>
                  <a:pt x="1082570" y="2119638"/>
                </a:lnTo>
                <a:lnTo>
                  <a:pt x="1084406" y="2083095"/>
                </a:lnTo>
                <a:lnTo>
                  <a:pt x="1085411" y="2063754"/>
                </a:lnTo>
                <a:moveTo>
                  <a:pt x="1085907" y="2054246"/>
                </a:moveTo>
                <a:lnTo>
                  <a:pt x="1086394" y="2044785"/>
                </a:lnTo>
                <a:lnTo>
                  <a:pt x="1086562" y="2041090"/>
                </a:lnTo>
                <a:moveTo>
                  <a:pt x="1338097" y="1632901"/>
                </a:moveTo>
                <a:lnTo>
                  <a:pt x="1341060" y="1632170"/>
                </a:lnTo>
                <a:moveTo>
                  <a:pt x="1343879" y="1671851"/>
                </a:moveTo>
                <a:lnTo>
                  <a:pt x="1335019" y="1638058"/>
                </a:lnTo>
                <a:moveTo>
                  <a:pt x="1189449" y="1940786"/>
                </a:moveTo>
                <a:lnTo>
                  <a:pt x="1187544" y="1932634"/>
                </a:lnTo>
                <a:lnTo>
                  <a:pt x="1179469" y="1897996"/>
                </a:lnTo>
                <a:lnTo>
                  <a:pt x="1170252" y="1861788"/>
                </a:lnTo>
                <a:lnTo>
                  <a:pt x="1169574" y="1859130"/>
                </a:lnTo>
                <a:moveTo>
                  <a:pt x="1068073" y="1776323"/>
                </a:moveTo>
                <a:lnTo>
                  <a:pt x="1051832" y="1780513"/>
                </a:lnTo>
                <a:lnTo>
                  <a:pt x="1049249" y="1781130"/>
                </a:lnTo>
                <a:lnTo>
                  <a:pt x="1047741" y="1775158"/>
                </a:lnTo>
                <a:moveTo>
                  <a:pt x="1187712" y="2027058"/>
                </a:moveTo>
                <a:lnTo>
                  <a:pt x="1190256" y="1972796"/>
                </a:lnTo>
                <a:lnTo>
                  <a:pt x="1190401" y="1964134"/>
                </a:lnTo>
                <a:lnTo>
                  <a:pt x="1190653" y="1951382"/>
                </a:lnTo>
                <a:moveTo>
                  <a:pt x="1509728" y="2005035"/>
                </a:moveTo>
                <a:lnTo>
                  <a:pt x="1507290" y="1996449"/>
                </a:lnTo>
                <a:lnTo>
                  <a:pt x="1503321" y="1982364"/>
                </a:lnTo>
                <a:lnTo>
                  <a:pt x="1500739" y="1973230"/>
                </a:lnTo>
                <a:lnTo>
                  <a:pt x="1497051" y="1970678"/>
                </a:lnTo>
                <a:lnTo>
                  <a:pt x="1460204" y="1979881"/>
                </a:lnTo>
                <a:moveTo>
                  <a:pt x="1387590" y="1997463"/>
                </a:moveTo>
                <a:lnTo>
                  <a:pt x="1402932" y="1993646"/>
                </a:lnTo>
                <a:lnTo>
                  <a:pt x="1406620" y="1993303"/>
                </a:lnTo>
                <a:moveTo>
                  <a:pt x="1415784" y="1992450"/>
                </a:moveTo>
                <a:lnTo>
                  <a:pt x="1420911" y="1991985"/>
                </a:lnTo>
                <a:lnTo>
                  <a:pt x="1451999" y="1983309"/>
                </a:lnTo>
                <a:moveTo>
                  <a:pt x="1454970" y="2162344"/>
                </a:moveTo>
                <a:lnTo>
                  <a:pt x="1453828" y="2159068"/>
                </a:lnTo>
                <a:lnTo>
                  <a:pt x="1451047" y="2148365"/>
                </a:lnTo>
                <a:lnTo>
                  <a:pt x="1436840" y="2093532"/>
                </a:lnTo>
                <a:lnTo>
                  <a:pt x="1435568" y="2088603"/>
                </a:lnTo>
                <a:lnTo>
                  <a:pt x="1424750" y="2046849"/>
                </a:lnTo>
                <a:lnTo>
                  <a:pt x="1413201" y="2001706"/>
                </a:lnTo>
                <a:moveTo>
                  <a:pt x="1270023" y="2027797"/>
                </a:moveTo>
                <a:lnTo>
                  <a:pt x="1272065" y="2027302"/>
                </a:lnTo>
                <a:lnTo>
                  <a:pt x="1311274" y="2017292"/>
                </a:lnTo>
                <a:moveTo>
                  <a:pt x="1321802" y="2014816"/>
                </a:moveTo>
                <a:lnTo>
                  <a:pt x="1360150" y="2004418"/>
                </a:lnTo>
                <a:moveTo>
                  <a:pt x="1368652" y="2002201"/>
                </a:moveTo>
                <a:lnTo>
                  <a:pt x="1376955" y="2000114"/>
                </a:lnTo>
                <a:moveTo>
                  <a:pt x="1357172" y="1906368"/>
                </a:moveTo>
                <a:lnTo>
                  <a:pt x="1368698" y="1950026"/>
                </a:lnTo>
                <a:lnTo>
                  <a:pt x="1372141" y="1963655"/>
                </a:lnTo>
                <a:lnTo>
                  <a:pt x="1377786" y="1985967"/>
                </a:lnTo>
                <a:lnTo>
                  <a:pt x="1379454" y="1992580"/>
                </a:lnTo>
                <a:moveTo>
                  <a:pt x="1298126" y="1918412"/>
                </a:moveTo>
                <a:lnTo>
                  <a:pt x="1298263" y="1918374"/>
                </a:lnTo>
                <a:lnTo>
                  <a:pt x="1351938" y="1903481"/>
                </a:lnTo>
                <a:moveTo>
                  <a:pt x="1086676" y="1979241"/>
                </a:moveTo>
                <a:lnTo>
                  <a:pt x="1086676" y="1979142"/>
                </a:lnTo>
                <a:lnTo>
                  <a:pt x="1086486" y="1977557"/>
                </a:lnTo>
                <a:lnTo>
                  <a:pt x="1086089" y="1976095"/>
                </a:lnTo>
                <a:lnTo>
                  <a:pt x="1084977" y="1973253"/>
                </a:lnTo>
                <a:lnTo>
                  <a:pt x="1083682" y="1971189"/>
                </a:lnTo>
                <a:lnTo>
                  <a:pt x="1082501" y="1969284"/>
                </a:lnTo>
                <a:lnTo>
                  <a:pt x="1080353" y="1965856"/>
                </a:lnTo>
                <a:lnTo>
                  <a:pt x="1079226" y="1964470"/>
                </a:lnTo>
                <a:moveTo>
                  <a:pt x="1247566" y="1931423"/>
                </a:moveTo>
                <a:lnTo>
                  <a:pt x="1256204" y="1928605"/>
                </a:lnTo>
                <a:lnTo>
                  <a:pt x="1287575" y="1921246"/>
                </a:lnTo>
                <a:moveTo>
                  <a:pt x="1292747" y="1924384"/>
                </a:moveTo>
                <a:lnTo>
                  <a:pt x="1313773" y="2009743"/>
                </a:lnTo>
                <a:moveTo>
                  <a:pt x="1210886" y="2034813"/>
                </a:moveTo>
                <a:lnTo>
                  <a:pt x="1197067" y="2034310"/>
                </a:lnTo>
                <a:lnTo>
                  <a:pt x="1191742" y="2032726"/>
                </a:lnTo>
                <a:moveTo>
                  <a:pt x="1535202" y="1711838"/>
                </a:moveTo>
                <a:lnTo>
                  <a:pt x="1535057" y="1711883"/>
                </a:lnTo>
                <a:moveTo>
                  <a:pt x="1300068" y="2164949"/>
                </a:moveTo>
                <a:lnTo>
                  <a:pt x="1300739" y="2168865"/>
                </a:lnTo>
                <a:lnTo>
                  <a:pt x="1302034" y="2177161"/>
                </a:lnTo>
                <a:lnTo>
                  <a:pt x="1302544" y="2179652"/>
                </a:lnTo>
                <a:moveTo>
                  <a:pt x="1292047" y="2189532"/>
                </a:moveTo>
                <a:lnTo>
                  <a:pt x="1271951" y="2194621"/>
                </a:lnTo>
                <a:lnTo>
                  <a:pt x="1264074" y="2196609"/>
                </a:lnTo>
                <a:lnTo>
                  <a:pt x="1259632" y="2197729"/>
                </a:lnTo>
                <a:moveTo>
                  <a:pt x="1247124" y="2216949"/>
                </a:moveTo>
                <a:lnTo>
                  <a:pt x="1246202" y="2220126"/>
                </a:lnTo>
                <a:lnTo>
                  <a:pt x="1245638" y="2221528"/>
                </a:lnTo>
                <a:lnTo>
                  <a:pt x="1245349" y="2222076"/>
                </a:lnTo>
                <a:lnTo>
                  <a:pt x="1244983" y="2222617"/>
                </a:lnTo>
                <a:lnTo>
                  <a:pt x="1244328" y="2223242"/>
                </a:lnTo>
                <a:lnTo>
                  <a:pt x="1243825" y="2223622"/>
                </a:lnTo>
                <a:lnTo>
                  <a:pt x="1243201" y="2224011"/>
                </a:lnTo>
                <a:lnTo>
                  <a:pt x="1242523" y="2224346"/>
                </a:lnTo>
                <a:lnTo>
                  <a:pt x="1241799" y="2224460"/>
                </a:lnTo>
                <a:lnTo>
                  <a:pt x="1240169" y="2224689"/>
                </a:lnTo>
                <a:lnTo>
                  <a:pt x="1238158" y="2224796"/>
                </a:lnTo>
                <a:lnTo>
                  <a:pt x="1223135" y="2224095"/>
                </a:lnTo>
                <a:lnTo>
                  <a:pt x="1186280" y="2222396"/>
                </a:lnTo>
                <a:lnTo>
                  <a:pt x="1178479" y="2222091"/>
                </a:lnTo>
                <a:lnTo>
                  <a:pt x="1176689" y="2221931"/>
                </a:lnTo>
                <a:lnTo>
                  <a:pt x="1174883" y="2221322"/>
                </a:lnTo>
                <a:lnTo>
                  <a:pt x="1174548" y="2221154"/>
                </a:lnTo>
                <a:moveTo>
                  <a:pt x="1055885" y="1395353"/>
                </a:moveTo>
                <a:lnTo>
                  <a:pt x="1088779" y="1386341"/>
                </a:lnTo>
                <a:lnTo>
                  <a:pt x="1093197" y="1384992"/>
                </a:lnTo>
                <a:moveTo>
                  <a:pt x="1107808" y="1380536"/>
                </a:moveTo>
                <a:lnTo>
                  <a:pt x="1111708" y="1379348"/>
                </a:lnTo>
                <a:lnTo>
                  <a:pt x="1143886" y="1371029"/>
                </a:lnTo>
                <a:moveTo>
                  <a:pt x="1349356" y="1630083"/>
                </a:moveTo>
                <a:lnTo>
                  <a:pt x="1405104" y="1615555"/>
                </a:lnTo>
                <a:moveTo>
                  <a:pt x="1413361" y="1613399"/>
                </a:moveTo>
                <a:lnTo>
                  <a:pt x="1455244" y="1602414"/>
                </a:lnTo>
                <a:moveTo>
                  <a:pt x="1154688" y="1626098"/>
                </a:moveTo>
                <a:lnTo>
                  <a:pt x="1153363" y="1626441"/>
                </a:lnTo>
                <a:lnTo>
                  <a:pt x="1117627" y="1635308"/>
                </a:lnTo>
                <a:moveTo>
                  <a:pt x="1211899" y="1842286"/>
                </a:moveTo>
                <a:lnTo>
                  <a:pt x="1172324" y="1852715"/>
                </a:lnTo>
                <a:moveTo>
                  <a:pt x="1203001" y="1785122"/>
                </a:moveTo>
                <a:lnTo>
                  <a:pt x="1214923" y="1836268"/>
                </a:lnTo>
                <a:moveTo>
                  <a:pt x="1217597" y="1847025"/>
                </a:moveTo>
                <a:lnTo>
                  <a:pt x="1218100" y="1848937"/>
                </a:lnTo>
                <a:lnTo>
                  <a:pt x="1219471" y="1853965"/>
                </a:lnTo>
                <a:lnTo>
                  <a:pt x="1238744" y="1926875"/>
                </a:lnTo>
                <a:moveTo>
                  <a:pt x="1241456" y="1938157"/>
                </a:moveTo>
                <a:lnTo>
                  <a:pt x="1242066" y="1940984"/>
                </a:lnTo>
                <a:lnTo>
                  <a:pt x="1262520" y="2021924"/>
                </a:lnTo>
                <a:moveTo>
                  <a:pt x="1267014" y="2039521"/>
                </a:moveTo>
                <a:lnTo>
                  <a:pt x="1299512" y="2162321"/>
                </a:lnTo>
                <a:moveTo>
                  <a:pt x="1195216" y="1946217"/>
                </a:moveTo>
                <a:lnTo>
                  <a:pt x="1236352" y="1935148"/>
                </a:lnTo>
                <a:moveTo>
                  <a:pt x="1258116" y="1788237"/>
                </a:moveTo>
                <a:lnTo>
                  <a:pt x="1263228" y="1809225"/>
                </a:lnTo>
                <a:lnTo>
                  <a:pt x="1267662" y="1824704"/>
                </a:lnTo>
                <a:moveTo>
                  <a:pt x="1179169" y="2068313"/>
                </a:moveTo>
                <a:lnTo>
                  <a:pt x="1179066" y="2070381"/>
                </a:lnTo>
                <a:lnTo>
                  <a:pt x="1177588" y="2100060"/>
                </a:lnTo>
                <a:lnTo>
                  <a:pt x="1175683" y="2138142"/>
                </a:lnTo>
                <a:lnTo>
                  <a:pt x="1175051" y="2150834"/>
                </a:lnTo>
                <a:lnTo>
                  <a:pt x="1174297" y="2166031"/>
                </a:lnTo>
                <a:lnTo>
                  <a:pt x="1173573" y="2181473"/>
                </a:lnTo>
                <a:lnTo>
                  <a:pt x="1173238" y="2188687"/>
                </a:lnTo>
                <a:lnTo>
                  <a:pt x="1172137" y="2211407"/>
                </a:lnTo>
                <a:moveTo>
                  <a:pt x="1078586" y="1792572"/>
                </a:moveTo>
                <a:lnTo>
                  <a:pt x="1076156" y="1781313"/>
                </a:lnTo>
                <a:moveTo>
                  <a:pt x="1073451" y="1770442"/>
                </a:moveTo>
                <a:lnTo>
                  <a:pt x="1070138" y="1758726"/>
                </a:lnTo>
                <a:moveTo>
                  <a:pt x="1067395" y="1748335"/>
                </a:moveTo>
                <a:lnTo>
                  <a:pt x="1065414" y="1740260"/>
                </a:lnTo>
                <a:lnTo>
                  <a:pt x="1062832" y="1729740"/>
                </a:lnTo>
                <a:moveTo>
                  <a:pt x="1061804" y="1720408"/>
                </a:moveTo>
                <a:lnTo>
                  <a:pt x="1062664" y="1713270"/>
                </a:lnTo>
                <a:moveTo>
                  <a:pt x="1335050" y="1818001"/>
                </a:moveTo>
                <a:lnTo>
                  <a:pt x="1344480" y="1858078"/>
                </a:lnTo>
                <a:lnTo>
                  <a:pt x="1354384" y="1895756"/>
                </a:lnTo>
                <a:moveTo>
                  <a:pt x="1223150" y="1841418"/>
                </a:moveTo>
                <a:lnTo>
                  <a:pt x="1223402" y="1841380"/>
                </a:lnTo>
                <a:lnTo>
                  <a:pt x="1224339" y="1841212"/>
                </a:lnTo>
                <a:lnTo>
                  <a:pt x="1225276" y="1841068"/>
                </a:lnTo>
                <a:lnTo>
                  <a:pt x="1235522" y="1839453"/>
                </a:lnTo>
                <a:lnTo>
                  <a:pt x="1267007" y="1831362"/>
                </a:lnTo>
                <a:moveTo>
                  <a:pt x="1271844" y="1829724"/>
                </a:moveTo>
                <a:lnTo>
                  <a:pt x="1271973" y="1829679"/>
                </a:lnTo>
                <a:lnTo>
                  <a:pt x="1289083" y="1825314"/>
                </a:lnTo>
                <a:lnTo>
                  <a:pt x="1329915" y="1814900"/>
                </a:lnTo>
                <a:moveTo>
                  <a:pt x="1340527" y="1812158"/>
                </a:moveTo>
                <a:lnTo>
                  <a:pt x="1354247" y="1808547"/>
                </a:lnTo>
                <a:lnTo>
                  <a:pt x="1372019" y="1803450"/>
                </a:lnTo>
                <a:moveTo>
                  <a:pt x="344664" y="1466374"/>
                </a:moveTo>
                <a:lnTo>
                  <a:pt x="344839" y="1462352"/>
                </a:lnTo>
                <a:lnTo>
                  <a:pt x="345075" y="1457210"/>
                </a:lnTo>
                <a:lnTo>
                  <a:pt x="346187" y="1454239"/>
                </a:lnTo>
                <a:lnTo>
                  <a:pt x="348145" y="1452251"/>
                </a:lnTo>
                <a:lnTo>
                  <a:pt x="350857" y="1449904"/>
                </a:lnTo>
                <a:lnTo>
                  <a:pt x="366481" y="1436215"/>
                </a:lnTo>
                <a:lnTo>
                  <a:pt x="399489" y="1407564"/>
                </a:lnTo>
                <a:moveTo>
                  <a:pt x="355839" y="1872796"/>
                </a:moveTo>
                <a:lnTo>
                  <a:pt x="383736" y="1874190"/>
                </a:lnTo>
                <a:lnTo>
                  <a:pt x="397120" y="1865369"/>
                </a:lnTo>
                <a:lnTo>
                  <a:pt x="400975" y="1797684"/>
                </a:lnTo>
                <a:moveTo>
                  <a:pt x="531774" y="2403412"/>
                </a:moveTo>
                <a:lnTo>
                  <a:pt x="531972" y="2399512"/>
                </a:lnTo>
                <a:lnTo>
                  <a:pt x="532307" y="2392846"/>
                </a:lnTo>
                <a:lnTo>
                  <a:pt x="532886" y="2383781"/>
                </a:lnTo>
                <a:moveTo>
                  <a:pt x="692031" y="2413704"/>
                </a:moveTo>
                <a:lnTo>
                  <a:pt x="693852" y="2375462"/>
                </a:lnTo>
                <a:moveTo>
                  <a:pt x="954132" y="1364858"/>
                </a:moveTo>
                <a:lnTo>
                  <a:pt x="963053" y="1399962"/>
                </a:lnTo>
                <a:lnTo>
                  <a:pt x="964356" y="1408905"/>
                </a:lnTo>
                <a:lnTo>
                  <a:pt x="968683" y="1425512"/>
                </a:lnTo>
                <a:lnTo>
                  <a:pt x="970145" y="1429725"/>
                </a:lnTo>
                <a:moveTo>
                  <a:pt x="778175" y="1283812"/>
                </a:moveTo>
                <a:lnTo>
                  <a:pt x="739323" y="1293814"/>
                </a:lnTo>
                <a:lnTo>
                  <a:pt x="687301" y="1307244"/>
                </a:lnTo>
                <a:lnTo>
                  <a:pt x="644206" y="1318290"/>
                </a:lnTo>
                <a:lnTo>
                  <a:pt x="639750" y="1319654"/>
                </a:lnTo>
                <a:moveTo>
                  <a:pt x="850712" y="1293981"/>
                </a:moveTo>
                <a:lnTo>
                  <a:pt x="839255" y="1289068"/>
                </a:lnTo>
                <a:lnTo>
                  <a:pt x="813674" y="1278395"/>
                </a:lnTo>
                <a:lnTo>
                  <a:pt x="809316" y="1276575"/>
                </a:lnTo>
                <a:lnTo>
                  <a:pt x="807054" y="1276438"/>
                </a:lnTo>
                <a:lnTo>
                  <a:pt x="804418" y="1276727"/>
                </a:lnTo>
                <a:lnTo>
                  <a:pt x="786448" y="1281625"/>
                </a:lnTo>
                <a:moveTo>
                  <a:pt x="906772" y="2254094"/>
                </a:moveTo>
                <a:lnTo>
                  <a:pt x="906300" y="2266062"/>
                </a:lnTo>
                <a:lnTo>
                  <a:pt x="906239" y="2266831"/>
                </a:lnTo>
                <a:lnTo>
                  <a:pt x="905660" y="2267882"/>
                </a:lnTo>
                <a:lnTo>
                  <a:pt x="904883" y="2268484"/>
                </a:lnTo>
                <a:lnTo>
                  <a:pt x="903588" y="2268964"/>
                </a:lnTo>
                <a:lnTo>
                  <a:pt x="903268" y="2268949"/>
                </a:lnTo>
                <a:moveTo>
                  <a:pt x="743506" y="2265521"/>
                </a:moveTo>
                <a:lnTo>
                  <a:pt x="742896" y="2279995"/>
                </a:lnTo>
                <a:moveTo>
                  <a:pt x="777428" y="2262786"/>
                </a:moveTo>
                <a:lnTo>
                  <a:pt x="763670" y="2262108"/>
                </a:lnTo>
                <a:lnTo>
                  <a:pt x="752578" y="2261567"/>
                </a:lnTo>
                <a:lnTo>
                  <a:pt x="748236" y="2261369"/>
                </a:lnTo>
                <a:moveTo>
                  <a:pt x="464089" y="1660379"/>
                </a:moveTo>
                <a:lnTo>
                  <a:pt x="464097" y="1660173"/>
                </a:lnTo>
                <a:lnTo>
                  <a:pt x="464173" y="1657758"/>
                </a:lnTo>
                <a:lnTo>
                  <a:pt x="466443" y="1624415"/>
                </a:lnTo>
                <a:moveTo>
                  <a:pt x="627432" y="1278174"/>
                </a:moveTo>
                <a:lnTo>
                  <a:pt x="636314" y="1312234"/>
                </a:lnTo>
                <a:lnTo>
                  <a:pt x="635728" y="1316188"/>
                </a:lnTo>
                <a:moveTo>
                  <a:pt x="349128" y="1520675"/>
                </a:moveTo>
                <a:lnTo>
                  <a:pt x="458223" y="1526632"/>
                </a:lnTo>
                <a:moveTo>
                  <a:pt x="497973" y="1749104"/>
                </a:moveTo>
                <a:lnTo>
                  <a:pt x="459092" y="1745996"/>
                </a:lnTo>
                <a:lnTo>
                  <a:pt x="458155" y="1745920"/>
                </a:lnTo>
                <a:moveTo>
                  <a:pt x="447139" y="1745029"/>
                </a:moveTo>
                <a:lnTo>
                  <a:pt x="408760" y="1743307"/>
                </a:lnTo>
                <a:moveTo>
                  <a:pt x="671067" y="1579736"/>
                </a:moveTo>
                <a:lnTo>
                  <a:pt x="670778" y="1577732"/>
                </a:lnTo>
                <a:lnTo>
                  <a:pt x="651421" y="1503489"/>
                </a:lnTo>
                <a:moveTo>
                  <a:pt x="647543" y="1488436"/>
                </a:moveTo>
                <a:lnTo>
                  <a:pt x="641891" y="1464584"/>
                </a:lnTo>
                <a:lnTo>
                  <a:pt x="634395" y="1435827"/>
                </a:lnTo>
                <a:lnTo>
                  <a:pt x="628300" y="1400647"/>
                </a:lnTo>
                <a:lnTo>
                  <a:pt x="628117" y="1397813"/>
                </a:lnTo>
                <a:moveTo>
                  <a:pt x="632124" y="1392458"/>
                </a:moveTo>
                <a:lnTo>
                  <a:pt x="667647" y="1383553"/>
                </a:lnTo>
                <a:moveTo>
                  <a:pt x="675889" y="1381465"/>
                </a:moveTo>
                <a:lnTo>
                  <a:pt x="793586" y="1351535"/>
                </a:lnTo>
                <a:lnTo>
                  <a:pt x="796480" y="1351238"/>
                </a:lnTo>
                <a:moveTo>
                  <a:pt x="398994" y="1398842"/>
                </a:moveTo>
                <a:lnTo>
                  <a:pt x="398743" y="1398270"/>
                </a:lnTo>
                <a:lnTo>
                  <a:pt x="397707" y="1396320"/>
                </a:lnTo>
                <a:lnTo>
                  <a:pt x="392207" y="1385267"/>
                </a:lnTo>
                <a:lnTo>
                  <a:pt x="390219" y="1384581"/>
                </a:lnTo>
                <a:lnTo>
                  <a:pt x="389860" y="1384642"/>
                </a:lnTo>
                <a:lnTo>
                  <a:pt x="324484" y="1393646"/>
                </a:lnTo>
                <a:moveTo>
                  <a:pt x="318816" y="1394538"/>
                </a:moveTo>
                <a:lnTo>
                  <a:pt x="224644" y="1413445"/>
                </a:lnTo>
                <a:moveTo>
                  <a:pt x="544069" y="1393738"/>
                </a:moveTo>
                <a:lnTo>
                  <a:pt x="544031" y="1393951"/>
                </a:lnTo>
                <a:lnTo>
                  <a:pt x="543391" y="1401805"/>
                </a:lnTo>
                <a:lnTo>
                  <a:pt x="540954" y="1443597"/>
                </a:lnTo>
                <a:lnTo>
                  <a:pt x="540565" y="1450605"/>
                </a:lnTo>
                <a:lnTo>
                  <a:pt x="540367" y="1452296"/>
                </a:lnTo>
                <a:lnTo>
                  <a:pt x="538470" y="1454528"/>
                </a:lnTo>
                <a:lnTo>
                  <a:pt x="481862" y="1467570"/>
                </a:lnTo>
                <a:lnTo>
                  <a:pt x="478152" y="1466984"/>
                </a:lnTo>
                <a:lnTo>
                  <a:pt x="477657" y="1466778"/>
                </a:lnTo>
                <a:moveTo>
                  <a:pt x="621307" y="1391506"/>
                </a:moveTo>
                <a:lnTo>
                  <a:pt x="611754" y="1391277"/>
                </a:lnTo>
                <a:lnTo>
                  <a:pt x="549615" y="1387468"/>
                </a:lnTo>
                <a:moveTo>
                  <a:pt x="540542" y="1386935"/>
                </a:moveTo>
                <a:lnTo>
                  <a:pt x="488626" y="1384063"/>
                </a:lnTo>
                <a:moveTo>
                  <a:pt x="874906" y="1432939"/>
                </a:moveTo>
                <a:lnTo>
                  <a:pt x="875485" y="1431957"/>
                </a:lnTo>
                <a:lnTo>
                  <a:pt x="877481" y="1429816"/>
                </a:lnTo>
                <a:lnTo>
                  <a:pt x="877961" y="1429344"/>
                </a:lnTo>
                <a:lnTo>
                  <a:pt x="884406" y="1423120"/>
                </a:lnTo>
                <a:lnTo>
                  <a:pt x="887621" y="1418069"/>
                </a:lnTo>
                <a:lnTo>
                  <a:pt x="910093" y="1396191"/>
                </a:lnTo>
                <a:lnTo>
                  <a:pt x="911129" y="1394957"/>
                </a:lnTo>
                <a:lnTo>
                  <a:pt x="911594" y="1393936"/>
                </a:lnTo>
                <a:lnTo>
                  <a:pt x="911914" y="1392542"/>
                </a:lnTo>
                <a:lnTo>
                  <a:pt x="911990" y="1391772"/>
                </a:lnTo>
                <a:lnTo>
                  <a:pt x="911686" y="1390127"/>
                </a:lnTo>
                <a:lnTo>
                  <a:pt x="908631" y="1377908"/>
                </a:lnTo>
                <a:moveTo>
                  <a:pt x="905911" y="1367273"/>
                </a:moveTo>
                <a:lnTo>
                  <a:pt x="896137" y="1330006"/>
                </a:lnTo>
                <a:moveTo>
                  <a:pt x="406018" y="1401957"/>
                </a:moveTo>
                <a:lnTo>
                  <a:pt x="428826" y="1382509"/>
                </a:lnTo>
                <a:lnTo>
                  <a:pt x="462908" y="1384855"/>
                </a:lnTo>
                <a:moveTo>
                  <a:pt x="672888" y="1386935"/>
                </a:moveTo>
                <a:lnTo>
                  <a:pt x="682761" y="1425809"/>
                </a:lnTo>
                <a:moveTo>
                  <a:pt x="684863" y="1434059"/>
                </a:moveTo>
                <a:lnTo>
                  <a:pt x="695155" y="1474304"/>
                </a:lnTo>
                <a:lnTo>
                  <a:pt x="695345" y="1476483"/>
                </a:lnTo>
                <a:moveTo>
                  <a:pt x="967327" y="1434920"/>
                </a:moveTo>
                <a:lnTo>
                  <a:pt x="946568" y="1440100"/>
                </a:lnTo>
                <a:lnTo>
                  <a:pt x="939217" y="1441928"/>
                </a:lnTo>
                <a:lnTo>
                  <a:pt x="937487" y="1443109"/>
                </a:lnTo>
                <a:lnTo>
                  <a:pt x="936482" y="1444374"/>
                </a:lnTo>
                <a:lnTo>
                  <a:pt x="935804" y="1445958"/>
                </a:lnTo>
                <a:lnTo>
                  <a:pt x="935598" y="1448068"/>
                </a:lnTo>
                <a:lnTo>
                  <a:pt x="943597" y="1479606"/>
                </a:lnTo>
                <a:lnTo>
                  <a:pt x="944534" y="1481130"/>
                </a:lnTo>
                <a:lnTo>
                  <a:pt x="945532" y="1481884"/>
                </a:lnTo>
                <a:lnTo>
                  <a:pt x="947452" y="1482372"/>
                </a:lnTo>
                <a:lnTo>
                  <a:pt x="951885" y="1481313"/>
                </a:lnTo>
                <a:moveTo>
                  <a:pt x="960158" y="1479279"/>
                </a:moveTo>
                <a:lnTo>
                  <a:pt x="976826" y="1475089"/>
                </a:lnTo>
                <a:lnTo>
                  <a:pt x="979721" y="1474053"/>
                </a:lnTo>
                <a:moveTo>
                  <a:pt x="691628" y="1481564"/>
                </a:moveTo>
                <a:lnTo>
                  <a:pt x="652700" y="1491475"/>
                </a:lnTo>
                <a:moveTo>
                  <a:pt x="1026457" y="2227789"/>
                </a:moveTo>
                <a:lnTo>
                  <a:pt x="1026487" y="2227111"/>
                </a:lnTo>
                <a:lnTo>
                  <a:pt x="1026540" y="2226068"/>
                </a:lnTo>
                <a:lnTo>
                  <a:pt x="1026845" y="2220210"/>
                </a:lnTo>
                <a:lnTo>
                  <a:pt x="1026540" y="2215243"/>
                </a:lnTo>
                <a:lnTo>
                  <a:pt x="1026403" y="2213254"/>
                </a:lnTo>
                <a:moveTo>
                  <a:pt x="698545" y="1491460"/>
                </a:moveTo>
                <a:lnTo>
                  <a:pt x="703070" y="1508867"/>
                </a:lnTo>
                <a:lnTo>
                  <a:pt x="705767" y="1515327"/>
                </a:lnTo>
                <a:lnTo>
                  <a:pt x="710863" y="1535674"/>
                </a:lnTo>
                <a:lnTo>
                  <a:pt x="712775" y="1540214"/>
                </a:lnTo>
                <a:moveTo>
                  <a:pt x="713864" y="1544419"/>
                </a:moveTo>
                <a:lnTo>
                  <a:pt x="714428" y="1549722"/>
                </a:lnTo>
                <a:lnTo>
                  <a:pt x="721810" y="1578669"/>
                </a:lnTo>
                <a:lnTo>
                  <a:pt x="721520" y="1580879"/>
                </a:lnTo>
                <a:lnTo>
                  <a:pt x="721353" y="1581412"/>
                </a:lnTo>
                <a:moveTo>
                  <a:pt x="715754" y="1541685"/>
                </a:moveTo>
                <a:lnTo>
                  <a:pt x="746812" y="1533701"/>
                </a:lnTo>
                <a:lnTo>
                  <a:pt x="748861" y="1533320"/>
                </a:lnTo>
                <a:moveTo>
                  <a:pt x="757218" y="1532086"/>
                </a:moveTo>
                <a:lnTo>
                  <a:pt x="759739" y="1531804"/>
                </a:lnTo>
                <a:lnTo>
                  <a:pt x="791498" y="1523699"/>
                </a:lnTo>
                <a:lnTo>
                  <a:pt x="795170" y="1522198"/>
                </a:lnTo>
                <a:moveTo>
                  <a:pt x="984139" y="1472705"/>
                </a:moveTo>
                <a:lnTo>
                  <a:pt x="1018077" y="1463898"/>
                </a:lnTo>
                <a:lnTo>
                  <a:pt x="1019471" y="1463708"/>
                </a:lnTo>
                <a:moveTo>
                  <a:pt x="996602" y="1353995"/>
                </a:moveTo>
                <a:lnTo>
                  <a:pt x="1003169" y="1380208"/>
                </a:lnTo>
                <a:lnTo>
                  <a:pt x="1003146" y="1384573"/>
                </a:lnTo>
                <a:lnTo>
                  <a:pt x="1014634" y="1429984"/>
                </a:lnTo>
                <a:lnTo>
                  <a:pt x="1014283" y="1433975"/>
                </a:lnTo>
                <a:lnTo>
                  <a:pt x="1021330" y="1460935"/>
                </a:lnTo>
                <a:moveTo>
                  <a:pt x="961651" y="1227287"/>
                </a:moveTo>
                <a:lnTo>
                  <a:pt x="970221" y="1259114"/>
                </a:lnTo>
                <a:moveTo>
                  <a:pt x="972438" y="1267273"/>
                </a:moveTo>
                <a:lnTo>
                  <a:pt x="981077" y="1298766"/>
                </a:lnTo>
                <a:moveTo>
                  <a:pt x="637922" y="1270922"/>
                </a:moveTo>
                <a:lnTo>
                  <a:pt x="630433" y="1272964"/>
                </a:lnTo>
                <a:moveTo>
                  <a:pt x="645212" y="1268942"/>
                </a:moveTo>
                <a:lnTo>
                  <a:pt x="646461" y="1268583"/>
                </a:lnTo>
                <a:lnTo>
                  <a:pt x="761926" y="1238264"/>
                </a:lnTo>
                <a:lnTo>
                  <a:pt x="766664" y="1237236"/>
                </a:lnTo>
                <a:moveTo>
                  <a:pt x="781267" y="1278586"/>
                </a:moveTo>
                <a:lnTo>
                  <a:pt x="772126" y="1241700"/>
                </a:lnTo>
                <a:moveTo>
                  <a:pt x="769825" y="1230898"/>
                </a:moveTo>
                <a:lnTo>
                  <a:pt x="769559" y="1229397"/>
                </a:lnTo>
                <a:lnTo>
                  <a:pt x="762550" y="1185800"/>
                </a:lnTo>
                <a:lnTo>
                  <a:pt x="761918" y="1183118"/>
                </a:lnTo>
                <a:lnTo>
                  <a:pt x="760440" y="1180658"/>
                </a:lnTo>
                <a:lnTo>
                  <a:pt x="759275" y="1179820"/>
                </a:lnTo>
                <a:lnTo>
                  <a:pt x="755885" y="1179447"/>
                </a:lnTo>
                <a:lnTo>
                  <a:pt x="641753" y="1213354"/>
                </a:lnTo>
                <a:lnTo>
                  <a:pt x="640877" y="1213857"/>
                </a:lnTo>
                <a:moveTo>
                  <a:pt x="785945" y="1476689"/>
                </a:moveTo>
                <a:lnTo>
                  <a:pt x="779317" y="1450064"/>
                </a:lnTo>
                <a:lnTo>
                  <a:pt x="776186" y="1442507"/>
                </a:lnTo>
                <a:lnTo>
                  <a:pt x="768165" y="1411137"/>
                </a:lnTo>
                <a:moveTo>
                  <a:pt x="654597" y="1498179"/>
                </a:moveTo>
                <a:lnTo>
                  <a:pt x="693372" y="1488398"/>
                </a:lnTo>
                <a:moveTo>
                  <a:pt x="808722" y="1397920"/>
                </a:moveTo>
                <a:lnTo>
                  <a:pt x="775379" y="1406498"/>
                </a:lnTo>
                <a:lnTo>
                  <a:pt x="769795" y="1408227"/>
                </a:lnTo>
                <a:moveTo>
                  <a:pt x="765376" y="1409232"/>
                </a:moveTo>
                <a:lnTo>
                  <a:pt x="762406" y="1409674"/>
                </a:lnTo>
                <a:lnTo>
                  <a:pt x="731294" y="1417803"/>
                </a:lnTo>
                <a:lnTo>
                  <a:pt x="728993" y="1418496"/>
                </a:lnTo>
                <a:moveTo>
                  <a:pt x="724522" y="1419639"/>
                </a:moveTo>
                <a:lnTo>
                  <a:pt x="720446" y="1420484"/>
                </a:lnTo>
                <a:lnTo>
                  <a:pt x="687941" y="1428871"/>
                </a:lnTo>
                <a:moveTo>
                  <a:pt x="752076" y="1528323"/>
                </a:moveTo>
                <a:lnTo>
                  <a:pt x="746842" y="1507541"/>
                </a:lnTo>
                <a:lnTo>
                  <a:pt x="747436" y="1503321"/>
                </a:lnTo>
                <a:lnTo>
                  <a:pt x="734669" y="1453645"/>
                </a:lnTo>
                <a:lnTo>
                  <a:pt x="734699" y="1449539"/>
                </a:lnTo>
                <a:lnTo>
                  <a:pt x="727363" y="1421406"/>
                </a:lnTo>
                <a:moveTo>
                  <a:pt x="972781" y="1437899"/>
                </a:moveTo>
                <a:lnTo>
                  <a:pt x="972994" y="1438607"/>
                </a:lnTo>
                <a:lnTo>
                  <a:pt x="981260" y="1471006"/>
                </a:lnTo>
                <a:moveTo>
                  <a:pt x="823790" y="1518900"/>
                </a:moveTo>
                <a:lnTo>
                  <a:pt x="832490" y="1552266"/>
                </a:lnTo>
                <a:moveTo>
                  <a:pt x="669848" y="1615761"/>
                </a:moveTo>
                <a:lnTo>
                  <a:pt x="670016" y="1612843"/>
                </a:lnTo>
                <a:moveTo>
                  <a:pt x="401501" y="1789289"/>
                </a:moveTo>
                <a:lnTo>
                  <a:pt x="404205" y="1749714"/>
                </a:lnTo>
                <a:moveTo>
                  <a:pt x="914573" y="1574061"/>
                </a:moveTo>
                <a:lnTo>
                  <a:pt x="995079" y="1554292"/>
                </a:lnTo>
                <a:moveTo>
                  <a:pt x="1003298" y="1552205"/>
                </a:moveTo>
                <a:lnTo>
                  <a:pt x="1081161" y="1531736"/>
                </a:lnTo>
                <a:moveTo>
                  <a:pt x="1089121" y="1529549"/>
                </a:moveTo>
                <a:lnTo>
                  <a:pt x="1125520" y="1519136"/>
                </a:lnTo>
                <a:moveTo>
                  <a:pt x="400366" y="1744115"/>
                </a:moveTo>
                <a:lnTo>
                  <a:pt x="275105" y="1737243"/>
                </a:lnTo>
                <a:moveTo>
                  <a:pt x="469315" y="1608882"/>
                </a:moveTo>
                <a:lnTo>
                  <a:pt x="662802" y="1619593"/>
                </a:lnTo>
                <a:lnTo>
                  <a:pt x="662893" y="1619600"/>
                </a:lnTo>
                <a:moveTo>
                  <a:pt x="673863" y="1620347"/>
                </a:moveTo>
                <a:lnTo>
                  <a:pt x="720279" y="1623470"/>
                </a:lnTo>
                <a:lnTo>
                  <a:pt x="752533" y="1615929"/>
                </a:lnTo>
                <a:moveTo>
                  <a:pt x="760379" y="1613956"/>
                </a:moveTo>
                <a:lnTo>
                  <a:pt x="795909" y="1604410"/>
                </a:lnTo>
                <a:moveTo>
                  <a:pt x="757621" y="1618945"/>
                </a:moveTo>
                <a:lnTo>
                  <a:pt x="759191" y="1624019"/>
                </a:lnTo>
                <a:moveTo>
                  <a:pt x="667045" y="1666062"/>
                </a:moveTo>
                <a:lnTo>
                  <a:pt x="669361" y="1624331"/>
                </a:lnTo>
                <a:moveTo>
                  <a:pt x="664889" y="1700777"/>
                </a:moveTo>
                <a:lnTo>
                  <a:pt x="665841" y="1684718"/>
                </a:lnTo>
                <a:moveTo>
                  <a:pt x="461636" y="1696213"/>
                </a:moveTo>
                <a:lnTo>
                  <a:pt x="467639" y="1696792"/>
                </a:lnTo>
                <a:lnTo>
                  <a:pt x="483759" y="1698575"/>
                </a:lnTo>
                <a:lnTo>
                  <a:pt x="648236" y="1707534"/>
                </a:lnTo>
                <a:moveTo>
                  <a:pt x="922838" y="1723188"/>
                </a:moveTo>
                <a:lnTo>
                  <a:pt x="925337" y="1723280"/>
                </a:lnTo>
                <a:lnTo>
                  <a:pt x="1008166" y="1727660"/>
                </a:lnTo>
                <a:lnTo>
                  <a:pt x="1040565" y="1725055"/>
                </a:lnTo>
                <a:lnTo>
                  <a:pt x="1051466" y="1724095"/>
                </a:lnTo>
                <a:lnTo>
                  <a:pt x="1054803" y="1724270"/>
                </a:lnTo>
                <a:moveTo>
                  <a:pt x="648465" y="1707549"/>
                </a:moveTo>
                <a:lnTo>
                  <a:pt x="651146" y="1707686"/>
                </a:lnTo>
                <a:moveTo>
                  <a:pt x="672294" y="1708356"/>
                </a:moveTo>
                <a:lnTo>
                  <a:pt x="736528" y="1711982"/>
                </a:lnTo>
                <a:lnTo>
                  <a:pt x="786280" y="1714763"/>
                </a:lnTo>
                <a:lnTo>
                  <a:pt x="795673" y="1715350"/>
                </a:lnTo>
                <a:lnTo>
                  <a:pt x="800365" y="1715639"/>
                </a:lnTo>
                <a:lnTo>
                  <a:pt x="909865" y="1722510"/>
                </a:lnTo>
                <a:lnTo>
                  <a:pt x="911701" y="1722632"/>
                </a:lnTo>
                <a:moveTo>
                  <a:pt x="799497" y="1520766"/>
                </a:moveTo>
                <a:lnTo>
                  <a:pt x="818587" y="1515830"/>
                </a:lnTo>
                <a:moveTo>
                  <a:pt x="826853" y="1513704"/>
                </a:moveTo>
                <a:lnTo>
                  <a:pt x="829009" y="1512965"/>
                </a:lnTo>
                <a:lnTo>
                  <a:pt x="830090" y="1512112"/>
                </a:lnTo>
                <a:lnTo>
                  <a:pt x="831088" y="1510855"/>
                </a:lnTo>
                <a:lnTo>
                  <a:pt x="831751" y="1509263"/>
                </a:lnTo>
                <a:lnTo>
                  <a:pt x="831942" y="1507419"/>
                </a:lnTo>
                <a:lnTo>
                  <a:pt x="824895" y="1479203"/>
                </a:lnTo>
                <a:lnTo>
                  <a:pt x="824484" y="1477512"/>
                </a:lnTo>
                <a:lnTo>
                  <a:pt x="823425" y="1475714"/>
                </a:lnTo>
                <a:lnTo>
                  <a:pt x="821886" y="1474373"/>
                </a:lnTo>
                <a:lnTo>
                  <a:pt x="820050" y="1473581"/>
                </a:lnTo>
                <a:lnTo>
                  <a:pt x="818031" y="1473383"/>
                </a:lnTo>
                <a:lnTo>
                  <a:pt x="815914" y="1473863"/>
                </a:lnTo>
                <a:lnTo>
                  <a:pt x="791102" y="1479797"/>
                </a:lnTo>
                <a:moveTo>
                  <a:pt x="796625" y="1519067"/>
                </a:moveTo>
                <a:lnTo>
                  <a:pt x="788009" y="1484909"/>
                </a:lnTo>
                <a:moveTo>
                  <a:pt x="858353" y="1334836"/>
                </a:moveTo>
                <a:lnTo>
                  <a:pt x="890858" y="1326624"/>
                </a:lnTo>
                <a:moveTo>
                  <a:pt x="899116" y="1324514"/>
                </a:moveTo>
                <a:lnTo>
                  <a:pt x="978144" y="1304220"/>
                </a:lnTo>
                <a:moveTo>
                  <a:pt x="986341" y="1302117"/>
                </a:moveTo>
                <a:lnTo>
                  <a:pt x="1021558" y="1293121"/>
                </a:lnTo>
                <a:moveTo>
                  <a:pt x="1029321" y="1291140"/>
                </a:moveTo>
                <a:lnTo>
                  <a:pt x="1061407" y="1282989"/>
                </a:lnTo>
                <a:moveTo>
                  <a:pt x="501699" y="1756014"/>
                </a:moveTo>
                <a:lnTo>
                  <a:pt x="499985" y="1788809"/>
                </a:lnTo>
                <a:lnTo>
                  <a:pt x="499314" y="1810581"/>
                </a:lnTo>
                <a:lnTo>
                  <a:pt x="499802" y="1825839"/>
                </a:lnTo>
                <a:lnTo>
                  <a:pt x="501455" y="1840443"/>
                </a:lnTo>
                <a:lnTo>
                  <a:pt x="506970" y="1865917"/>
                </a:lnTo>
                <a:lnTo>
                  <a:pt x="510520" y="1879165"/>
                </a:lnTo>
                <a:moveTo>
                  <a:pt x="903915" y="1576735"/>
                </a:moveTo>
                <a:lnTo>
                  <a:pt x="804159" y="1602247"/>
                </a:lnTo>
                <a:moveTo>
                  <a:pt x="457408" y="1691079"/>
                </a:moveTo>
                <a:lnTo>
                  <a:pt x="459564" y="1684893"/>
                </a:lnTo>
                <a:lnTo>
                  <a:pt x="460158" y="1670290"/>
                </a:lnTo>
                <a:moveTo>
                  <a:pt x="1058421" y="1707069"/>
                </a:moveTo>
                <a:lnTo>
                  <a:pt x="1050803" y="1703633"/>
                </a:lnTo>
                <a:lnTo>
                  <a:pt x="1040176" y="1700898"/>
                </a:lnTo>
                <a:lnTo>
                  <a:pt x="1029108" y="1698407"/>
                </a:lnTo>
                <a:lnTo>
                  <a:pt x="1016180" y="1697242"/>
                </a:lnTo>
                <a:moveTo>
                  <a:pt x="1007899" y="1696602"/>
                </a:moveTo>
                <a:lnTo>
                  <a:pt x="927538" y="1691452"/>
                </a:lnTo>
                <a:lnTo>
                  <a:pt x="924735" y="1691285"/>
                </a:lnTo>
                <a:moveTo>
                  <a:pt x="655024" y="1677123"/>
                </a:moveTo>
                <a:lnTo>
                  <a:pt x="604487" y="1674053"/>
                </a:lnTo>
                <a:lnTo>
                  <a:pt x="546766" y="1670320"/>
                </a:lnTo>
                <a:lnTo>
                  <a:pt x="519532" y="1669155"/>
                </a:lnTo>
                <a:lnTo>
                  <a:pt x="477984" y="1665384"/>
                </a:lnTo>
                <a:moveTo>
                  <a:pt x="913636" y="1690805"/>
                </a:moveTo>
                <a:lnTo>
                  <a:pt x="910764" y="1690721"/>
                </a:lnTo>
                <a:lnTo>
                  <a:pt x="876186" y="1688824"/>
                </a:lnTo>
                <a:lnTo>
                  <a:pt x="813004" y="1685076"/>
                </a:lnTo>
                <a:moveTo>
                  <a:pt x="802034" y="1684330"/>
                </a:moveTo>
                <a:lnTo>
                  <a:pt x="765255" y="1682029"/>
                </a:lnTo>
                <a:moveTo>
                  <a:pt x="757332" y="1681572"/>
                </a:moveTo>
                <a:lnTo>
                  <a:pt x="678662" y="1677550"/>
                </a:lnTo>
                <a:moveTo>
                  <a:pt x="612333" y="1757301"/>
                </a:moveTo>
                <a:lnTo>
                  <a:pt x="550651" y="1754010"/>
                </a:lnTo>
                <a:moveTo>
                  <a:pt x="542218" y="1753485"/>
                </a:moveTo>
                <a:lnTo>
                  <a:pt x="506178" y="1750948"/>
                </a:lnTo>
                <a:moveTo>
                  <a:pt x="909713" y="1771432"/>
                </a:moveTo>
                <a:lnTo>
                  <a:pt x="790112" y="1764927"/>
                </a:lnTo>
                <a:lnTo>
                  <a:pt x="786349" y="1767197"/>
                </a:lnTo>
                <a:lnTo>
                  <a:pt x="766489" y="1791498"/>
                </a:lnTo>
                <a:moveTo>
                  <a:pt x="808981" y="1680498"/>
                </a:moveTo>
                <a:lnTo>
                  <a:pt x="809895" y="1663342"/>
                </a:lnTo>
                <a:lnTo>
                  <a:pt x="810779" y="1646819"/>
                </a:lnTo>
                <a:moveTo>
                  <a:pt x="783385" y="1286874"/>
                </a:moveTo>
                <a:lnTo>
                  <a:pt x="790714" y="1314672"/>
                </a:lnTo>
                <a:lnTo>
                  <a:pt x="798789" y="1345318"/>
                </a:lnTo>
                <a:lnTo>
                  <a:pt x="799268" y="1346621"/>
                </a:lnTo>
                <a:moveTo>
                  <a:pt x="804624" y="1350407"/>
                </a:moveTo>
                <a:lnTo>
                  <a:pt x="807991" y="1350064"/>
                </a:lnTo>
                <a:lnTo>
                  <a:pt x="848663" y="1339635"/>
                </a:lnTo>
                <a:lnTo>
                  <a:pt x="851611" y="1338287"/>
                </a:lnTo>
                <a:lnTo>
                  <a:pt x="854445" y="1336573"/>
                </a:lnTo>
                <a:moveTo>
                  <a:pt x="965879" y="1518382"/>
                </a:moveTo>
                <a:lnTo>
                  <a:pt x="957088" y="1484459"/>
                </a:lnTo>
                <a:moveTo>
                  <a:pt x="634395" y="1325992"/>
                </a:moveTo>
                <a:lnTo>
                  <a:pt x="626876" y="1387453"/>
                </a:lnTo>
                <a:moveTo>
                  <a:pt x="763152" y="1669048"/>
                </a:moveTo>
                <a:lnTo>
                  <a:pt x="761804" y="1677732"/>
                </a:lnTo>
                <a:moveTo>
                  <a:pt x="232551" y="1676986"/>
                </a:moveTo>
                <a:lnTo>
                  <a:pt x="241220" y="1680856"/>
                </a:lnTo>
                <a:lnTo>
                  <a:pt x="245425" y="1682311"/>
                </a:lnTo>
                <a:lnTo>
                  <a:pt x="250217" y="1683210"/>
                </a:lnTo>
                <a:lnTo>
                  <a:pt x="264021" y="1683971"/>
                </a:lnTo>
                <a:lnTo>
                  <a:pt x="332170" y="1689418"/>
                </a:lnTo>
                <a:lnTo>
                  <a:pt x="378670" y="1692359"/>
                </a:lnTo>
                <a:lnTo>
                  <a:pt x="439925" y="1694134"/>
                </a:lnTo>
                <a:moveTo>
                  <a:pt x="439925" y="1694134"/>
                </a:moveTo>
                <a:lnTo>
                  <a:pt x="445989" y="1694713"/>
                </a:lnTo>
                <a:moveTo>
                  <a:pt x="654757" y="1757804"/>
                </a:moveTo>
                <a:lnTo>
                  <a:pt x="620644" y="1756463"/>
                </a:lnTo>
                <a:moveTo>
                  <a:pt x="553622" y="1868027"/>
                </a:moveTo>
                <a:lnTo>
                  <a:pt x="550682" y="1857515"/>
                </a:lnTo>
                <a:lnTo>
                  <a:pt x="548244" y="1846263"/>
                </a:lnTo>
                <a:lnTo>
                  <a:pt x="545349" y="1830951"/>
                </a:lnTo>
                <a:lnTo>
                  <a:pt x="543711" y="1815982"/>
                </a:lnTo>
                <a:lnTo>
                  <a:pt x="544024" y="1803610"/>
                </a:lnTo>
                <a:lnTo>
                  <a:pt x="544359" y="1788192"/>
                </a:lnTo>
                <a:lnTo>
                  <a:pt x="546179" y="1758002"/>
                </a:lnTo>
                <a:moveTo>
                  <a:pt x="801653" y="1354711"/>
                </a:moveTo>
                <a:lnTo>
                  <a:pt x="811769" y="1392725"/>
                </a:lnTo>
                <a:moveTo>
                  <a:pt x="813941" y="1400975"/>
                </a:moveTo>
                <a:lnTo>
                  <a:pt x="817384" y="1414169"/>
                </a:lnTo>
                <a:lnTo>
                  <a:pt x="818100" y="1415555"/>
                </a:lnTo>
                <a:lnTo>
                  <a:pt x="819113" y="1416888"/>
                </a:lnTo>
                <a:lnTo>
                  <a:pt x="820819" y="1418359"/>
                </a:lnTo>
                <a:lnTo>
                  <a:pt x="822693" y="1419334"/>
                </a:lnTo>
                <a:lnTo>
                  <a:pt x="824826" y="1419867"/>
                </a:lnTo>
                <a:lnTo>
                  <a:pt x="850666" y="1427142"/>
                </a:lnTo>
                <a:lnTo>
                  <a:pt x="855999" y="1429869"/>
                </a:lnTo>
                <a:lnTo>
                  <a:pt x="865361" y="1432520"/>
                </a:lnTo>
                <a:lnTo>
                  <a:pt x="867532" y="1433137"/>
                </a:lnTo>
                <a:lnTo>
                  <a:pt x="869886" y="1434021"/>
                </a:lnTo>
                <a:lnTo>
                  <a:pt x="870145" y="1434173"/>
                </a:lnTo>
                <a:moveTo>
                  <a:pt x="1000678" y="1559198"/>
                </a:moveTo>
                <a:lnTo>
                  <a:pt x="1007595" y="1587354"/>
                </a:lnTo>
                <a:lnTo>
                  <a:pt x="1007541" y="1588497"/>
                </a:lnTo>
                <a:moveTo>
                  <a:pt x="1008532" y="1595794"/>
                </a:moveTo>
                <a:lnTo>
                  <a:pt x="1011487" y="1604464"/>
                </a:lnTo>
                <a:lnTo>
                  <a:pt x="1013841" y="1623188"/>
                </a:lnTo>
                <a:lnTo>
                  <a:pt x="1015875" y="1649219"/>
                </a:lnTo>
                <a:moveTo>
                  <a:pt x="1015799" y="1657941"/>
                </a:moveTo>
                <a:lnTo>
                  <a:pt x="1012424" y="1692709"/>
                </a:lnTo>
                <a:moveTo>
                  <a:pt x="621147" y="1852380"/>
                </a:moveTo>
                <a:lnTo>
                  <a:pt x="613803" y="1822876"/>
                </a:lnTo>
                <a:lnTo>
                  <a:pt x="613674" y="1796762"/>
                </a:lnTo>
                <a:lnTo>
                  <a:pt x="616127" y="1762855"/>
                </a:lnTo>
                <a:moveTo>
                  <a:pt x="936634" y="1833031"/>
                </a:moveTo>
                <a:lnTo>
                  <a:pt x="937937" y="1832231"/>
                </a:lnTo>
                <a:lnTo>
                  <a:pt x="955306" y="1820713"/>
                </a:lnTo>
                <a:lnTo>
                  <a:pt x="980978" y="1804395"/>
                </a:lnTo>
                <a:lnTo>
                  <a:pt x="1005218" y="1789121"/>
                </a:lnTo>
                <a:lnTo>
                  <a:pt x="1007648" y="1786851"/>
                </a:lnTo>
                <a:lnTo>
                  <a:pt x="1008555" y="1784969"/>
                </a:lnTo>
                <a:lnTo>
                  <a:pt x="1008692" y="1784413"/>
                </a:lnTo>
                <a:moveTo>
                  <a:pt x="1006582" y="1777176"/>
                </a:moveTo>
                <a:lnTo>
                  <a:pt x="1005058" y="1776117"/>
                </a:lnTo>
                <a:lnTo>
                  <a:pt x="1002011" y="1775142"/>
                </a:lnTo>
                <a:lnTo>
                  <a:pt x="973162" y="1773824"/>
                </a:lnTo>
                <a:lnTo>
                  <a:pt x="942744" y="1772027"/>
                </a:lnTo>
                <a:lnTo>
                  <a:pt x="922381" y="1771996"/>
                </a:lnTo>
                <a:lnTo>
                  <a:pt x="920713" y="1771935"/>
                </a:lnTo>
                <a:moveTo>
                  <a:pt x="814596" y="1642804"/>
                </a:moveTo>
                <a:lnTo>
                  <a:pt x="898331" y="1634051"/>
                </a:lnTo>
                <a:lnTo>
                  <a:pt x="915525" y="1647977"/>
                </a:lnTo>
                <a:lnTo>
                  <a:pt x="916188" y="1648061"/>
                </a:lnTo>
                <a:moveTo>
                  <a:pt x="927340" y="1649089"/>
                </a:moveTo>
                <a:lnTo>
                  <a:pt x="1011792" y="1653409"/>
                </a:lnTo>
                <a:moveTo>
                  <a:pt x="1020393" y="1653721"/>
                </a:moveTo>
                <a:lnTo>
                  <a:pt x="1045600" y="1654231"/>
                </a:lnTo>
                <a:lnTo>
                  <a:pt x="1052578" y="1653523"/>
                </a:lnTo>
                <a:lnTo>
                  <a:pt x="1109674" y="1637419"/>
                </a:lnTo>
                <a:moveTo>
                  <a:pt x="986364" y="2039837"/>
                </a:moveTo>
                <a:lnTo>
                  <a:pt x="986371" y="2039685"/>
                </a:lnTo>
                <a:moveTo>
                  <a:pt x="761583" y="1628285"/>
                </a:moveTo>
                <a:lnTo>
                  <a:pt x="762550" y="1629625"/>
                </a:lnTo>
                <a:lnTo>
                  <a:pt x="764714" y="1641060"/>
                </a:lnTo>
                <a:lnTo>
                  <a:pt x="766435" y="1662961"/>
                </a:lnTo>
                <a:lnTo>
                  <a:pt x="765102" y="1664942"/>
                </a:lnTo>
                <a:moveTo>
                  <a:pt x="888032" y="2019737"/>
                </a:moveTo>
                <a:lnTo>
                  <a:pt x="886539" y="2019661"/>
                </a:lnTo>
                <a:lnTo>
                  <a:pt x="878868" y="2019181"/>
                </a:lnTo>
                <a:lnTo>
                  <a:pt x="877306" y="2019158"/>
                </a:lnTo>
                <a:lnTo>
                  <a:pt x="875325" y="2019250"/>
                </a:lnTo>
                <a:lnTo>
                  <a:pt x="873787" y="2019631"/>
                </a:lnTo>
                <a:lnTo>
                  <a:pt x="871974" y="2020332"/>
                </a:lnTo>
                <a:lnTo>
                  <a:pt x="850316" y="2033945"/>
                </a:lnTo>
                <a:lnTo>
                  <a:pt x="847010" y="2036062"/>
                </a:lnTo>
                <a:moveTo>
                  <a:pt x="930243" y="1830608"/>
                </a:moveTo>
                <a:lnTo>
                  <a:pt x="917026" y="1808120"/>
                </a:lnTo>
                <a:lnTo>
                  <a:pt x="916569" y="1807343"/>
                </a:lnTo>
                <a:moveTo>
                  <a:pt x="915182" y="1802422"/>
                </a:moveTo>
                <a:lnTo>
                  <a:pt x="914992" y="1794088"/>
                </a:lnTo>
                <a:lnTo>
                  <a:pt x="916142" y="1776087"/>
                </a:lnTo>
                <a:moveTo>
                  <a:pt x="565986" y="1915624"/>
                </a:moveTo>
                <a:lnTo>
                  <a:pt x="565186" y="1911647"/>
                </a:lnTo>
                <a:lnTo>
                  <a:pt x="557218" y="1881016"/>
                </a:lnTo>
                <a:lnTo>
                  <a:pt x="556083" y="1876887"/>
                </a:lnTo>
                <a:moveTo>
                  <a:pt x="630502" y="1853919"/>
                </a:moveTo>
                <a:lnTo>
                  <a:pt x="652997" y="1848084"/>
                </a:lnTo>
                <a:lnTo>
                  <a:pt x="663289" y="1845486"/>
                </a:lnTo>
                <a:moveTo>
                  <a:pt x="758246" y="1628551"/>
                </a:moveTo>
                <a:lnTo>
                  <a:pt x="757142" y="1630761"/>
                </a:lnTo>
                <a:lnTo>
                  <a:pt x="761240" y="1663891"/>
                </a:lnTo>
                <a:lnTo>
                  <a:pt x="761819" y="1664858"/>
                </a:lnTo>
                <a:moveTo>
                  <a:pt x="711343" y="1801957"/>
                </a:moveTo>
                <a:lnTo>
                  <a:pt x="711069" y="1799893"/>
                </a:lnTo>
                <a:lnTo>
                  <a:pt x="710970" y="1799009"/>
                </a:lnTo>
                <a:lnTo>
                  <a:pt x="713224" y="1759480"/>
                </a:lnTo>
                <a:moveTo>
                  <a:pt x="790683" y="1889990"/>
                </a:moveTo>
                <a:lnTo>
                  <a:pt x="803108" y="1894812"/>
                </a:lnTo>
                <a:lnTo>
                  <a:pt x="808174" y="1896625"/>
                </a:lnTo>
                <a:lnTo>
                  <a:pt x="820926" y="1903252"/>
                </a:lnTo>
                <a:lnTo>
                  <a:pt x="826403" y="1901477"/>
                </a:lnTo>
                <a:lnTo>
                  <a:pt x="927912" y="1839803"/>
                </a:lnTo>
                <a:moveTo>
                  <a:pt x="657210" y="1998933"/>
                </a:moveTo>
                <a:lnTo>
                  <a:pt x="656060" y="1997227"/>
                </a:lnTo>
                <a:lnTo>
                  <a:pt x="645562" y="1979454"/>
                </a:lnTo>
                <a:lnTo>
                  <a:pt x="643231" y="1974129"/>
                </a:lnTo>
                <a:lnTo>
                  <a:pt x="645258" y="1949554"/>
                </a:lnTo>
                <a:lnTo>
                  <a:pt x="644260" y="1939133"/>
                </a:lnTo>
                <a:lnTo>
                  <a:pt x="636733" y="1911358"/>
                </a:lnTo>
                <a:lnTo>
                  <a:pt x="636010" y="1908516"/>
                </a:lnTo>
                <a:moveTo>
                  <a:pt x="1035103" y="2023044"/>
                </a:moveTo>
                <a:lnTo>
                  <a:pt x="1035910" y="2007130"/>
                </a:lnTo>
                <a:lnTo>
                  <a:pt x="1036002" y="2004410"/>
                </a:lnTo>
                <a:lnTo>
                  <a:pt x="1036002" y="2003031"/>
                </a:lnTo>
                <a:lnTo>
                  <a:pt x="1035918" y="2001927"/>
                </a:lnTo>
                <a:lnTo>
                  <a:pt x="1035674" y="2000266"/>
                </a:lnTo>
                <a:lnTo>
                  <a:pt x="1035164" y="1998796"/>
                </a:lnTo>
                <a:lnTo>
                  <a:pt x="1034204" y="1996853"/>
                </a:lnTo>
                <a:lnTo>
                  <a:pt x="1007701" y="1954871"/>
                </a:lnTo>
                <a:lnTo>
                  <a:pt x="1002209" y="1946171"/>
                </a:lnTo>
                <a:moveTo>
                  <a:pt x="997044" y="1937937"/>
                </a:moveTo>
                <a:lnTo>
                  <a:pt x="977801" y="1907176"/>
                </a:lnTo>
                <a:moveTo>
                  <a:pt x="734897" y="2013026"/>
                </a:moveTo>
                <a:lnTo>
                  <a:pt x="731705" y="2015182"/>
                </a:lnTo>
                <a:lnTo>
                  <a:pt x="652099" y="2065978"/>
                </a:lnTo>
                <a:moveTo>
                  <a:pt x="740725" y="2016050"/>
                </a:moveTo>
                <a:lnTo>
                  <a:pt x="740740" y="2016203"/>
                </a:lnTo>
                <a:moveTo>
                  <a:pt x="740976" y="2016256"/>
                </a:moveTo>
                <a:lnTo>
                  <a:pt x="741822" y="2017650"/>
                </a:lnTo>
                <a:lnTo>
                  <a:pt x="742233" y="2018328"/>
                </a:lnTo>
                <a:moveTo>
                  <a:pt x="746629" y="2025580"/>
                </a:moveTo>
                <a:lnTo>
                  <a:pt x="746903" y="2026037"/>
                </a:lnTo>
                <a:lnTo>
                  <a:pt x="747071" y="2026312"/>
                </a:lnTo>
                <a:moveTo>
                  <a:pt x="708654" y="1972141"/>
                </a:moveTo>
                <a:lnTo>
                  <a:pt x="663038" y="2000251"/>
                </a:lnTo>
                <a:moveTo>
                  <a:pt x="656014" y="2004631"/>
                </a:moveTo>
                <a:lnTo>
                  <a:pt x="625893" y="2023683"/>
                </a:lnTo>
                <a:moveTo>
                  <a:pt x="738150" y="2004304"/>
                </a:moveTo>
                <a:lnTo>
                  <a:pt x="717719" y="1973741"/>
                </a:lnTo>
                <a:lnTo>
                  <a:pt x="716592" y="1972057"/>
                </a:lnTo>
                <a:moveTo>
                  <a:pt x="662223" y="1813163"/>
                </a:moveTo>
                <a:lnTo>
                  <a:pt x="659541" y="1801965"/>
                </a:lnTo>
                <a:lnTo>
                  <a:pt x="659198" y="1798133"/>
                </a:lnTo>
                <a:lnTo>
                  <a:pt x="661133" y="1764828"/>
                </a:lnTo>
                <a:moveTo>
                  <a:pt x="661750" y="1753866"/>
                </a:moveTo>
                <a:lnTo>
                  <a:pt x="663312" y="1725618"/>
                </a:lnTo>
                <a:lnTo>
                  <a:pt x="663624" y="1720126"/>
                </a:lnTo>
                <a:moveTo>
                  <a:pt x="712158" y="1965064"/>
                </a:moveTo>
                <a:lnTo>
                  <a:pt x="710764" y="1962740"/>
                </a:lnTo>
                <a:lnTo>
                  <a:pt x="698926" y="1943025"/>
                </a:lnTo>
                <a:lnTo>
                  <a:pt x="691354" y="1927614"/>
                </a:lnTo>
                <a:lnTo>
                  <a:pt x="689525" y="1920476"/>
                </a:lnTo>
                <a:moveTo>
                  <a:pt x="686813" y="1909842"/>
                </a:moveTo>
                <a:lnTo>
                  <a:pt x="683591" y="1897173"/>
                </a:lnTo>
                <a:lnTo>
                  <a:pt x="683210" y="1895711"/>
                </a:lnTo>
                <a:moveTo>
                  <a:pt x="680399" y="1885091"/>
                </a:moveTo>
                <a:lnTo>
                  <a:pt x="676666" y="1871128"/>
                </a:lnTo>
                <a:moveTo>
                  <a:pt x="674495" y="1862923"/>
                </a:moveTo>
                <a:lnTo>
                  <a:pt x="670709" y="1847566"/>
                </a:lnTo>
                <a:moveTo>
                  <a:pt x="668515" y="1838683"/>
                </a:moveTo>
                <a:lnTo>
                  <a:pt x="668439" y="1838378"/>
                </a:lnTo>
                <a:lnTo>
                  <a:pt x="664820" y="1823836"/>
                </a:lnTo>
                <a:moveTo>
                  <a:pt x="1005271" y="1938538"/>
                </a:moveTo>
                <a:lnTo>
                  <a:pt x="1004654" y="1938927"/>
                </a:lnTo>
                <a:lnTo>
                  <a:pt x="1003504" y="1939643"/>
                </a:lnTo>
                <a:moveTo>
                  <a:pt x="890592" y="2174647"/>
                </a:moveTo>
                <a:lnTo>
                  <a:pt x="892877" y="2129069"/>
                </a:lnTo>
                <a:lnTo>
                  <a:pt x="893151" y="2123478"/>
                </a:lnTo>
                <a:lnTo>
                  <a:pt x="893555" y="2115494"/>
                </a:lnTo>
                <a:lnTo>
                  <a:pt x="895810" y="2070648"/>
                </a:lnTo>
                <a:lnTo>
                  <a:pt x="897349" y="2039864"/>
                </a:lnTo>
                <a:moveTo>
                  <a:pt x="653058" y="2075287"/>
                </a:moveTo>
                <a:lnTo>
                  <a:pt x="652738" y="2074769"/>
                </a:lnTo>
                <a:lnTo>
                  <a:pt x="650834" y="2071859"/>
                </a:lnTo>
                <a:moveTo>
                  <a:pt x="646233" y="2064637"/>
                </a:moveTo>
                <a:lnTo>
                  <a:pt x="625962" y="2031873"/>
                </a:lnTo>
                <a:lnTo>
                  <a:pt x="624537" y="2029572"/>
                </a:lnTo>
                <a:moveTo>
                  <a:pt x="562314" y="2108615"/>
                </a:moveTo>
                <a:lnTo>
                  <a:pt x="559099" y="2104448"/>
                </a:lnTo>
                <a:moveTo>
                  <a:pt x="668157" y="2096564"/>
                </a:moveTo>
                <a:lnTo>
                  <a:pt x="670069" y="2094888"/>
                </a:lnTo>
                <a:lnTo>
                  <a:pt x="749105" y="2045204"/>
                </a:lnTo>
                <a:lnTo>
                  <a:pt x="750842" y="2044069"/>
                </a:lnTo>
                <a:lnTo>
                  <a:pt x="752914" y="2042721"/>
                </a:lnTo>
                <a:lnTo>
                  <a:pt x="753028" y="2042637"/>
                </a:lnTo>
                <a:moveTo>
                  <a:pt x="781191" y="2072400"/>
                </a:moveTo>
                <a:lnTo>
                  <a:pt x="780407" y="2071166"/>
                </a:lnTo>
                <a:lnTo>
                  <a:pt x="776727" y="2065308"/>
                </a:lnTo>
                <a:lnTo>
                  <a:pt x="762116" y="2042096"/>
                </a:lnTo>
                <a:moveTo>
                  <a:pt x="526533" y="1937525"/>
                </a:moveTo>
                <a:lnTo>
                  <a:pt x="531705" y="1963114"/>
                </a:lnTo>
                <a:lnTo>
                  <a:pt x="535674" y="1974320"/>
                </a:lnTo>
                <a:lnTo>
                  <a:pt x="540740" y="1984665"/>
                </a:lnTo>
                <a:lnTo>
                  <a:pt x="572423" y="2036192"/>
                </a:lnTo>
                <a:lnTo>
                  <a:pt x="574389" y="2039392"/>
                </a:lnTo>
                <a:lnTo>
                  <a:pt x="578037" y="2045318"/>
                </a:lnTo>
                <a:moveTo>
                  <a:pt x="599055" y="2197920"/>
                </a:moveTo>
                <a:lnTo>
                  <a:pt x="598133" y="2197036"/>
                </a:lnTo>
                <a:lnTo>
                  <a:pt x="597661" y="2196419"/>
                </a:lnTo>
                <a:lnTo>
                  <a:pt x="597151" y="2195383"/>
                </a:lnTo>
                <a:lnTo>
                  <a:pt x="596937" y="2194225"/>
                </a:lnTo>
                <a:lnTo>
                  <a:pt x="597562" y="2176460"/>
                </a:lnTo>
                <a:moveTo>
                  <a:pt x="603138" y="2126045"/>
                </a:moveTo>
                <a:lnTo>
                  <a:pt x="603382" y="2125603"/>
                </a:lnTo>
                <a:moveTo>
                  <a:pt x="681686" y="2124034"/>
                </a:moveTo>
                <a:lnTo>
                  <a:pt x="681526" y="2123645"/>
                </a:lnTo>
                <a:lnTo>
                  <a:pt x="680102" y="2121390"/>
                </a:lnTo>
                <a:lnTo>
                  <a:pt x="667388" y="2100875"/>
                </a:lnTo>
                <a:lnTo>
                  <a:pt x="666824" y="2099771"/>
                </a:lnTo>
                <a:lnTo>
                  <a:pt x="666862" y="2099100"/>
                </a:lnTo>
                <a:moveTo>
                  <a:pt x="1026007" y="2204532"/>
                </a:moveTo>
                <a:lnTo>
                  <a:pt x="1026114" y="2202391"/>
                </a:lnTo>
                <a:moveTo>
                  <a:pt x="545966" y="1382928"/>
                </a:moveTo>
                <a:lnTo>
                  <a:pt x="546027" y="1382562"/>
                </a:lnTo>
                <a:lnTo>
                  <a:pt x="547939" y="1349280"/>
                </a:lnTo>
                <a:lnTo>
                  <a:pt x="548282" y="1347352"/>
                </a:lnTo>
                <a:lnTo>
                  <a:pt x="549242" y="1345288"/>
                </a:lnTo>
                <a:lnTo>
                  <a:pt x="550842" y="1343795"/>
                </a:lnTo>
                <a:lnTo>
                  <a:pt x="552358" y="1343208"/>
                </a:lnTo>
                <a:lnTo>
                  <a:pt x="557164" y="1341921"/>
                </a:lnTo>
                <a:lnTo>
                  <a:pt x="626548" y="1323676"/>
                </a:lnTo>
                <a:lnTo>
                  <a:pt x="630281" y="1322541"/>
                </a:lnTo>
                <a:moveTo>
                  <a:pt x="965978" y="2252654"/>
                </a:moveTo>
                <a:lnTo>
                  <a:pt x="967829" y="2251908"/>
                </a:lnTo>
                <a:lnTo>
                  <a:pt x="972004" y="2252129"/>
                </a:lnTo>
                <a:lnTo>
                  <a:pt x="974419" y="2252258"/>
                </a:lnTo>
                <a:moveTo>
                  <a:pt x="699619" y="2324834"/>
                </a:moveTo>
                <a:lnTo>
                  <a:pt x="702575" y="2324963"/>
                </a:lnTo>
                <a:lnTo>
                  <a:pt x="735819" y="2326510"/>
                </a:lnTo>
                <a:moveTo>
                  <a:pt x="759617" y="2327782"/>
                </a:moveTo>
                <a:lnTo>
                  <a:pt x="782799" y="2328886"/>
                </a:lnTo>
                <a:lnTo>
                  <a:pt x="788055" y="2329138"/>
                </a:lnTo>
                <a:moveTo>
                  <a:pt x="795360" y="2324148"/>
                </a:moveTo>
                <a:lnTo>
                  <a:pt x="795574" y="2319753"/>
                </a:lnTo>
                <a:moveTo>
                  <a:pt x="764097" y="2035316"/>
                </a:moveTo>
                <a:lnTo>
                  <a:pt x="766832" y="2033610"/>
                </a:lnTo>
                <a:lnTo>
                  <a:pt x="851702" y="1982958"/>
                </a:lnTo>
                <a:lnTo>
                  <a:pt x="905926" y="1947375"/>
                </a:lnTo>
                <a:lnTo>
                  <a:pt x="965666" y="1909872"/>
                </a:lnTo>
                <a:lnTo>
                  <a:pt x="968675" y="1907914"/>
                </a:lnTo>
                <a:moveTo>
                  <a:pt x="760684" y="1944511"/>
                </a:moveTo>
                <a:lnTo>
                  <a:pt x="754666" y="1934806"/>
                </a:lnTo>
                <a:lnTo>
                  <a:pt x="738851" y="1908851"/>
                </a:lnTo>
                <a:lnTo>
                  <a:pt x="738402" y="1908135"/>
                </a:lnTo>
                <a:moveTo>
                  <a:pt x="953767" y="1869231"/>
                </a:moveTo>
                <a:lnTo>
                  <a:pt x="935842" y="1839948"/>
                </a:lnTo>
                <a:moveTo>
                  <a:pt x="679706" y="1865932"/>
                </a:moveTo>
                <a:lnTo>
                  <a:pt x="694545" y="1862100"/>
                </a:lnTo>
                <a:lnTo>
                  <a:pt x="909659" y="1806558"/>
                </a:lnTo>
                <a:moveTo>
                  <a:pt x="980566" y="2182440"/>
                </a:moveTo>
                <a:lnTo>
                  <a:pt x="980871" y="2176552"/>
                </a:lnTo>
                <a:lnTo>
                  <a:pt x="981138" y="2171630"/>
                </a:lnTo>
                <a:moveTo>
                  <a:pt x="694515" y="2147383"/>
                </a:moveTo>
                <a:lnTo>
                  <a:pt x="694652" y="2148556"/>
                </a:lnTo>
                <a:lnTo>
                  <a:pt x="694424" y="2153721"/>
                </a:lnTo>
                <a:lnTo>
                  <a:pt x="693776" y="2163517"/>
                </a:lnTo>
                <a:lnTo>
                  <a:pt x="693403" y="2172217"/>
                </a:lnTo>
                <a:lnTo>
                  <a:pt x="693045" y="2180208"/>
                </a:lnTo>
                <a:lnTo>
                  <a:pt x="692831" y="2184497"/>
                </a:lnTo>
                <a:lnTo>
                  <a:pt x="692854" y="2186478"/>
                </a:lnTo>
                <a:lnTo>
                  <a:pt x="693022" y="2187955"/>
                </a:lnTo>
                <a:lnTo>
                  <a:pt x="693387" y="2188672"/>
                </a:lnTo>
                <a:lnTo>
                  <a:pt x="694142" y="2189563"/>
                </a:lnTo>
                <a:lnTo>
                  <a:pt x="694858" y="2190165"/>
                </a:lnTo>
                <a:lnTo>
                  <a:pt x="696320" y="2190827"/>
                </a:lnTo>
                <a:lnTo>
                  <a:pt x="697455" y="2191132"/>
                </a:lnTo>
                <a:lnTo>
                  <a:pt x="699017" y="2191315"/>
                </a:lnTo>
                <a:lnTo>
                  <a:pt x="747650" y="2193539"/>
                </a:lnTo>
                <a:lnTo>
                  <a:pt x="791338" y="2195855"/>
                </a:lnTo>
                <a:lnTo>
                  <a:pt x="794401" y="2196008"/>
                </a:lnTo>
                <a:moveTo>
                  <a:pt x="693121" y="2140679"/>
                </a:moveTo>
                <a:lnTo>
                  <a:pt x="692001" y="2138729"/>
                </a:lnTo>
                <a:moveTo>
                  <a:pt x="689243" y="2132413"/>
                </a:moveTo>
                <a:lnTo>
                  <a:pt x="689175" y="2132276"/>
                </a:lnTo>
                <a:moveTo>
                  <a:pt x="887339" y="2293059"/>
                </a:moveTo>
                <a:lnTo>
                  <a:pt x="887217" y="2292976"/>
                </a:lnTo>
                <a:moveTo>
                  <a:pt x="848968" y="2309712"/>
                </a:moveTo>
                <a:lnTo>
                  <a:pt x="849684" y="2296678"/>
                </a:lnTo>
                <a:moveTo>
                  <a:pt x="850164" y="2287933"/>
                </a:moveTo>
                <a:lnTo>
                  <a:pt x="850811" y="2276110"/>
                </a:lnTo>
                <a:moveTo>
                  <a:pt x="886958" y="2314900"/>
                </a:moveTo>
                <a:lnTo>
                  <a:pt x="886508" y="2314885"/>
                </a:lnTo>
                <a:lnTo>
                  <a:pt x="885907" y="2314519"/>
                </a:lnTo>
                <a:moveTo>
                  <a:pt x="545429" y="2135087"/>
                </a:moveTo>
                <a:lnTo>
                  <a:pt x="545494" y="2132185"/>
                </a:lnTo>
                <a:lnTo>
                  <a:pt x="545399" y="2130559"/>
                </a:lnTo>
                <a:moveTo>
                  <a:pt x="550301" y="2115094"/>
                </a:moveTo>
                <a:lnTo>
                  <a:pt x="550148" y="2115094"/>
                </a:lnTo>
                <a:moveTo>
                  <a:pt x="1009027" y="2353584"/>
                </a:moveTo>
                <a:lnTo>
                  <a:pt x="999825" y="2353286"/>
                </a:lnTo>
                <a:lnTo>
                  <a:pt x="993288" y="2353096"/>
                </a:lnTo>
                <a:lnTo>
                  <a:pt x="977504" y="2352441"/>
                </a:lnTo>
                <a:lnTo>
                  <a:pt x="972286" y="2352228"/>
                </a:lnTo>
                <a:lnTo>
                  <a:pt x="956555" y="2351481"/>
                </a:lnTo>
                <a:lnTo>
                  <a:pt x="949981" y="2351230"/>
                </a:lnTo>
                <a:lnTo>
                  <a:pt x="923067" y="2349973"/>
                </a:lnTo>
                <a:lnTo>
                  <a:pt x="899436" y="2348876"/>
                </a:lnTo>
                <a:moveTo>
                  <a:pt x="1023173" y="2265483"/>
                </a:moveTo>
                <a:lnTo>
                  <a:pt x="1023387" y="2261034"/>
                </a:lnTo>
                <a:moveTo>
                  <a:pt x="748724" y="2373489"/>
                </a:moveTo>
                <a:lnTo>
                  <a:pt x="745433" y="2373344"/>
                </a:lnTo>
                <a:moveTo>
                  <a:pt x="1019265" y="2346514"/>
                </a:moveTo>
                <a:lnTo>
                  <a:pt x="1019479" y="2342461"/>
                </a:lnTo>
                <a:lnTo>
                  <a:pt x="1021886" y="2293501"/>
                </a:lnTo>
                <a:lnTo>
                  <a:pt x="1022305" y="2284946"/>
                </a:lnTo>
                <a:lnTo>
                  <a:pt x="1022488" y="2280871"/>
                </a:lnTo>
                <a:lnTo>
                  <a:pt x="1023158" y="2265704"/>
                </a:lnTo>
                <a:moveTo>
                  <a:pt x="1002826" y="2434722"/>
                </a:moveTo>
                <a:lnTo>
                  <a:pt x="995193" y="2434348"/>
                </a:lnTo>
                <a:lnTo>
                  <a:pt x="991483" y="2434127"/>
                </a:lnTo>
                <a:moveTo>
                  <a:pt x="412897" y="2633617"/>
                </a:moveTo>
                <a:lnTo>
                  <a:pt x="412752" y="2634623"/>
                </a:lnTo>
                <a:lnTo>
                  <a:pt x="412303" y="2637312"/>
                </a:lnTo>
                <a:lnTo>
                  <a:pt x="412105" y="2640031"/>
                </a:lnTo>
                <a:lnTo>
                  <a:pt x="412150" y="2646781"/>
                </a:lnTo>
                <a:lnTo>
                  <a:pt x="412189" y="2653416"/>
                </a:lnTo>
                <a:lnTo>
                  <a:pt x="413232" y="2697043"/>
                </a:lnTo>
                <a:moveTo>
                  <a:pt x="525192" y="2481153"/>
                </a:moveTo>
                <a:lnTo>
                  <a:pt x="525588" y="2477869"/>
                </a:lnTo>
                <a:lnTo>
                  <a:pt x="526312" y="2467989"/>
                </a:lnTo>
                <a:lnTo>
                  <a:pt x="527318" y="2452707"/>
                </a:lnTo>
                <a:moveTo>
                  <a:pt x="511564" y="2477237"/>
                </a:moveTo>
                <a:lnTo>
                  <a:pt x="511549" y="2477511"/>
                </a:lnTo>
                <a:moveTo>
                  <a:pt x="522526" y="2494796"/>
                </a:moveTo>
                <a:lnTo>
                  <a:pt x="523082" y="2492922"/>
                </a:lnTo>
                <a:lnTo>
                  <a:pt x="523638" y="2490736"/>
                </a:lnTo>
                <a:lnTo>
                  <a:pt x="523935" y="2488923"/>
                </a:lnTo>
                <a:moveTo>
                  <a:pt x="443189" y="2603500"/>
                </a:moveTo>
                <a:lnTo>
                  <a:pt x="447581" y="2597942"/>
                </a:lnTo>
                <a:lnTo>
                  <a:pt x="454018" y="2590027"/>
                </a:lnTo>
                <a:lnTo>
                  <a:pt x="463051" y="2578157"/>
                </a:lnTo>
                <a:moveTo>
                  <a:pt x="1013453" y="437571"/>
                </a:moveTo>
                <a:lnTo>
                  <a:pt x="943102" y="463769"/>
                </a:lnTo>
                <a:lnTo>
                  <a:pt x="926830" y="469589"/>
                </a:lnTo>
                <a:moveTo>
                  <a:pt x="950103" y="485023"/>
                </a:moveTo>
                <a:lnTo>
                  <a:pt x="1020568" y="460753"/>
                </a:lnTo>
                <a:moveTo>
                  <a:pt x="944183" y="957766"/>
                </a:moveTo>
                <a:lnTo>
                  <a:pt x="1050247" y="900023"/>
                </a:lnTo>
                <a:moveTo>
                  <a:pt x="988771" y="589860"/>
                </a:moveTo>
                <a:lnTo>
                  <a:pt x="989213" y="591628"/>
                </a:lnTo>
                <a:lnTo>
                  <a:pt x="998461" y="626190"/>
                </a:lnTo>
                <a:lnTo>
                  <a:pt x="1000838" y="629702"/>
                </a:lnTo>
                <a:lnTo>
                  <a:pt x="1005652" y="629687"/>
                </a:lnTo>
                <a:lnTo>
                  <a:pt x="1040260" y="619616"/>
                </a:lnTo>
                <a:lnTo>
                  <a:pt x="1042660" y="616896"/>
                </a:lnTo>
                <a:lnTo>
                  <a:pt x="1042538" y="613171"/>
                </a:lnTo>
                <a:lnTo>
                  <a:pt x="1033275" y="581328"/>
                </a:lnTo>
                <a:moveTo>
                  <a:pt x="1237076" y="1063678"/>
                </a:moveTo>
                <a:lnTo>
                  <a:pt x="1236939" y="1063754"/>
                </a:lnTo>
                <a:lnTo>
                  <a:pt x="1219151" y="1072179"/>
                </a:lnTo>
                <a:lnTo>
                  <a:pt x="1177253" y="1093296"/>
                </a:lnTo>
                <a:lnTo>
                  <a:pt x="1142104" y="1109667"/>
                </a:lnTo>
                <a:lnTo>
                  <a:pt x="1131987" y="1114641"/>
                </a:lnTo>
                <a:moveTo>
                  <a:pt x="1124324" y="1118374"/>
                </a:moveTo>
                <a:lnTo>
                  <a:pt x="1050796" y="1153911"/>
                </a:lnTo>
                <a:lnTo>
                  <a:pt x="1048183" y="1155100"/>
                </a:lnTo>
                <a:lnTo>
                  <a:pt x="1045524" y="1155732"/>
                </a:lnTo>
                <a:lnTo>
                  <a:pt x="1045197" y="1155808"/>
                </a:lnTo>
                <a:moveTo>
                  <a:pt x="1034120" y="1158436"/>
                </a:moveTo>
                <a:lnTo>
                  <a:pt x="1033915" y="1158482"/>
                </a:lnTo>
                <a:lnTo>
                  <a:pt x="1031698" y="1159015"/>
                </a:lnTo>
                <a:lnTo>
                  <a:pt x="1011084" y="1165605"/>
                </a:lnTo>
                <a:lnTo>
                  <a:pt x="1004426" y="1168766"/>
                </a:lnTo>
                <a:lnTo>
                  <a:pt x="947154" y="1186272"/>
                </a:lnTo>
                <a:lnTo>
                  <a:pt x="929435" y="1191757"/>
                </a:lnTo>
                <a:lnTo>
                  <a:pt x="911960" y="1196404"/>
                </a:lnTo>
                <a:lnTo>
                  <a:pt x="901295" y="1199238"/>
                </a:lnTo>
                <a:moveTo>
                  <a:pt x="893045" y="1201424"/>
                </a:moveTo>
                <a:lnTo>
                  <a:pt x="865399" y="1208684"/>
                </a:lnTo>
                <a:moveTo>
                  <a:pt x="1430898" y="883789"/>
                </a:moveTo>
                <a:lnTo>
                  <a:pt x="1443749" y="878395"/>
                </a:lnTo>
                <a:moveTo>
                  <a:pt x="1270610" y="897463"/>
                </a:moveTo>
                <a:lnTo>
                  <a:pt x="1275112" y="895680"/>
                </a:lnTo>
                <a:lnTo>
                  <a:pt x="1339049" y="870359"/>
                </a:lnTo>
                <a:lnTo>
                  <a:pt x="1427980" y="833976"/>
                </a:lnTo>
                <a:lnTo>
                  <a:pt x="1431195" y="832665"/>
                </a:lnTo>
                <a:lnTo>
                  <a:pt x="1432048" y="832315"/>
                </a:lnTo>
                <a:moveTo>
                  <a:pt x="1124529" y="1031256"/>
                </a:moveTo>
                <a:lnTo>
                  <a:pt x="1111053" y="1002643"/>
                </a:lnTo>
                <a:moveTo>
                  <a:pt x="1453546" y="820789"/>
                </a:moveTo>
                <a:lnTo>
                  <a:pt x="1454803" y="820248"/>
                </a:lnTo>
                <a:lnTo>
                  <a:pt x="1461522" y="816515"/>
                </a:lnTo>
                <a:lnTo>
                  <a:pt x="1508075" y="796191"/>
                </a:lnTo>
                <a:lnTo>
                  <a:pt x="1515578" y="792801"/>
                </a:lnTo>
                <a:lnTo>
                  <a:pt x="1597402" y="755839"/>
                </a:lnTo>
                <a:moveTo>
                  <a:pt x="1404532" y="677504"/>
                </a:moveTo>
                <a:lnTo>
                  <a:pt x="1408417" y="675935"/>
                </a:lnTo>
                <a:lnTo>
                  <a:pt x="1416180" y="672979"/>
                </a:lnTo>
                <a:lnTo>
                  <a:pt x="1434928" y="664691"/>
                </a:lnTo>
                <a:lnTo>
                  <a:pt x="1437015" y="663929"/>
                </a:lnTo>
                <a:moveTo>
                  <a:pt x="1273566" y="372751"/>
                </a:moveTo>
                <a:lnTo>
                  <a:pt x="1274434" y="372469"/>
                </a:lnTo>
                <a:lnTo>
                  <a:pt x="1282364" y="369803"/>
                </a:lnTo>
                <a:moveTo>
                  <a:pt x="1246316" y="356410"/>
                </a:moveTo>
                <a:lnTo>
                  <a:pt x="1243848" y="357248"/>
                </a:lnTo>
                <a:lnTo>
                  <a:pt x="1155336" y="387385"/>
                </a:lnTo>
                <a:lnTo>
                  <a:pt x="1152891" y="387042"/>
                </a:lnTo>
                <a:lnTo>
                  <a:pt x="1151420" y="385503"/>
                </a:lnTo>
                <a:lnTo>
                  <a:pt x="1143703" y="360585"/>
                </a:lnTo>
                <a:moveTo>
                  <a:pt x="1428658" y="293898"/>
                </a:moveTo>
                <a:lnTo>
                  <a:pt x="1423889" y="295216"/>
                </a:lnTo>
                <a:lnTo>
                  <a:pt x="1337396" y="324507"/>
                </a:lnTo>
                <a:moveTo>
                  <a:pt x="1329435" y="327264"/>
                </a:moveTo>
                <a:lnTo>
                  <a:pt x="1266351" y="349592"/>
                </a:lnTo>
                <a:lnTo>
                  <a:pt x="1264569" y="350194"/>
                </a:lnTo>
                <a:moveTo>
                  <a:pt x="864615" y="1286036"/>
                </a:moveTo>
                <a:lnTo>
                  <a:pt x="865643" y="1287103"/>
                </a:lnTo>
                <a:lnTo>
                  <a:pt x="867418" y="1288367"/>
                </a:lnTo>
                <a:lnTo>
                  <a:pt x="869901" y="1288961"/>
                </a:lnTo>
                <a:lnTo>
                  <a:pt x="872872" y="1288497"/>
                </a:lnTo>
                <a:lnTo>
                  <a:pt x="967220" y="1264249"/>
                </a:lnTo>
                <a:moveTo>
                  <a:pt x="975402" y="1262108"/>
                </a:moveTo>
                <a:lnTo>
                  <a:pt x="1053873" y="1241113"/>
                </a:lnTo>
                <a:lnTo>
                  <a:pt x="1057926" y="1240123"/>
                </a:lnTo>
                <a:moveTo>
                  <a:pt x="1070983" y="1236969"/>
                </a:moveTo>
                <a:lnTo>
                  <a:pt x="1071646" y="1236809"/>
                </a:lnTo>
                <a:lnTo>
                  <a:pt x="1125405" y="1219410"/>
                </a:lnTo>
                <a:lnTo>
                  <a:pt x="1137762" y="1214123"/>
                </a:lnTo>
                <a:moveTo>
                  <a:pt x="1145326" y="1210969"/>
                </a:moveTo>
                <a:lnTo>
                  <a:pt x="1165369" y="1202849"/>
                </a:lnTo>
                <a:moveTo>
                  <a:pt x="1172674" y="1200061"/>
                </a:moveTo>
                <a:lnTo>
                  <a:pt x="1176278" y="1198773"/>
                </a:lnTo>
                <a:moveTo>
                  <a:pt x="1152076" y="1167090"/>
                </a:moveTo>
                <a:lnTo>
                  <a:pt x="1167311" y="1197737"/>
                </a:lnTo>
                <a:moveTo>
                  <a:pt x="1573984" y="1191430"/>
                </a:moveTo>
                <a:lnTo>
                  <a:pt x="1575744" y="1190561"/>
                </a:lnTo>
                <a:moveTo>
                  <a:pt x="1620126" y="796404"/>
                </a:moveTo>
                <a:lnTo>
                  <a:pt x="1602978" y="757957"/>
                </a:lnTo>
                <a:moveTo>
                  <a:pt x="1599581" y="750240"/>
                </a:moveTo>
                <a:lnTo>
                  <a:pt x="1584459" y="715495"/>
                </a:lnTo>
                <a:moveTo>
                  <a:pt x="1580856" y="707336"/>
                </a:moveTo>
                <a:lnTo>
                  <a:pt x="1580787" y="707199"/>
                </a:lnTo>
                <a:moveTo>
                  <a:pt x="1578106" y="701104"/>
                </a:moveTo>
                <a:lnTo>
                  <a:pt x="1563502" y="666847"/>
                </a:lnTo>
                <a:moveTo>
                  <a:pt x="1560158" y="659084"/>
                </a:moveTo>
                <a:lnTo>
                  <a:pt x="1545935" y="626487"/>
                </a:lnTo>
                <a:moveTo>
                  <a:pt x="1062375" y="971555"/>
                </a:moveTo>
                <a:lnTo>
                  <a:pt x="1062809" y="972431"/>
                </a:lnTo>
                <a:lnTo>
                  <a:pt x="1080894" y="1008524"/>
                </a:lnTo>
                <a:moveTo>
                  <a:pt x="1374556" y="969650"/>
                </a:moveTo>
                <a:lnTo>
                  <a:pt x="1394880" y="960966"/>
                </a:lnTo>
                <a:lnTo>
                  <a:pt x="1426068" y="947634"/>
                </a:lnTo>
                <a:moveTo>
                  <a:pt x="1370130" y="976240"/>
                </a:moveTo>
                <a:lnTo>
                  <a:pt x="1373253" y="983256"/>
                </a:lnTo>
                <a:lnTo>
                  <a:pt x="1399588" y="972156"/>
                </a:lnTo>
                <a:lnTo>
                  <a:pt x="1428612" y="959534"/>
                </a:lnTo>
                <a:moveTo>
                  <a:pt x="1368263" y="966222"/>
                </a:moveTo>
                <a:lnTo>
                  <a:pt x="1368203" y="966077"/>
                </a:lnTo>
                <a:moveTo>
                  <a:pt x="1437899" y="966077"/>
                </a:moveTo>
                <a:lnTo>
                  <a:pt x="1436550" y="962748"/>
                </a:lnTo>
                <a:moveTo>
                  <a:pt x="1434752" y="951001"/>
                </a:moveTo>
                <a:lnTo>
                  <a:pt x="1433899" y="948960"/>
                </a:lnTo>
                <a:moveTo>
                  <a:pt x="1429732" y="938851"/>
                </a:moveTo>
                <a:lnTo>
                  <a:pt x="1415228" y="903237"/>
                </a:lnTo>
                <a:lnTo>
                  <a:pt x="1412501" y="896267"/>
                </a:lnTo>
                <a:moveTo>
                  <a:pt x="1588740" y="1106993"/>
                </a:moveTo>
                <a:lnTo>
                  <a:pt x="1592679" y="1106726"/>
                </a:lnTo>
                <a:lnTo>
                  <a:pt x="1596853" y="1102971"/>
                </a:lnTo>
                <a:lnTo>
                  <a:pt x="1598324" y="1099969"/>
                </a:lnTo>
                <a:lnTo>
                  <a:pt x="1599245" y="1098072"/>
                </a:lnTo>
                <a:lnTo>
                  <a:pt x="1603610" y="1088885"/>
                </a:lnTo>
                <a:lnTo>
                  <a:pt x="1606406" y="1082989"/>
                </a:lnTo>
                <a:lnTo>
                  <a:pt x="1610581" y="1074007"/>
                </a:lnTo>
                <a:lnTo>
                  <a:pt x="1623828" y="1046964"/>
                </a:lnTo>
                <a:lnTo>
                  <a:pt x="1625139" y="1044686"/>
                </a:lnTo>
                <a:lnTo>
                  <a:pt x="1627226" y="1041060"/>
                </a:lnTo>
                <a:lnTo>
                  <a:pt x="1632612" y="1032711"/>
                </a:lnTo>
                <a:lnTo>
                  <a:pt x="1637952" y="1024392"/>
                </a:lnTo>
                <a:lnTo>
                  <a:pt x="1638637" y="1023417"/>
                </a:lnTo>
                <a:lnTo>
                  <a:pt x="1639856" y="1021688"/>
                </a:lnTo>
                <a:lnTo>
                  <a:pt x="1655610" y="999253"/>
                </a:lnTo>
                <a:moveTo>
                  <a:pt x="1086623" y="1010398"/>
                </a:moveTo>
                <a:lnTo>
                  <a:pt x="1105500" y="1000739"/>
                </a:lnTo>
                <a:moveTo>
                  <a:pt x="1112958" y="996945"/>
                </a:moveTo>
                <a:lnTo>
                  <a:pt x="1117574" y="994614"/>
                </a:lnTo>
                <a:lnTo>
                  <a:pt x="1132673" y="986988"/>
                </a:lnTo>
                <a:lnTo>
                  <a:pt x="1180574" y="963160"/>
                </a:lnTo>
                <a:moveTo>
                  <a:pt x="1655694" y="990333"/>
                </a:moveTo>
                <a:lnTo>
                  <a:pt x="1643757" y="972613"/>
                </a:lnTo>
                <a:moveTo>
                  <a:pt x="1209225" y="263579"/>
                </a:moveTo>
                <a:lnTo>
                  <a:pt x="1153652" y="281527"/>
                </a:lnTo>
                <a:lnTo>
                  <a:pt x="1107092" y="296557"/>
                </a:lnTo>
                <a:lnTo>
                  <a:pt x="1060570" y="311579"/>
                </a:lnTo>
                <a:moveTo>
                  <a:pt x="1238371" y="282639"/>
                </a:moveTo>
                <a:lnTo>
                  <a:pt x="1270061" y="271913"/>
                </a:lnTo>
                <a:lnTo>
                  <a:pt x="1306315" y="259808"/>
                </a:lnTo>
                <a:moveTo>
                  <a:pt x="1227896" y="258597"/>
                </a:moveTo>
                <a:lnTo>
                  <a:pt x="1230844" y="257606"/>
                </a:lnTo>
                <a:lnTo>
                  <a:pt x="1284162" y="239689"/>
                </a:lnTo>
                <a:moveTo>
                  <a:pt x="1571722" y="1100784"/>
                </a:moveTo>
                <a:lnTo>
                  <a:pt x="1587171" y="1106757"/>
                </a:lnTo>
                <a:moveTo>
                  <a:pt x="1638226" y="867593"/>
                </a:moveTo>
                <a:lnTo>
                  <a:pt x="1526426" y="918648"/>
                </a:lnTo>
                <a:moveTo>
                  <a:pt x="1253317" y="856464"/>
                </a:moveTo>
                <a:lnTo>
                  <a:pt x="1253233" y="856608"/>
                </a:lnTo>
                <a:lnTo>
                  <a:pt x="1252121" y="861446"/>
                </a:lnTo>
                <a:lnTo>
                  <a:pt x="1251451" y="867799"/>
                </a:lnTo>
                <a:lnTo>
                  <a:pt x="1251207" y="872949"/>
                </a:lnTo>
                <a:lnTo>
                  <a:pt x="1249447" y="877413"/>
                </a:lnTo>
                <a:lnTo>
                  <a:pt x="1248114" y="879470"/>
                </a:lnTo>
                <a:lnTo>
                  <a:pt x="1246842" y="880787"/>
                </a:lnTo>
                <a:lnTo>
                  <a:pt x="1244389" y="882585"/>
                </a:lnTo>
                <a:lnTo>
                  <a:pt x="1238965" y="884833"/>
                </a:lnTo>
                <a:lnTo>
                  <a:pt x="1183042" y="900967"/>
                </a:lnTo>
                <a:lnTo>
                  <a:pt x="1175721" y="902902"/>
                </a:lnTo>
                <a:lnTo>
                  <a:pt x="1174129" y="903397"/>
                </a:lnTo>
                <a:moveTo>
                  <a:pt x="1638493" y="968553"/>
                </a:moveTo>
                <a:lnTo>
                  <a:pt x="1617574" y="965079"/>
                </a:lnTo>
                <a:lnTo>
                  <a:pt x="1611381" y="963388"/>
                </a:lnTo>
                <a:lnTo>
                  <a:pt x="1599695" y="960204"/>
                </a:lnTo>
                <a:lnTo>
                  <a:pt x="1583484" y="954498"/>
                </a:lnTo>
                <a:moveTo>
                  <a:pt x="1575257" y="951207"/>
                </a:moveTo>
                <a:lnTo>
                  <a:pt x="1536413" y="932627"/>
                </a:lnTo>
                <a:lnTo>
                  <a:pt x="1525824" y="921901"/>
                </a:lnTo>
                <a:moveTo>
                  <a:pt x="1673573" y="914055"/>
                </a:moveTo>
                <a:lnTo>
                  <a:pt x="1688253" y="944062"/>
                </a:lnTo>
                <a:moveTo>
                  <a:pt x="1644450" y="858063"/>
                </a:moveTo>
                <a:lnTo>
                  <a:pt x="1642942" y="860859"/>
                </a:lnTo>
                <a:lnTo>
                  <a:pt x="1641144" y="865034"/>
                </a:lnTo>
                <a:moveTo>
                  <a:pt x="1641349" y="868888"/>
                </a:moveTo>
                <a:lnTo>
                  <a:pt x="1641822" y="870168"/>
                </a:lnTo>
                <a:lnTo>
                  <a:pt x="1646179" y="881968"/>
                </a:lnTo>
                <a:lnTo>
                  <a:pt x="1653469" y="896503"/>
                </a:lnTo>
                <a:lnTo>
                  <a:pt x="1657347" y="903131"/>
                </a:lnTo>
                <a:lnTo>
                  <a:pt x="1659457" y="906734"/>
                </a:lnTo>
                <a:moveTo>
                  <a:pt x="1662337" y="909324"/>
                </a:moveTo>
                <a:lnTo>
                  <a:pt x="1670495" y="911587"/>
                </a:lnTo>
                <a:moveTo>
                  <a:pt x="1673916" y="910330"/>
                </a:moveTo>
                <a:lnTo>
                  <a:pt x="1682166" y="898149"/>
                </a:lnTo>
                <a:lnTo>
                  <a:pt x="1733061" y="872438"/>
                </a:lnTo>
                <a:lnTo>
                  <a:pt x="1744648" y="870861"/>
                </a:lnTo>
                <a:lnTo>
                  <a:pt x="1751039" y="867334"/>
                </a:lnTo>
                <a:moveTo>
                  <a:pt x="1582372" y="949478"/>
                </a:moveTo>
                <a:lnTo>
                  <a:pt x="1658505" y="910017"/>
                </a:lnTo>
                <a:moveTo>
                  <a:pt x="1464416" y="651878"/>
                </a:moveTo>
                <a:lnTo>
                  <a:pt x="1475097" y="648069"/>
                </a:lnTo>
                <a:lnTo>
                  <a:pt x="1503131" y="636809"/>
                </a:lnTo>
                <a:lnTo>
                  <a:pt x="1536383" y="623920"/>
                </a:lnTo>
                <a:lnTo>
                  <a:pt x="1539056" y="622892"/>
                </a:lnTo>
                <a:moveTo>
                  <a:pt x="1154003" y="909355"/>
                </a:moveTo>
                <a:lnTo>
                  <a:pt x="1150468" y="910436"/>
                </a:lnTo>
                <a:lnTo>
                  <a:pt x="1147383" y="911548"/>
                </a:lnTo>
                <a:lnTo>
                  <a:pt x="1141738" y="913582"/>
                </a:lnTo>
                <a:lnTo>
                  <a:pt x="1121657" y="924217"/>
                </a:lnTo>
                <a:lnTo>
                  <a:pt x="1089868" y="943239"/>
                </a:lnTo>
                <a:lnTo>
                  <a:pt x="1081389" y="947954"/>
                </a:lnTo>
                <a:moveTo>
                  <a:pt x="1074046" y="951992"/>
                </a:moveTo>
                <a:lnTo>
                  <a:pt x="1022564" y="979972"/>
                </a:lnTo>
                <a:lnTo>
                  <a:pt x="1009118" y="986531"/>
                </a:lnTo>
                <a:moveTo>
                  <a:pt x="1623585" y="804190"/>
                </a:moveTo>
                <a:lnTo>
                  <a:pt x="1642782" y="847535"/>
                </a:lnTo>
                <a:lnTo>
                  <a:pt x="1644640" y="851504"/>
                </a:lnTo>
                <a:moveTo>
                  <a:pt x="1032284" y="843506"/>
                </a:moveTo>
                <a:lnTo>
                  <a:pt x="1032132" y="842424"/>
                </a:lnTo>
                <a:lnTo>
                  <a:pt x="1015159" y="801203"/>
                </a:lnTo>
                <a:lnTo>
                  <a:pt x="1013872" y="798613"/>
                </a:lnTo>
                <a:moveTo>
                  <a:pt x="1304060" y="774823"/>
                </a:moveTo>
                <a:lnTo>
                  <a:pt x="1321825" y="767868"/>
                </a:lnTo>
                <a:lnTo>
                  <a:pt x="1340923" y="760813"/>
                </a:lnTo>
                <a:lnTo>
                  <a:pt x="1370983" y="749828"/>
                </a:lnTo>
                <a:lnTo>
                  <a:pt x="1374929" y="751443"/>
                </a:lnTo>
                <a:moveTo>
                  <a:pt x="1647954" y="856326"/>
                </a:moveTo>
                <a:lnTo>
                  <a:pt x="1651215" y="856844"/>
                </a:lnTo>
                <a:lnTo>
                  <a:pt x="1656852" y="856380"/>
                </a:lnTo>
                <a:lnTo>
                  <a:pt x="1661141" y="854902"/>
                </a:lnTo>
                <a:moveTo>
                  <a:pt x="1313110" y="823935"/>
                </a:moveTo>
                <a:lnTo>
                  <a:pt x="1276346" y="840306"/>
                </a:lnTo>
                <a:lnTo>
                  <a:pt x="1264607" y="845334"/>
                </a:lnTo>
                <a:lnTo>
                  <a:pt x="1260821" y="847368"/>
                </a:lnTo>
                <a:moveTo>
                  <a:pt x="1255839" y="845410"/>
                </a:moveTo>
                <a:lnTo>
                  <a:pt x="1255816" y="845303"/>
                </a:lnTo>
                <a:lnTo>
                  <a:pt x="1239407" y="789906"/>
                </a:lnTo>
                <a:lnTo>
                  <a:pt x="1235910" y="778022"/>
                </a:lnTo>
                <a:lnTo>
                  <a:pt x="1226167" y="748510"/>
                </a:lnTo>
                <a:moveTo>
                  <a:pt x="1223775" y="740550"/>
                </a:moveTo>
                <a:lnTo>
                  <a:pt x="1202811" y="663845"/>
                </a:lnTo>
                <a:lnTo>
                  <a:pt x="1207206" y="662238"/>
                </a:lnTo>
                <a:lnTo>
                  <a:pt x="1212607" y="660387"/>
                </a:lnTo>
                <a:lnTo>
                  <a:pt x="1246667" y="648731"/>
                </a:lnTo>
                <a:lnTo>
                  <a:pt x="1253134" y="646515"/>
                </a:lnTo>
                <a:lnTo>
                  <a:pt x="1277611" y="719738"/>
                </a:lnTo>
                <a:moveTo>
                  <a:pt x="1228864" y="743125"/>
                </a:moveTo>
                <a:lnTo>
                  <a:pt x="1273855" y="725809"/>
                </a:lnTo>
                <a:moveTo>
                  <a:pt x="1284093" y="721871"/>
                </a:moveTo>
                <a:lnTo>
                  <a:pt x="1302788" y="714679"/>
                </a:lnTo>
                <a:lnTo>
                  <a:pt x="1335971" y="701881"/>
                </a:lnTo>
                <a:lnTo>
                  <a:pt x="1337921" y="701112"/>
                </a:lnTo>
                <a:lnTo>
                  <a:pt x="1340192" y="700259"/>
                </a:lnTo>
                <a:lnTo>
                  <a:pt x="1343688" y="698888"/>
                </a:lnTo>
                <a:lnTo>
                  <a:pt x="1347490" y="697494"/>
                </a:lnTo>
                <a:lnTo>
                  <a:pt x="1360463" y="692466"/>
                </a:lnTo>
                <a:lnTo>
                  <a:pt x="1361781" y="692001"/>
                </a:lnTo>
                <a:lnTo>
                  <a:pt x="1368142" y="689533"/>
                </a:lnTo>
                <a:moveTo>
                  <a:pt x="1317521" y="817231"/>
                </a:moveTo>
                <a:lnTo>
                  <a:pt x="1301744" y="780346"/>
                </a:lnTo>
                <a:moveTo>
                  <a:pt x="1297638" y="770115"/>
                </a:moveTo>
                <a:lnTo>
                  <a:pt x="1281625" y="727424"/>
                </a:lnTo>
                <a:moveTo>
                  <a:pt x="1548236" y="620964"/>
                </a:moveTo>
                <a:lnTo>
                  <a:pt x="1587354" y="605706"/>
                </a:lnTo>
                <a:moveTo>
                  <a:pt x="1585183" y="592710"/>
                </a:moveTo>
                <a:lnTo>
                  <a:pt x="1588740" y="602666"/>
                </a:lnTo>
                <a:moveTo>
                  <a:pt x="1674594" y="652655"/>
                </a:moveTo>
                <a:lnTo>
                  <a:pt x="1674662" y="652792"/>
                </a:lnTo>
                <a:moveTo>
                  <a:pt x="1641586" y="624324"/>
                </a:moveTo>
                <a:lnTo>
                  <a:pt x="1639894" y="628178"/>
                </a:lnTo>
                <a:lnTo>
                  <a:pt x="1637609" y="631507"/>
                </a:lnTo>
                <a:lnTo>
                  <a:pt x="1565750" y="661339"/>
                </a:lnTo>
                <a:moveTo>
                  <a:pt x="1557956" y="664607"/>
                </a:moveTo>
                <a:lnTo>
                  <a:pt x="1438394" y="715098"/>
                </a:lnTo>
                <a:lnTo>
                  <a:pt x="1416805" y="723676"/>
                </a:lnTo>
                <a:lnTo>
                  <a:pt x="1414413" y="724674"/>
                </a:lnTo>
                <a:moveTo>
                  <a:pt x="1591704" y="604304"/>
                </a:moveTo>
                <a:lnTo>
                  <a:pt x="1592648" y="604068"/>
                </a:lnTo>
                <a:lnTo>
                  <a:pt x="1639155" y="618953"/>
                </a:lnTo>
                <a:moveTo>
                  <a:pt x="1647299" y="621536"/>
                </a:moveTo>
                <a:lnTo>
                  <a:pt x="1659640" y="625428"/>
                </a:lnTo>
                <a:moveTo>
                  <a:pt x="1055869" y="901394"/>
                </a:moveTo>
                <a:lnTo>
                  <a:pt x="1056890" y="902567"/>
                </a:lnTo>
                <a:lnTo>
                  <a:pt x="1075455" y="945616"/>
                </a:lnTo>
                <a:lnTo>
                  <a:pt x="1075775" y="946240"/>
                </a:lnTo>
                <a:moveTo>
                  <a:pt x="1606201" y="691742"/>
                </a:moveTo>
                <a:lnTo>
                  <a:pt x="1587217" y="700525"/>
                </a:lnTo>
                <a:lnTo>
                  <a:pt x="1584848" y="702034"/>
                </a:lnTo>
                <a:lnTo>
                  <a:pt x="1583644" y="702803"/>
                </a:lnTo>
                <a:moveTo>
                  <a:pt x="1575965" y="706932"/>
                </a:moveTo>
                <a:lnTo>
                  <a:pt x="1448967" y="762246"/>
                </a:lnTo>
                <a:lnTo>
                  <a:pt x="1440192" y="765719"/>
                </a:lnTo>
                <a:moveTo>
                  <a:pt x="1101493" y="431012"/>
                </a:moveTo>
                <a:lnTo>
                  <a:pt x="1135522" y="419540"/>
                </a:lnTo>
                <a:lnTo>
                  <a:pt x="1159808" y="411259"/>
                </a:lnTo>
                <a:lnTo>
                  <a:pt x="1170633" y="407404"/>
                </a:lnTo>
                <a:lnTo>
                  <a:pt x="1243064" y="383416"/>
                </a:lnTo>
                <a:lnTo>
                  <a:pt x="1250361" y="380826"/>
                </a:lnTo>
                <a:lnTo>
                  <a:pt x="1253835" y="379592"/>
                </a:lnTo>
                <a:lnTo>
                  <a:pt x="1254681" y="379310"/>
                </a:lnTo>
                <a:moveTo>
                  <a:pt x="1136680" y="468218"/>
                </a:moveTo>
                <a:lnTo>
                  <a:pt x="1162413" y="456258"/>
                </a:lnTo>
                <a:lnTo>
                  <a:pt x="1164218" y="455557"/>
                </a:lnTo>
                <a:lnTo>
                  <a:pt x="1173886" y="451847"/>
                </a:lnTo>
                <a:lnTo>
                  <a:pt x="1184718" y="447863"/>
                </a:lnTo>
                <a:lnTo>
                  <a:pt x="1186127" y="447322"/>
                </a:lnTo>
                <a:lnTo>
                  <a:pt x="1225230" y="433206"/>
                </a:lnTo>
                <a:lnTo>
                  <a:pt x="1234059" y="430814"/>
                </a:lnTo>
                <a:lnTo>
                  <a:pt x="1234455" y="430708"/>
                </a:lnTo>
                <a:lnTo>
                  <a:pt x="1236025" y="430167"/>
                </a:lnTo>
                <a:lnTo>
                  <a:pt x="1237053" y="429809"/>
                </a:lnTo>
                <a:lnTo>
                  <a:pt x="1254963" y="423432"/>
                </a:lnTo>
                <a:lnTo>
                  <a:pt x="1257614" y="422503"/>
                </a:lnTo>
                <a:lnTo>
                  <a:pt x="1264142" y="420050"/>
                </a:lnTo>
                <a:lnTo>
                  <a:pt x="1265102" y="419692"/>
                </a:lnTo>
                <a:lnTo>
                  <a:pt x="1267799" y="418702"/>
                </a:lnTo>
                <a:lnTo>
                  <a:pt x="1269452" y="418108"/>
                </a:lnTo>
                <a:moveTo>
                  <a:pt x="1146514" y="355153"/>
                </a:moveTo>
                <a:lnTo>
                  <a:pt x="1193022" y="339217"/>
                </a:lnTo>
                <a:moveTo>
                  <a:pt x="1068545" y="338257"/>
                </a:moveTo>
                <a:lnTo>
                  <a:pt x="1113872" y="323288"/>
                </a:lnTo>
                <a:lnTo>
                  <a:pt x="1122213" y="320606"/>
                </a:lnTo>
                <a:lnTo>
                  <a:pt x="1125367" y="319700"/>
                </a:lnTo>
                <a:moveTo>
                  <a:pt x="1475158" y="395063"/>
                </a:moveTo>
                <a:lnTo>
                  <a:pt x="1474899" y="394378"/>
                </a:lnTo>
                <a:lnTo>
                  <a:pt x="1472948" y="389388"/>
                </a:lnTo>
                <a:lnTo>
                  <a:pt x="1464683" y="367464"/>
                </a:lnTo>
                <a:lnTo>
                  <a:pt x="1456296" y="345083"/>
                </a:lnTo>
                <a:lnTo>
                  <a:pt x="1445920" y="330220"/>
                </a:lnTo>
                <a:lnTo>
                  <a:pt x="1443429" y="324377"/>
                </a:lnTo>
                <a:moveTo>
                  <a:pt x="1290355" y="367494"/>
                </a:moveTo>
                <a:lnTo>
                  <a:pt x="1295962" y="366116"/>
                </a:lnTo>
                <a:lnTo>
                  <a:pt x="1434379" y="318511"/>
                </a:lnTo>
                <a:moveTo>
                  <a:pt x="1065354" y="336429"/>
                </a:moveTo>
                <a:lnTo>
                  <a:pt x="1064059" y="333343"/>
                </a:lnTo>
                <a:lnTo>
                  <a:pt x="1059221" y="319563"/>
                </a:lnTo>
                <a:moveTo>
                  <a:pt x="1854391" y="252099"/>
                </a:moveTo>
                <a:lnTo>
                  <a:pt x="1853721" y="252777"/>
                </a:lnTo>
                <a:lnTo>
                  <a:pt x="1850331" y="255717"/>
                </a:lnTo>
                <a:lnTo>
                  <a:pt x="1841525" y="262962"/>
                </a:lnTo>
                <a:lnTo>
                  <a:pt x="1839049" y="264752"/>
                </a:lnTo>
                <a:lnTo>
                  <a:pt x="1835971" y="266306"/>
                </a:lnTo>
                <a:lnTo>
                  <a:pt x="1832421" y="267936"/>
                </a:lnTo>
                <a:lnTo>
                  <a:pt x="1824102" y="271105"/>
                </a:lnTo>
                <a:lnTo>
                  <a:pt x="1734844" y="303877"/>
                </a:lnTo>
                <a:moveTo>
                  <a:pt x="1140306" y="350202"/>
                </a:moveTo>
                <a:lnTo>
                  <a:pt x="1130799" y="322587"/>
                </a:lnTo>
                <a:moveTo>
                  <a:pt x="1452807" y="564752"/>
                </a:moveTo>
                <a:lnTo>
                  <a:pt x="1452700" y="564767"/>
                </a:lnTo>
                <a:lnTo>
                  <a:pt x="1439255" y="560684"/>
                </a:lnTo>
                <a:moveTo>
                  <a:pt x="1554810" y="547528"/>
                </a:moveTo>
                <a:lnTo>
                  <a:pt x="1557713" y="555885"/>
                </a:lnTo>
                <a:lnTo>
                  <a:pt x="1569658" y="589876"/>
                </a:lnTo>
                <a:lnTo>
                  <a:pt x="1570960" y="591163"/>
                </a:lnTo>
                <a:lnTo>
                  <a:pt x="1572598" y="592001"/>
                </a:lnTo>
                <a:lnTo>
                  <a:pt x="1576689" y="591254"/>
                </a:lnTo>
                <a:lnTo>
                  <a:pt x="1579728" y="590150"/>
                </a:lnTo>
                <a:moveTo>
                  <a:pt x="1241631" y="545098"/>
                </a:moveTo>
                <a:lnTo>
                  <a:pt x="1182936" y="564356"/>
                </a:lnTo>
                <a:moveTo>
                  <a:pt x="1456151" y="571387"/>
                </a:moveTo>
                <a:lnTo>
                  <a:pt x="1448358" y="590432"/>
                </a:lnTo>
                <a:lnTo>
                  <a:pt x="1441212" y="606787"/>
                </a:lnTo>
                <a:lnTo>
                  <a:pt x="1458353" y="648198"/>
                </a:lnTo>
                <a:moveTo>
                  <a:pt x="1541570" y="617993"/>
                </a:moveTo>
                <a:lnTo>
                  <a:pt x="1540024" y="615327"/>
                </a:lnTo>
                <a:lnTo>
                  <a:pt x="1526121" y="585853"/>
                </a:lnTo>
                <a:lnTo>
                  <a:pt x="1462939" y="566748"/>
                </a:lnTo>
                <a:moveTo>
                  <a:pt x="1066809" y="341822"/>
                </a:moveTo>
                <a:lnTo>
                  <a:pt x="1067563" y="343864"/>
                </a:lnTo>
                <a:lnTo>
                  <a:pt x="1068050" y="345319"/>
                </a:lnTo>
                <a:lnTo>
                  <a:pt x="1096061" y="428346"/>
                </a:lnTo>
                <a:moveTo>
                  <a:pt x="1675142" y="420858"/>
                </a:moveTo>
                <a:lnTo>
                  <a:pt x="1674723" y="419159"/>
                </a:lnTo>
                <a:lnTo>
                  <a:pt x="1673977" y="415906"/>
                </a:lnTo>
                <a:lnTo>
                  <a:pt x="1666770" y="396564"/>
                </a:lnTo>
                <a:lnTo>
                  <a:pt x="1663022" y="386829"/>
                </a:lnTo>
                <a:lnTo>
                  <a:pt x="1659259" y="376621"/>
                </a:lnTo>
                <a:lnTo>
                  <a:pt x="1649813" y="352761"/>
                </a:lnTo>
                <a:lnTo>
                  <a:pt x="1649440" y="351916"/>
                </a:lnTo>
                <a:lnTo>
                  <a:pt x="1649234" y="351428"/>
                </a:lnTo>
                <a:lnTo>
                  <a:pt x="1648708" y="350095"/>
                </a:lnTo>
                <a:moveTo>
                  <a:pt x="1526792" y="428186"/>
                </a:moveTo>
                <a:lnTo>
                  <a:pt x="1570130" y="413415"/>
                </a:lnTo>
                <a:lnTo>
                  <a:pt x="1572339" y="413712"/>
                </a:lnTo>
                <a:lnTo>
                  <a:pt x="1575249" y="414299"/>
                </a:lnTo>
                <a:lnTo>
                  <a:pt x="1577862" y="414824"/>
                </a:lnTo>
                <a:lnTo>
                  <a:pt x="1593372" y="409103"/>
                </a:lnTo>
                <a:lnTo>
                  <a:pt x="1626982" y="396130"/>
                </a:lnTo>
                <a:lnTo>
                  <a:pt x="1637007" y="392024"/>
                </a:lnTo>
                <a:moveTo>
                  <a:pt x="1524651" y="421421"/>
                </a:moveTo>
                <a:lnTo>
                  <a:pt x="1532475" y="407778"/>
                </a:lnTo>
                <a:lnTo>
                  <a:pt x="1534768" y="401760"/>
                </a:lnTo>
                <a:lnTo>
                  <a:pt x="1534074" y="396587"/>
                </a:lnTo>
                <a:lnTo>
                  <a:pt x="1533518" y="393586"/>
                </a:lnTo>
                <a:lnTo>
                  <a:pt x="1533191" y="393045"/>
                </a:lnTo>
                <a:moveTo>
                  <a:pt x="1287781" y="372499"/>
                </a:moveTo>
                <a:lnTo>
                  <a:pt x="1307991" y="423440"/>
                </a:lnTo>
                <a:lnTo>
                  <a:pt x="1452426" y="371745"/>
                </a:lnTo>
                <a:moveTo>
                  <a:pt x="1311708" y="262497"/>
                </a:moveTo>
                <a:lnTo>
                  <a:pt x="1321954" y="292572"/>
                </a:lnTo>
                <a:lnTo>
                  <a:pt x="1323958" y="298179"/>
                </a:lnTo>
                <a:lnTo>
                  <a:pt x="1325954" y="303794"/>
                </a:lnTo>
                <a:lnTo>
                  <a:pt x="1332048" y="321863"/>
                </a:lnTo>
                <a:moveTo>
                  <a:pt x="1055176" y="308715"/>
                </a:moveTo>
                <a:lnTo>
                  <a:pt x="1040024" y="264874"/>
                </a:lnTo>
                <a:moveTo>
                  <a:pt x="1463007" y="1050476"/>
                </a:moveTo>
                <a:lnTo>
                  <a:pt x="1392275" y="1083720"/>
                </a:lnTo>
                <a:lnTo>
                  <a:pt x="1390249" y="1084848"/>
                </a:lnTo>
                <a:moveTo>
                  <a:pt x="1382814" y="1084307"/>
                </a:moveTo>
                <a:lnTo>
                  <a:pt x="1369924" y="1063464"/>
                </a:lnTo>
                <a:lnTo>
                  <a:pt x="1363266" y="1052693"/>
                </a:lnTo>
                <a:lnTo>
                  <a:pt x="1362230" y="1051123"/>
                </a:lnTo>
                <a:lnTo>
                  <a:pt x="1362939" y="1047916"/>
                </a:lnTo>
                <a:lnTo>
                  <a:pt x="1364500" y="1045791"/>
                </a:lnTo>
                <a:lnTo>
                  <a:pt x="1447314" y="1005843"/>
                </a:lnTo>
                <a:lnTo>
                  <a:pt x="1465064" y="1044816"/>
                </a:lnTo>
                <a:moveTo>
                  <a:pt x="1530410" y="1118549"/>
                </a:moveTo>
                <a:lnTo>
                  <a:pt x="1536908" y="1114481"/>
                </a:lnTo>
                <a:moveTo>
                  <a:pt x="1542378" y="1111556"/>
                </a:moveTo>
                <a:lnTo>
                  <a:pt x="1543772" y="1110878"/>
                </a:lnTo>
                <a:moveTo>
                  <a:pt x="1148716" y="1160242"/>
                </a:moveTo>
                <a:lnTo>
                  <a:pt x="1129999" y="1120385"/>
                </a:lnTo>
                <a:moveTo>
                  <a:pt x="1039872" y="514733"/>
                </a:moveTo>
                <a:lnTo>
                  <a:pt x="965392" y="540375"/>
                </a:lnTo>
                <a:lnTo>
                  <a:pt x="962870" y="539422"/>
                </a:lnTo>
                <a:lnTo>
                  <a:pt x="947612" y="490356"/>
                </a:lnTo>
                <a:moveTo>
                  <a:pt x="1161293" y="526411"/>
                </a:moveTo>
                <a:lnTo>
                  <a:pt x="1161522" y="526335"/>
                </a:lnTo>
                <a:moveTo>
                  <a:pt x="1168705" y="523219"/>
                </a:moveTo>
                <a:lnTo>
                  <a:pt x="1176864" y="518885"/>
                </a:lnTo>
                <a:lnTo>
                  <a:pt x="1218778" y="504182"/>
                </a:lnTo>
                <a:moveTo>
                  <a:pt x="1233412" y="499086"/>
                </a:moveTo>
                <a:lnTo>
                  <a:pt x="1244062" y="495353"/>
                </a:lnTo>
                <a:lnTo>
                  <a:pt x="1253485" y="491460"/>
                </a:lnTo>
                <a:lnTo>
                  <a:pt x="1282806" y="480986"/>
                </a:lnTo>
                <a:moveTo>
                  <a:pt x="1155831" y="522176"/>
                </a:moveTo>
                <a:lnTo>
                  <a:pt x="1155900" y="522389"/>
                </a:lnTo>
                <a:lnTo>
                  <a:pt x="1156250" y="523471"/>
                </a:lnTo>
                <a:lnTo>
                  <a:pt x="1156364" y="523798"/>
                </a:lnTo>
                <a:moveTo>
                  <a:pt x="1461049" y="560890"/>
                </a:moveTo>
                <a:lnTo>
                  <a:pt x="1478746" y="528270"/>
                </a:lnTo>
                <a:lnTo>
                  <a:pt x="1486021" y="514855"/>
                </a:lnTo>
                <a:lnTo>
                  <a:pt x="1496831" y="500289"/>
                </a:lnTo>
                <a:lnTo>
                  <a:pt x="1501736" y="496534"/>
                </a:lnTo>
                <a:lnTo>
                  <a:pt x="1509636" y="492329"/>
                </a:lnTo>
                <a:lnTo>
                  <a:pt x="1517353" y="488786"/>
                </a:lnTo>
                <a:lnTo>
                  <a:pt x="1520682" y="487293"/>
                </a:lnTo>
                <a:lnTo>
                  <a:pt x="1529336" y="483827"/>
                </a:lnTo>
                <a:lnTo>
                  <a:pt x="1537822" y="481626"/>
                </a:lnTo>
                <a:lnTo>
                  <a:pt x="1583598" y="474731"/>
                </a:lnTo>
                <a:lnTo>
                  <a:pt x="1586005" y="471661"/>
                </a:lnTo>
                <a:lnTo>
                  <a:pt x="1586135" y="471501"/>
                </a:lnTo>
                <a:moveTo>
                  <a:pt x="1229930" y="504913"/>
                </a:moveTo>
                <a:lnTo>
                  <a:pt x="1243734" y="539879"/>
                </a:lnTo>
                <a:moveTo>
                  <a:pt x="1434989" y="290493"/>
                </a:moveTo>
                <a:lnTo>
                  <a:pt x="1435209" y="288779"/>
                </a:lnTo>
                <a:lnTo>
                  <a:pt x="1440679" y="255786"/>
                </a:lnTo>
                <a:lnTo>
                  <a:pt x="1446842" y="219083"/>
                </a:lnTo>
                <a:moveTo>
                  <a:pt x="1042629" y="259381"/>
                </a:moveTo>
                <a:lnTo>
                  <a:pt x="1183987" y="212440"/>
                </a:lnTo>
                <a:moveTo>
                  <a:pt x="1447421" y="210208"/>
                </a:moveTo>
                <a:lnTo>
                  <a:pt x="1447352" y="208623"/>
                </a:lnTo>
                <a:lnTo>
                  <a:pt x="1446652" y="202811"/>
                </a:lnTo>
                <a:lnTo>
                  <a:pt x="1446309" y="200541"/>
                </a:lnTo>
                <a:lnTo>
                  <a:pt x="1445821" y="198065"/>
                </a:lnTo>
                <a:lnTo>
                  <a:pt x="1445303" y="196069"/>
                </a:lnTo>
                <a:lnTo>
                  <a:pt x="1441106" y="183195"/>
                </a:lnTo>
                <a:lnTo>
                  <a:pt x="1428986" y="145951"/>
                </a:lnTo>
                <a:lnTo>
                  <a:pt x="1428224" y="143452"/>
                </a:lnTo>
                <a:lnTo>
                  <a:pt x="1427660" y="140938"/>
                </a:lnTo>
                <a:lnTo>
                  <a:pt x="1427371" y="138447"/>
                </a:lnTo>
                <a:lnTo>
                  <a:pt x="1427234" y="135316"/>
                </a:lnTo>
                <a:lnTo>
                  <a:pt x="1427371" y="133161"/>
                </a:lnTo>
                <a:lnTo>
                  <a:pt x="1427569" y="131614"/>
                </a:lnTo>
                <a:lnTo>
                  <a:pt x="1428155" y="128559"/>
                </a:lnTo>
                <a:moveTo>
                  <a:pt x="1037183" y="256586"/>
                </a:moveTo>
                <a:lnTo>
                  <a:pt x="1018884" y="202689"/>
                </a:lnTo>
                <a:lnTo>
                  <a:pt x="1017521" y="198210"/>
                </a:lnTo>
                <a:moveTo>
                  <a:pt x="1133473" y="317201"/>
                </a:moveTo>
                <a:lnTo>
                  <a:pt x="1217437" y="289693"/>
                </a:lnTo>
                <a:lnTo>
                  <a:pt x="1219540" y="289007"/>
                </a:lnTo>
                <a:moveTo>
                  <a:pt x="1164135" y="921551"/>
                </a:moveTo>
                <a:lnTo>
                  <a:pt x="1166393" y="925455"/>
                </a:lnTo>
                <a:moveTo>
                  <a:pt x="1153759" y="886767"/>
                </a:moveTo>
                <a:lnTo>
                  <a:pt x="1143399" y="856037"/>
                </a:lnTo>
                <a:moveTo>
                  <a:pt x="1140816" y="848381"/>
                </a:moveTo>
                <a:lnTo>
                  <a:pt x="1126327" y="805553"/>
                </a:lnTo>
                <a:moveTo>
                  <a:pt x="1123737" y="797516"/>
                </a:moveTo>
                <a:lnTo>
                  <a:pt x="1110291" y="753013"/>
                </a:lnTo>
                <a:moveTo>
                  <a:pt x="1107869" y="744854"/>
                </a:moveTo>
                <a:lnTo>
                  <a:pt x="1093921" y="697257"/>
                </a:lnTo>
                <a:moveTo>
                  <a:pt x="1093860" y="697067"/>
                </a:moveTo>
                <a:lnTo>
                  <a:pt x="1093029" y="694043"/>
                </a:lnTo>
                <a:moveTo>
                  <a:pt x="1168081" y="146606"/>
                </a:moveTo>
                <a:lnTo>
                  <a:pt x="1191810" y="202087"/>
                </a:lnTo>
                <a:moveTo>
                  <a:pt x="1197867" y="218915"/>
                </a:moveTo>
                <a:lnTo>
                  <a:pt x="1201752" y="228529"/>
                </a:lnTo>
                <a:lnTo>
                  <a:pt x="1212771" y="257351"/>
                </a:lnTo>
                <a:moveTo>
                  <a:pt x="1261556" y="381732"/>
                </a:moveTo>
                <a:lnTo>
                  <a:pt x="1272282" y="409930"/>
                </a:lnTo>
                <a:moveTo>
                  <a:pt x="1226674" y="291708"/>
                </a:moveTo>
                <a:lnTo>
                  <a:pt x="1249939" y="350545"/>
                </a:lnTo>
                <a:moveTo>
                  <a:pt x="1252959" y="358684"/>
                </a:moveTo>
                <a:lnTo>
                  <a:pt x="1258254" y="373372"/>
                </a:lnTo>
                <a:moveTo>
                  <a:pt x="1216816" y="267475"/>
                </a:moveTo>
                <a:lnTo>
                  <a:pt x="1222320" y="281504"/>
                </a:lnTo>
                <a:lnTo>
                  <a:pt x="1222929" y="282856"/>
                </a:lnTo>
                <a:moveTo>
                  <a:pt x="463396" y="1259480"/>
                </a:moveTo>
                <a:lnTo>
                  <a:pt x="466778" y="1258657"/>
                </a:lnTo>
                <a:lnTo>
                  <a:pt x="628110" y="1219288"/>
                </a:lnTo>
                <a:lnTo>
                  <a:pt x="632025" y="1218168"/>
                </a:lnTo>
                <a:moveTo>
                  <a:pt x="388405" y="1023478"/>
                </a:moveTo>
                <a:lnTo>
                  <a:pt x="390371" y="1022800"/>
                </a:lnTo>
                <a:lnTo>
                  <a:pt x="393250" y="1021817"/>
                </a:lnTo>
                <a:moveTo>
                  <a:pt x="1047832" y="1197356"/>
                </a:moveTo>
                <a:lnTo>
                  <a:pt x="1045136" y="1198141"/>
                </a:lnTo>
                <a:lnTo>
                  <a:pt x="964546" y="1222031"/>
                </a:lnTo>
                <a:moveTo>
                  <a:pt x="956509" y="1224407"/>
                </a:moveTo>
                <a:lnTo>
                  <a:pt x="914725" y="1236733"/>
                </a:lnTo>
                <a:moveTo>
                  <a:pt x="906551" y="1239178"/>
                </a:moveTo>
                <a:lnTo>
                  <a:pt x="878593" y="1247642"/>
                </a:lnTo>
                <a:lnTo>
                  <a:pt x="876940" y="1248343"/>
                </a:lnTo>
                <a:lnTo>
                  <a:pt x="875059" y="1249364"/>
                </a:lnTo>
                <a:lnTo>
                  <a:pt x="873459" y="1251184"/>
                </a:lnTo>
                <a:lnTo>
                  <a:pt x="870100" y="1259252"/>
                </a:lnTo>
                <a:lnTo>
                  <a:pt x="867601" y="1264874"/>
                </a:lnTo>
                <a:lnTo>
                  <a:pt x="867113" y="1269696"/>
                </a:lnTo>
                <a:lnTo>
                  <a:pt x="862710" y="1280041"/>
                </a:lnTo>
                <a:moveTo>
                  <a:pt x="859838" y="1204601"/>
                </a:moveTo>
                <a:lnTo>
                  <a:pt x="854011" y="1186935"/>
                </a:lnTo>
                <a:moveTo>
                  <a:pt x="898560" y="1204479"/>
                </a:moveTo>
                <a:lnTo>
                  <a:pt x="909225" y="1233846"/>
                </a:lnTo>
                <a:moveTo>
                  <a:pt x="405889" y="1018031"/>
                </a:moveTo>
                <a:lnTo>
                  <a:pt x="427904" y="1010672"/>
                </a:lnTo>
                <a:lnTo>
                  <a:pt x="539620" y="973611"/>
                </a:lnTo>
                <a:lnTo>
                  <a:pt x="543308" y="972385"/>
                </a:lnTo>
                <a:lnTo>
                  <a:pt x="547627" y="970762"/>
                </a:lnTo>
                <a:lnTo>
                  <a:pt x="604342" y="950796"/>
                </a:lnTo>
                <a:lnTo>
                  <a:pt x="653904" y="930944"/>
                </a:lnTo>
                <a:lnTo>
                  <a:pt x="689967" y="914992"/>
                </a:lnTo>
                <a:lnTo>
                  <a:pt x="760760" y="879211"/>
                </a:lnTo>
                <a:lnTo>
                  <a:pt x="834151" y="841266"/>
                </a:lnTo>
                <a:lnTo>
                  <a:pt x="865818" y="824362"/>
                </a:lnTo>
                <a:lnTo>
                  <a:pt x="871692" y="821566"/>
                </a:lnTo>
                <a:moveTo>
                  <a:pt x="999924" y="760493"/>
                </a:moveTo>
                <a:lnTo>
                  <a:pt x="1000381" y="760844"/>
                </a:lnTo>
                <a:lnTo>
                  <a:pt x="1006993" y="786013"/>
                </a:lnTo>
                <a:lnTo>
                  <a:pt x="1008951" y="790157"/>
                </a:lnTo>
                <a:lnTo>
                  <a:pt x="1009560" y="791094"/>
                </a:lnTo>
                <a:moveTo>
                  <a:pt x="694911" y="689472"/>
                </a:moveTo>
                <a:lnTo>
                  <a:pt x="526678" y="677984"/>
                </a:lnTo>
                <a:moveTo>
                  <a:pt x="418801" y="682901"/>
                </a:moveTo>
                <a:lnTo>
                  <a:pt x="419700" y="683004"/>
                </a:lnTo>
                <a:lnTo>
                  <a:pt x="421821" y="682921"/>
                </a:lnTo>
                <a:moveTo>
                  <a:pt x="409743" y="686988"/>
                </a:moveTo>
                <a:lnTo>
                  <a:pt x="411960" y="692610"/>
                </a:lnTo>
                <a:lnTo>
                  <a:pt x="413362" y="697760"/>
                </a:lnTo>
                <a:lnTo>
                  <a:pt x="413880" y="707831"/>
                </a:lnTo>
                <a:lnTo>
                  <a:pt x="414459" y="712181"/>
                </a:lnTo>
                <a:moveTo>
                  <a:pt x="576963" y="1052754"/>
                </a:moveTo>
                <a:lnTo>
                  <a:pt x="593456" y="1046271"/>
                </a:lnTo>
                <a:lnTo>
                  <a:pt x="625710" y="1033595"/>
                </a:lnTo>
                <a:lnTo>
                  <a:pt x="687331" y="1009911"/>
                </a:lnTo>
                <a:lnTo>
                  <a:pt x="800053" y="965072"/>
                </a:lnTo>
                <a:moveTo>
                  <a:pt x="856776" y="1181602"/>
                </a:moveTo>
                <a:lnTo>
                  <a:pt x="871958" y="1176956"/>
                </a:lnTo>
                <a:lnTo>
                  <a:pt x="877641" y="1175272"/>
                </a:lnTo>
                <a:lnTo>
                  <a:pt x="884177" y="1173368"/>
                </a:lnTo>
                <a:lnTo>
                  <a:pt x="910764" y="1166679"/>
                </a:lnTo>
                <a:lnTo>
                  <a:pt x="935438" y="1160478"/>
                </a:lnTo>
                <a:lnTo>
                  <a:pt x="938455" y="1159792"/>
                </a:lnTo>
                <a:lnTo>
                  <a:pt x="946850" y="1157812"/>
                </a:lnTo>
                <a:lnTo>
                  <a:pt x="1006902" y="1137091"/>
                </a:lnTo>
                <a:lnTo>
                  <a:pt x="1011693" y="1134989"/>
                </a:lnTo>
                <a:lnTo>
                  <a:pt x="1017749" y="1131820"/>
                </a:lnTo>
                <a:lnTo>
                  <a:pt x="1020210" y="1131104"/>
                </a:lnTo>
                <a:lnTo>
                  <a:pt x="1020423" y="1131043"/>
                </a:lnTo>
                <a:moveTo>
                  <a:pt x="1031568" y="1127797"/>
                </a:moveTo>
                <a:lnTo>
                  <a:pt x="1031987" y="1127675"/>
                </a:lnTo>
                <a:lnTo>
                  <a:pt x="1034844" y="1126845"/>
                </a:lnTo>
                <a:lnTo>
                  <a:pt x="1126236" y="1078913"/>
                </a:lnTo>
                <a:lnTo>
                  <a:pt x="1217506" y="1030174"/>
                </a:lnTo>
                <a:moveTo>
                  <a:pt x="624834" y="1167639"/>
                </a:moveTo>
                <a:lnTo>
                  <a:pt x="625840" y="1170823"/>
                </a:lnTo>
                <a:lnTo>
                  <a:pt x="626624" y="1173322"/>
                </a:lnTo>
                <a:lnTo>
                  <a:pt x="628765" y="1178014"/>
                </a:lnTo>
                <a:lnTo>
                  <a:pt x="631766" y="1185023"/>
                </a:lnTo>
                <a:lnTo>
                  <a:pt x="633023" y="1188961"/>
                </a:lnTo>
                <a:lnTo>
                  <a:pt x="633991" y="1193189"/>
                </a:lnTo>
                <a:lnTo>
                  <a:pt x="634882" y="1198392"/>
                </a:lnTo>
                <a:lnTo>
                  <a:pt x="635971" y="1209492"/>
                </a:lnTo>
                <a:lnTo>
                  <a:pt x="636147" y="1211388"/>
                </a:lnTo>
                <a:moveTo>
                  <a:pt x="637030" y="1221254"/>
                </a:moveTo>
                <a:lnTo>
                  <a:pt x="641015" y="1266009"/>
                </a:lnTo>
                <a:moveTo>
                  <a:pt x="226503" y="1149120"/>
                </a:moveTo>
                <a:lnTo>
                  <a:pt x="229603" y="1148533"/>
                </a:lnTo>
                <a:lnTo>
                  <a:pt x="315335" y="1126441"/>
                </a:lnTo>
                <a:lnTo>
                  <a:pt x="319403" y="1123242"/>
                </a:lnTo>
                <a:lnTo>
                  <a:pt x="338036" y="1117490"/>
                </a:lnTo>
                <a:lnTo>
                  <a:pt x="364036" y="1109956"/>
                </a:lnTo>
                <a:lnTo>
                  <a:pt x="411518" y="1097128"/>
                </a:lnTo>
                <a:lnTo>
                  <a:pt x="411655" y="1097090"/>
                </a:lnTo>
                <a:moveTo>
                  <a:pt x="936467" y="966382"/>
                </a:moveTo>
                <a:lnTo>
                  <a:pt x="936261" y="967837"/>
                </a:lnTo>
                <a:lnTo>
                  <a:pt x="953927" y="1002163"/>
                </a:lnTo>
                <a:moveTo>
                  <a:pt x="954018" y="1002346"/>
                </a:moveTo>
                <a:lnTo>
                  <a:pt x="955108" y="1004327"/>
                </a:lnTo>
                <a:lnTo>
                  <a:pt x="956814" y="1007564"/>
                </a:lnTo>
                <a:moveTo>
                  <a:pt x="805698" y="967151"/>
                </a:moveTo>
                <a:lnTo>
                  <a:pt x="828803" y="1014001"/>
                </a:lnTo>
                <a:moveTo>
                  <a:pt x="832559" y="1021535"/>
                </a:moveTo>
                <a:lnTo>
                  <a:pt x="852632" y="1061400"/>
                </a:lnTo>
                <a:lnTo>
                  <a:pt x="853782" y="1063586"/>
                </a:lnTo>
                <a:lnTo>
                  <a:pt x="853919" y="1063845"/>
                </a:lnTo>
                <a:moveTo>
                  <a:pt x="520614" y="771631"/>
                </a:moveTo>
                <a:lnTo>
                  <a:pt x="516767" y="818366"/>
                </a:lnTo>
                <a:moveTo>
                  <a:pt x="737107" y="841129"/>
                </a:moveTo>
                <a:lnTo>
                  <a:pt x="735194" y="838051"/>
                </a:lnTo>
                <a:lnTo>
                  <a:pt x="732940" y="836817"/>
                </a:lnTo>
                <a:lnTo>
                  <a:pt x="730281" y="836368"/>
                </a:lnTo>
                <a:lnTo>
                  <a:pt x="523120" y="823112"/>
                </a:lnTo>
                <a:moveTo>
                  <a:pt x="510474" y="926480"/>
                </a:moveTo>
                <a:lnTo>
                  <a:pt x="510017" y="935491"/>
                </a:lnTo>
                <a:lnTo>
                  <a:pt x="510139" y="935949"/>
                </a:lnTo>
                <a:moveTo>
                  <a:pt x="780170" y="917277"/>
                </a:moveTo>
                <a:lnTo>
                  <a:pt x="802026" y="959846"/>
                </a:lnTo>
                <a:moveTo>
                  <a:pt x="389967" y="657336"/>
                </a:moveTo>
                <a:lnTo>
                  <a:pt x="390630" y="659861"/>
                </a:lnTo>
                <a:lnTo>
                  <a:pt x="392485" y="664447"/>
                </a:lnTo>
                <a:lnTo>
                  <a:pt x="395429" y="668793"/>
                </a:lnTo>
                <a:lnTo>
                  <a:pt x="400076" y="674000"/>
                </a:lnTo>
                <a:moveTo>
                  <a:pt x="507534" y="941266"/>
                </a:moveTo>
                <a:lnTo>
                  <a:pt x="407846" y="977603"/>
                </a:lnTo>
                <a:moveTo>
                  <a:pt x="408646" y="864462"/>
                </a:moveTo>
                <a:lnTo>
                  <a:pt x="408273" y="864439"/>
                </a:lnTo>
                <a:lnTo>
                  <a:pt x="406399" y="864287"/>
                </a:lnTo>
                <a:lnTo>
                  <a:pt x="378167" y="863167"/>
                </a:lnTo>
                <a:lnTo>
                  <a:pt x="360379" y="862329"/>
                </a:lnTo>
                <a:lnTo>
                  <a:pt x="316851" y="859732"/>
                </a:lnTo>
                <a:moveTo>
                  <a:pt x="518527" y="871562"/>
                </a:moveTo>
                <a:lnTo>
                  <a:pt x="639262" y="878616"/>
                </a:lnTo>
                <a:lnTo>
                  <a:pt x="642980" y="880841"/>
                </a:lnTo>
                <a:lnTo>
                  <a:pt x="645395" y="885998"/>
                </a:lnTo>
                <a:moveTo>
                  <a:pt x="406098" y="623516"/>
                </a:moveTo>
                <a:lnTo>
                  <a:pt x="404228" y="626266"/>
                </a:lnTo>
                <a:lnTo>
                  <a:pt x="403123" y="627516"/>
                </a:lnTo>
                <a:lnTo>
                  <a:pt x="402415" y="628285"/>
                </a:lnTo>
                <a:lnTo>
                  <a:pt x="399330" y="631599"/>
                </a:lnTo>
                <a:lnTo>
                  <a:pt x="393129" y="637960"/>
                </a:lnTo>
                <a:lnTo>
                  <a:pt x="392039" y="639430"/>
                </a:lnTo>
                <a:lnTo>
                  <a:pt x="390645" y="642713"/>
                </a:lnTo>
                <a:lnTo>
                  <a:pt x="389754" y="645661"/>
                </a:lnTo>
                <a:lnTo>
                  <a:pt x="389579" y="646701"/>
                </a:lnTo>
                <a:moveTo>
                  <a:pt x="522153" y="681961"/>
                </a:moveTo>
                <a:lnTo>
                  <a:pt x="519905" y="718519"/>
                </a:lnTo>
                <a:lnTo>
                  <a:pt x="520370" y="721277"/>
                </a:lnTo>
                <a:lnTo>
                  <a:pt x="521627" y="722503"/>
                </a:lnTo>
                <a:lnTo>
                  <a:pt x="523166" y="723067"/>
                </a:lnTo>
                <a:lnTo>
                  <a:pt x="553051" y="725207"/>
                </a:lnTo>
                <a:lnTo>
                  <a:pt x="600777" y="728620"/>
                </a:lnTo>
                <a:lnTo>
                  <a:pt x="654445" y="732277"/>
                </a:lnTo>
                <a:lnTo>
                  <a:pt x="691597" y="734943"/>
                </a:lnTo>
                <a:moveTo>
                  <a:pt x="839483" y="728430"/>
                </a:moveTo>
                <a:lnTo>
                  <a:pt x="807138" y="737434"/>
                </a:lnTo>
                <a:lnTo>
                  <a:pt x="801142" y="738927"/>
                </a:lnTo>
                <a:moveTo>
                  <a:pt x="792656" y="740077"/>
                </a:moveTo>
                <a:lnTo>
                  <a:pt x="791247" y="740131"/>
                </a:lnTo>
                <a:lnTo>
                  <a:pt x="757553" y="739125"/>
                </a:lnTo>
                <a:moveTo>
                  <a:pt x="749318" y="738729"/>
                </a:moveTo>
                <a:lnTo>
                  <a:pt x="700114" y="735522"/>
                </a:lnTo>
                <a:moveTo>
                  <a:pt x="753409" y="734791"/>
                </a:moveTo>
                <a:lnTo>
                  <a:pt x="751123" y="648762"/>
                </a:lnTo>
                <a:moveTo>
                  <a:pt x="696160" y="730982"/>
                </a:moveTo>
                <a:lnTo>
                  <a:pt x="698865" y="694020"/>
                </a:lnTo>
                <a:moveTo>
                  <a:pt x="699428" y="685488"/>
                </a:moveTo>
                <a:lnTo>
                  <a:pt x="701493" y="650316"/>
                </a:lnTo>
                <a:moveTo>
                  <a:pt x="795901" y="735598"/>
                </a:moveTo>
                <a:lnTo>
                  <a:pt x="769810" y="645159"/>
                </a:lnTo>
                <a:moveTo>
                  <a:pt x="314596" y="909880"/>
                </a:moveTo>
                <a:lnTo>
                  <a:pt x="318641" y="910314"/>
                </a:lnTo>
                <a:lnTo>
                  <a:pt x="401066" y="915677"/>
                </a:lnTo>
                <a:moveTo>
                  <a:pt x="412029" y="915784"/>
                </a:moveTo>
                <a:lnTo>
                  <a:pt x="417475" y="916195"/>
                </a:lnTo>
                <a:lnTo>
                  <a:pt x="503047" y="921840"/>
                </a:lnTo>
                <a:lnTo>
                  <a:pt x="506483" y="922084"/>
                </a:lnTo>
                <a:moveTo>
                  <a:pt x="650804" y="888382"/>
                </a:moveTo>
                <a:lnTo>
                  <a:pt x="661971" y="884307"/>
                </a:lnTo>
                <a:lnTo>
                  <a:pt x="732284" y="849074"/>
                </a:lnTo>
                <a:lnTo>
                  <a:pt x="736573" y="846751"/>
                </a:lnTo>
                <a:moveTo>
                  <a:pt x="704700" y="569330"/>
                </a:moveTo>
                <a:lnTo>
                  <a:pt x="726723" y="561377"/>
                </a:lnTo>
                <a:lnTo>
                  <a:pt x="738912" y="557606"/>
                </a:lnTo>
                <a:moveTo>
                  <a:pt x="747048" y="555214"/>
                </a:moveTo>
                <a:lnTo>
                  <a:pt x="748655" y="554765"/>
                </a:lnTo>
                <a:lnTo>
                  <a:pt x="766397" y="548160"/>
                </a:lnTo>
                <a:lnTo>
                  <a:pt x="784840" y="542386"/>
                </a:lnTo>
                <a:moveTo>
                  <a:pt x="700678" y="566687"/>
                </a:moveTo>
                <a:lnTo>
                  <a:pt x="700228" y="559305"/>
                </a:lnTo>
                <a:lnTo>
                  <a:pt x="699627" y="553378"/>
                </a:lnTo>
                <a:moveTo>
                  <a:pt x="672697" y="468043"/>
                </a:moveTo>
                <a:lnTo>
                  <a:pt x="675379" y="502232"/>
                </a:lnTo>
                <a:moveTo>
                  <a:pt x="676064" y="510825"/>
                </a:moveTo>
                <a:lnTo>
                  <a:pt x="679348" y="551238"/>
                </a:lnTo>
                <a:moveTo>
                  <a:pt x="679942" y="558505"/>
                </a:moveTo>
                <a:lnTo>
                  <a:pt x="681047" y="571989"/>
                </a:lnTo>
                <a:moveTo>
                  <a:pt x="681793" y="580521"/>
                </a:moveTo>
                <a:lnTo>
                  <a:pt x="683004" y="593570"/>
                </a:lnTo>
                <a:moveTo>
                  <a:pt x="763769" y="627797"/>
                </a:moveTo>
                <a:lnTo>
                  <a:pt x="763381" y="626693"/>
                </a:lnTo>
                <a:lnTo>
                  <a:pt x="755763" y="600746"/>
                </a:lnTo>
                <a:lnTo>
                  <a:pt x="744130" y="560653"/>
                </a:lnTo>
                <a:lnTo>
                  <a:pt x="744084" y="560478"/>
                </a:lnTo>
                <a:moveTo>
                  <a:pt x="682791" y="378472"/>
                </a:moveTo>
                <a:lnTo>
                  <a:pt x="672370" y="378213"/>
                </a:lnTo>
                <a:moveTo>
                  <a:pt x="663937" y="317902"/>
                </a:moveTo>
                <a:lnTo>
                  <a:pt x="667578" y="374023"/>
                </a:lnTo>
                <a:moveTo>
                  <a:pt x="668309" y="384985"/>
                </a:moveTo>
                <a:lnTo>
                  <a:pt x="671379" y="429755"/>
                </a:lnTo>
                <a:moveTo>
                  <a:pt x="690165" y="427417"/>
                </a:moveTo>
                <a:lnTo>
                  <a:pt x="689281" y="410688"/>
                </a:lnTo>
                <a:lnTo>
                  <a:pt x="687895" y="384619"/>
                </a:lnTo>
                <a:moveTo>
                  <a:pt x="687202" y="373604"/>
                </a:moveTo>
                <a:lnTo>
                  <a:pt x="683240" y="319273"/>
                </a:lnTo>
                <a:moveTo>
                  <a:pt x="667235" y="434463"/>
                </a:moveTo>
                <a:lnTo>
                  <a:pt x="656136" y="432810"/>
                </a:lnTo>
                <a:lnTo>
                  <a:pt x="611922" y="423928"/>
                </a:lnTo>
                <a:lnTo>
                  <a:pt x="587666" y="419060"/>
                </a:lnTo>
                <a:lnTo>
                  <a:pt x="550194" y="411678"/>
                </a:lnTo>
                <a:lnTo>
                  <a:pt x="464561" y="394797"/>
                </a:lnTo>
                <a:moveTo>
                  <a:pt x="979736" y="338866"/>
                </a:moveTo>
                <a:lnTo>
                  <a:pt x="833328" y="387491"/>
                </a:lnTo>
                <a:moveTo>
                  <a:pt x="819989" y="391727"/>
                </a:moveTo>
                <a:lnTo>
                  <a:pt x="789601" y="400906"/>
                </a:lnTo>
                <a:lnTo>
                  <a:pt x="751375" y="413758"/>
                </a:lnTo>
                <a:lnTo>
                  <a:pt x="695536" y="431134"/>
                </a:lnTo>
                <a:moveTo>
                  <a:pt x="403474" y="619380"/>
                </a:moveTo>
                <a:lnTo>
                  <a:pt x="397836" y="618808"/>
                </a:lnTo>
                <a:lnTo>
                  <a:pt x="379721" y="617216"/>
                </a:lnTo>
                <a:lnTo>
                  <a:pt x="373360" y="615944"/>
                </a:lnTo>
                <a:lnTo>
                  <a:pt x="369003" y="614672"/>
                </a:lnTo>
                <a:lnTo>
                  <a:pt x="362208" y="612546"/>
                </a:lnTo>
                <a:lnTo>
                  <a:pt x="355199" y="609819"/>
                </a:lnTo>
                <a:lnTo>
                  <a:pt x="348922" y="606795"/>
                </a:lnTo>
                <a:lnTo>
                  <a:pt x="343582" y="603672"/>
                </a:lnTo>
                <a:lnTo>
                  <a:pt x="337038" y="599116"/>
                </a:lnTo>
                <a:moveTo>
                  <a:pt x="331256" y="594957"/>
                </a:moveTo>
                <a:lnTo>
                  <a:pt x="276232" y="553904"/>
                </a:lnTo>
                <a:moveTo>
                  <a:pt x="383690" y="650864"/>
                </a:moveTo>
                <a:lnTo>
                  <a:pt x="378975" y="650598"/>
                </a:lnTo>
                <a:lnTo>
                  <a:pt x="375006" y="650453"/>
                </a:lnTo>
                <a:lnTo>
                  <a:pt x="372652" y="650697"/>
                </a:lnTo>
                <a:lnTo>
                  <a:pt x="370199" y="651329"/>
                </a:lnTo>
                <a:lnTo>
                  <a:pt x="360753" y="654932"/>
                </a:lnTo>
                <a:lnTo>
                  <a:pt x="340154" y="662779"/>
                </a:lnTo>
                <a:lnTo>
                  <a:pt x="337754" y="662977"/>
                </a:lnTo>
                <a:lnTo>
                  <a:pt x="336398" y="662695"/>
                </a:lnTo>
                <a:lnTo>
                  <a:pt x="335111" y="661888"/>
                </a:lnTo>
                <a:lnTo>
                  <a:pt x="334029" y="660349"/>
                </a:lnTo>
                <a:lnTo>
                  <a:pt x="322145" y="630327"/>
                </a:lnTo>
                <a:lnTo>
                  <a:pt x="321703" y="628773"/>
                </a:lnTo>
                <a:lnTo>
                  <a:pt x="321566" y="627318"/>
                </a:lnTo>
                <a:lnTo>
                  <a:pt x="321787" y="625870"/>
                </a:lnTo>
                <a:lnTo>
                  <a:pt x="322267" y="624324"/>
                </a:lnTo>
                <a:lnTo>
                  <a:pt x="331188" y="603116"/>
                </a:lnTo>
                <a:lnTo>
                  <a:pt x="332490" y="601196"/>
                </a:lnTo>
                <a:lnTo>
                  <a:pt x="333107" y="600449"/>
                </a:lnTo>
                <a:lnTo>
                  <a:pt x="333717" y="599695"/>
                </a:lnTo>
                <a:moveTo>
                  <a:pt x="948442" y="599878"/>
                </a:moveTo>
                <a:lnTo>
                  <a:pt x="949661" y="604213"/>
                </a:lnTo>
                <a:lnTo>
                  <a:pt x="965635" y="661773"/>
                </a:lnTo>
                <a:lnTo>
                  <a:pt x="969094" y="673733"/>
                </a:lnTo>
                <a:lnTo>
                  <a:pt x="970130" y="677756"/>
                </a:lnTo>
                <a:moveTo>
                  <a:pt x="686851" y="597859"/>
                </a:moveTo>
                <a:lnTo>
                  <a:pt x="688802" y="598065"/>
                </a:lnTo>
                <a:lnTo>
                  <a:pt x="694599" y="598408"/>
                </a:lnTo>
                <a:lnTo>
                  <a:pt x="702643" y="598781"/>
                </a:lnTo>
                <a:lnTo>
                  <a:pt x="700076" y="574449"/>
                </a:lnTo>
                <a:moveTo>
                  <a:pt x="671181" y="505965"/>
                </a:moveTo>
                <a:lnTo>
                  <a:pt x="571486" y="486227"/>
                </a:lnTo>
                <a:moveTo>
                  <a:pt x="560714" y="484117"/>
                </a:moveTo>
                <a:lnTo>
                  <a:pt x="450857" y="462695"/>
                </a:lnTo>
                <a:moveTo>
                  <a:pt x="427577" y="574952"/>
                </a:moveTo>
                <a:lnTo>
                  <a:pt x="427569" y="572644"/>
                </a:lnTo>
                <a:lnTo>
                  <a:pt x="427264" y="568965"/>
                </a:lnTo>
                <a:lnTo>
                  <a:pt x="426822" y="566542"/>
                </a:lnTo>
                <a:lnTo>
                  <a:pt x="428064" y="560334"/>
                </a:lnTo>
                <a:moveTo>
                  <a:pt x="699467" y="503695"/>
                </a:moveTo>
                <a:lnTo>
                  <a:pt x="839262" y="455900"/>
                </a:lnTo>
                <a:moveTo>
                  <a:pt x="687583" y="460425"/>
                </a:moveTo>
                <a:lnTo>
                  <a:pt x="687225" y="460478"/>
                </a:lnTo>
                <a:lnTo>
                  <a:pt x="678868" y="461499"/>
                </a:lnTo>
                <a:lnTo>
                  <a:pt x="675722" y="461781"/>
                </a:lnTo>
                <a:moveTo>
                  <a:pt x="1001097" y="401325"/>
                </a:moveTo>
                <a:lnTo>
                  <a:pt x="849790" y="452335"/>
                </a:lnTo>
                <a:moveTo>
                  <a:pt x="698095" y="459191"/>
                </a:moveTo>
                <a:lnTo>
                  <a:pt x="828757" y="417750"/>
                </a:lnTo>
                <a:moveTo>
                  <a:pt x="235949" y="419464"/>
                </a:moveTo>
                <a:lnTo>
                  <a:pt x="241068" y="421140"/>
                </a:lnTo>
                <a:lnTo>
                  <a:pt x="283972" y="429283"/>
                </a:lnTo>
                <a:lnTo>
                  <a:pt x="308265" y="434174"/>
                </a:lnTo>
                <a:moveTo>
                  <a:pt x="681199" y="435667"/>
                </a:moveTo>
                <a:lnTo>
                  <a:pt x="685183" y="435111"/>
                </a:lnTo>
                <a:moveTo>
                  <a:pt x="568073" y="481138"/>
                </a:moveTo>
                <a:lnTo>
                  <a:pt x="573741" y="448960"/>
                </a:lnTo>
                <a:moveTo>
                  <a:pt x="693646" y="455786"/>
                </a:moveTo>
                <a:lnTo>
                  <a:pt x="692656" y="439057"/>
                </a:lnTo>
                <a:lnTo>
                  <a:pt x="692519" y="438127"/>
                </a:lnTo>
                <a:moveTo>
                  <a:pt x="1020408" y="441213"/>
                </a:moveTo>
                <a:lnTo>
                  <a:pt x="1019380" y="438402"/>
                </a:lnTo>
                <a:moveTo>
                  <a:pt x="1018884" y="434608"/>
                </a:moveTo>
                <a:lnTo>
                  <a:pt x="1018923" y="434463"/>
                </a:lnTo>
                <a:moveTo>
                  <a:pt x="827020" y="384970"/>
                </a:moveTo>
                <a:lnTo>
                  <a:pt x="826030" y="380498"/>
                </a:lnTo>
                <a:lnTo>
                  <a:pt x="825291" y="377085"/>
                </a:lnTo>
                <a:lnTo>
                  <a:pt x="815517" y="340352"/>
                </a:lnTo>
                <a:moveTo>
                  <a:pt x="813118" y="331317"/>
                </a:moveTo>
                <a:lnTo>
                  <a:pt x="800358" y="282844"/>
                </a:lnTo>
                <a:lnTo>
                  <a:pt x="798949" y="278517"/>
                </a:lnTo>
                <a:moveTo>
                  <a:pt x="667441" y="314443"/>
                </a:moveTo>
                <a:lnTo>
                  <a:pt x="668584" y="314535"/>
                </a:lnTo>
                <a:lnTo>
                  <a:pt x="676803" y="314504"/>
                </a:lnTo>
                <a:moveTo>
                  <a:pt x="836116" y="410855"/>
                </a:moveTo>
                <a:lnTo>
                  <a:pt x="836375" y="410223"/>
                </a:lnTo>
                <a:lnTo>
                  <a:pt x="836794" y="408501"/>
                </a:lnTo>
                <a:lnTo>
                  <a:pt x="835804" y="402559"/>
                </a:lnTo>
                <a:lnTo>
                  <a:pt x="835034" y="399947"/>
                </a:lnTo>
                <a:lnTo>
                  <a:pt x="834303" y="397433"/>
                </a:lnTo>
                <a:lnTo>
                  <a:pt x="832650" y="393205"/>
                </a:lnTo>
                <a:lnTo>
                  <a:pt x="832429" y="392915"/>
                </a:lnTo>
                <a:moveTo>
                  <a:pt x="655763" y="193700"/>
                </a:moveTo>
                <a:lnTo>
                  <a:pt x="661210" y="274107"/>
                </a:lnTo>
                <a:lnTo>
                  <a:pt x="661362" y="277908"/>
                </a:lnTo>
                <a:moveTo>
                  <a:pt x="944938" y="218671"/>
                </a:moveTo>
                <a:lnTo>
                  <a:pt x="937815" y="197730"/>
                </a:lnTo>
                <a:moveTo>
                  <a:pt x="934890" y="193144"/>
                </a:moveTo>
                <a:lnTo>
                  <a:pt x="794264" y="241891"/>
                </a:lnTo>
                <a:moveTo>
                  <a:pt x="782182" y="246119"/>
                </a:moveTo>
                <a:lnTo>
                  <a:pt x="742134" y="260295"/>
                </a:lnTo>
                <a:lnTo>
                  <a:pt x="686196" y="279782"/>
                </a:lnTo>
                <a:moveTo>
                  <a:pt x="489129" y="278982"/>
                </a:moveTo>
                <a:lnTo>
                  <a:pt x="660387" y="312295"/>
                </a:lnTo>
                <a:moveTo>
                  <a:pt x="688527" y="312051"/>
                </a:moveTo>
                <a:lnTo>
                  <a:pt x="790180" y="276971"/>
                </a:lnTo>
                <a:moveTo>
                  <a:pt x="802460" y="272736"/>
                </a:moveTo>
                <a:lnTo>
                  <a:pt x="941205" y="224857"/>
                </a:lnTo>
                <a:moveTo>
                  <a:pt x="962817" y="286166"/>
                </a:moveTo>
                <a:lnTo>
                  <a:pt x="820088" y="332589"/>
                </a:lnTo>
                <a:lnTo>
                  <a:pt x="818336" y="333549"/>
                </a:lnTo>
                <a:moveTo>
                  <a:pt x="807922" y="338188"/>
                </a:moveTo>
                <a:lnTo>
                  <a:pt x="773429" y="350072"/>
                </a:lnTo>
                <a:lnTo>
                  <a:pt x="735911" y="362672"/>
                </a:lnTo>
                <a:lnTo>
                  <a:pt x="691963" y="377481"/>
                </a:lnTo>
                <a:moveTo>
                  <a:pt x="657035" y="281595"/>
                </a:moveTo>
                <a:lnTo>
                  <a:pt x="494622" y="248838"/>
                </a:lnTo>
                <a:moveTo>
                  <a:pt x="879576" y="1106917"/>
                </a:moveTo>
                <a:lnTo>
                  <a:pt x="980909" y="1067410"/>
                </a:lnTo>
                <a:lnTo>
                  <a:pt x="981595" y="1066961"/>
                </a:lnTo>
                <a:moveTo>
                  <a:pt x="617361" y="1148731"/>
                </a:moveTo>
                <a:lnTo>
                  <a:pt x="616218" y="1146415"/>
                </a:lnTo>
                <a:lnTo>
                  <a:pt x="614740" y="1143406"/>
                </a:lnTo>
                <a:lnTo>
                  <a:pt x="612188" y="1140527"/>
                </a:lnTo>
                <a:lnTo>
                  <a:pt x="598156" y="1108890"/>
                </a:lnTo>
                <a:moveTo>
                  <a:pt x="680917" y="276880"/>
                </a:moveTo>
                <a:lnTo>
                  <a:pt x="674655" y="192268"/>
                </a:lnTo>
                <a:moveTo>
                  <a:pt x="924636" y="476392"/>
                </a:moveTo>
                <a:lnTo>
                  <a:pt x="928323" y="487651"/>
                </a:lnTo>
                <a:lnTo>
                  <a:pt x="931416" y="490295"/>
                </a:lnTo>
                <a:lnTo>
                  <a:pt x="934669" y="490272"/>
                </a:lnTo>
                <a:lnTo>
                  <a:pt x="942523" y="487720"/>
                </a:lnTo>
                <a:moveTo>
                  <a:pt x="557020" y="533244"/>
                </a:moveTo>
                <a:lnTo>
                  <a:pt x="566405" y="489640"/>
                </a:lnTo>
                <a:moveTo>
                  <a:pt x="415403" y="538851"/>
                </a:moveTo>
                <a:lnTo>
                  <a:pt x="419898" y="517902"/>
                </a:lnTo>
                <a:moveTo>
                  <a:pt x="421536" y="509522"/>
                </a:moveTo>
                <a:lnTo>
                  <a:pt x="422465" y="504700"/>
                </a:lnTo>
                <a:lnTo>
                  <a:pt x="424773" y="492694"/>
                </a:lnTo>
                <a:moveTo>
                  <a:pt x="426388" y="484315"/>
                </a:moveTo>
                <a:lnTo>
                  <a:pt x="426937" y="481443"/>
                </a:lnTo>
                <a:lnTo>
                  <a:pt x="430837" y="461217"/>
                </a:lnTo>
                <a:moveTo>
                  <a:pt x="431942" y="455207"/>
                </a:moveTo>
                <a:lnTo>
                  <a:pt x="437381" y="423905"/>
                </a:lnTo>
                <a:lnTo>
                  <a:pt x="437579" y="422755"/>
                </a:lnTo>
                <a:lnTo>
                  <a:pt x="437967" y="420713"/>
                </a:lnTo>
                <a:moveTo>
                  <a:pt x="416455" y="513042"/>
                </a:moveTo>
                <a:lnTo>
                  <a:pt x="362002" y="505203"/>
                </a:lnTo>
                <a:lnTo>
                  <a:pt x="304921" y="495810"/>
                </a:lnTo>
                <a:moveTo>
                  <a:pt x="789319" y="519662"/>
                </a:moveTo>
                <a:lnTo>
                  <a:pt x="841586" y="501363"/>
                </a:lnTo>
                <a:moveTo>
                  <a:pt x="845875" y="499840"/>
                </a:moveTo>
                <a:lnTo>
                  <a:pt x="850887" y="498057"/>
                </a:lnTo>
                <a:moveTo>
                  <a:pt x="867410" y="492207"/>
                </a:moveTo>
                <a:lnTo>
                  <a:pt x="915693" y="475364"/>
                </a:lnTo>
                <a:lnTo>
                  <a:pt x="919250" y="473901"/>
                </a:lnTo>
                <a:moveTo>
                  <a:pt x="697798" y="545090"/>
                </a:moveTo>
                <a:lnTo>
                  <a:pt x="695955" y="508159"/>
                </a:lnTo>
                <a:moveTo>
                  <a:pt x="695528" y="501082"/>
                </a:moveTo>
                <a:lnTo>
                  <a:pt x="693113" y="466215"/>
                </a:lnTo>
                <a:moveTo>
                  <a:pt x="410398" y="542553"/>
                </a:moveTo>
                <a:lnTo>
                  <a:pt x="384657" y="538432"/>
                </a:lnTo>
                <a:lnTo>
                  <a:pt x="357210" y="533915"/>
                </a:lnTo>
                <a:lnTo>
                  <a:pt x="326563" y="529313"/>
                </a:lnTo>
                <a:lnTo>
                  <a:pt x="317635" y="530212"/>
                </a:lnTo>
                <a:lnTo>
                  <a:pt x="298712" y="516774"/>
                </a:lnTo>
                <a:moveTo>
                  <a:pt x="431865" y="579401"/>
                </a:moveTo>
                <a:lnTo>
                  <a:pt x="506902" y="583888"/>
                </a:lnTo>
                <a:lnTo>
                  <a:pt x="679432" y="597196"/>
                </a:lnTo>
                <a:moveTo>
                  <a:pt x="426670" y="618298"/>
                </a:moveTo>
                <a:lnTo>
                  <a:pt x="426327" y="617391"/>
                </a:lnTo>
                <a:moveTo>
                  <a:pt x="426259" y="617125"/>
                </a:moveTo>
                <a:lnTo>
                  <a:pt x="425687" y="612927"/>
                </a:lnTo>
                <a:lnTo>
                  <a:pt x="425863" y="608608"/>
                </a:lnTo>
                <a:lnTo>
                  <a:pt x="426731" y="595376"/>
                </a:lnTo>
                <a:lnTo>
                  <a:pt x="427234" y="587339"/>
                </a:lnTo>
                <a:lnTo>
                  <a:pt x="427401" y="583423"/>
                </a:lnTo>
                <a:moveTo>
                  <a:pt x="328186" y="248282"/>
                </a:moveTo>
                <a:lnTo>
                  <a:pt x="334059" y="249714"/>
                </a:lnTo>
                <a:lnTo>
                  <a:pt x="475904" y="276263"/>
                </a:lnTo>
                <a:moveTo>
                  <a:pt x="949866" y="578258"/>
                </a:moveTo>
                <a:lnTo>
                  <a:pt x="947551" y="571875"/>
                </a:lnTo>
                <a:lnTo>
                  <a:pt x="933717" y="523029"/>
                </a:lnTo>
                <a:moveTo>
                  <a:pt x="790119" y="536368"/>
                </a:moveTo>
                <a:lnTo>
                  <a:pt x="789479" y="534098"/>
                </a:lnTo>
                <a:lnTo>
                  <a:pt x="788207" y="529664"/>
                </a:lnTo>
                <a:lnTo>
                  <a:pt x="786676" y="525017"/>
                </a:lnTo>
                <a:moveTo>
                  <a:pt x="778677" y="522000"/>
                </a:moveTo>
                <a:lnTo>
                  <a:pt x="737472" y="535713"/>
                </a:lnTo>
                <a:lnTo>
                  <a:pt x="734356" y="537023"/>
                </a:lnTo>
                <a:lnTo>
                  <a:pt x="705050" y="547665"/>
                </a:lnTo>
                <a:lnTo>
                  <a:pt x="703131" y="548213"/>
                </a:lnTo>
                <a:moveTo>
                  <a:pt x="440573" y="517155"/>
                </a:moveTo>
                <a:lnTo>
                  <a:pt x="551832" y="534875"/>
                </a:lnTo>
                <a:moveTo>
                  <a:pt x="558909" y="536002"/>
                </a:moveTo>
                <a:lnTo>
                  <a:pt x="663122" y="552540"/>
                </a:lnTo>
                <a:lnTo>
                  <a:pt x="675775" y="554552"/>
                </a:lnTo>
                <a:moveTo>
                  <a:pt x="215723" y="800129"/>
                </a:moveTo>
                <a:lnTo>
                  <a:pt x="225908" y="800929"/>
                </a:lnTo>
                <a:lnTo>
                  <a:pt x="292923" y="805866"/>
                </a:lnTo>
                <a:lnTo>
                  <a:pt x="313080" y="807839"/>
                </a:lnTo>
                <a:moveTo>
                  <a:pt x="322610" y="721307"/>
                </a:moveTo>
                <a:lnTo>
                  <a:pt x="322343" y="726807"/>
                </a:lnTo>
                <a:lnTo>
                  <a:pt x="317254" y="797090"/>
                </a:lnTo>
                <a:lnTo>
                  <a:pt x="317308" y="803969"/>
                </a:lnTo>
                <a:moveTo>
                  <a:pt x="283515" y="530410"/>
                </a:moveTo>
                <a:lnTo>
                  <a:pt x="291955" y="518747"/>
                </a:lnTo>
                <a:lnTo>
                  <a:pt x="292710" y="517742"/>
                </a:lnTo>
                <a:moveTo>
                  <a:pt x="299893" y="1045608"/>
                </a:moveTo>
                <a:lnTo>
                  <a:pt x="303397" y="1007442"/>
                </a:lnTo>
                <a:moveTo>
                  <a:pt x="304114" y="997722"/>
                </a:moveTo>
                <a:lnTo>
                  <a:pt x="306376" y="959313"/>
                </a:lnTo>
                <a:moveTo>
                  <a:pt x="306978" y="950712"/>
                </a:moveTo>
                <a:lnTo>
                  <a:pt x="309979" y="913628"/>
                </a:lnTo>
                <a:moveTo>
                  <a:pt x="305866" y="908669"/>
                </a:moveTo>
                <a:lnTo>
                  <a:pt x="302095" y="908037"/>
                </a:lnTo>
                <a:lnTo>
                  <a:pt x="273718" y="905347"/>
                </a:lnTo>
                <a:lnTo>
                  <a:pt x="229877" y="902079"/>
                </a:lnTo>
                <a:lnTo>
                  <a:pt x="218298" y="901912"/>
                </a:lnTo>
                <a:moveTo>
                  <a:pt x="319319" y="398286"/>
                </a:moveTo>
                <a:lnTo>
                  <a:pt x="313225" y="430829"/>
                </a:lnTo>
                <a:moveTo>
                  <a:pt x="311640" y="439194"/>
                </a:moveTo>
                <a:lnTo>
                  <a:pt x="306803" y="464417"/>
                </a:lnTo>
                <a:moveTo>
                  <a:pt x="305195" y="472735"/>
                </a:moveTo>
                <a:lnTo>
                  <a:pt x="301615" y="491056"/>
                </a:lnTo>
                <a:moveTo>
                  <a:pt x="299962" y="499093"/>
                </a:moveTo>
                <a:lnTo>
                  <a:pt x="297471" y="510497"/>
                </a:lnTo>
                <a:moveTo>
                  <a:pt x="291719" y="511678"/>
                </a:moveTo>
                <a:lnTo>
                  <a:pt x="223973" y="461103"/>
                </a:lnTo>
                <a:lnTo>
                  <a:pt x="220073" y="457987"/>
                </a:lnTo>
                <a:moveTo>
                  <a:pt x="341205" y="1219989"/>
                </a:moveTo>
                <a:lnTo>
                  <a:pt x="341030" y="1219296"/>
                </a:lnTo>
                <a:lnTo>
                  <a:pt x="331629" y="1182539"/>
                </a:lnTo>
                <a:lnTo>
                  <a:pt x="329649" y="1176651"/>
                </a:lnTo>
                <a:moveTo>
                  <a:pt x="298933" y="1001013"/>
                </a:moveTo>
                <a:lnTo>
                  <a:pt x="231431" y="997120"/>
                </a:lnTo>
                <a:lnTo>
                  <a:pt x="225588" y="998210"/>
                </a:lnTo>
                <a:moveTo>
                  <a:pt x="36787" y="58071"/>
                </a:moveTo>
                <a:lnTo>
                  <a:pt x="41137" y="64623"/>
                </a:lnTo>
                <a:lnTo>
                  <a:pt x="117521" y="137168"/>
                </a:lnTo>
                <a:lnTo>
                  <a:pt x="287735" y="300427"/>
                </a:lnTo>
                <a:lnTo>
                  <a:pt x="289632" y="302316"/>
                </a:lnTo>
                <a:moveTo>
                  <a:pt x="78982" y="32262"/>
                </a:moveTo>
                <a:lnTo>
                  <a:pt x="119494" y="67175"/>
                </a:lnTo>
                <a:lnTo>
                  <a:pt x="152464" y="95589"/>
                </a:lnTo>
                <a:lnTo>
                  <a:pt x="159077" y="102042"/>
                </a:lnTo>
                <a:lnTo>
                  <a:pt x="159838" y="102811"/>
                </a:lnTo>
                <a:lnTo>
                  <a:pt x="160638" y="103466"/>
                </a:lnTo>
                <a:lnTo>
                  <a:pt x="169627" y="110071"/>
                </a:lnTo>
                <a:lnTo>
                  <a:pt x="212432" y="149265"/>
                </a:lnTo>
                <a:lnTo>
                  <a:pt x="317201" y="242363"/>
                </a:lnTo>
                <a:lnTo>
                  <a:pt x="319106" y="243871"/>
                </a:lnTo>
                <a:moveTo>
                  <a:pt x="361392" y="736505"/>
                </a:moveTo>
                <a:lnTo>
                  <a:pt x="344344" y="729496"/>
                </a:lnTo>
                <a:lnTo>
                  <a:pt x="330807" y="720484"/>
                </a:lnTo>
                <a:lnTo>
                  <a:pt x="327264" y="717849"/>
                </a:lnTo>
                <a:moveTo>
                  <a:pt x="223524" y="1367372"/>
                </a:moveTo>
                <a:lnTo>
                  <a:pt x="242934" y="1364081"/>
                </a:lnTo>
                <a:lnTo>
                  <a:pt x="350765" y="1342134"/>
                </a:lnTo>
                <a:moveTo>
                  <a:pt x="360326" y="1340077"/>
                </a:moveTo>
                <a:lnTo>
                  <a:pt x="450331" y="1319532"/>
                </a:lnTo>
                <a:lnTo>
                  <a:pt x="453736" y="1318785"/>
                </a:lnTo>
                <a:lnTo>
                  <a:pt x="453851" y="1318762"/>
                </a:lnTo>
                <a:moveTo>
                  <a:pt x="344824" y="1234737"/>
                </a:moveTo>
                <a:lnTo>
                  <a:pt x="344923" y="1235118"/>
                </a:lnTo>
                <a:lnTo>
                  <a:pt x="355405" y="1274602"/>
                </a:lnTo>
                <a:lnTo>
                  <a:pt x="356342" y="1279028"/>
                </a:lnTo>
                <a:moveTo>
                  <a:pt x="357492" y="1287522"/>
                </a:moveTo>
                <a:lnTo>
                  <a:pt x="357667" y="1290096"/>
                </a:lnTo>
                <a:lnTo>
                  <a:pt x="357393" y="1302148"/>
                </a:lnTo>
                <a:lnTo>
                  <a:pt x="355435" y="1333160"/>
                </a:lnTo>
                <a:lnTo>
                  <a:pt x="355664" y="1336611"/>
                </a:lnTo>
                <a:moveTo>
                  <a:pt x="353995" y="1346004"/>
                </a:moveTo>
                <a:lnTo>
                  <a:pt x="352883" y="1348800"/>
                </a:lnTo>
                <a:lnTo>
                  <a:pt x="329374" y="1381046"/>
                </a:lnTo>
                <a:lnTo>
                  <a:pt x="325832" y="1386135"/>
                </a:lnTo>
                <a:lnTo>
                  <a:pt x="322732" y="1390881"/>
                </a:lnTo>
                <a:moveTo>
                  <a:pt x="352921" y="1284162"/>
                </a:moveTo>
                <a:lnTo>
                  <a:pt x="222640" y="1315692"/>
                </a:lnTo>
                <a:moveTo>
                  <a:pt x="273322" y="1785746"/>
                </a:moveTo>
                <a:lnTo>
                  <a:pt x="315464" y="1788885"/>
                </a:lnTo>
                <a:lnTo>
                  <a:pt x="352274" y="1790957"/>
                </a:lnTo>
                <a:moveTo>
                  <a:pt x="360791" y="1791414"/>
                </a:moveTo>
                <a:lnTo>
                  <a:pt x="397006" y="1793258"/>
                </a:lnTo>
                <a:moveTo>
                  <a:pt x="356281" y="1795467"/>
                </a:moveTo>
                <a:lnTo>
                  <a:pt x="351870" y="1868362"/>
                </a:lnTo>
                <a:moveTo>
                  <a:pt x="266794" y="1866953"/>
                </a:moveTo>
                <a:lnTo>
                  <a:pt x="312668" y="1869970"/>
                </a:lnTo>
                <a:lnTo>
                  <a:pt x="347406" y="1872301"/>
                </a:lnTo>
                <a:moveTo>
                  <a:pt x="339727" y="1477374"/>
                </a:moveTo>
                <a:lnTo>
                  <a:pt x="339118" y="1478334"/>
                </a:lnTo>
                <a:lnTo>
                  <a:pt x="336352" y="1515571"/>
                </a:lnTo>
                <a:moveTo>
                  <a:pt x="446987" y="1665460"/>
                </a:moveTo>
                <a:lnTo>
                  <a:pt x="379028" y="1661781"/>
                </a:lnTo>
                <a:lnTo>
                  <a:pt x="369605" y="1661285"/>
                </a:lnTo>
                <a:moveTo>
                  <a:pt x="361088" y="1660836"/>
                </a:moveTo>
                <a:lnTo>
                  <a:pt x="331759" y="1659282"/>
                </a:lnTo>
                <a:lnTo>
                  <a:pt x="302735" y="1657743"/>
                </a:lnTo>
                <a:lnTo>
                  <a:pt x="261888" y="1654346"/>
                </a:lnTo>
                <a:lnTo>
                  <a:pt x="251984" y="1655328"/>
                </a:lnTo>
                <a:lnTo>
                  <a:pt x="246141" y="1655915"/>
                </a:lnTo>
                <a:lnTo>
                  <a:pt x="233519" y="1658810"/>
                </a:lnTo>
                <a:moveTo>
                  <a:pt x="331797" y="1519585"/>
                </a:moveTo>
                <a:lnTo>
                  <a:pt x="263259" y="1516218"/>
                </a:lnTo>
                <a:moveTo>
                  <a:pt x="329443" y="1563556"/>
                </a:moveTo>
                <a:lnTo>
                  <a:pt x="260951" y="1559815"/>
                </a:lnTo>
                <a:lnTo>
                  <a:pt x="245981" y="1559312"/>
                </a:lnTo>
                <a:lnTo>
                  <a:pt x="239499" y="1557362"/>
                </a:lnTo>
                <a:lnTo>
                  <a:pt x="232498" y="1552784"/>
                </a:lnTo>
                <a:lnTo>
                  <a:pt x="228727" y="1548998"/>
                </a:lnTo>
                <a:lnTo>
                  <a:pt x="224903" y="1543460"/>
                </a:lnTo>
                <a:moveTo>
                  <a:pt x="368127" y="1607198"/>
                </a:moveTo>
                <a:lnTo>
                  <a:pt x="365567" y="1656806"/>
                </a:lnTo>
                <a:moveTo>
                  <a:pt x="213560" y="1662611"/>
                </a:moveTo>
                <a:lnTo>
                  <a:pt x="212707" y="1656867"/>
                </a:lnTo>
                <a:lnTo>
                  <a:pt x="214878" y="1630044"/>
                </a:lnTo>
                <a:lnTo>
                  <a:pt x="216165" y="1619669"/>
                </a:lnTo>
                <a:lnTo>
                  <a:pt x="217239" y="1614824"/>
                </a:lnTo>
                <a:lnTo>
                  <a:pt x="220759" y="1607899"/>
                </a:lnTo>
                <a:lnTo>
                  <a:pt x="224331" y="1603511"/>
                </a:lnTo>
                <a:lnTo>
                  <a:pt x="229489" y="1599710"/>
                </a:lnTo>
                <a:lnTo>
                  <a:pt x="235004" y="1597166"/>
                </a:lnTo>
                <a:lnTo>
                  <a:pt x="239621" y="1596137"/>
                </a:lnTo>
                <a:lnTo>
                  <a:pt x="253401" y="1595970"/>
                </a:lnTo>
                <a:lnTo>
                  <a:pt x="306338" y="1598651"/>
                </a:lnTo>
                <a:lnTo>
                  <a:pt x="364165" y="1602689"/>
                </a:lnTo>
                <a:moveTo>
                  <a:pt x="372568" y="1603245"/>
                </a:moveTo>
                <a:lnTo>
                  <a:pt x="449996" y="1608097"/>
                </a:lnTo>
                <a:moveTo>
                  <a:pt x="1882318" y="896953"/>
                </a:moveTo>
                <a:lnTo>
                  <a:pt x="1880780" y="893875"/>
                </a:lnTo>
                <a:lnTo>
                  <a:pt x="1868225" y="868850"/>
                </a:lnTo>
                <a:lnTo>
                  <a:pt x="1866747" y="865902"/>
                </a:lnTo>
                <a:moveTo>
                  <a:pt x="428361" y="2598308"/>
                </a:moveTo>
                <a:lnTo>
                  <a:pt x="423394" y="2606391"/>
                </a:lnTo>
                <a:lnTo>
                  <a:pt x="422339" y="2608135"/>
                </a:lnTo>
                <a:moveTo>
                  <a:pt x="592355" y="1170793"/>
                </a:moveTo>
                <a:lnTo>
                  <a:pt x="608140" y="1167174"/>
                </a:lnTo>
                <a:moveTo>
                  <a:pt x="611488" y="1166123"/>
                </a:moveTo>
                <a:lnTo>
                  <a:pt x="611560" y="1166096"/>
                </a:lnTo>
                <a:moveTo>
                  <a:pt x="608631" y="1157065"/>
                </a:moveTo>
                <a:lnTo>
                  <a:pt x="592976" y="1162101"/>
                </a:lnTo>
                <a:lnTo>
                  <a:pt x="472911" y="1191300"/>
                </a:lnTo>
                <a:lnTo>
                  <a:pt x="459343" y="1193943"/>
                </a:lnTo>
                <a:lnTo>
                  <a:pt x="450697" y="1195627"/>
                </a:lnTo>
                <a:lnTo>
                  <a:pt x="447825" y="1196229"/>
                </a:lnTo>
                <a:moveTo>
                  <a:pt x="650072" y="1143163"/>
                </a:moveTo>
                <a:lnTo>
                  <a:pt x="633374" y="1149036"/>
                </a:lnTo>
                <a:moveTo>
                  <a:pt x="633157" y="1149112"/>
                </a:moveTo>
                <a:lnTo>
                  <a:pt x="630525" y="1150049"/>
                </a:lnTo>
                <a:lnTo>
                  <a:pt x="624423" y="1152007"/>
                </a:lnTo>
                <a:moveTo>
                  <a:pt x="866020" y="1064805"/>
                </a:moveTo>
                <a:lnTo>
                  <a:pt x="861842" y="1066572"/>
                </a:lnTo>
                <a:lnTo>
                  <a:pt x="860269" y="1067235"/>
                </a:lnTo>
                <a:moveTo>
                  <a:pt x="855184" y="1077702"/>
                </a:moveTo>
                <a:lnTo>
                  <a:pt x="856913" y="1077093"/>
                </a:lnTo>
                <a:moveTo>
                  <a:pt x="627257" y="1161141"/>
                </a:moveTo>
                <a:lnTo>
                  <a:pt x="633244" y="1159282"/>
                </a:lnTo>
                <a:lnTo>
                  <a:pt x="633648" y="1159076"/>
                </a:lnTo>
                <a:lnTo>
                  <a:pt x="643285" y="1154688"/>
                </a:lnTo>
                <a:lnTo>
                  <a:pt x="665239" y="1146926"/>
                </a:lnTo>
                <a:lnTo>
                  <a:pt x="685785" y="1137716"/>
                </a:lnTo>
                <a:lnTo>
                  <a:pt x="731066" y="1121459"/>
                </a:lnTo>
                <a:lnTo>
                  <a:pt x="840885" y="1082623"/>
                </a:lnTo>
                <a:lnTo>
                  <a:pt x="849432" y="1079698"/>
                </a:lnTo>
                <a:moveTo>
                  <a:pt x="872118" y="1071196"/>
                </a:moveTo>
                <a:lnTo>
                  <a:pt x="880117" y="1067228"/>
                </a:lnTo>
                <a:lnTo>
                  <a:pt x="912584" y="1049577"/>
                </a:lnTo>
                <a:moveTo>
                  <a:pt x="954529" y="1016119"/>
                </a:moveTo>
                <a:lnTo>
                  <a:pt x="948708" y="1019585"/>
                </a:lnTo>
                <a:lnTo>
                  <a:pt x="945852" y="1021711"/>
                </a:lnTo>
                <a:lnTo>
                  <a:pt x="942370" y="1024301"/>
                </a:lnTo>
                <a:moveTo>
                  <a:pt x="975104" y="1016287"/>
                </a:moveTo>
                <a:lnTo>
                  <a:pt x="981465" y="1012455"/>
                </a:lnTo>
                <a:lnTo>
                  <a:pt x="982128" y="1012059"/>
                </a:lnTo>
                <a:lnTo>
                  <a:pt x="994637" y="1004091"/>
                </a:lnTo>
                <a:lnTo>
                  <a:pt x="1056677" y="969772"/>
                </a:lnTo>
                <a:moveTo>
                  <a:pt x="1064218" y="965712"/>
                </a:moveTo>
                <a:lnTo>
                  <a:pt x="1081024" y="956928"/>
                </a:lnTo>
                <a:lnTo>
                  <a:pt x="1091460" y="952274"/>
                </a:lnTo>
                <a:lnTo>
                  <a:pt x="1094142" y="950971"/>
                </a:lnTo>
                <a:lnTo>
                  <a:pt x="1123653" y="935225"/>
                </a:lnTo>
                <a:moveTo>
                  <a:pt x="989373" y="1067022"/>
                </a:moveTo>
                <a:lnTo>
                  <a:pt x="997432" y="1080178"/>
                </a:lnTo>
                <a:lnTo>
                  <a:pt x="1004715" y="1093235"/>
                </a:lnTo>
                <a:moveTo>
                  <a:pt x="1008996" y="1100960"/>
                </a:moveTo>
                <a:lnTo>
                  <a:pt x="1016241" y="1114093"/>
                </a:lnTo>
                <a:lnTo>
                  <a:pt x="1022625" y="1125756"/>
                </a:lnTo>
                <a:moveTo>
                  <a:pt x="1027211" y="1134227"/>
                </a:moveTo>
                <a:lnTo>
                  <a:pt x="1033785" y="1146499"/>
                </a:lnTo>
                <a:lnTo>
                  <a:pt x="1036710" y="1153264"/>
                </a:lnTo>
                <a:moveTo>
                  <a:pt x="1040131" y="1161819"/>
                </a:moveTo>
                <a:lnTo>
                  <a:pt x="1043536" y="1171120"/>
                </a:lnTo>
                <a:lnTo>
                  <a:pt x="1046766" y="1179942"/>
                </a:lnTo>
                <a:lnTo>
                  <a:pt x="1049067" y="1186173"/>
                </a:lnTo>
                <a:lnTo>
                  <a:pt x="1050407" y="1190134"/>
                </a:lnTo>
                <a:lnTo>
                  <a:pt x="1050857" y="1191993"/>
                </a:lnTo>
                <a:moveTo>
                  <a:pt x="1052837" y="1200274"/>
                </a:moveTo>
                <a:lnTo>
                  <a:pt x="1061088" y="1234958"/>
                </a:lnTo>
                <a:moveTo>
                  <a:pt x="962234" y="1005321"/>
                </a:moveTo>
                <a:lnTo>
                  <a:pt x="960330" y="1001573"/>
                </a:lnTo>
                <a:lnTo>
                  <a:pt x="958067" y="997132"/>
                </a:lnTo>
                <a:lnTo>
                  <a:pt x="949520" y="979580"/>
                </a:lnTo>
                <a:lnTo>
                  <a:pt x="941258" y="964078"/>
                </a:lnTo>
                <a:moveTo>
                  <a:pt x="967349" y="1027915"/>
                </a:moveTo>
                <a:lnTo>
                  <a:pt x="968385" y="1029988"/>
                </a:lnTo>
                <a:lnTo>
                  <a:pt x="972457" y="1038162"/>
                </a:lnTo>
                <a:lnTo>
                  <a:pt x="977371" y="1047638"/>
                </a:lnTo>
                <a:lnTo>
                  <a:pt x="983736" y="1059583"/>
                </a:lnTo>
                <a:moveTo>
                  <a:pt x="1003767" y="989285"/>
                </a:moveTo>
                <a:lnTo>
                  <a:pt x="979458" y="1002479"/>
                </a:lnTo>
                <a:moveTo>
                  <a:pt x="979252" y="1002594"/>
                </a:moveTo>
                <a:lnTo>
                  <a:pt x="977032" y="1003801"/>
                </a:lnTo>
                <a:lnTo>
                  <a:pt x="969764" y="1007747"/>
                </a:lnTo>
                <a:moveTo>
                  <a:pt x="872789" y="825878"/>
                </a:moveTo>
                <a:lnTo>
                  <a:pt x="873627" y="828628"/>
                </a:lnTo>
                <a:lnTo>
                  <a:pt x="881123" y="853256"/>
                </a:lnTo>
                <a:lnTo>
                  <a:pt x="881511" y="854681"/>
                </a:lnTo>
                <a:moveTo>
                  <a:pt x="884566" y="863434"/>
                </a:moveTo>
                <a:lnTo>
                  <a:pt x="885389" y="865323"/>
                </a:lnTo>
                <a:lnTo>
                  <a:pt x="888672" y="872309"/>
                </a:lnTo>
                <a:lnTo>
                  <a:pt x="904052" y="902148"/>
                </a:lnTo>
                <a:lnTo>
                  <a:pt x="906643" y="907176"/>
                </a:lnTo>
                <a:moveTo>
                  <a:pt x="910604" y="914794"/>
                </a:moveTo>
                <a:lnTo>
                  <a:pt x="926853" y="945730"/>
                </a:lnTo>
                <a:lnTo>
                  <a:pt x="933953" y="958345"/>
                </a:lnTo>
                <a:moveTo>
                  <a:pt x="1164378" y="913346"/>
                </a:moveTo>
                <a:lnTo>
                  <a:pt x="1164485" y="913232"/>
                </a:lnTo>
                <a:moveTo>
                  <a:pt x="1171855" y="925139"/>
                </a:moveTo>
                <a:lnTo>
                  <a:pt x="1171794" y="925002"/>
                </a:lnTo>
                <a:moveTo>
                  <a:pt x="1172446" y="926579"/>
                </a:moveTo>
                <a:lnTo>
                  <a:pt x="1171303" y="924057"/>
                </a:lnTo>
                <a:lnTo>
                  <a:pt x="1168622" y="918115"/>
                </a:lnTo>
                <a:lnTo>
                  <a:pt x="1167822" y="916363"/>
                </a:lnTo>
                <a:lnTo>
                  <a:pt x="1167586" y="915830"/>
                </a:lnTo>
                <a:moveTo>
                  <a:pt x="1166915" y="914321"/>
                </a:moveTo>
                <a:lnTo>
                  <a:pt x="1166850" y="914180"/>
                </a:lnTo>
                <a:moveTo>
                  <a:pt x="1227515" y="582212"/>
                </a:moveTo>
                <a:lnTo>
                  <a:pt x="1227317" y="582403"/>
                </a:lnTo>
                <a:lnTo>
                  <a:pt x="1225900" y="583408"/>
                </a:lnTo>
                <a:lnTo>
                  <a:pt x="1194111" y="598179"/>
                </a:lnTo>
                <a:lnTo>
                  <a:pt x="1193151" y="598484"/>
                </a:lnTo>
                <a:moveTo>
                  <a:pt x="428140" y="560036"/>
                </a:moveTo>
                <a:lnTo>
                  <a:pt x="429793" y="551489"/>
                </a:lnTo>
                <a:moveTo>
                  <a:pt x="431393" y="543071"/>
                </a:moveTo>
                <a:lnTo>
                  <a:pt x="435621" y="520591"/>
                </a:lnTo>
                <a:moveTo>
                  <a:pt x="437175" y="512318"/>
                </a:moveTo>
                <a:lnTo>
                  <a:pt x="442584" y="483553"/>
                </a:lnTo>
                <a:lnTo>
                  <a:pt x="445875" y="466077"/>
                </a:lnTo>
                <a:moveTo>
                  <a:pt x="447436" y="457698"/>
                </a:moveTo>
                <a:lnTo>
                  <a:pt x="450796" y="439468"/>
                </a:lnTo>
                <a:lnTo>
                  <a:pt x="452898" y="429314"/>
                </a:lnTo>
                <a:moveTo>
                  <a:pt x="2222556" y="582296"/>
                </a:moveTo>
                <a:lnTo>
                  <a:pt x="2213041" y="559838"/>
                </a:lnTo>
                <a:moveTo>
                  <a:pt x="2210108" y="552921"/>
                </a:moveTo>
                <a:lnTo>
                  <a:pt x="2209110" y="550864"/>
                </a:lnTo>
                <a:moveTo>
                  <a:pt x="2620804" y="1827157"/>
                </a:moveTo>
                <a:lnTo>
                  <a:pt x="2640321" y="1807450"/>
                </a:lnTo>
                <a:moveTo>
                  <a:pt x="2646933" y="1800617"/>
                </a:moveTo>
                <a:lnTo>
                  <a:pt x="2647024" y="1800495"/>
                </a:lnTo>
                <a:moveTo>
                  <a:pt x="1439978" y="765811"/>
                </a:moveTo>
                <a:lnTo>
                  <a:pt x="1437182" y="766923"/>
                </a:lnTo>
                <a:lnTo>
                  <a:pt x="1434250" y="768096"/>
                </a:lnTo>
                <a:moveTo>
                  <a:pt x="1437365" y="774964"/>
                </a:moveTo>
                <a:lnTo>
                  <a:pt x="1439769" y="773874"/>
                </a:lnTo>
                <a:lnTo>
                  <a:pt x="1442085" y="772815"/>
                </a:lnTo>
                <a:lnTo>
                  <a:pt x="1452742" y="768336"/>
                </a:lnTo>
                <a:lnTo>
                  <a:pt x="1578353" y="712227"/>
                </a:lnTo>
                <a:moveTo>
                  <a:pt x="1674895" y="660863"/>
                </a:moveTo>
                <a:lnTo>
                  <a:pt x="1673501" y="662150"/>
                </a:lnTo>
                <a:lnTo>
                  <a:pt x="1669585" y="664512"/>
                </a:lnTo>
                <a:lnTo>
                  <a:pt x="1666500" y="666127"/>
                </a:lnTo>
                <a:lnTo>
                  <a:pt x="1658318" y="669631"/>
                </a:lnTo>
                <a:lnTo>
                  <a:pt x="1612638" y="690573"/>
                </a:lnTo>
                <a:moveTo>
                  <a:pt x="1443368" y="324240"/>
                </a:moveTo>
                <a:lnTo>
                  <a:pt x="1441959" y="320210"/>
                </a:lnTo>
                <a:moveTo>
                  <a:pt x="1439255" y="312486"/>
                </a:moveTo>
                <a:lnTo>
                  <a:pt x="1437182" y="306589"/>
                </a:lnTo>
                <a:lnTo>
                  <a:pt x="1435514" y="301798"/>
                </a:lnTo>
                <a:lnTo>
                  <a:pt x="1434897" y="299124"/>
                </a:lnTo>
                <a:lnTo>
                  <a:pt x="1434646" y="297334"/>
                </a:lnTo>
                <a:lnTo>
                  <a:pt x="1434623" y="296854"/>
                </a:lnTo>
                <a:moveTo>
                  <a:pt x="1697985" y="487499"/>
                </a:moveTo>
                <a:lnTo>
                  <a:pt x="1694968" y="479504"/>
                </a:lnTo>
                <a:lnTo>
                  <a:pt x="1687822" y="460528"/>
                </a:lnTo>
                <a:lnTo>
                  <a:pt x="1679930" y="439586"/>
                </a:lnTo>
                <a:moveTo>
                  <a:pt x="1747581" y="600967"/>
                </a:moveTo>
                <a:lnTo>
                  <a:pt x="1745996" y="597676"/>
                </a:lnTo>
                <a:lnTo>
                  <a:pt x="1744435" y="594698"/>
                </a:lnTo>
                <a:lnTo>
                  <a:pt x="1744214" y="594271"/>
                </a:lnTo>
                <a:moveTo>
                  <a:pt x="1738417" y="597874"/>
                </a:moveTo>
                <a:lnTo>
                  <a:pt x="1739654" y="600468"/>
                </a:lnTo>
                <a:lnTo>
                  <a:pt x="1740393" y="602060"/>
                </a:lnTo>
                <a:lnTo>
                  <a:pt x="1741186" y="603774"/>
                </a:lnTo>
                <a:moveTo>
                  <a:pt x="1737061" y="584235"/>
                </a:moveTo>
                <a:lnTo>
                  <a:pt x="1733267" y="576061"/>
                </a:lnTo>
                <a:lnTo>
                  <a:pt x="1725078" y="557271"/>
                </a:lnTo>
                <a:lnTo>
                  <a:pt x="1719627" y="544264"/>
                </a:lnTo>
                <a:moveTo>
                  <a:pt x="1716549" y="536570"/>
                </a:moveTo>
                <a:lnTo>
                  <a:pt x="1709206" y="517357"/>
                </a:lnTo>
                <a:lnTo>
                  <a:pt x="1704787" y="505588"/>
                </a:lnTo>
                <a:lnTo>
                  <a:pt x="1701851" y="497772"/>
                </a:lnTo>
                <a:moveTo>
                  <a:pt x="1592039" y="2561034"/>
                </a:moveTo>
                <a:lnTo>
                  <a:pt x="1591292" y="2558482"/>
                </a:lnTo>
                <a:lnTo>
                  <a:pt x="1589830" y="2555351"/>
                </a:lnTo>
                <a:moveTo>
                  <a:pt x="1582174" y="2551527"/>
                </a:moveTo>
                <a:lnTo>
                  <a:pt x="1579119" y="2550849"/>
                </a:lnTo>
                <a:lnTo>
                  <a:pt x="1575371" y="2550308"/>
                </a:lnTo>
                <a:lnTo>
                  <a:pt x="1570145" y="2549249"/>
                </a:lnTo>
                <a:lnTo>
                  <a:pt x="1566024" y="2547603"/>
                </a:lnTo>
                <a:lnTo>
                  <a:pt x="1561689" y="2544861"/>
                </a:lnTo>
                <a:lnTo>
                  <a:pt x="1556113" y="2539978"/>
                </a:lnTo>
                <a:lnTo>
                  <a:pt x="1550247" y="2533008"/>
                </a:lnTo>
                <a:lnTo>
                  <a:pt x="1547070" y="2528978"/>
                </a:lnTo>
                <a:moveTo>
                  <a:pt x="1312181" y="2233769"/>
                </a:moveTo>
                <a:lnTo>
                  <a:pt x="1309354" y="2234592"/>
                </a:lnTo>
                <a:lnTo>
                  <a:pt x="1305138" y="2235788"/>
                </a:lnTo>
                <a:moveTo>
                  <a:pt x="1304917" y="2235849"/>
                </a:moveTo>
                <a:lnTo>
                  <a:pt x="1301592" y="2236817"/>
                </a:lnTo>
                <a:lnTo>
                  <a:pt x="1291757" y="2239087"/>
                </a:lnTo>
                <a:lnTo>
                  <a:pt x="1277832" y="2242241"/>
                </a:lnTo>
                <a:lnTo>
                  <a:pt x="1273985" y="2243033"/>
                </a:lnTo>
                <a:lnTo>
                  <a:pt x="1270126" y="2243619"/>
                </a:lnTo>
                <a:moveTo>
                  <a:pt x="1075093" y="1274895"/>
                </a:moveTo>
                <a:lnTo>
                  <a:pt x="1074186" y="1271135"/>
                </a:lnTo>
                <a:lnTo>
                  <a:pt x="1073847" y="1269821"/>
                </a:lnTo>
                <a:lnTo>
                  <a:pt x="1066698" y="1242367"/>
                </a:lnTo>
                <a:moveTo>
                  <a:pt x="1200841" y="648484"/>
                </a:moveTo>
                <a:lnTo>
                  <a:pt x="1213270" y="644648"/>
                </a:lnTo>
                <a:moveTo>
                  <a:pt x="2236527" y="1733122"/>
                </a:moveTo>
                <a:lnTo>
                  <a:pt x="2228353" y="1733313"/>
                </a:lnTo>
                <a:lnTo>
                  <a:pt x="2213483" y="1734920"/>
                </a:lnTo>
                <a:lnTo>
                  <a:pt x="2205690" y="1735819"/>
                </a:lnTo>
                <a:moveTo>
                  <a:pt x="2429983" y="1585815"/>
                </a:moveTo>
                <a:lnTo>
                  <a:pt x="2429869" y="1585708"/>
                </a:lnTo>
                <a:moveTo>
                  <a:pt x="2430410" y="1586204"/>
                </a:moveTo>
                <a:lnTo>
                  <a:pt x="2427325" y="1583073"/>
                </a:lnTo>
                <a:moveTo>
                  <a:pt x="2426989" y="1582760"/>
                </a:moveTo>
                <a:lnTo>
                  <a:pt x="2409864" y="1567814"/>
                </a:lnTo>
                <a:lnTo>
                  <a:pt x="2408036" y="1566214"/>
                </a:lnTo>
                <a:lnTo>
                  <a:pt x="2397402" y="1556951"/>
                </a:lnTo>
                <a:lnTo>
                  <a:pt x="2359830" y="1520766"/>
                </a:lnTo>
                <a:moveTo>
                  <a:pt x="2483743" y="1547170"/>
                </a:moveTo>
                <a:lnTo>
                  <a:pt x="2555739" y="1478502"/>
                </a:lnTo>
                <a:lnTo>
                  <a:pt x="2563182" y="1471379"/>
                </a:lnTo>
                <a:moveTo>
                  <a:pt x="2571127" y="1463799"/>
                </a:moveTo>
                <a:lnTo>
                  <a:pt x="2670815" y="1369033"/>
                </a:lnTo>
                <a:lnTo>
                  <a:pt x="2682547" y="1358543"/>
                </a:lnTo>
                <a:moveTo>
                  <a:pt x="2703008" y="1335529"/>
                </a:moveTo>
                <a:lnTo>
                  <a:pt x="2697051" y="1341746"/>
                </a:lnTo>
                <a:lnTo>
                  <a:pt x="2688976" y="1349584"/>
                </a:lnTo>
                <a:moveTo>
                  <a:pt x="420020" y="712356"/>
                </a:moveTo>
                <a:lnTo>
                  <a:pt x="420317" y="698149"/>
                </a:lnTo>
                <a:moveTo>
                  <a:pt x="416203" y="714999"/>
                </a:moveTo>
                <a:lnTo>
                  <a:pt x="416203" y="720202"/>
                </a:lnTo>
                <a:lnTo>
                  <a:pt x="415990" y="738333"/>
                </a:lnTo>
                <a:lnTo>
                  <a:pt x="415944" y="739411"/>
                </a:lnTo>
                <a:moveTo>
                  <a:pt x="415990" y="741045"/>
                </a:moveTo>
                <a:lnTo>
                  <a:pt x="415860" y="745170"/>
                </a:lnTo>
                <a:moveTo>
                  <a:pt x="1126624" y="531142"/>
                </a:moveTo>
                <a:lnTo>
                  <a:pt x="1125253" y="531591"/>
                </a:lnTo>
                <a:lnTo>
                  <a:pt x="1065095" y="552388"/>
                </a:lnTo>
                <a:lnTo>
                  <a:pt x="1061925" y="553538"/>
                </a:lnTo>
                <a:lnTo>
                  <a:pt x="1055831" y="555626"/>
                </a:lnTo>
                <a:moveTo>
                  <a:pt x="2659091" y="438325"/>
                </a:moveTo>
                <a:lnTo>
                  <a:pt x="2671341" y="436337"/>
                </a:lnTo>
                <a:lnTo>
                  <a:pt x="2759365" y="434509"/>
                </a:lnTo>
                <a:lnTo>
                  <a:pt x="2771188" y="433458"/>
                </a:lnTo>
                <a:lnTo>
                  <a:pt x="2778418" y="431949"/>
                </a:lnTo>
                <a:lnTo>
                  <a:pt x="2791102" y="428895"/>
                </a:lnTo>
                <a:lnTo>
                  <a:pt x="2876102" y="407305"/>
                </a:lnTo>
                <a:lnTo>
                  <a:pt x="2901835" y="401394"/>
                </a:lnTo>
                <a:moveTo>
                  <a:pt x="2558627" y="421635"/>
                </a:moveTo>
                <a:lnTo>
                  <a:pt x="2556143" y="415533"/>
                </a:lnTo>
                <a:lnTo>
                  <a:pt x="2548563" y="394865"/>
                </a:lnTo>
                <a:moveTo>
                  <a:pt x="2570823" y="429908"/>
                </a:moveTo>
                <a:lnTo>
                  <a:pt x="2570389" y="431195"/>
                </a:lnTo>
                <a:lnTo>
                  <a:pt x="2570282" y="432833"/>
                </a:lnTo>
                <a:lnTo>
                  <a:pt x="2570594" y="434318"/>
                </a:lnTo>
                <a:lnTo>
                  <a:pt x="2571653" y="436360"/>
                </a:lnTo>
                <a:moveTo>
                  <a:pt x="2646887" y="424072"/>
                </a:moveTo>
                <a:lnTo>
                  <a:pt x="2644114" y="423935"/>
                </a:lnTo>
                <a:lnTo>
                  <a:pt x="2590530" y="423653"/>
                </a:lnTo>
                <a:lnTo>
                  <a:pt x="2586188" y="423692"/>
                </a:lnTo>
                <a:lnTo>
                  <a:pt x="2579865" y="424095"/>
                </a:lnTo>
                <a:lnTo>
                  <a:pt x="2577115" y="424278"/>
                </a:lnTo>
                <a:moveTo>
                  <a:pt x="2650902" y="419707"/>
                </a:moveTo>
                <a:lnTo>
                  <a:pt x="2650917" y="419852"/>
                </a:lnTo>
                <a:moveTo>
                  <a:pt x="2553477" y="427615"/>
                </a:moveTo>
                <a:lnTo>
                  <a:pt x="2550102" y="428057"/>
                </a:lnTo>
                <a:lnTo>
                  <a:pt x="2477732" y="428727"/>
                </a:lnTo>
                <a:lnTo>
                  <a:pt x="2470640" y="428369"/>
                </a:lnTo>
                <a:lnTo>
                  <a:pt x="2470198" y="428407"/>
                </a:lnTo>
                <a:moveTo>
                  <a:pt x="2192305" y="544656"/>
                </a:moveTo>
                <a:lnTo>
                  <a:pt x="2191384" y="544976"/>
                </a:lnTo>
                <a:lnTo>
                  <a:pt x="2185152" y="547657"/>
                </a:lnTo>
                <a:lnTo>
                  <a:pt x="2180048" y="549851"/>
                </a:lnTo>
                <a:lnTo>
                  <a:pt x="2128346" y="572926"/>
                </a:lnTo>
                <a:moveTo>
                  <a:pt x="1797417" y="725238"/>
                </a:moveTo>
                <a:lnTo>
                  <a:pt x="1797539" y="725619"/>
                </a:lnTo>
                <a:lnTo>
                  <a:pt x="1799009" y="729169"/>
                </a:lnTo>
                <a:lnTo>
                  <a:pt x="1800716" y="733282"/>
                </a:lnTo>
                <a:lnTo>
                  <a:pt x="1804654" y="741799"/>
                </a:lnTo>
                <a:moveTo>
                  <a:pt x="1806901" y="740915"/>
                </a:moveTo>
                <a:lnTo>
                  <a:pt x="1803671" y="732719"/>
                </a:lnTo>
                <a:moveTo>
                  <a:pt x="1803671" y="732719"/>
                </a:moveTo>
                <a:lnTo>
                  <a:pt x="1802757" y="729824"/>
                </a:lnTo>
                <a:lnTo>
                  <a:pt x="1801919" y="727790"/>
                </a:lnTo>
                <a:lnTo>
                  <a:pt x="1800799" y="724385"/>
                </a:lnTo>
                <a:lnTo>
                  <a:pt x="1800731" y="724202"/>
                </a:lnTo>
                <a:moveTo>
                  <a:pt x="2128109" y="573025"/>
                </a:moveTo>
                <a:lnTo>
                  <a:pt x="2089273" y="589990"/>
                </a:lnTo>
                <a:moveTo>
                  <a:pt x="2081915" y="593220"/>
                </a:moveTo>
                <a:lnTo>
                  <a:pt x="2081793" y="593273"/>
                </a:lnTo>
                <a:lnTo>
                  <a:pt x="1989723" y="633976"/>
                </a:lnTo>
                <a:lnTo>
                  <a:pt x="1983933" y="636535"/>
                </a:lnTo>
                <a:moveTo>
                  <a:pt x="1973893" y="640954"/>
                </a:moveTo>
                <a:lnTo>
                  <a:pt x="1881983" y="681336"/>
                </a:lnTo>
                <a:lnTo>
                  <a:pt x="1864211" y="689678"/>
                </a:lnTo>
                <a:moveTo>
                  <a:pt x="1803344" y="718641"/>
                </a:moveTo>
                <a:lnTo>
                  <a:pt x="1813057" y="714641"/>
                </a:lnTo>
                <a:lnTo>
                  <a:pt x="1850712" y="698743"/>
                </a:lnTo>
                <a:lnTo>
                  <a:pt x="1854140" y="696503"/>
                </a:lnTo>
                <a:lnTo>
                  <a:pt x="1865041" y="691971"/>
                </a:lnTo>
                <a:moveTo>
                  <a:pt x="2270282" y="714398"/>
                </a:moveTo>
                <a:lnTo>
                  <a:pt x="2270503" y="722358"/>
                </a:lnTo>
                <a:lnTo>
                  <a:pt x="2273893" y="730639"/>
                </a:lnTo>
                <a:lnTo>
                  <a:pt x="2280124" y="745677"/>
                </a:lnTo>
                <a:moveTo>
                  <a:pt x="2203816" y="553386"/>
                </a:moveTo>
                <a:lnTo>
                  <a:pt x="2205553" y="557241"/>
                </a:lnTo>
                <a:lnTo>
                  <a:pt x="2207846" y="562687"/>
                </a:lnTo>
                <a:lnTo>
                  <a:pt x="2217597" y="585831"/>
                </a:lnTo>
                <a:moveTo>
                  <a:pt x="2220796" y="593502"/>
                </a:moveTo>
                <a:lnTo>
                  <a:pt x="2221794" y="595917"/>
                </a:lnTo>
                <a:lnTo>
                  <a:pt x="2234036" y="624735"/>
                </a:lnTo>
                <a:lnTo>
                  <a:pt x="2235407" y="628148"/>
                </a:lnTo>
                <a:moveTo>
                  <a:pt x="2238630" y="636025"/>
                </a:moveTo>
                <a:lnTo>
                  <a:pt x="2245143" y="651672"/>
                </a:lnTo>
                <a:moveTo>
                  <a:pt x="2254063" y="673573"/>
                </a:moveTo>
                <a:lnTo>
                  <a:pt x="2265155" y="700404"/>
                </a:lnTo>
                <a:lnTo>
                  <a:pt x="2267517" y="706186"/>
                </a:lnTo>
                <a:moveTo>
                  <a:pt x="2326822" y="852380"/>
                </a:moveTo>
                <a:lnTo>
                  <a:pt x="2332215" y="865140"/>
                </a:lnTo>
                <a:lnTo>
                  <a:pt x="2341296" y="887270"/>
                </a:lnTo>
                <a:moveTo>
                  <a:pt x="2347009" y="901074"/>
                </a:moveTo>
                <a:lnTo>
                  <a:pt x="2347588" y="902445"/>
                </a:lnTo>
                <a:lnTo>
                  <a:pt x="2356981" y="925284"/>
                </a:lnTo>
                <a:lnTo>
                  <a:pt x="2357324" y="926045"/>
                </a:lnTo>
                <a:moveTo>
                  <a:pt x="2283423" y="753515"/>
                </a:moveTo>
                <a:lnTo>
                  <a:pt x="2289251" y="767136"/>
                </a:lnTo>
                <a:lnTo>
                  <a:pt x="2291650" y="771966"/>
                </a:lnTo>
                <a:lnTo>
                  <a:pt x="2293836" y="773947"/>
                </a:lnTo>
                <a:lnTo>
                  <a:pt x="2295688" y="775158"/>
                </a:lnTo>
                <a:lnTo>
                  <a:pt x="2296655" y="775699"/>
                </a:lnTo>
                <a:lnTo>
                  <a:pt x="2298552" y="777169"/>
                </a:lnTo>
                <a:moveTo>
                  <a:pt x="2299504" y="782722"/>
                </a:moveTo>
                <a:lnTo>
                  <a:pt x="2301820" y="788375"/>
                </a:lnTo>
                <a:lnTo>
                  <a:pt x="2305187" y="796625"/>
                </a:lnTo>
                <a:lnTo>
                  <a:pt x="2311175" y="811297"/>
                </a:lnTo>
                <a:lnTo>
                  <a:pt x="2314275" y="819151"/>
                </a:lnTo>
                <a:lnTo>
                  <a:pt x="2316172" y="824202"/>
                </a:lnTo>
                <a:lnTo>
                  <a:pt x="2317978" y="829131"/>
                </a:lnTo>
                <a:lnTo>
                  <a:pt x="2320743" y="837312"/>
                </a:lnTo>
                <a:lnTo>
                  <a:pt x="2321489" y="839156"/>
                </a:lnTo>
                <a:moveTo>
                  <a:pt x="2365620" y="936474"/>
                </a:moveTo>
                <a:lnTo>
                  <a:pt x="2364203" y="932421"/>
                </a:lnTo>
                <a:moveTo>
                  <a:pt x="2361849" y="933099"/>
                </a:moveTo>
                <a:lnTo>
                  <a:pt x="2363433" y="938561"/>
                </a:lnTo>
                <a:moveTo>
                  <a:pt x="2364081" y="940733"/>
                </a:moveTo>
                <a:lnTo>
                  <a:pt x="2364538" y="942203"/>
                </a:lnTo>
                <a:lnTo>
                  <a:pt x="2367966" y="947695"/>
                </a:lnTo>
                <a:lnTo>
                  <a:pt x="2369139" y="949303"/>
                </a:lnTo>
                <a:lnTo>
                  <a:pt x="2370351" y="950979"/>
                </a:lnTo>
                <a:lnTo>
                  <a:pt x="2371242" y="952030"/>
                </a:lnTo>
                <a:moveTo>
                  <a:pt x="2394004" y="974998"/>
                </a:moveTo>
                <a:lnTo>
                  <a:pt x="2408783" y="989944"/>
                </a:lnTo>
                <a:lnTo>
                  <a:pt x="2423546" y="1005012"/>
                </a:lnTo>
                <a:moveTo>
                  <a:pt x="2429481" y="1011015"/>
                </a:moveTo>
                <a:lnTo>
                  <a:pt x="2448647" y="1030220"/>
                </a:lnTo>
                <a:lnTo>
                  <a:pt x="2450422" y="1032018"/>
                </a:lnTo>
                <a:moveTo>
                  <a:pt x="2457895" y="1039361"/>
                </a:moveTo>
                <a:lnTo>
                  <a:pt x="2463365" y="1044602"/>
                </a:lnTo>
                <a:lnTo>
                  <a:pt x="2476757" y="1057865"/>
                </a:lnTo>
                <a:moveTo>
                  <a:pt x="2476757" y="1057865"/>
                </a:moveTo>
                <a:lnTo>
                  <a:pt x="2479759" y="1060836"/>
                </a:lnTo>
                <a:lnTo>
                  <a:pt x="2482874" y="1064043"/>
                </a:lnTo>
                <a:moveTo>
                  <a:pt x="2394217" y="972019"/>
                </a:moveTo>
                <a:lnTo>
                  <a:pt x="2391498" y="968302"/>
                </a:lnTo>
                <a:lnTo>
                  <a:pt x="2390264" y="966786"/>
                </a:lnTo>
                <a:lnTo>
                  <a:pt x="2384634" y="960905"/>
                </a:lnTo>
                <a:lnTo>
                  <a:pt x="2382067" y="958284"/>
                </a:lnTo>
                <a:lnTo>
                  <a:pt x="2381793" y="957941"/>
                </a:lnTo>
                <a:moveTo>
                  <a:pt x="449592" y="654262"/>
                </a:moveTo>
                <a:lnTo>
                  <a:pt x="449646" y="653774"/>
                </a:lnTo>
                <a:lnTo>
                  <a:pt x="449547" y="651078"/>
                </a:lnTo>
                <a:lnTo>
                  <a:pt x="448922" y="647909"/>
                </a:lnTo>
                <a:lnTo>
                  <a:pt x="446423" y="643235"/>
                </a:lnTo>
                <a:moveTo>
                  <a:pt x="446176" y="642854"/>
                </a:moveTo>
                <a:lnTo>
                  <a:pt x="444465" y="640740"/>
                </a:lnTo>
                <a:lnTo>
                  <a:pt x="440390" y="636010"/>
                </a:lnTo>
                <a:lnTo>
                  <a:pt x="435370" y="630753"/>
                </a:lnTo>
                <a:lnTo>
                  <a:pt x="434303" y="629580"/>
                </a:lnTo>
                <a:lnTo>
                  <a:pt x="433397" y="628453"/>
                </a:lnTo>
                <a:lnTo>
                  <a:pt x="431694" y="626266"/>
                </a:lnTo>
                <a:moveTo>
                  <a:pt x="864146" y="1074472"/>
                </a:moveTo>
                <a:lnTo>
                  <a:pt x="864836" y="1074213"/>
                </a:lnTo>
                <a:lnTo>
                  <a:pt x="866923" y="1073436"/>
                </a:lnTo>
                <a:moveTo>
                  <a:pt x="852342" y="1070503"/>
                </a:moveTo>
                <a:lnTo>
                  <a:pt x="851809" y="1070720"/>
                </a:lnTo>
                <a:moveTo>
                  <a:pt x="2490782" y="1076910"/>
                </a:moveTo>
                <a:lnTo>
                  <a:pt x="2494217" y="1081267"/>
                </a:lnTo>
                <a:lnTo>
                  <a:pt x="2508630" y="1095505"/>
                </a:lnTo>
                <a:moveTo>
                  <a:pt x="2515166" y="1101874"/>
                </a:moveTo>
                <a:lnTo>
                  <a:pt x="2524704" y="1111046"/>
                </a:lnTo>
                <a:lnTo>
                  <a:pt x="2536420" y="1121932"/>
                </a:lnTo>
                <a:moveTo>
                  <a:pt x="2542477" y="1127721"/>
                </a:moveTo>
                <a:lnTo>
                  <a:pt x="2561278" y="1146370"/>
                </a:lnTo>
                <a:moveTo>
                  <a:pt x="2569505" y="1154163"/>
                </a:moveTo>
                <a:lnTo>
                  <a:pt x="2572278" y="1156509"/>
                </a:lnTo>
                <a:lnTo>
                  <a:pt x="2645623" y="1226327"/>
                </a:lnTo>
                <a:lnTo>
                  <a:pt x="2681777" y="1261712"/>
                </a:lnTo>
                <a:lnTo>
                  <a:pt x="2695436" y="1277489"/>
                </a:lnTo>
                <a:lnTo>
                  <a:pt x="2698742" y="1280399"/>
                </a:lnTo>
                <a:moveTo>
                  <a:pt x="2580269" y="1152670"/>
                </a:moveTo>
                <a:lnTo>
                  <a:pt x="2577938" y="1150331"/>
                </a:lnTo>
                <a:lnTo>
                  <a:pt x="2575302" y="1147886"/>
                </a:lnTo>
                <a:moveTo>
                  <a:pt x="2567357" y="1140260"/>
                </a:moveTo>
                <a:lnTo>
                  <a:pt x="2548571" y="1121574"/>
                </a:lnTo>
                <a:moveTo>
                  <a:pt x="2542979" y="1115792"/>
                </a:moveTo>
                <a:lnTo>
                  <a:pt x="2534013" y="1106193"/>
                </a:lnTo>
                <a:lnTo>
                  <a:pt x="2522701" y="1094880"/>
                </a:lnTo>
                <a:moveTo>
                  <a:pt x="2516903" y="1089098"/>
                </a:moveTo>
                <a:lnTo>
                  <a:pt x="2504227" y="1076499"/>
                </a:lnTo>
                <a:moveTo>
                  <a:pt x="2504067" y="1076346"/>
                </a:moveTo>
                <a:lnTo>
                  <a:pt x="2501797" y="1074129"/>
                </a:lnTo>
                <a:lnTo>
                  <a:pt x="2499329" y="1071722"/>
                </a:lnTo>
                <a:lnTo>
                  <a:pt x="2498255" y="1071014"/>
                </a:lnTo>
                <a:moveTo>
                  <a:pt x="2738881" y="1316134"/>
                </a:moveTo>
                <a:lnTo>
                  <a:pt x="2750673" y="1327637"/>
                </a:lnTo>
                <a:lnTo>
                  <a:pt x="2760828" y="1337358"/>
                </a:lnTo>
                <a:lnTo>
                  <a:pt x="2772438" y="1348465"/>
                </a:lnTo>
                <a:lnTo>
                  <a:pt x="2780604" y="1356342"/>
                </a:lnTo>
                <a:lnTo>
                  <a:pt x="2797790" y="1372918"/>
                </a:lnTo>
                <a:lnTo>
                  <a:pt x="2807183" y="1381976"/>
                </a:lnTo>
                <a:lnTo>
                  <a:pt x="2817056" y="1391490"/>
                </a:lnTo>
                <a:lnTo>
                  <a:pt x="2818000" y="1392397"/>
                </a:lnTo>
                <a:lnTo>
                  <a:pt x="2828163" y="1402072"/>
                </a:lnTo>
                <a:lnTo>
                  <a:pt x="2839079" y="1412653"/>
                </a:lnTo>
                <a:lnTo>
                  <a:pt x="2849036" y="1422297"/>
                </a:lnTo>
                <a:lnTo>
                  <a:pt x="2859304" y="1432231"/>
                </a:lnTo>
                <a:lnTo>
                  <a:pt x="2868850" y="1442111"/>
                </a:lnTo>
                <a:lnTo>
                  <a:pt x="2873778" y="1447063"/>
                </a:lnTo>
                <a:moveTo>
                  <a:pt x="2876650" y="1449813"/>
                </a:moveTo>
                <a:lnTo>
                  <a:pt x="2878463" y="1451725"/>
                </a:lnTo>
                <a:lnTo>
                  <a:pt x="2881328" y="1453972"/>
                </a:lnTo>
                <a:lnTo>
                  <a:pt x="2884626" y="1456562"/>
                </a:lnTo>
                <a:lnTo>
                  <a:pt x="2922083" y="1492519"/>
                </a:lnTo>
                <a:lnTo>
                  <a:pt x="2952913" y="1522122"/>
                </a:lnTo>
                <a:lnTo>
                  <a:pt x="2957766" y="1527416"/>
                </a:lnTo>
                <a:moveTo>
                  <a:pt x="1766530" y="171090"/>
                </a:moveTo>
                <a:lnTo>
                  <a:pt x="1819646" y="199539"/>
                </a:lnTo>
                <a:moveTo>
                  <a:pt x="1827127" y="204064"/>
                </a:moveTo>
                <a:lnTo>
                  <a:pt x="1828666" y="205108"/>
                </a:lnTo>
                <a:lnTo>
                  <a:pt x="1830501" y="206818"/>
                </a:lnTo>
                <a:lnTo>
                  <a:pt x="1834170" y="210246"/>
                </a:lnTo>
                <a:lnTo>
                  <a:pt x="1836341" y="212947"/>
                </a:lnTo>
                <a:lnTo>
                  <a:pt x="1838291" y="215525"/>
                </a:lnTo>
                <a:lnTo>
                  <a:pt x="1840233" y="218306"/>
                </a:lnTo>
                <a:lnTo>
                  <a:pt x="1842500" y="221989"/>
                </a:lnTo>
                <a:moveTo>
                  <a:pt x="1862283" y="240207"/>
                </a:moveTo>
                <a:lnTo>
                  <a:pt x="1859975" y="237152"/>
                </a:lnTo>
                <a:lnTo>
                  <a:pt x="1856852" y="232559"/>
                </a:lnTo>
                <a:lnTo>
                  <a:pt x="1855892" y="231386"/>
                </a:lnTo>
                <a:lnTo>
                  <a:pt x="1853454" y="228636"/>
                </a:lnTo>
                <a:lnTo>
                  <a:pt x="1848655" y="225558"/>
                </a:lnTo>
                <a:lnTo>
                  <a:pt x="1848617" y="225482"/>
                </a:lnTo>
                <a:moveTo>
                  <a:pt x="1901405" y="337834"/>
                </a:moveTo>
                <a:lnTo>
                  <a:pt x="1907861" y="328300"/>
                </a:lnTo>
                <a:lnTo>
                  <a:pt x="1922609" y="312425"/>
                </a:lnTo>
                <a:lnTo>
                  <a:pt x="1925767" y="310257"/>
                </a:lnTo>
                <a:moveTo>
                  <a:pt x="1925957" y="310128"/>
                </a:moveTo>
                <a:lnTo>
                  <a:pt x="1929793" y="307488"/>
                </a:lnTo>
                <a:lnTo>
                  <a:pt x="1931210" y="306513"/>
                </a:lnTo>
                <a:moveTo>
                  <a:pt x="1933701" y="304799"/>
                </a:moveTo>
                <a:lnTo>
                  <a:pt x="1943239" y="302384"/>
                </a:lnTo>
                <a:lnTo>
                  <a:pt x="1947055" y="301653"/>
                </a:lnTo>
                <a:lnTo>
                  <a:pt x="1959449" y="299383"/>
                </a:lnTo>
                <a:lnTo>
                  <a:pt x="2013178" y="291529"/>
                </a:lnTo>
                <a:lnTo>
                  <a:pt x="2036550" y="289533"/>
                </a:lnTo>
                <a:lnTo>
                  <a:pt x="2039932" y="289251"/>
                </a:lnTo>
                <a:lnTo>
                  <a:pt x="2045212" y="288901"/>
                </a:lnTo>
                <a:moveTo>
                  <a:pt x="1984421" y="284543"/>
                </a:moveTo>
                <a:lnTo>
                  <a:pt x="1975127" y="285953"/>
                </a:lnTo>
                <a:lnTo>
                  <a:pt x="1947303" y="290870"/>
                </a:lnTo>
                <a:moveTo>
                  <a:pt x="1947082" y="290908"/>
                </a:moveTo>
                <a:lnTo>
                  <a:pt x="1944252" y="291384"/>
                </a:lnTo>
                <a:lnTo>
                  <a:pt x="1940405" y="292032"/>
                </a:lnTo>
                <a:lnTo>
                  <a:pt x="1937316" y="293456"/>
                </a:lnTo>
                <a:moveTo>
                  <a:pt x="2032116" y="265590"/>
                </a:moveTo>
                <a:lnTo>
                  <a:pt x="2031934" y="265742"/>
                </a:lnTo>
                <a:lnTo>
                  <a:pt x="2028803" y="268172"/>
                </a:lnTo>
                <a:lnTo>
                  <a:pt x="2020179" y="274023"/>
                </a:lnTo>
                <a:lnTo>
                  <a:pt x="2009209" y="279256"/>
                </a:lnTo>
                <a:lnTo>
                  <a:pt x="1999078" y="282281"/>
                </a:lnTo>
                <a:lnTo>
                  <a:pt x="1990439" y="283621"/>
                </a:lnTo>
                <a:moveTo>
                  <a:pt x="2095120" y="264203"/>
                </a:moveTo>
                <a:lnTo>
                  <a:pt x="2093524" y="256388"/>
                </a:lnTo>
                <a:lnTo>
                  <a:pt x="2089978" y="245307"/>
                </a:lnTo>
                <a:moveTo>
                  <a:pt x="2081214" y="237533"/>
                </a:moveTo>
                <a:lnTo>
                  <a:pt x="2080779" y="237449"/>
                </a:lnTo>
                <a:lnTo>
                  <a:pt x="2075470" y="236352"/>
                </a:lnTo>
                <a:lnTo>
                  <a:pt x="2068309" y="235156"/>
                </a:lnTo>
                <a:lnTo>
                  <a:pt x="2067471" y="235027"/>
                </a:lnTo>
                <a:moveTo>
                  <a:pt x="2052593" y="244961"/>
                </a:moveTo>
                <a:lnTo>
                  <a:pt x="2047276" y="250369"/>
                </a:lnTo>
                <a:lnTo>
                  <a:pt x="2038542" y="260383"/>
                </a:lnTo>
                <a:moveTo>
                  <a:pt x="2060386" y="236688"/>
                </a:moveTo>
                <a:lnTo>
                  <a:pt x="2056783" y="240573"/>
                </a:lnTo>
                <a:moveTo>
                  <a:pt x="1846834" y="226571"/>
                </a:moveTo>
                <a:lnTo>
                  <a:pt x="1846872" y="226640"/>
                </a:lnTo>
                <a:lnTo>
                  <a:pt x="1847809" y="231515"/>
                </a:lnTo>
                <a:lnTo>
                  <a:pt x="1848960" y="235316"/>
                </a:lnTo>
                <a:lnTo>
                  <a:pt x="1849600" y="237747"/>
                </a:lnTo>
                <a:lnTo>
                  <a:pt x="1854064" y="244747"/>
                </a:lnTo>
                <a:lnTo>
                  <a:pt x="1854825" y="245844"/>
                </a:lnTo>
                <a:moveTo>
                  <a:pt x="1845615" y="220073"/>
                </a:moveTo>
                <a:lnTo>
                  <a:pt x="1843292" y="216295"/>
                </a:lnTo>
                <a:lnTo>
                  <a:pt x="1841243" y="213377"/>
                </a:lnTo>
                <a:lnTo>
                  <a:pt x="1839224" y="210703"/>
                </a:lnTo>
                <a:lnTo>
                  <a:pt x="1836862" y="207755"/>
                </a:lnTo>
                <a:lnTo>
                  <a:pt x="1832993" y="204144"/>
                </a:lnTo>
                <a:lnTo>
                  <a:pt x="1830951" y="202247"/>
                </a:lnTo>
                <a:lnTo>
                  <a:pt x="1829176" y="201036"/>
                </a:lnTo>
                <a:moveTo>
                  <a:pt x="1910447" y="268210"/>
                </a:moveTo>
                <a:lnTo>
                  <a:pt x="1913811" y="272492"/>
                </a:lnTo>
                <a:lnTo>
                  <a:pt x="1921699" y="283922"/>
                </a:lnTo>
                <a:lnTo>
                  <a:pt x="1923322" y="286173"/>
                </a:lnTo>
                <a:moveTo>
                  <a:pt x="2121223" y="348922"/>
                </a:moveTo>
                <a:lnTo>
                  <a:pt x="2117422" y="336794"/>
                </a:lnTo>
                <a:moveTo>
                  <a:pt x="2114131" y="326320"/>
                </a:moveTo>
                <a:lnTo>
                  <a:pt x="2108341" y="307854"/>
                </a:lnTo>
                <a:moveTo>
                  <a:pt x="2103900" y="302994"/>
                </a:moveTo>
                <a:lnTo>
                  <a:pt x="2103877" y="301036"/>
                </a:lnTo>
                <a:lnTo>
                  <a:pt x="2103785" y="293837"/>
                </a:lnTo>
                <a:lnTo>
                  <a:pt x="2102551" y="288230"/>
                </a:lnTo>
                <a:moveTo>
                  <a:pt x="2098628" y="277855"/>
                </a:moveTo>
                <a:lnTo>
                  <a:pt x="2097585" y="274983"/>
                </a:lnTo>
                <a:lnTo>
                  <a:pt x="2096503" y="271128"/>
                </a:lnTo>
                <a:moveTo>
                  <a:pt x="2630090" y="1457157"/>
                </a:moveTo>
                <a:lnTo>
                  <a:pt x="2641357" y="1446933"/>
                </a:lnTo>
                <a:lnTo>
                  <a:pt x="2655122" y="1459808"/>
                </a:lnTo>
                <a:lnTo>
                  <a:pt x="2674792" y="1478205"/>
                </a:lnTo>
                <a:lnTo>
                  <a:pt x="2697295" y="1455465"/>
                </a:lnTo>
                <a:moveTo>
                  <a:pt x="2533137" y="1522967"/>
                </a:moveTo>
                <a:lnTo>
                  <a:pt x="2496480" y="1557339"/>
                </a:lnTo>
                <a:moveTo>
                  <a:pt x="2488489" y="1564957"/>
                </a:moveTo>
                <a:lnTo>
                  <a:pt x="2454277" y="1598164"/>
                </a:lnTo>
                <a:moveTo>
                  <a:pt x="1758817" y="2419707"/>
                </a:moveTo>
                <a:lnTo>
                  <a:pt x="1697272" y="2388801"/>
                </a:lnTo>
                <a:lnTo>
                  <a:pt x="1698385" y="2386447"/>
                </a:lnTo>
                <a:lnTo>
                  <a:pt x="1704776" y="2374609"/>
                </a:lnTo>
                <a:moveTo>
                  <a:pt x="1737083" y="2487818"/>
                </a:moveTo>
                <a:lnTo>
                  <a:pt x="1781770" y="2510611"/>
                </a:lnTo>
                <a:lnTo>
                  <a:pt x="1784779" y="2517094"/>
                </a:lnTo>
                <a:lnTo>
                  <a:pt x="1785015" y="2517635"/>
                </a:lnTo>
                <a:moveTo>
                  <a:pt x="1736329" y="2479842"/>
                </a:moveTo>
                <a:lnTo>
                  <a:pt x="1761803" y="2428726"/>
                </a:lnTo>
                <a:moveTo>
                  <a:pt x="1082029" y="1803397"/>
                </a:moveTo>
                <a:lnTo>
                  <a:pt x="1081732" y="1802635"/>
                </a:lnTo>
                <a:moveTo>
                  <a:pt x="1877976" y="2244000"/>
                </a:moveTo>
                <a:lnTo>
                  <a:pt x="1846293" y="2227919"/>
                </a:lnTo>
                <a:lnTo>
                  <a:pt x="1846964" y="2228262"/>
                </a:lnTo>
                <a:lnTo>
                  <a:pt x="1848716" y="2224567"/>
                </a:lnTo>
                <a:lnTo>
                  <a:pt x="1851001" y="2220491"/>
                </a:lnTo>
                <a:lnTo>
                  <a:pt x="1881496" y="2236702"/>
                </a:lnTo>
                <a:moveTo>
                  <a:pt x="1891224" y="2241700"/>
                </a:moveTo>
                <a:lnTo>
                  <a:pt x="1898339" y="2245227"/>
                </a:lnTo>
                <a:moveTo>
                  <a:pt x="1908097" y="2250117"/>
                </a:moveTo>
                <a:lnTo>
                  <a:pt x="1948175" y="2270411"/>
                </a:lnTo>
                <a:lnTo>
                  <a:pt x="1949965" y="2271280"/>
                </a:lnTo>
                <a:lnTo>
                  <a:pt x="1968157" y="2280810"/>
                </a:lnTo>
                <a:lnTo>
                  <a:pt x="1969223" y="2284878"/>
                </a:lnTo>
                <a:moveTo>
                  <a:pt x="1852030" y="2307724"/>
                </a:moveTo>
                <a:lnTo>
                  <a:pt x="1868423" y="2276711"/>
                </a:lnTo>
                <a:lnTo>
                  <a:pt x="1880284" y="2254269"/>
                </a:lnTo>
                <a:lnTo>
                  <a:pt x="1880970" y="2253134"/>
                </a:lnTo>
                <a:moveTo>
                  <a:pt x="1885670" y="2243444"/>
                </a:moveTo>
                <a:lnTo>
                  <a:pt x="1885731" y="2243307"/>
                </a:lnTo>
                <a:moveTo>
                  <a:pt x="405058" y="2425226"/>
                </a:moveTo>
                <a:lnTo>
                  <a:pt x="396770" y="2419478"/>
                </a:lnTo>
                <a:lnTo>
                  <a:pt x="383065" y="2410253"/>
                </a:lnTo>
                <a:lnTo>
                  <a:pt x="363724" y="2398521"/>
                </a:lnTo>
                <a:lnTo>
                  <a:pt x="342592" y="2387293"/>
                </a:lnTo>
                <a:lnTo>
                  <a:pt x="313286" y="2374586"/>
                </a:lnTo>
                <a:lnTo>
                  <a:pt x="289914" y="2365700"/>
                </a:lnTo>
                <a:moveTo>
                  <a:pt x="426643" y="2441749"/>
                </a:moveTo>
                <a:lnTo>
                  <a:pt x="422709" y="2438607"/>
                </a:lnTo>
                <a:lnTo>
                  <a:pt x="406845" y="2426521"/>
                </a:lnTo>
                <a:moveTo>
                  <a:pt x="473632" y="2477408"/>
                </a:moveTo>
                <a:lnTo>
                  <a:pt x="454548" y="2461464"/>
                </a:lnTo>
                <a:lnTo>
                  <a:pt x="439379" y="2449238"/>
                </a:lnTo>
                <a:lnTo>
                  <a:pt x="432715" y="2443915"/>
                </a:lnTo>
                <a:moveTo>
                  <a:pt x="2259823" y="2291269"/>
                </a:moveTo>
                <a:lnTo>
                  <a:pt x="2253058" y="2295695"/>
                </a:lnTo>
                <a:lnTo>
                  <a:pt x="2223516" y="2313430"/>
                </a:lnTo>
                <a:lnTo>
                  <a:pt x="2219478" y="2315905"/>
                </a:lnTo>
                <a:lnTo>
                  <a:pt x="2208554" y="2322335"/>
                </a:lnTo>
                <a:lnTo>
                  <a:pt x="2198560" y="2328094"/>
                </a:lnTo>
                <a:lnTo>
                  <a:pt x="2186348" y="2335125"/>
                </a:lnTo>
                <a:lnTo>
                  <a:pt x="2178212" y="2335057"/>
                </a:lnTo>
                <a:moveTo>
                  <a:pt x="1615837" y="1279180"/>
                </a:moveTo>
                <a:lnTo>
                  <a:pt x="1615898" y="1279142"/>
                </a:lnTo>
                <a:moveTo>
                  <a:pt x="2586119" y="1744953"/>
                </a:moveTo>
                <a:lnTo>
                  <a:pt x="2585038" y="1746941"/>
                </a:lnTo>
                <a:lnTo>
                  <a:pt x="2638546" y="1799702"/>
                </a:lnTo>
                <a:moveTo>
                  <a:pt x="2646560" y="1807366"/>
                </a:moveTo>
                <a:lnTo>
                  <a:pt x="2686538" y="1844488"/>
                </a:lnTo>
                <a:lnTo>
                  <a:pt x="2688710" y="1843985"/>
                </a:lnTo>
                <a:moveTo>
                  <a:pt x="422450" y="1095117"/>
                </a:moveTo>
                <a:lnTo>
                  <a:pt x="423326" y="1095056"/>
                </a:lnTo>
                <a:lnTo>
                  <a:pt x="430967" y="1093045"/>
                </a:lnTo>
                <a:lnTo>
                  <a:pt x="459031" y="1085069"/>
                </a:lnTo>
                <a:lnTo>
                  <a:pt x="565750" y="1055488"/>
                </a:lnTo>
                <a:lnTo>
                  <a:pt x="569003" y="1054963"/>
                </a:lnTo>
                <a:moveTo>
                  <a:pt x="1341353" y="2250761"/>
                </a:moveTo>
                <a:lnTo>
                  <a:pt x="1340611" y="2249866"/>
                </a:lnTo>
                <a:lnTo>
                  <a:pt x="1334113" y="2241745"/>
                </a:lnTo>
                <a:moveTo>
                  <a:pt x="2715281" y="1466534"/>
                </a:moveTo>
                <a:lnTo>
                  <a:pt x="2703328" y="1455336"/>
                </a:lnTo>
                <a:moveTo>
                  <a:pt x="2697302" y="1449463"/>
                </a:moveTo>
                <a:lnTo>
                  <a:pt x="2672125" y="1423981"/>
                </a:lnTo>
                <a:moveTo>
                  <a:pt x="2666244" y="1418168"/>
                </a:moveTo>
                <a:lnTo>
                  <a:pt x="2659670" y="1411815"/>
                </a:lnTo>
                <a:moveTo>
                  <a:pt x="2741128" y="1414397"/>
                </a:moveTo>
                <a:lnTo>
                  <a:pt x="2737441" y="1416843"/>
                </a:lnTo>
                <a:lnTo>
                  <a:pt x="2716667" y="1438318"/>
                </a:lnTo>
                <a:lnTo>
                  <a:pt x="2697577" y="1420393"/>
                </a:lnTo>
                <a:lnTo>
                  <a:pt x="2683278" y="1407534"/>
                </a:lnTo>
                <a:lnTo>
                  <a:pt x="2672202" y="1418138"/>
                </a:lnTo>
                <a:moveTo>
                  <a:pt x="1692039" y="494218"/>
                </a:moveTo>
                <a:lnTo>
                  <a:pt x="1630113" y="515738"/>
                </a:lnTo>
                <a:lnTo>
                  <a:pt x="1604692" y="524971"/>
                </a:lnTo>
                <a:lnTo>
                  <a:pt x="1558185" y="539979"/>
                </a:lnTo>
                <a:lnTo>
                  <a:pt x="1554544" y="542363"/>
                </a:lnTo>
                <a:moveTo>
                  <a:pt x="458010" y="1574876"/>
                </a:moveTo>
                <a:lnTo>
                  <a:pt x="457835" y="1576476"/>
                </a:lnTo>
                <a:lnTo>
                  <a:pt x="456997" y="1584695"/>
                </a:lnTo>
                <a:lnTo>
                  <a:pt x="456426" y="1593875"/>
                </a:lnTo>
                <a:lnTo>
                  <a:pt x="455778" y="1604113"/>
                </a:lnTo>
                <a:moveTo>
                  <a:pt x="454453" y="1570617"/>
                </a:moveTo>
                <a:lnTo>
                  <a:pt x="450034" y="1570320"/>
                </a:lnTo>
                <a:lnTo>
                  <a:pt x="346378" y="1564325"/>
                </a:lnTo>
                <a:moveTo>
                  <a:pt x="2205682" y="1738607"/>
                </a:moveTo>
                <a:lnTo>
                  <a:pt x="2209049" y="1738615"/>
                </a:lnTo>
                <a:lnTo>
                  <a:pt x="2226906" y="1739712"/>
                </a:lnTo>
                <a:lnTo>
                  <a:pt x="2228551" y="1739696"/>
                </a:lnTo>
                <a:lnTo>
                  <a:pt x="2237243" y="1739498"/>
                </a:lnTo>
                <a:moveTo>
                  <a:pt x="2312394" y="1707343"/>
                </a:moveTo>
                <a:lnTo>
                  <a:pt x="2308768" y="1709743"/>
                </a:lnTo>
                <a:lnTo>
                  <a:pt x="2298849" y="1716393"/>
                </a:lnTo>
                <a:lnTo>
                  <a:pt x="2286219" y="1723287"/>
                </a:lnTo>
                <a:lnTo>
                  <a:pt x="2283050" y="1724308"/>
                </a:lnTo>
                <a:lnTo>
                  <a:pt x="2269855" y="1728490"/>
                </a:lnTo>
                <a:lnTo>
                  <a:pt x="2259579" y="1730715"/>
                </a:lnTo>
                <a:lnTo>
                  <a:pt x="2254315" y="1731522"/>
                </a:lnTo>
                <a:moveTo>
                  <a:pt x="2413727" y="2524925"/>
                </a:moveTo>
                <a:lnTo>
                  <a:pt x="2416431" y="2523257"/>
                </a:lnTo>
                <a:lnTo>
                  <a:pt x="2419387" y="2521337"/>
                </a:lnTo>
                <a:lnTo>
                  <a:pt x="2424361" y="2518716"/>
                </a:lnTo>
                <a:moveTo>
                  <a:pt x="1446095" y="1171257"/>
                </a:moveTo>
                <a:lnTo>
                  <a:pt x="1526266" y="1121147"/>
                </a:lnTo>
                <a:lnTo>
                  <a:pt x="1530212" y="1118671"/>
                </a:lnTo>
                <a:moveTo>
                  <a:pt x="1321688" y="2222419"/>
                </a:moveTo>
                <a:lnTo>
                  <a:pt x="1321612" y="2222305"/>
                </a:lnTo>
                <a:lnTo>
                  <a:pt x="1319029" y="2216469"/>
                </a:lnTo>
                <a:lnTo>
                  <a:pt x="1316751" y="2210847"/>
                </a:lnTo>
                <a:lnTo>
                  <a:pt x="1315304" y="2206970"/>
                </a:lnTo>
                <a:lnTo>
                  <a:pt x="1312706" y="2199359"/>
                </a:lnTo>
                <a:lnTo>
                  <a:pt x="1310421" y="2191780"/>
                </a:lnTo>
                <a:lnTo>
                  <a:pt x="1309293" y="2187826"/>
                </a:lnTo>
                <a:lnTo>
                  <a:pt x="1308890" y="2186348"/>
                </a:lnTo>
                <a:lnTo>
                  <a:pt x="1307846" y="2182425"/>
                </a:lnTo>
                <a:lnTo>
                  <a:pt x="1307099" y="2179629"/>
                </a:lnTo>
                <a:lnTo>
                  <a:pt x="1306254" y="2176003"/>
                </a:lnTo>
                <a:lnTo>
                  <a:pt x="1304174" y="2171288"/>
                </a:lnTo>
                <a:lnTo>
                  <a:pt x="1302384" y="2164553"/>
                </a:lnTo>
                <a:moveTo>
                  <a:pt x="622267" y="1275142"/>
                </a:moveTo>
                <a:lnTo>
                  <a:pt x="464737" y="1316302"/>
                </a:lnTo>
                <a:moveTo>
                  <a:pt x="1177550" y="561674"/>
                </a:moveTo>
                <a:lnTo>
                  <a:pt x="1171326" y="543208"/>
                </a:lnTo>
                <a:lnTo>
                  <a:pt x="1166367" y="528727"/>
                </a:lnTo>
                <a:moveTo>
                  <a:pt x="1513019" y="1849874"/>
                </a:moveTo>
                <a:lnTo>
                  <a:pt x="1563220" y="1850491"/>
                </a:lnTo>
                <a:lnTo>
                  <a:pt x="1566580" y="1850529"/>
                </a:lnTo>
                <a:moveTo>
                  <a:pt x="1592298" y="1943162"/>
                </a:moveTo>
                <a:lnTo>
                  <a:pt x="1592427" y="1943140"/>
                </a:lnTo>
                <a:moveTo>
                  <a:pt x="817521" y="1161506"/>
                </a:moveTo>
                <a:lnTo>
                  <a:pt x="838242" y="1154513"/>
                </a:lnTo>
                <a:lnTo>
                  <a:pt x="840131" y="1154361"/>
                </a:lnTo>
                <a:lnTo>
                  <a:pt x="840893" y="1154452"/>
                </a:lnTo>
                <a:moveTo>
                  <a:pt x="499444" y="173581"/>
                </a:moveTo>
                <a:lnTo>
                  <a:pt x="487979" y="234646"/>
                </a:lnTo>
                <a:moveTo>
                  <a:pt x="484642" y="273501"/>
                </a:moveTo>
                <a:lnTo>
                  <a:pt x="488158" y="253428"/>
                </a:lnTo>
                <a:lnTo>
                  <a:pt x="488436" y="251969"/>
                </a:lnTo>
                <a:moveTo>
                  <a:pt x="2044343" y="1509674"/>
                </a:moveTo>
                <a:lnTo>
                  <a:pt x="2007275" y="1519052"/>
                </a:lnTo>
                <a:moveTo>
                  <a:pt x="2007046" y="1519113"/>
                </a:moveTo>
                <a:lnTo>
                  <a:pt x="1993273" y="1522587"/>
                </a:lnTo>
                <a:moveTo>
                  <a:pt x="1987971" y="1533008"/>
                </a:moveTo>
                <a:lnTo>
                  <a:pt x="2006357" y="1528388"/>
                </a:lnTo>
                <a:moveTo>
                  <a:pt x="2386592" y="1716511"/>
                </a:moveTo>
                <a:lnTo>
                  <a:pt x="2361479" y="1689750"/>
                </a:lnTo>
                <a:moveTo>
                  <a:pt x="1570442" y="2612988"/>
                </a:moveTo>
                <a:lnTo>
                  <a:pt x="1564622" y="2590005"/>
                </a:lnTo>
                <a:moveTo>
                  <a:pt x="1898979" y="1088040"/>
                </a:moveTo>
                <a:lnTo>
                  <a:pt x="1897706" y="1090569"/>
                </a:lnTo>
                <a:lnTo>
                  <a:pt x="1866313" y="1152784"/>
                </a:lnTo>
                <a:lnTo>
                  <a:pt x="1863647" y="1157835"/>
                </a:lnTo>
                <a:moveTo>
                  <a:pt x="1852449" y="1172872"/>
                </a:moveTo>
                <a:lnTo>
                  <a:pt x="1831179" y="1192328"/>
                </a:lnTo>
                <a:moveTo>
                  <a:pt x="744549" y="842607"/>
                </a:moveTo>
                <a:lnTo>
                  <a:pt x="755359" y="837320"/>
                </a:lnTo>
                <a:lnTo>
                  <a:pt x="814344" y="806483"/>
                </a:lnTo>
                <a:lnTo>
                  <a:pt x="815388" y="805667"/>
                </a:lnTo>
                <a:lnTo>
                  <a:pt x="816112" y="804571"/>
                </a:lnTo>
                <a:lnTo>
                  <a:pt x="816470" y="802856"/>
                </a:lnTo>
                <a:lnTo>
                  <a:pt x="816363" y="801432"/>
                </a:lnTo>
                <a:lnTo>
                  <a:pt x="813910" y="792908"/>
                </a:lnTo>
                <a:lnTo>
                  <a:pt x="814108" y="789137"/>
                </a:lnTo>
                <a:lnTo>
                  <a:pt x="814413" y="788542"/>
                </a:lnTo>
                <a:moveTo>
                  <a:pt x="1121962" y="1755427"/>
                </a:moveTo>
                <a:lnTo>
                  <a:pt x="1123318" y="1755831"/>
                </a:lnTo>
                <a:lnTo>
                  <a:pt x="1123889" y="1755922"/>
                </a:lnTo>
                <a:moveTo>
                  <a:pt x="777855" y="780955"/>
                </a:moveTo>
                <a:lnTo>
                  <a:pt x="750689" y="779142"/>
                </a:lnTo>
                <a:lnTo>
                  <a:pt x="527638" y="765224"/>
                </a:lnTo>
                <a:moveTo>
                  <a:pt x="2606109" y="977771"/>
                </a:moveTo>
                <a:lnTo>
                  <a:pt x="2646529" y="1016538"/>
                </a:lnTo>
                <a:lnTo>
                  <a:pt x="2707206" y="1076598"/>
                </a:lnTo>
                <a:lnTo>
                  <a:pt x="2713079" y="1082357"/>
                </a:lnTo>
                <a:lnTo>
                  <a:pt x="2720529" y="1089639"/>
                </a:lnTo>
                <a:lnTo>
                  <a:pt x="2759282" y="1127706"/>
                </a:lnTo>
                <a:lnTo>
                  <a:pt x="2791429" y="1159114"/>
                </a:lnTo>
                <a:lnTo>
                  <a:pt x="2795825" y="1163510"/>
                </a:lnTo>
                <a:lnTo>
                  <a:pt x="2803861" y="1171547"/>
                </a:lnTo>
                <a:lnTo>
                  <a:pt x="2810801" y="1178327"/>
                </a:lnTo>
                <a:moveTo>
                  <a:pt x="2466503" y="424248"/>
                </a:moveTo>
                <a:lnTo>
                  <a:pt x="2466686" y="423257"/>
                </a:lnTo>
                <a:lnTo>
                  <a:pt x="2467242" y="420126"/>
                </a:lnTo>
                <a:lnTo>
                  <a:pt x="2468164" y="408829"/>
                </a:lnTo>
                <a:lnTo>
                  <a:pt x="2469794" y="389099"/>
                </a:lnTo>
                <a:moveTo>
                  <a:pt x="1728376" y="245829"/>
                </a:moveTo>
                <a:lnTo>
                  <a:pt x="1739254" y="251779"/>
                </a:lnTo>
                <a:lnTo>
                  <a:pt x="1743871" y="252815"/>
                </a:lnTo>
                <a:lnTo>
                  <a:pt x="1774015" y="238874"/>
                </a:lnTo>
                <a:lnTo>
                  <a:pt x="1820103" y="206010"/>
                </a:lnTo>
                <a:moveTo>
                  <a:pt x="1796526" y="2526784"/>
                </a:moveTo>
                <a:lnTo>
                  <a:pt x="1796922" y="2526601"/>
                </a:lnTo>
                <a:lnTo>
                  <a:pt x="1861224" y="2497280"/>
                </a:lnTo>
                <a:lnTo>
                  <a:pt x="1867189" y="2494575"/>
                </a:lnTo>
                <a:moveTo>
                  <a:pt x="1877230" y="2489989"/>
                </a:moveTo>
                <a:lnTo>
                  <a:pt x="1879614" y="2488892"/>
                </a:lnTo>
                <a:lnTo>
                  <a:pt x="1944648" y="2459160"/>
                </a:lnTo>
                <a:lnTo>
                  <a:pt x="1949219" y="2457073"/>
                </a:lnTo>
                <a:moveTo>
                  <a:pt x="1959526" y="2452365"/>
                </a:moveTo>
                <a:lnTo>
                  <a:pt x="1963106" y="2450734"/>
                </a:lnTo>
                <a:lnTo>
                  <a:pt x="2016073" y="2426548"/>
                </a:lnTo>
                <a:moveTo>
                  <a:pt x="2244617" y="2247771"/>
                </a:moveTo>
                <a:lnTo>
                  <a:pt x="2238409" y="2255823"/>
                </a:lnTo>
                <a:moveTo>
                  <a:pt x="2624818" y="1460470"/>
                </a:moveTo>
                <a:lnTo>
                  <a:pt x="2627066" y="1460600"/>
                </a:lnTo>
                <a:moveTo>
                  <a:pt x="2610306" y="1449904"/>
                </a:moveTo>
                <a:lnTo>
                  <a:pt x="2586279" y="1472979"/>
                </a:lnTo>
                <a:lnTo>
                  <a:pt x="2583514" y="1475478"/>
                </a:lnTo>
                <a:moveTo>
                  <a:pt x="2574700" y="1483461"/>
                </a:moveTo>
                <a:lnTo>
                  <a:pt x="2567677" y="1489845"/>
                </a:lnTo>
                <a:lnTo>
                  <a:pt x="2539292" y="1517125"/>
                </a:lnTo>
                <a:moveTo>
                  <a:pt x="2093326" y="1177862"/>
                </a:moveTo>
                <a:lnTo>
                  <a:pt x="2065986" y="1198065"/>
                </a:lnTo>
                <a:lnTo>
                  <a:pt x="2065742" y="1201706"/>
                </a:lnTo>
                <a:lnTo>
                  <a:pt x="2082494" y="1225352"/>
                </a:lnTo>
                <a:lnTo>
                  <a:pt x="2093037" y="1237411"/>
                </a:lnTo>
                <a:lnTo>
                  <a:pt x="2131103" y="1273177"/>
                </a:lnTo>
                <a:lnTo>
                  <a:pt x="2133389" y="1273345"/>
                </a:lnTo>
                <a:lnTo>
                  <a:pt x="2157118" y="1249744"/>
                </a:lnTo>
                <a:moveTo>
                  <a:pt x="2221032" y="1077375"/>
                </a:moveTo>
                <a:lnTo>
                  <a:pt x="2219707" y="1078403"/>
                </a:lnTo>
                <a:lnTo>
                  <a:pt x="2152357" y="1131126"/>
                </a:lnTo>
                <a:lnTo>
                  <a:pt x="2132802" y="1145875"/>
                </a:lnTo>
                <a:lnTo>
                  <a:pt x="2123790" y="1153241"/>
                </a:lnTo>
                <a:lnTo>
                  <a:pt x="2099878" y="1172773"/>
                </a:lnTo>
                <a:moveTo>
                  <a:pt x="475577" y="1944549"/>
                </a:moveTo>
                <a:lnTo>
                  <a:pt x="521261" y="1933259"/>
                </a:lnTo>
                <a:moveTo>
                  <a:pt x="1830185" y="1474971"/>
                </a:moveTo>
                <a:lnTo>
                  <a:pt x="1833107" y="1478311"/>
                </a:lnTo>
                <a:lnTo>
                  <a:pt x="1839125" y="1485701"/>
                </a:lnTo>
                <a:lnTo>
                  <a:pt x="1846019" y="1494873"/>
                </a:lnTo>
                <a:lnTo>
                  <a:pt x="1855926" y="1509476"/>
                </a:lnTo>
                <a:moveTo>
                  <a:pt x="1412904" y="2303237"/>
                </a:moveTo>
                <a:lnTo>
                  <a:pt x="1418534" y="2299139"/>
                </a:lnTo>
                <a:lnTo>
                  <a:pt x="1421718" y="2297013"/>
                </a:lnTo>
                <a:lnTo>
                  <a:pt x="1425055" y="2294857"/>
                </a:lnTo>
                <a:lnTo>
                  <a:pt x="1429328" y="2292305"/>
                </a:lnTo>
                <a:lnTo>
                  <a:pt x="1431812" y="2290934"/>
                </a:lnTo>
                <a:lnTo>
                  <a:pt x="1433412" y="2290043"/>
                </a:lnTo>
                <a:lnTo>
                  <a:pt x="1441708" y="2285822"/>
                </a:lnTo>
                <a:lnTo>
                  <a:pt x="1446888" y="2283377"/>
                </a:lnTo>
                <a:lnTo>
                  <a:pt x="1452555" y="2280985"/>
                </a:lnTo>
                <a:lnTo>
                  <a:pt x="1455069" y="2279995"/>
                </a:lnTo>
                <a:lnTo>
                  <a:pt x="1464310" y="2276346"/>
                </a:lnTo>
                <a:lnTo>
                  <a:pt x="1465833" y="2275759"/>
                </a:lnTo>
                <a:lnTo>
                  <a:pt x="1479926" y="2270358"/>
                </a:lnTo>
                <a:lnTo>
                  <a:pt x="1493989" y="2264972"/>
                </a:lnTo>
                <a:lnTo>
                  <a:pt x="1502201" y="2261735"/>
                </a:lnTo>
                <a:lnTo>
                  <a:pt x="1518656" y="2255290"/>
                </a:lnTo>
                <a:lnTo>
                  <a:pt x="1520408" y="2254475"/>
                </a:lnTo>
                <a:lnTo>
                  <a:pt x="1522526" y="2253492"/>
                </a:lnTo>
                <a:lnTo>
                  <a:pt x="1525999" y="2251755"/>
                </a:lnTo>
                <a:lnTo>
                  <a:pt x="1528970" y="2250110"/>
                </a:lnTo>
                <a:lnTo>
                  <a:pt x="1530174" y="2249439"/>
                </a:lnTo>
                <a:lnTo>
                  <a:pt x="1534044" y="2247192"/>
                </a:lnTo>
                <a:lnTo>
                  <a:pt x="1541860" y="2241875"/>
                </a:lnTo>
                <a:lnTo>
                  <a:pt x="1545974" y="2239247"/>
                </a:lnTo>
                <a:lnTo>
                  <a:pt x="1554757" y="2232711"/>
                </a:lnTo>
                <a:lnTo>
                  <a:pt x="1568492" y="2221390"/>
                </a:lnTo>
                <a:lnTo>
                  <a:pt x="1571265" y="2219097"/>
                </a:lnTo>
                <a:lnTo>
                  <a:pt x="1578548" y="2212424"/>
                </a:lnTo>
                <a:lnTo>
                  <a:pt x="1585305" y="2205705"/>
                </a:lnTo>
                <a:lnTo>
                  <a:pt x="1598506" y="2191551"/>
                </a:lnTo>
                <a:lnTo>
                  <a:pt x="1605644" y="2183324"/>
                </a:lnTo>
                <a:lnTo>
                  <a:pt x="1609583" y="2178761"/>
                </a:lnTo>
                <a:lnTo>
                  <a:pt x="1612516" y="2174937"/>
                </a:lnTo>
                <a:lnTo>
                  <a:pt x="1617185" y="2167920"/>
                </a:lnTo>
                <a:lnTo>
                  <a:pt x="1621634" y="2159998"/>
                </a:lnTo>
                <a:lnTo>
                  <a:pt x="1625207" y="2153774"/>
                </a:lnTo>
                <a:lnTo>
                  <a:pt x="1627675" y="2149051"/>
                </a:lnTo>
                <a:lnTo>
                  <a:pt x="1628407" y="2147657"/>
                </a:lnTo>
                <a:lnTo>
                  <a:pt x="1631149" y="2142172"/>
                </a:lnTo>
                <a:lnTo>
                  <a:pt x="1631865" y="2140603"/>
                </a:lnTo>
                <a:lnTo>
                  <a:pt x="1633389" y="2137266"/>
                </a:lnTo>
                <a:lnTo>
                  <a:pt x="1634653" y="2134417"/>
                </a:lnTo>
                <a:lnTo>
                  <a:pt x="1635758" y="2131934"/>
                </a:lnTo>
                <a:lnTo>
                  <a:pt x="1641022" y="2118145"/>
                </a:lnTo>
                <a:lnTo>
                  <a:pt x="1642492" y="2114291"/>
                </a:lnTo>
                <a:lnTo>
                  <a:pt x="1644739" y="2107709"/>
                </a:lnTo>
                <a:lnTo>
                  <a:pt x="1647192" y="2099794"/>
                </a:lnTo>
                <a:lnTo>
                  <a:pt x="1648708" y="2093692"/>
                </a:lnTo>
                <a:lnTo>
                  <a:pt x="1649531" y="2089753"/>
                </a:lnTo>
                <a:lnTo>
                  <a:pt x="1650011" y="2086699"/>
                </a:lnTo>
                <a:lnTo>
                  <a:pt x="1650262" y="2085015"/>
                </a:lnTo>
                <a:lnTo>
                  <a:pt x="1650689" y="2080574"/>
                </a:lnTo>
                <a:lnTo>
                  <a:pt x="1650826" y="2077740"/>
                </a:lnTo>
                <a:lnTo>
                  <a:pt x="1650925" y="2075508"/>
                </a:lnTo>
                <a:lnTo>
                  <a:pt x="1650826" y="2073710"/>
                </a:lnTo>
                <a:lnTo>
                  <a:pt x="1650567" y="2069246"/>
                </a:lnTo>
                <a:lnTo>
                  <a:pt x="1650339" y="2066542"/>
                </a:lnTo>
                <a:lnTo>
                  <a:pt x="1650057" y="2064112"/>
                </a:lnTo>
                <a:lnTo>
                  <a:pt x="1649676" y="2061880"/>
                </a:lnTo>
                <a:lnTo>
                  <a:pt x="1649089" y="2058726"/>
                </a:lnTo>
                <a:lnTo>
                  <a:pt x="1648404" y="2055854"/>
                </a:lnTo>
                <a:lnTo>
                  <a:pt x="1646994" y="2049881"/>
                </a:lnTo>
                <a:lnTo>
                  <a:pt x="1644976" y="2042271"/>
                </a:lnTo>
                <a:lnTo>
                  <a:pt x="1642340" y="2033556"/>
                </a:lnTo>
                <a:lnTo>
                  <a:pt x="1641380" y="2030684"/>
                </a:lnTo>
                <a:lnTo>
                  <a:pt x="1640443" y="2028170"/>
                </a:lnTo>
                <a:lnTo>
                  <a:pt x="1637929" y="2022114"/>
                </a:lnTo>
                <a:lnTo>
                  <a:pt x="1631492" y="2006299"/>
                </a:lnTo>
                <a:lnTo>
                  <a:pt x="1628559" y="1999024"/>
                </a:lnTo>
                <a:lnTo>
                  <a:pt x="1627211" y="1995817"/>
                </a:lnTo>
                <a:moveTo>
                  <a:pt x="1137320" y="1507960"/>
                </a:moveTo>
                <a:lnTo>
                  <a:pt x="1132406" y="1488908"/>
                </a:lnTo>
                <a:lnTo>
                  <a:pt x="1131401" y="1485046"/>
                </a:lnTo>
                <a:moveTo>
                  <a:pt x="1206551" y="1258901"/>
                </a:moveTo>
                <a:lnTo>
                  <a:pt x="1331477" y="1210893"/>
                </a:lnTo>
                <a:lnTo>
                  <a:pt x="1331621" y="1210817"/>
                </a:lnTo>
                <a:moveTo>
                  <a:pt x="1135971" y="854529"/>
                </a:moveTo>
                <a:lnTo>
                  <a:pt x="1135141" y="854887"/>
                </a:lnTo>
                <a:lnTo>
                  <a:pt x="1059000" y="895338"/>
                </a:lnTo>
                <a:lnTo>
                  <a:pt x="1056783" y="896518"/>
                </a:lnTo>
                <a:moveTo>
                  <a:pt x="1407617" y="1409591"/>
                </a:moveTo>
                <a:lnTo>
                  <a:pt x="1406741" y="1409804"/>
                </a:lnTo>
                <a:lnTo>
                  <a:pt x="1351397" y="1424064"/>
                </a:lnTo>
                <a:lnTo>
                  <a:pt x="1350879" y="1423821"/>
                </a:lnTo>
                <a:moveTo>
                  <a:pt x="690706" y="2672529"/>
                </a:moveTo>
                <a:lnTo>
                  <a:pt x="679942" y="2662603"/>
                </a:lnTo>
                <a:lnTo>
                  <a:pt x="666672" y="2649919"/>
                </a:lnTo>
                <a:lnTo>
                  <a:pt x="657995" y="2641319"/>
                </a:lnTo>
                <a:lnTo>
                  <a:pt x="649448" y="2632459"/>
                </a:lnTo>
                <a:lnTo>
                  <a:pt x="637190" y="2619204"/>
                </a:lnTo>
                <a:lnTo>
                  <a:pt x="624766" y="2605339"/>
                </a:lnTo>
                <a:lnTo>
                  <a:pt x="611594" y="2590020"/>
                </a:lnTo>
                <a:moveTo>
                  <a:pt x="1284413" y="946050"/>
                </a:moveTo>
                <a:lnTo>
                  <a:pt x="1291658" y="943483"/>
                </a:lnTo>
                <a:lnTo>
                  <a:pt x="1340161" y="922709"/>
                </a:lnTo>
                <a:lnTo>
                  <a:pt x="1381572" y="904959"/>
                </a:lnTo>
                <a:lnTo>
                  <a:pt x="1386325" y="902887"/>
                </a:lnTo>
                <a:lnTo>
                  <a:pt x="1404715" y="894842"/>
                </a:lnTo>
                <a:moveTo>
                  <a:pt x="1414816" y="890523"/>
                </a:moveTo>
                <a:lnTo>
                  <a:pt x="1424087" y="886638"/>
                </a:lnTo>
                <a:lnTo>
                  <a:pt x="1430684" y="883880"/>
                </a:lnTo>
                <a:moveTo>
                  <a:pt x="1378205" y="1806155"/>
                </a:moveTo>
                <a:lnTo>
                  <a:pt x="1378746" y="1808379"/>
                </a:lnTo>
                <a:lnTo>
                  <a:pt x="1380993" y="1817147"/>
                </a:lnTo>
                <a:lnTo>
                  <a:pt x="1382181" y="1820339"/>
                </a:lnTo>
                <a:lnTo>
                  <a:pt x="1383941" y="1823249"/>
                </a:lnTo>
                <a:lnTo>
                  <a:pt x="1386204" y="1825786"/>
                </a:lnTo>
                <a:lnTo>
                  <a:pt x="1388596" y="1827668"/>
                </a:lnTo>
                <a:lnTo>
                  <a:pt x="1391277" y="1829138"/>
                </a:lnTo>
                <a:lnTo>
                  <a:pt x="1394149" y="1830136"/>
                </a:lnTo>
                <a:lnTo>
                  <a:pt x="1397158" y="1830646"/>
                </a:lnTo>
                <a:lnTo>
                  <a:pt x="1511632" y="1849752"/>
                </a:lnTo>
                <a:moveTo>
                  <a:pt x="455656" y="415860"/>
                </a:moveTo>
                <a:lnTo>
                  <a:pt x="456007" y="414344"/>
                </a:lnTo>
                <a:lnTo>
                  <a:pt x="459138" y="399764"/>
                </a:lnTo>
                <a:lnTo>
                  <a:pt x="459503" y="398172"/>
                </a:lnTo>
                <a:moveTo>
                  <a:pt x="1026160" y="463297"/>
                </a:moveTo>
                <a:lnTo>
                  <a:pt x="1042485" y="509309"/>
                </a:lnTo>
                <a:moveTo>
                  <a:pt x="462428" y="370930"/>
                </a:moveTo>
                <a:lnTo>
                  <a:pt x="461720" y="373939"/>
                </a:lnTo>
                <a:lnTo>
                  <a:pt x="461004" y="375600"/>
                </a:lnTo>
                <a:lnTo>
                  <a:pt x="457911" y="388512"/>
                </a:lnTo>
                <a:lnTo>
                  <a:pt x="458101" y="389213"/>
                </a:lnTo>
                <a:moveTo>
                  <a:pt x="461697" y="389617"/>
                </a:moveTo>
                <a:lnTo>
                  <a:pt x="462505" y="388459"/>
                </a:lnTo>
                <a:lnTo>
                  <a:pt x="464447" y="375013"/>
                </a:lnTo>
                <a:lnTo>
                  <a:pt x="464127" y="372812"/>
                </a:lnTo>
                <a:lnTo>
                  <a:pt x="464577" y="371433"/>
                </a:lnTo>
                <a:moveTo>
                  <a:pt x="487971" y="234814"/>
                </a:moveTo>
                <a:lnTo>
                  <a:pt x="486554" y="240466"/>
                </a:lnTo>
                <a:lnTo>
                  <a:pt x="486242" y="242127"/>
                </a:lnTo>
                <a:moveTo>
                  <a:pt x="489335" y="242904"/>
                </a:moveTo>
                <a:lnTo>
                  <a:pt x="489632" y="241083"/>
                </a:lnTo>
                <a:lnTo>
                  <a:pt x="490302" y="235400"/>
                </a:lnTo>
                <a:moveTo>
                  <a:pt x="478830" y="281283"/>
                </a:moveTo>
                <a:lnTo>
                  <a:pt x="478274" y="283903"/>
                </a:lnTo>
                <a:lnTo>
                  <a:pt x="477390" y="290881"/>
                </a:lnTo>
                <a:moveTo>
                  <a:pt x="479691" y="291658"/>
                </a:moveTo>
                <a:lnTo>
                  <a:pt x="482014" y="284749"/>
                </a:lnTo>
                <a:lnTo>
                  <a:pt x="482410" y="282486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C2CAD0"/>
            </a:solidFill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39D76764-0375-4BF4-8A07-AF1B1ACE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743" y="2300930"/>
            <a:ext cx="540222" cy="274758"/>
          </a:xfrm>
          <a:custGeom xmlns:a="http://schemas.openxmlformats.org/drawingml/2006/main">
            <a:pathLst>
              <a:path w="540222" h="274758">
                <a:moveTo>
                  <a:pt x="132970" y="0"/>
                </a:moveTo>
                <a:lnTo>
                  <a:pt x="131317" y="587"/>
                </a:lnTo>
                <a:lnTo>
                  <a:pt x="128605" y="1592"/>
                </a:lnTo>
                <a:lnTo>
                  <a:pt x="127630" y="1950"/>
                </a:lnTo>
                <a:lnTo>
                  <a:pt x="121117" y="4403"/>
                </a:lnTo>
                <a:lnTo>
                  <a:pt x="118489" y="5317"/>
                </a:lnTo>
                <a:lnTo>
                  <a:pt x="100571" y="11693"/>
                </a:lnTo>
                <a:lnTo>
                  <a:pt x="99573" y="12051"/>
                </a:lnTo>
                <a:lnTo>
                  <a:pt x="98050" y="12570"/>
                </a:lnTo>
                <a:lnTo>
                  <a:pt x="97753" y="12653"/>
                </a:lnTo>
                <a:lnTo>
                  <a:pt x="88840" y="15061"/>
                </a:lnTo>
                <a:lnTo>
                  <a:pt x="49631" y="29222"/>
                </a:lnTo>
                <a:lnTo>
                  <a:pt x="48214" y="29763"/>
                </a:lnTo>
                <a:lnTo>
                  <a:pt x="37373" y="33747"/>
                </a:lnTo>
                <a:lnTo>
                  <a:pt x="27691" y="37472"/>
                </a:lnTo>
                <a:lnTo>
                  <a:pt x="25794" y="38204"/>
                </a:lnTo>
                <a:lnTo>
                  <a:pt x="0" y="50194"/>
                </a:lnTo>
                <a:moveTo>
                  <a:pt x="1021" y="52403"/>
                </a:moveTo>
                <a:lnTo>
                  <a:pt x="26754" y="40443"/>
                </a:lnTo>
                <a:lnTo>
                  <a:pt x="28559" y="39743"/>
                </a:lnTo>
                <a:lnTo>
                  <a:pt x="38227" y="36033"/>
                </a:lnTo>
                <a:lnTo>
                  <a:pt x="49059" y="32048"/>
                </a:lnTo>
                <a:lnTo>
                  <a:pt x="50468" y="31508"/>
                </a:lnTo>
                <a:lnTo>
                  <a:pt x="89571" y="17392"/>
                </a:lnTo>
                <a:lnTo>
                  <a:pt x="98400" y="15000"/>
                </a:lnTo>
                <a:lnTo>
                  <a:pt x="98796" y="14893"/>
                </a:lnTo>
                <a:lnTo>
                  <a:pt x="100366" y="14352"/>
                </a:lnTo>
                <a:lnTo>
                  <a:pt x="101394" y="13994"/>
                </a:lnTo>
                <a:lnTo>
                  <a:pt x="119304" y="7618"/>
                </a:lnTo>
                <a:lnTo>
                  <a:pt x="121955" y="6689"/>
                </a:lnTo>
                <a:lnTo>
                  <a:pt x="128483" y="4236"/>
                </a:lnTo>
                <a:lnTo>
                  <a:pt x="129443" y="3878"/>
                </a:lnTo>
                <a:lnTo>
                  <a:pt x="132140" y="2887"/>
                </a:lnTo>
                <a:lnTo>
                  <a:pt x="133793" y="2293"/>
                </a:lnTo>
                <a:moveTo>
                  <a:pt x="140523" y="4365"/>
                </a:moveTo>
                <a:lnTo>
                  <a:pt x="149638" y="28323"/>
                </a:lnTo>
                <a:lnTo>
                  <a:pt x="153767" y="39171"/>
                </a:lnTo>
                <a:moveTo>
                  <a:pt x="155500" y="43750"/>
                </a:moveTo>
                <a:lnTo>
                  <a:pt x="155553" y="43894"/>
                </a:lnTo>
                <a:moveTo>
                  <a:pt x="165163" y="68195"/>
                </a:moveTo>
                <a:lnTo>
                  <a:pt x="176095" y="95201"/>
                </a:lnTo>
                <a:lnTo>
                  <a:pt x="186162" y="120633"/>
                </a:lnTo>
                <a:moveTo>
                  <a:pt x="189857" y="129885"/>
                </a:moveTo>
                <a:lnTo>
                  <a:pt x="195490" y="144088"/>
                </a:lnTo>
                <a:moveTo>
                  <a:pt x="217216" y="141929"/>
                </a:moveTo>
                <a:lnTo>
                  <a:pt x="222937" y="140032"/>
                </a:lnTo>
                <a:lnTo>
                  <a:pt x="230464" y="138615"/>
                </a:lnTo>
                <a:lnTo>
                  <a:pt x="237472" y="137609"/>
                </a:lnTo>
                <a:lnTo>
                  <a:pt x="246347" y="137152"/>
                </a:lnTo>
                <a:lnTo>
                  <a:pt x="258932" y="137297"/>
                </a:lnTo>
                <a:lnTo>
                  <a:pt x="271692" y="137945"/>
                </a:lnTo>
                <a:lnTo>
                  <a:pt x="277085" y="138158"/>
                </a:lnTo>
                <a:lnTo>
                  <a:pt x="282212" y="137960"/>
                </a:lnTo>
                <a:lnTo>
                  <a:pt x="285031" y="137533"/>
                </a:lnTo>
                <a:moveTo>
                  <a:pt x="289792" y="140139"/>
                </a:moveTo>
                <a:lnTo>
                  <a:pt x="290592" y="141266"/>
                </a:lnTo>
                <a:lnTo>
                  <a:pt x="294507" y="143590"/>
                </a:lnTo>
                <a:lnTo>
                  <a:pt x="296404" y="144100"/>
                </a:lnTo>
                <a:moveTo>
                  <a:pt x="302887" y="147208"/>
                </a:moveTo>
                <a:lnTo>
                  <a:pt x="316797" y="151421"/>
                </a:lnTo>
                <a:lnTo>
                  <a:pt x="317369" y="151367"/>
                </a:lnTo>
                <a:moveTo>
                  <a:pt x="320492" y="155572"/>
                </a:moveTo>
                <a:lnTo>
                  <a:pt x="312699" y="174617"/>
                </a:lnTo>
                <a:lnTo>
                  <a:pt x="305553" y="190973"/>
                </a:lnTo>
                <a:lnTo>
                  <a:pt x="322694" y="232384"/>
                </a:lnTo>
                <a:moveTo>
                  <a:pt x="328757" y="236063"/>
                </a:moveTo>
                <a:lnTo>
                  <a:pt x="339438" y="232254"/>
                </a:lnTo>
                <a:lnTo>
                  <a:pt x="367472" y="220995"/>
                </a:lnTo>
                <a:lnTo>
                  <a:pt x="400724" y="208105"/>
                </a:lnTo>
                <a:lnTo>
                  <a:pt x="403397" y="207077"/>
                </a:lnTo>
                <a:moveTo>
                  <a:pt x="412577" y="205150"/>
                </a:moveTo>
                <a:lnTo>
                  <a:pt x="451695" y="189891"/>
                </a:lnTo>
                <a:moveTo>
                  <a:pt x="456045" y="188489"/>
                </a:moveTo>
                <a:lnTo>
                  <a:pt x="456989" y="188253"/>
                </a:lnTo>
                <a:lnTo>
                  <a:pt x="503496" y="203139"/>
                </a:lnTo>
                <a:moveTo>
                  <a:pt x="511640" y="205721"/>
                </a:moveTo>
                <a:lnTo>
                  <a:pt x="523981" y="209614"/>
                </a:lnTo>
                <a:moveTo>
                  <a:pt x="527158" y="212036"/>
                </a:moveTo>
                <a:lnTo>
                  <a:pt x="540222" y="239522"/>
                </a:lnTo>
                <a:moveTo>
                  <a:pt x="538935" y="236840"/>
                </a:moveTo>
                <a:lnTo>
                  <a:pt x="539003" y="236977"/>
                </a:lnTo>
                <a:moveTo>
                  <a:pt x="539236" y="245048"/>
                </a:moveTo>
                <a:lnTo>
                  <a:pt x="537842" y="246336"/>
                </a:lnTo>
                <a:lnTo>
                  <a:pt x="533926" y="248697"/>
                </a:lnTo>
                <a:lnTo>
                  <a:pt x="530841" y="250312"/>
                </a:lnTo>
                <a:lnTo>
                  <a:pt x="522659" y="253816"/>
                </a:lnTo>
                <a:lnTo>
                  <a:pt x="476979" y="274758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E4B49"/>
            </a:solidFill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989EDCD8-0238-4FF6-A1CD-84EB06BD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743" y="2142783"/>
            <a:ext cx="791102" cy="432905"/>
          </a:xfrm>
          <a:custGeom xmlns:a="http://schemas.openxmlformats.org/drawingml/2006/main">
            <a:pathLst>
              <a:path w="791102" h="432905">
                <a:moveTo>
                  <a:pt x="132970" y="158147"/>
                </a:moveTo>
                <a:lnTo>
                  <a:pt x="131317" y="158734"/>
                </a:lnTo>
                <a:lnTo>
                  <a:pt x="128605" y="159739"/>
                </a:lnTo>
                <a:lnTo>
                  <a:pt x="127630" y="160097"/>
                </a:lnTo>
                <a:lnTo>
                  <a:pt x="121117" y="162550"/>
                </a:lnTo>
                <a:lnTo>
                  <a:pt x="118489" y="163465"/>
                </a:lnTo>
                <a:lnTo>
                  <a:pt x="100571" y="169841"/>
                </a:lnTo>
                <a:lnTo>
                  <a:pt x="99573" y="170199"/>
                </a:lnTo>
                <a:lnTo>
                  <a:pt x="98050" y="170717"/>
                </a:lnTo>
                <a:lnTo>
                  <a:pt x="97753" y="170801"/>
                </a:lnTo>
                <a:lnTo>
                  <a:pt x="88840" y="173208"/>
                </a:lnTo>
                <a:lnTo>
                  <a:pt x="49631" y="187369"/>
                </a:lnTo>
                <a:lnTo>
                  <a:pt x="48214" y="187910"/>
                </a:lnTo>
                <a:lnTo>
                  <a:pt x="37373" y="191895"/>
                </a:lnTo>
                <a:lnTo>
                  <a:pt x="27691" y="195620"/>
                </a:lnTo>
                <a:lnTo>
                  <a:pt x="25794" y="196351"/>
                </a:lnTo>
                <a:lnTo>
                  <a:pt x="0" y="208342"/>
                </a:lnTo>
                <a:moveTo>
                  <a:pt x="1021" y="210551"/>
                </a:moveTo>
                <a:lnTo>
                  <a:pt x="26754" y="198591"/>
                </a:lnTo>
                <a:lnTo>
                  <a:pt x="28559" y="197890"/>
                </a:lnTo>
                <a:lnTo>
                  <a:pt x="38227" y="194180"/>
                </a:lnTo>
                <a:lnTo>
                  <a:pt x="49059" y="190196"/>
                </a:lnTo>
                <a:lnTo>
                  <a:pt x="50468" y="189655"/>
                </a:lnTo>
                <a:lnTo>
                  <a:pt x="89571" y="175539"/>
                </a:lnTo>
                <a:lnTo>
                  <a:pt x="98400" y="173147"/>
                </a:lnTo>
                <a:lnTo>
                  <a:pt x="98796" y="173040"/>
                </a:lnTo>
                <a:lnTo>
                  <a:pt x="100366" y="172499"/>
                </a:lnTo>
                <a:lnTo>
                  <a:pt x="101394" y="172141"/>
                </a:lnTo>
                <a:lnTo>
                  <a:pt x="119304" y="165765"/>
                </a:lnTo>
                <a:lnTo>
                  <a:pt x="121955" y="164836"/>
                </a:lnTo>
                <a:lnTo>
                  <a:pt x="128483" y="162383"/>
                </a:lnTo>
                <a:lnTo>
                  <a:pt x="129443" y="162025"/>
                </a:lnTo>
                <a:lnTo>
                  <a:pt x="132140" y="161034"/>
                </a:lnTo>
                <a:lnTo>
                  <a:pt x="133793" y="160440"/>
                </a:lnTo>
                <a:moveTo>
                  <a:pt x="144766" y="149181"/>
                </a:moveTo>
                <a:lnTo>
                  <a:pt x="134178" y="120915"/>
                </a:lnTo>
                <a:moveTo>
                  <a:pt x="137907" y="115083"/>
                </a:moveTo>
                <a:lnTo>
                  <a:pt x="138775" y="114802"/>
                </a:lnTo>
                <a:lnTo>
                  <a:pt x="146705" y="112135"/>
                </a:lnTo>
                <a:moveTo>
                  <a:pt x="154696" y="109827"/>
                </a:moveTo>
                <a:lnTo>
                  <a:pt x="160303" y="108448"/>
                </a:lnTo>
                <a:lnTo>
                  <a:pt x="298720" y="60844"/>
                </a:lnTo>
                <a:moveTo>
                  <a:pt x="303999" y="63343"/>
                </a:moveTo>
                <a:lnTo>
                  <a:pt x="305409" y="67373"/>
                </a:lnTo>
                <a:moveTo>
                  <a:pt x="305660" y="67753"/>
                </a:moveTo>
                <a:lnTo>
                  <a:pt x="307465" y="71410"/>
                </a:lnTo>
                <a:lnTo>
                  <a:pt x="308479" y="76788"/>
                </a:lnTo>
                <a:lnTo>
                  <a:pt x="312623" y="89533"/>
                </a:lnTo>
                <a:lnTo>
                  <a:pt x="319372" y="108623"/>
                </a:lnTo>
                <a:moveTo>
                  <a:pt x="322198" y="116676"/>
                </a:moveTo>
                <a:lnTo>
                  <a:pt x="328590" y="134951"/>
                </a:lnTo>
                <a:lnTo>
                  <a:pt x="330563" y="139880"/>
                </a:lnTo>
                <a:lnTo>
                  <a:pt x="330776" y="140756"/>
                </a:lnTo>
                <a:moveTo>
                  <a:pt x="348358" y="148937"/>
                </a:moveTo>
                <a:lnTo>
                  <a:pt x="387255" y="134578"/>
                </a:lnTo>
                <a:lnTo>
                  <a:pt x="389053" y="133877"/>
                </a:lnTo>
                <a:moveTo>
                  <a:pt x="399429" y="129946"/>
                </a:moveTo>
                <a:lnTo>
                  <a:pt x="444092" y="113567"/>
                </a:lnTo>
                <a:lnTo>
                  <a:pt x="494104" y="95048"/>
                </a:lnTo>
                <a:lnTo>
                  <a:pt x="499398" y="93091"/>
                </a:lnTo>
                <a:lnTo>
                  <a:pt x="501782" y="92253"/>
                </a:lnTo>
                <a:lnTo>
                  <a:pt x="503778" y="91552"/>
                </a:lnTo>
                <a:lnTo>
                  <a:pt x="505188" y="91011"/>
                </a:lnTo>
                <a:lnTo>
                  <a:pt x="507709" y="90043"/>
                </a:lnTo>
                <a:moveTo>
                  <a:pt x="515365" y="87133"/>
                </a:moveTo>
                <a:lnTo>
                  <a:pt x="515944" y="86951"/>
                </a:lnTo>
                <a:lnTo>
                  <a:pt x="519532" y="85732"/>
                </a:lnTo>
                <a:lnTo>
                  <a:pt x="592184" y="58894"/>
                </a:lnTo>
                <a:moveTo>
                  <a:pt x="602460" y="55108"/>
                </a:moveTo>
                <a:lnTo>
                  <a:pt x="695284" y="20911"/>
                </a:lnTo>
                <a:lnTo>
                  <a:pt x="699512" y="19311"/>
                </a:lnTo>
                <a:lnTo>
                  <a:pt x="702438" y="18077"/>
                </a:lnTo>
                <a:lnTo>
                  <a:pt x="705706" y="16561"/>
                </a:lnTo>
                <a:lnTo>
                  <a:pt x="711130" y="13567"/>
                </a:lnTo>
                <a:lnTo>
                  <a:pt x="721139" y="6529"/>
                </a:lnTo>
                <a:lnTo>
                  <a:pt x="726297" y="2453"/>
                </a:lnTo>
                <a:lnTo>
                  <a:pt x="726800" y="1821"/>
                </a:lnTo>
                <a:moveTo>
                  <a:pt x="733069" y="0"/>
                </a:moveTo>
                <a:lnTo>
                  <a:pt x="733488" y="160"/>
                </a:lnTo>
                <a:lnTo>
                  <a:pt x="739369" y="1623"/>
                </a:lnTo>
                <a:lnTo>
                  <a:pt x="760036" y="7100"/>
                </a:lnTo>
                <a:moveTo>
                  <a:pt x="770671" y="9606"/>
                </a:moveTo>
                <a:lnTo>
                  <a:pt x="771387" y="9751"/>
                </a:lnTo>
                <a:moveTo>
                  <a:pt x="774788" y="10543"/>
                </a:moveTo>
                <a:lnTo>
                  <a:pt x="778152" y="14824"/>
                </a:lnTo>
                <a:lnTo>
                  <a:pt x="786040" y="26255"/>
                </a:lnTo>
                <a:lnTo>
                  <a:pt x="787663" y="28506"/>
                </a:lnTo>
                <a:moveTo>
                  <a:pt x="791102" y="42599"/>
                </a:moveTo>
                <a:lnTo>
                  <a:pt x="788040" y="45517"/>
                </a:lnTo>
                <a:lnTo>
                  <a:pt x="783248" y="50095"/>
                </a:lnTo>
                <a:lnTo>
                  <a:pt x="768972" y="67868"/>
                </a:lnTo>
                <a:lnTo>
                  <a:pt x="753355" y="88733"/>
                </a:lnTo>
                <a:lnTo>
                  <a:pt x="740489" y="104746"/>
                </a:lnTo>
                <a:lnTo>
                  <a:pt x="722930" y="118793"/>
                </a:lnTo>
                <a:lnTo>
                  <a:pt x="720081" y="120523"/>
                </a:lnTo>
                <a:lnTo>
                  <a:pt x="706422" y="127097"/>
                </a:lnTo>
                <a:lnTo>
                  <a:pt x="693738" y="131599"/>
                </a:lnTo>
                <a:lnTo>
                  <a:pt x="679051" y="135560"/>
                </a:lnTo>
                <a:lnTo>
                  <a:pt x="642690" y="139567"/>
                </a:lnTo>
                <a:lnTo>
                  <a:pt x="628262" y="141076"/>
                </a:lnTo>
                <a:lnTo>
                  <a:pt x="603527" y="143201"/>
                </a:lnTo>
                <a:lnTo>
                  <a:pt x="591879" y="145738"/>
                </a:lnTo>
                <a:lnTo>
                  <a:pt x="582326" y="149181"/>
                </a:lnTo>
                <a:lnTo>
                  <a:pt x="575287" y="152899"/>
                </a:lnTo>
                <a:moveTo>
                  <a:pt x="569928" y="155542"/>
                </a:moveTo>
                <a:lnTo>
                  <a:pt x="554483" y="162642"/>
                </a:lnTo>
                <a:moveTo>
                  <a:pt x="551626" y="163777"/>
                </a:moveTo>
                <a:lnTo>
                  <a:pt x="544241" y="167373"/>
                </a:lnTo>
                <a:moveTo>
                  <a:pt x="540847" y="183203"/>
                </a:moveTo>
                <a:lnTo>
                  <a:pt x="548739" y="204144"/>
                </a:lnTo>
                <a:lnTo>
                  <a:pt x="555885" y="223120"/>
                </a:lnTo>
                <a:lnTo>
                  <a:pt x="558901" y="231119"/>
                </a:lnTo>
                <a:moveTo>
                  <a:pt x="562771" y="241388"/>
                </a:moveTo>
                <a:lnTo>
                  <a:pt x="565704" y="249204"/>
                </a:lnTo>
                <a:lnTo>
                  <a:pt x="570122" y="260989"/>
                </a:lnTo>
                <a:lnTo>
                  <a:pt x="577474" y="280209"/>
                </a:lnTo>
                <a:moveTo>
                  <a:pt x="580597" y="288009"/>
                </a:moveTo>
                <a:lnTo>
                  <a:pt x="586059" y="301044"/>
                </a:lnTo>
                <a:lnTo>
                  <a:pt x="594271" y="319898"/>
                </a:lnTo>
                <a:lnTo>
                  <a:pt x="598088" y="328102"/>
                </a:lnTo>
                <a:moveTo>
                  <a:pt x="602758" y="340207"/>
                </a:moveTo>
                <a:lnTo>
                  <a:pt x="603995" y="342801"/>
                </a:lnTo>
                <a:lnTo>
                  <a:pt x="604734" y="344393"/>
                </a:lnTo>
                <a:lnTo>
                  <a:pt x="605527" y="346107"/>
                </a:lnTo>
                <a:moveTo>
                  <a:pt x="601897" y="352556"/>
                </a:moveTo>
                <a:lnTo>
                  <a:pt x="601721" y="352639"/>
                </a:lnTo>
                <a:lnTo>
                  <a:pt x="597006" y="355412"/>
                </a:lnTo>
                <a:lnTo>
                  <a:pt x="589152" y="360044"/>
                </a:lnTo>
                <a:moveTo>
                  <a:pt x="582799" y="359191"/>
                </a:moveTo>
                <a:lnTo>
                  <a:pt x="565628" y="366999"/>
                </a:lnTo>
                <a:lnTo>
                  <a:pt x="558246" y="370915"/>
                </a:lnTo>
                <a:lnTo>
                  <a:pt x="552487" y="377154"/>
                </a:lnTo>
                <a:lnTo>
                  <a:pt x="545646" y="388459"/>
                </a:lnTo>
                <a:lnTo>
                  <a:pt x="543925" y="393418"/>
                </a:lnTo>
                <a:moveTo>
                  <a:pt x="539236" y="403196"/>
                </a:moveTo>
                <a:lnTo>
                  <a:pt x="537842" y="404483"/>
                </a:lnTo>
                <a:lnTo>
                  <a:pt x="533926" y="406845"/>
                </a:lnTo>
                <a:lnTo>
                  <a:pt x="530841" y="408460"/>
                </a:lnTo>
                <a:lnTo>
                  <a:pt x="522659" y="411964"/>
                </a:lnTo>
                <a:lnTo>
                  <a:pt x="476979" y="43290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06491"/>
            </a:solidFill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A7F8BC0B-26A3-46C7-9107-CD60AE20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583" y="2315990"/>
            <a:ext cx="450396" cy="229988"/>
          </a:xfrm>
          <a:custGeom xmlns:a="http://schemas.openxmlformats.org/drawingml/2006/main">
            <a:pathLst>
              <a:path w="450396" h="229988">
                <a:moveTo>
                  <a:pt x="450396" y="22998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217A67"/>
            </a:solidFill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48BA98A8-4E0E-42F5-85C0-6E28A7E3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4483" y="227789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977A24E7-11F2-43CF-91D5-8F9AD7B5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658" y="2087390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D1</a:t>
            </a:r>
          </a:p>
        </p:txBody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0113B749-62E2-4F58-A249-886E19DA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879" y="250787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7D19D7F7-780E-46D4-9716-BAD9D847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9179" y="2574553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H1</a:t>
            </a:r>
          </a:p>
        </p:txBody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A6F09C9C-012F-4C34-BB1E-45F2DC6D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1738" y="2358030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7CDE601A-B473-48C4-8115-D5E5CCFF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5563" y="2167530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Closure</a:t>
            </a:r>
          </a:p>
        </p:txBody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CC084896-3262-4BB9-95EE-D1286406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343525"/>
            <a:ext cx="380894" cy="95"/>
          </a:xfrm>
          <a:custGeom xmlns:a="http://schemas.openxmlformats.org/drawingml/2006/main">
            <a:pathLst>
              <a:path w="380894" h="95">
                <a:moveTo>
                  <a:pt x="0" y="0"/>
                </a:moveTo>
                <a:lnTo>
                  <a:pt x="3808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72B3A"/>
            </a:solidFill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ED925E8D-0171-4B47-8DF8-14BB6417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911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500 m</a:t>
            </a:r>
          </a:p>
        </p:txBody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B0758BBD-BAD0-44E6-8498-0F030B92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810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Water-barrier urban network</a:t>
            </a:r>
          </a:p>
        </p:txBody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2C3C2940-5291-44C7-AB07-B34851BE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0001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(c) Edmonton</a:t>
            </a:r>
          </a:p>
        </p:txBody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89043E68-A841-43FF-9D5E-140B13C9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1934" y="2145876"/>
            <a:ext cx="190101" cy="59656"/>
          </a:xfrm>
          <a:custGeom xmlns:a="http://schemas.openxmlformats.org/drawingml/2006/main">
            <a:pathLst>
              <a:path w="190101" h="59656">
                <a:moveTo>
                  <a:pt x="4055" y="32727"/>
                </a:moveTo>
                <a:lnTo>
                  <a:pt x="8450" y="31147"/>
                </a:lnTo>
                <a:lnTo>
                  <a:pt x="15823" y="31399"/>
                </a:lnTo>
                <a:lnTo>
                  <a:pt x="34852" y="33780"/>
                </a:lnTo>
                <a:lnTo>
                  <a:pt x="49208" y="32973"/>
                </a:lnTo>
                <a:lnTo>
                  <a:pt x="61006" y="30781"/>
                </a:lnTo>
                <a:lnTo>
                  <a:pt x="68083" y="27120"/>
                </a:lnTo>
                <a:lnTo>
                  <a:pt x="74374" y="20838"/>
                </a:lnTo>
                <a:lnTo>
                  <a:pt x="79308" y="16239"/>
                </a:lnTo>
                <a:lnTo>
                  <a:pt x="93022" y="8912"/>
                </a:lnTo>
                <a:lnTo>
                  <a:pt x="106647" y="4178"/>
                </a:lnTo>
                <a:lnTo>
                  <a:pt x="116307" y="1039"/>
                </a:lnTo>
                <a:lnTo>
                  <a:pt x="127152" y="1410"/>
                </a:lnTo>
                <a:lnTo>
                  <a:pt x="136288" y="856"/>
                </a:lnTo>
                <a:lnTo>
                  <a:pt x="145805" y="2047"/>
                </a:lnTo>
                <a:lnTo>
                  <a:pt x="158877" y="763"/>
                </a:lnTo>
                <a:lnTo>
                  <a:pt x="164976" y="106"/>
                </a:lnTo>
                <a:lnTo>
                  <a:pt x="174537" y="0"/>
                </a:lnTo>
                <a:lnTo>
                  <a:pt x="179713" y="1042"/>
                </a:lnTo>
                <a:lnTo>
                  <a:pt x="183106" y="3321"/>
                </a:lnTo>
                <a:lnTo>
                  <a:pt x="187971" y="13454"/>
                </a:lnTo>
                <a:lnTo>
                  <a:pt x="188604" y="20406"/>
                </a:lnTo>
                <a:lnTo>
                  <a:pt x="189335" y="24333"/>
                </a:lnTo>
                <a:lnTo>
                  <a:pt x="190101" y="27388"/>
                </a:lnTo>
                <a:lnTo>
                  <a:pt x="183014" y="31480"/>
                </a:lnTo>
                <a:lnTo>
                  <a:pt x="172036" y="35007"/>
                </a:lnTo>
                <a:lnTo>
                  <a:pt x="160623" y="38511"/>
                </a:lnTo>
                <a:lnTo>
                  <a:pt x="152672" y="42574"/>
                </a:lnTo>
                <a:lnTo>
                  <a:pt x="139091" y="46012"/>
                </a:lnTo>
                <a:lnTo>
                  <a:pt x="125496" y="49882"/>
                </a:lnTo>
                <a:lnTo>
                  <a:pt x="115041" y="50823"/>
                </a:lnTo>
                <a:lnTo>
                  <a:pt x="104586" y="51763"/>
                </a:lnTo>
                <a:lnTo>
                  <a:pt x="89301" y="54278"/>
                </a:lnTo>
                <a:lnTo>
                  <a:pt x="77917" y="56917"/>
                </a:lnTo>
                <a:lnTo>
                  <a:pt x="65685" y="59094"/>
                </a:lnTo>
                <a:lnTo>
                  <a:pt x="56548" y="59656"/>
                </a:lnTo>
                <a:lnTo>
                  <a:pt x="44088" y="55760"/>
                </a:lnTo>
                <a:lnTo>
                  <a:pt x="31282" y="49257"/>
                </a:lnTo>
                <a:lnTo>
                  <a:pt x="19686" y="45391"/>
                </a:lnTo>
                <a:lnTo>
                  <a:pt x="6820" y="40625"/>
                </a:lnTo>
                <a:lnTo>
                  <a:pt x="375" y="38666"/>
                </a:lnTo>
                <a:lnTo>
                  <a:pt x="0" y="36923"/>
                </a:lnTo>
                <a:lnTo>
                  <a:pt x="4055" y="3272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2DF1EB2E-E53F-41C1-A406-13915535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534" y="2647207"/>
            <a:ext cx="57961" cy="31719"/>
          </a:xfrm>
          <a:custGeom xmlns:a="http://schemas.openxmlformats.org/drawingml/2006/main">
            <a:pathLst>
              <a:path w="57961" h="31719">
                <a:moveTo>
                  <a:pt x="2766" y="22971"/>
                </a:moveTo>
                <a:lnTo>
                  <a:pt x="7191" y="20527"/>
                </a:lnTo>
                <a:lnTo>
                  <a:pt x="9483" y="17136"/>
                </a:lnTo>
                <a:lnTo>
                  <a:pt x="19277" y="10108"/>
                </a:lnTo>
                <a:lnTo>
                  <a:pt x="31674" y="3169"/>
                </a:lnTo>
                <a:lnTo>
                  <a:pt x="40471" y="0"/>
                </a:lnTo>
                <a:lnTo>
                  <a:pt x="47396" y="669"/>
                </a:lnTo>
                <a:lnTo>
                  <a:pt x="53767" y="4789"/>
                </a:lnTo>
                <a:lnTo>
                  <a:pt x="57961" y="9267"/>
                </a:lnTo>
                <a:lnTo>
                  <a:pt x="57379" y="13573"/>
                </a:lnTo>
                <a:lnTo>
                  <a:pt x="52459" y="17740"/>
                </a:lnTo>
                <a:lnTo>
                  <a:pt x="37499" y="23293"/>
                </a:lnTo>
                <a:lnTo>
                  <a:pt x="24341" y="27178"/>
                </a:lnTo>
                <a:lnTo>
                  <a:pt x="11666" y="29349"/>
                </a:lnTo>
                <a:lnTo>
                  <a:pt x="5073" y="31719"/>
                </a:lnTo>
                <a:lnTo>
                  <a:pt x="1186" y="31154"/>
                </a:lnTo>
                <a:lnTo>
                  <a:pt x="0" y="27644"/>
                </a:lnTo>
                <a:lnTo>
                  <a:pt x="2766" y="2297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4F854AEE-C1BE-4FCB-9AE0-13388E95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1944" y="2268374"/>
            <a:ext cx="57777" cy="124329"/>
          </a:xfrm>
          <a:custGeom xmlns:a="http://schemas.openxmlformats.org/drawingml/2006/main">
            <a:pathLst>
              <a:path w="57777" h="124329">
                <a:moveTo>
                  <a:pt x="123" y="108480"/>
                </a:moveTo>
                <a:lnTo>
                  <a:pt x="582" y="107614"/>
                </a:lnTo>
                <a:lnTo>
                  <a:pt x="684" y="106421"/>
                </a:lnTo>
                <a:lnTo>
                  <a:pt x="910" y="103486"/>
                </a:lnTo>
                <a:lnTo>
                  <a:pt x="1055" y="101031"/>
                </a:lnTo>
                <a:lnTo>
                  <a:pt x="1047" y="99631"/>
                </a:lnTo>
                <a:lnTo>
                  <a:pt x="2142" y="98514"/>
                </a:lnTo>
                <a:lnTo>
                  <a:pt x="3443" y="97609"/>
                </a:lnTo>
                <a:lnTo>
                  <a:pt x="4001" y="96822"/>
                </a:lnTo>
                <a:lnTo>
                  <a:pt x="4453" y="95726"/>
                </a:lnTo>
                <a:lnTo>
                  <a:pt x="5004" y="93963"/>
                </a:lnTo>
                <a:lnTo>
                  <a:pt x="5437" y="91807"/>
                </a:lnTo>
                <a:lnTo>
                  <a:pt x="5461" y="90221"/>
                </a:lnTo>
                <a:lnTo>
                  <a:pt x="5337" y="89411"/>
                </a:lnTo>
                <a:lnTo>
                  <a:pt x="6367" y="88734"/>
                </a:lnTo>
                <a:lnTo>
                  <a:pt x="7997" y="86465"/>
                </a:lnTo>
                <a:lnTo>
                  <a:pt x="10634" y="82297"/>
                </a:lnTo>
                <a:lnTo>
                  <a:pt x="11604" y="79522"/>
                </a:lnTo>
                <a:lnTo>
                  <a:pt x="13236" y="76159"/>
                </a:lnTo>
                <a:lnTo>
                  <a:pt x="13228" y="74038"/>
                </a:lnTo>
                <a:lnTo>
                  <a:pt x="16930" y="62645"/>
                </a:lnTo>
                <a:lnTo>
                  <a:pt x="15849" y="61556"/>
                </a:lnTo>
                <a:lnTo>
                  <a:pt x="16773" y="51061"/>
                </a:lnTo>
                <a:lnTo>
                  <a:pt x="14613" y="37992"/>
                </a:lnTo>
                <a:lnTo>
                  <a:pt x="14650" y="24133"/>
                </a:lnTo>
                <a:lnTo>
                  <a:pt x="17172" y="13819"/>
                </a:lnTo>
                <a:lnTo>
                  <a:pt x="17884" y="11799"/>
                </a:lnTo>
                <a:lnTo>
                  <a:pt x="18996" y="9606"/>
                </a:lnTo>
                <a:lnTo>
                  <a:pt x="19803" y="8030"/>
                </a:lnTo>
                <a:lnTo>
                  <a:pt x="21564" y="6564"/>
                </a:lnTo>
                <a:lnTo>
                  <a:pt x="22932" y="5015"/>
                </a:lnTo>
                <a:lnTo>
                  <a:pt x="25194" y="2166"/>
                </a:lnTo>
                <a:lnTo>
                  <a:pt x="26095" y="992"/>
                </a:lnTo>
                <a:lnTo>
                  <a:pt x="27385" y="536"/>
                </a:lnTo>
                <a:lnTo>
                  <a:pt x="28638" y="146"/>
                </a:lnTo>
                <a:lnTo>
                  <a:pt x="29988" y="22"/>
                </a:lnTo>
                <a:lnTo>
                  <a:pt x="31330" y="0"/>
                </a:lnTo>
                <a:lnTo>
                  <a:pt x="32677" y="97"/>
                </a:lnTo>
                <a:lnTo>
                  <a:pt x="34063" y="415"/>
                </a:lnTo>
                <a:lnTo>
                  <a:pt x="35176" y="861"/>
                </a:lnTo>
                <a:lnTo>
                  <a:pt x="36124" y="1410"/>
                </a:lnTo>
                <a:lnTo>
                  <a:pt x="37313" y="2435"/>
                </a:lnTo>
                <a:lnTo>
                  <a:pt x="38452" y="2567"/>
                </a:lnTo>
                <a:lnTo>
                  <a:pt x="39285" y="2197"/>
                </a:lnTo>
                <a:lnTo>
                  <a:pt x="39479" y="2873"/>
                </a:lnTo>
                <a:lnTo>
                  <a:pt x="39399" y="3583"/>
                </a:lnTo>
                <a:lnTo>
                  <a:pt x="39280" y="4563"/>
                </a:lnTo>
                <a:lnTo>
                  <a:pt x="39253" y="5495"/>
                </a:lnTo>
                <a:lnTo>
                  <a:pt x="40494" y="7098"/>
                </a:lnTo>
                <a:lnTo>
                  <a:pt x="41450" y="7538"/>
                </a:lnTo>
                <a:lnTo>
                  <a:pt x="42502" y="8015"/>
                </a:lnTo>
                <a:lnTo>
                  <a:pt x="43328" y="9596"/>
                </a:lnTo>
                <a:lnTo>
                  <a:pt x="44122" y="10802"/>
                </a:lnTo>
                <a:lnTo>
                  <a:pt x="44433" y="11457"/>
                </a:lnTo>
                <a:lnTo>
                  <a:pt x="44587" y="12293"/>
                </a:lnTo>
                <a:lnTo>
                  <a:pt x="45176" y="20406"/>
                </a:lnTo>
                <a:lnTo>
                  <a:pt x="44778" y="32090"/>
                </a:lnTo>
                <a:lnTo>
                  <a:pt x="46128" y="43401"/>
                </a:lnTo>
                <a:lnTo>
                  <a:pt x="46120" y="56396"/>
                </a:lnTo>
                <a:lnTo>
                  <a:pt x="49732" y="65188"/>
                </a:lnTo>
                <a:lnTo>
                  <a:pt x="53997" y="74995"/>
                </a:lnTo>
                <a:lnTo>
                  <a:pt x="54836" y="80953"/>
                </a:lnTo>
                <a:lnTo>
                  <a:pt x="56324" y="88375"/>
                </a:lnTo>
                <a:lnTo>
                  <a:pt x="57777" y="96653"/>
                </a:lnTo>
                <a:lnTo>
                  <a:pt x="54333" y="106553"/>
                </a:lnTo>
                <a:lnTo>
                  <a:pt x="53130" y="109498"/>
                </a:lnTo>
                <a:lnTo>
                  <a:pt x="51503" y="111504"/>
                </a:lnTo>
                <a:lnTo>
                  <a:pt x="50197" y="112850"/>
                </a:lnTo>
                <a:lnTo>
                  <a:pt x="49560" y="113584"/>
                </a:lnTo>
                <a:lnTo>
                  <a:pt x="48552" y="114516"/>
                </a:lnTo>
                <a:lnTo>
                  <a:pt x="47446" y="115497"/>
                </a:lnTo>
                <a:lnTo>
                  <a:pt x="45282" y="117238"/>
                </a:lnTo>
                <a:lnTo>
                  <a:pt x="43514" y="118611"/>
                </a:lnTo>
                <a:lnTo>
                  <a:pt x="40961" y="120196"/>
                </a:lnTo>
                <a:lnTo>
                  <a:pt x="39501" y="121172"/>
                </a:lnTo>
                <a:lnTo>
                  <a:pt x="38138" y="121830"/>
                </a:lnTo>
                <a:lnTo>
                  <a:pt x="36134" y="122406"/>
                </a:lnTo>
                <a:lnTo>
                  <a:pt x="33451" y="123205"/>
                </a:lnTo>
                <a:lnTo>
                  <a:pt x="30460" y="123825"/>
                </a:lnTo>
                <a:lnTo>
                  <a:pt x="27856" y="124211"/>
                </a:lnTo>
                <a:lnTo>
                  <a:pt x="25610" y="124329"/>
                </a:lnTo>
                <a:lnTo>
                  <a:pt x="23396" y="124279"/>
                </a:lnTo>
                <a:lnTo>
                  <a:pt x="18859" y="123022"/>
                </a:lnTo>
                <a:lnTo>
                  <a:pt x="12133" y="119671"/>
                </a:lnTo>
                <a:lnTo>
                  <a:pt x="8986" y="119505"/>
                </a:lnTo>
                <a:lnTo>
                  <a:pt x="7509" y="119352"/>
                </a:lnTo>
                <a:lnTo>
                  <a:pt x="5865" y="118737"/>
                </a:lnTo>
                <a:lnTo>
                  <a:pt x="4562" y="117776"/>
                </a:lnTo>
                <a:lnTo>
                  <a:pt x="3508" y="116485"/>
                </a:lnTo>
                <a:lnTo>
                  <a:pt x="2416" y="114836"/>
                </a:lnTo>
                <a:lnTo>
                  <a:pt x="0" y="109850"/>
                </a:lnTo>
                <a:lnTo>
                  <a:pt x="123" y="10848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B0517F85-B397-4289-AA76-B3F0A126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753" y="2426214"/>
            <a:ext cx="37952" cy="86746"/>
          </a:xfrm>
          <a:custGeom xmlns:a="http://schemas.openxmlformats.org/drawingml/2006/main">
            <a:pathLst>
              <a:path w="37952" h="86746">
                <a:moveTo>
                  <a:pt x="21023" y="85704"/>
                </a:moveTo>
                <a:lnTo>
                  <a:pt x="17254" y="81674"/>
                </a:lnTo>
                <a:lnTo>
                  <a:pt x="15064" y="69469"/>
                </a:lnTo>
                <a:lnTo>
                  <a:pt x="10735" y="56318"/>
                </a:lnTo>
                <a:lnTo>
                  <a:pt x="4292" y="41373"/>
                </a:lnTo>
                <a:lnTo>
                  <a:pt x="81" y="24765"/>
                </a:lnTo>
                <a:lnTo>
                  <a:pt x="0" y="14363"/>
                </a:lnTo>
                <a:lnTo>
                  <a:pt x="2839" y="7529"/>
                </a:lnTo>
                <a:lnTo>
                  <a:pt x="5515" y="5449"/>
                </a:lnTo>
                <a:lnTo>
                  <a:pt x="7416" y="746"/>
                </a:lnTo>
                <a:lnTo>
                  <a:pt x="10913" y="0"/>
                </a:lnTo>
                <a:lnTo>
                  <a:pt x="16030" y="2778"/>
                </a:lnTo>
                <a:lnTo>
                  <a:pt x="20342" y="3791"/>
                </a:lnTo>
                <a:lnTo>
                  <a:pt x="23647" y="8670"/>
                </a:lnTo>
                <a:lnTo>
                  <a:pt x="25608" y="14802"/>
                </a:lnTo>
                <a:lnTo>
                  <a:pt x="25166" y="27782"/>
                </a:lnTo>
                <a:lnTo>
                  <a:pt x="23587" y="35965"/>
                </a:lnTo>
                <a:lnTo>
                  <a:pt x="24724" y="40763"/>
                </a:lnTo>
                <a:lnTo>
                  <a:pt x="29264" y="47856"/>
                </a:lnTo>
                <a:lnTo>
                  <a:pt x="32422" y="57057"/>
                </a:lnTo>
                <a:lnTo>
                  <a:pt x="36839" y="67607"/>
                </a:lnTo>
                <a:lnTo>
                  <a:pt x="37952" y="73277"/>
                </a:lnTo>
                <a:lnTo>
                  <a:pt x="36456" y="78859"/>
                </a:lnTo>
                <a:lnTo>
                  <a:pt x="32319" y="85648"/>
                </a:lnTo>
                <a:lnTo>
                  <a:pt x="26199" y="86746"/>
                </a:lnTo>
                <a:lnTo>
                  <a:pt x="21023" y="8570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378C28C7-1D0F-4BD1-9673-6E7CFA01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9490" y="2966258"/>
            <a:ext cx="89835" cy="152387"/>
          </a:xfrm>
          <a:custGeom xmlns:a="http://schemas.openxmlformats.org/drawingml/2006/main">
            <a:pathLst>
              <a:path w="89835" h="152387">
                <a:moveTo>
                  <a:pt x="3167" y="129641"/>
                </a:moveTo>
                <a:lnTo>
                  <a:pt x="4689" y="110192"/>
                </a:lnTo>
                <a:lnTo>
                  <a:pt x="8688" y="94728"/>
                </a:lnTo>
                <a:lnTo>
                  <a:pt x="8809" y="78267"/>
                </a:lnTo>
                <a:lnTo>
                  <a:pt x="4651" y="59924"/>
                </a:lnTo>
                <a:lnTo>
                  <a:pt x="0" y="43302"/>
                </a:lnTo>
                <a:lnTo>
                  <a:pt x="1220" y="32944"/>
                </a:lnTo>
                <a:lnTo>
                  <a:pt x="643" y="24255"/>
                </a:lnTo>
                <a:lnTo>
                  <a:pt x="6924" y="18402"/>
                </a:lnTo>
                <a:lnTo>
                  <a:pt x="12896" y="8637"/>
                </a:lnTo>
                <a:lnTo>
                  <a:pt x="19596" y="3231"/>
                </a:lnTo>
                <a:lnTo>
                  <a:pt x="33076" y="2821"/>
                </a:lnTo>
                <a:lnTo>
                  <a:pt x="43992" y="1027"/>
                </a:lnTo>
                <a:lnTo>
                  <a:pt x="52280" y="0"/>
                </a:lnTo>
                <a:lnTo>
                  <a:pt x="61306" y="2909"/>
                </a:lnTo>
                <a:lnTo>
                  <a:pt x="69589" y="1891"/>
                </a:lnTo>
                <a:lnTo>
                  <a:pt x="78659" y="3494"/>
                </a:lnTo>
                <a:lnTo>
                  <a:pt x="84916" y="11068"/>
                </a:lnTo>
                <a:lnTo>
                  <a:pt x="88487" y="21156"/>
                </a:lnTo>
                <a:lnTo>
                  <a:pt x="89622" y="38965"/>
                </a:lnTo>
                <a:lnTo>
                  <a:pt x="89835" y="58464"/>
                </a:lnTo>
                <a:lnTo>
                  <a:pt x="89104" y="80112"/>
                </a:lnTo>
                <a:lnTo>
                  <a:pt x="87968" y="100873"/>
                </a:lnTo>
                <a:lnTo>
                  <a:pt x="88312" y="116484"/>
                </a:lnTo>
                <a:lnTo>
                  <a:pt x="87571" y="125560"/>
                </a:lnTo>
                <a:lnTo>
                  <a:pt x="82521" y="133618"/>
                </a:lnTo>
                <a:lnTo>
                  <a:pt x="76588" y="142087"/>
                </a:lnTo>
                <a:lnTo>
                  <a:pt x="64246" y="147303"/>
                </a:lnTo>
                <a:lnTo>
                  <a:pt x="49872" y="148548"/>
                </a:lnTo>
                <a:lnTo>
                  <a:pt x="35034" y="150651"/>
                </a:lnTo>
                <a:lnTo>
                  <a:pt x="22379" y="152387"/>
                </a:lnTo>
                <a:lnTo>
                  <a:pt x="12459" y="150321"/>
                </a:lnTo>
                <a:lnTo>
                  <a:pt x="7872" y="144534"/>
                </a:lnTo>
                <a:lnTo>
                  <a:pt x="3167" y="12964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0A26505C-AC3F-4DA0-9556-10599F71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2749" y="4412531"/>
            <a:ext cx="92696" cy="73217"/>
          </a:xfrm>
          <a:custGeom xmlns:a="http://schemas.openxmlformats.org/drawingml/2006/main">
            <a:pathLst>
              <a:path w="92696" h="73217">
                <a:moveTo>
                  <a:pt x="88433" y="58707"/>
                </a:moveTo>
                <a:lnTo>
                  <a:pt x="80387" y="61716"/>
                </a:lnTo>
                <a:lnTo>
                  <a:pt x="71791" y="64698"/>
                </a:lnTo>
                <a:lnTo>
                  <a:pt x="66971" y="69454"/>
                </a:lnTo>
                <a:lnTo>
                  <a:pt x="60646" y="73217"/>
                </a:lnTo>
                <a:lnTo>
                  <a:pt x="55069" y="72884"/>
                </a:lnTo>
                <a:lnTo>
                  <a:pt x="49917" y="71334"/>
                </a:lnTo>
                <a:lnTo>
                  <a:pt x="46626" y="62248"/>
                </a:lnTo>
                <a:lnTo>
                  <a:pt x="39332" y="54764"/>
                </a:lnTo>
                <a:lnTo>
                  <a:pt x="37777" y="50775"/>
                </a:lnTo>
                <a:lnTo>
                  <a:pt x="26338" y="47570"/>
                </a:lnTo>
                <a:lnTo>
                  <a:pt x="14742" y="41984"/>
                </a:lnTo>
                <a:lnTo>
                  <a:pt x="0" y="24263"/>
                </a:lnTo>
                <a:lnTo>
                  <a:pt x="1800" y="13466"/>
                </a:lnTo>
                <a:lnTo>
                  <a:pt x="7023" y="3703"/>
                </a:lnTo>
                <a:lnTo>
                  <a:pt x="14378" y="0"/>
                </a:lnTo>
                <a:lnTo>
                  <a:pt x="21696" y="2480"/>
                </a:lnTo>
                <a:lnTo>
                  <a:pt x="30425" y="9427"/>
                </a:lnTo>
                <a:lnTo>
                  <a:pt x="53154" y="23034"/>
                </a:lnTo>
                <a:lnTo>
                  <a:pt x="53493" y="27525"/>
                </a:lnTo>
                <a:lnTo>
                  <a:pt x="56754" y="31385"/>
                </a:lnTo>
                <a:lnTo>
                  <a:pt x="63554" y="32982"/>
                </a:lnTo>
                <a:lnTo>
                  <a:pt x="79703" y="36738"/>
                </a:lnTo>
                <a:lnTo>
                  <a:pt x="90839" y="44377"/>
                </a:lnTo>
                <a:lnTo>
                  <a:pt x="92696" y="53652"/>
                </a:lnTo>
                <a:lnTo>
                  <a:pt x="88433" y="5870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062BB543-D5E0-4AEE-B976-54DE3E07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080" y="2867130"/>
            <a:ext cx="924969" cy="937955"/>
          </a:xfrm>
          <a:custGeom xmlns:a="http://schemas.openxmlformats.org/drawingml/2006/main">
            <a:pathLst>
              <a:path w="924969" h="937955">
                <a:moveTo>
                  <a:pt x="924969" y="937955"/>
                </a:moveTo>
                <a:lnTo>
                  <a:pt x="914921" y="937210"/>
                </a:lnTo>
                <a:lnTo>
                  <a:pt x="907770" y="935663"/>
                </a:lnTo>
                <a:lnTo>
                  <a:pt x="897657" y="930565"/>
                </a:lnTo>
                <a:lnTo>
                  <a:pt x="891263" y="921698"/>
                </a:lnTo>
                <a:lnTo>
                  <a:pt x="884453" y="918611"/>
                </a:lnTo>
                <a:lnTo>
                  <a:pt x="874481" y="916808"/>
                </a:lnTo>
                <a:lnTo>
                  <a:pt x="859542" y="912523"/>
                </a:lnTo>
                <a:lnTo>
                  <a:pt x="854593" y="904951"/>
                </a:lnTo>
                <a:lnTo>
                  <a:pt x="854525" y="898850"/>
                </a:lnTo>
                <a:lnTo>
                  <a:pt x="861730" y="890780"/>
                </a:lnTo>
                <a:lnTo>
                  <a:pt x="864682" y="881709"/>
                </a:lnTo>
                <a:lnTo>
                  <a:pt x="861431" y="871370"/>
                </a:lnTo>
                <a:lnTo>
                  <a:pt x="853768" y="841111"/>
                </a:lnTo>
                <a:lnTo>
                  <a:pt x="844273" y="837025"/>
                </a:lnTo>
                <a:lnTo>
                  <a:pt x="821499" y="842825"/>
                </a:lnTo>
                <a:lnTo>
                  <a:pt x="804679" y="853083"/>
                </a:lnTo>
                <a:lnTo>
                  <a:pt x="798826" y="852682"/>
                </a:lnTo>
                <a:lnTo>
                  <a:pt x="794314" y="848391"/>
                </a:lnTo>
                <a:lnTo>
                  <a:pt x="792753" y="840925"/>
                </a:lnTo>
                <a:lnTo>
                  <a:pt x="790588" y="837273"/>
                </a:lnTo>
                <a:lnTo>
                  <a:pt x="785383" y="836114"/>
                </a:lnTo>
                <a:lnTo>
                  <a:pt x="778592" y="837887"/>
                </a:lnTo>
                <a:lnTo>
                  <a:pt x="774684" y="842862"/>
                </a:lnTo>
                <a:lnTo>
                  <a:pt x="773371" y="850155"/>
                </a:lnTo>
                <a:lnTo>
                  <a:pt x="770298" y="858127"/>
                </a:lnTo>
                <a:lnTo>
                  <a:pt x="772022" y="863749"/>
                </a:lnTo>
                <a:lnTo>
                  <a:pt x="768106" y="870336"/>
                </a:lnTo>
                <a:lnTo>
                  <a:pt x="760898" y="871399"/>
                </a:lnTo>
                <a:lnTo>
                  <a:pt x="751373" y="866414"/>
                </a:lnTo>
                <a:lnTo>
                  <a:pt x="730568" y="858207"/>
                </a:lnTo>
                <a:lnTo>
                  <a:pt x="712841" y="851638"/>
                </a:lnTo>
                <a:lnTo>
                  <a:pt x="707358" y="852421"/>
                </a:lnTo>
                <a:lnTo>
                  <a:pt x="702180" y="859041"/>
                </a:lnTo>
                <a:lnTo>
                  <a:pt x="697187" y="864073"/>
                </a:lnTo>
                <a:lnTo>
                  <a:pt x="694194" y="863353"/>
                </a:lnTo>
                <a:lnTo>
                  <a:pt x="689868" y="858652"/>
                </a:lnTo>
                <a:lnTo>
                  <a:pt x="688401" y="852156"/>
                </a:lnTo>
                <a:lnTo>
                  <a:pt x="691246" y="838468"/>
                </a:lnTo>
                <a:lnTo>
                  <a:pt x="689826" y="831787"/>
                </a:lnTo>
                <a:lnTo>
                  <a:pt x="687500" y="829478"/>
                </a:lnTo>
                <a:lnTo>
                  <a:pt x="683442" y="829434"/>
                </a:lnTo>
                <a:lnTo>
                  <a:pt x="679752" y="831380"/>
                </a:lnTo>
                <a:lnTo>
                  <a:pt x="673537" y="842944"/>
                </a:lnTo>
                <a:lnTo>
                  <a:pt x="664288" y="850504"/>
                </a:lnTo>
                <a:lnTo>
                  <a:pt x="658557" y="851160"/>
                </a:lnTo>
                <a:lnTo>
                  <a:pt x="654220" y="843150"/>
                </a:lnTo>
                <a:lnTo>
                  <a:pt x="641506" y="835792"/>
                </a:lnTo>
                <a:lnTo>
                  <a:pt x="633270" y="825438"/>
                </a:lnTo>
                <a:lnTo>
                  <a:pt x="626763" y="819077"/>
                </a:lnTo>
                <a:lnTo>
                  <a:pt x="620680" y="817999"/>
                </a:lnTo>
                <a:lnTo>
                  <a:pt x="620001" y="817713"/>
                </a:lnTo>
                <a:lnTo>
                  <a:pt x="615513" y="815857"/>
                </a:lnTo>
                <a:lnTo>
                  <a:pt x="614006" y="813558"/>
                </a:lnTo>
                <a:lnTo>
                  <a:pt x="614264" y="811327"/>
                </a:lnTo>
                <a:lnTo>
                  <a:pt x="619113" y="800956"/>
                </a:lnTo>
                <a:lnTo>
                  <a:pt x="623091" y="792243"/>
                </a:lnTo>
                <a:lnTo>
                  <a:pt x="626774" y="785835"/>
                </a:lnTo>
                <a:lnTo>
                  <a:pt x="626429" y="782541"/>
                </a:lnTo>
                <a:lnTo>
                  <a:pt x="622562" y="778797"/>
                </a:lnTo>
                <a:lnTo>
                  <a:pt x="614647" y="775757"/>
                </a:lnTo>
                <a:lnTo>
                  <a:pt x="604197" y="774056"/>
                </a:lnTo>
                <a:lnTo>
                  <a:pt x="595835" y="765792"/>
                </a:lnTo>
                <a:lnTo>
                  <a:pt x="593127" y="753037"/>
                </a:lnTo>
                <a:lnTo>
                  <a:pt x="591185" y="742631"/>
                </a:lnTo>
                <a:lnTo>
                  <a:pt x="592900" y="732587"/>
                </a:lnTo>
                <a:lnTo>
                  <a:pt x="593579" y="721896"/>
                </a:lnTo>
                <a:lnTo>
                  <a:pt x="586834" y="718090"/>
                </a:lnTo>
                <a:lnTo>
                  <a:pt x="577453" y="719665"/>
                </a:lnTo>
                <a:lnTo>
                  <a:pt x="568748" y="718888"/>
                </a:lnTo>
                <a:lnTo>
                  <a:pt x="560026" y="715473"/>
                </a:lnTo>
                <a:lnTo>
                  <a:pt x="553650" y="718888"/>
                </a:lnTo>
                <a:lnTo>
                  <a:pt x="547583" y="724409"/>
                </a:lnTo>
                <a:lnTo>
                  <a:pt x="543771" y="724731"/>
                </a:lnTo>
                <a:lnTo>
                  <a:pt x="539733" y="721083"/>
                </a:lnTo>
                <a:lnTo>
                  <a:pt x="535481" y="718412"/>
                </a:lnTo>
                <a:lnTo>
                  <a:pt x="531875" y="719359"/>
                </a:lnTo>
                <a:lnTo>
                  <a:pt x="531332" y="726627"/>
                </a:lnTo>
                <a:lnTo>
                  <a:pt x="529418" y="737013"/>
                </a:lnTo>
                <a:lnTo>
                  <a:pt x="524033" y="737001"/>
                </a:lnTo>
                <a:lnTo>
                  <a:pt x="518991" y="733268"/>
                </a:lnTo>
                <a:lnTo>
                  <a:pt x="515620" y="728175"/>
                </a:lnTo>
                <a:lnTo>
                  <a:pt x="513237" y="722743"/>
                </a:lnTo>
                <a:lnTo>
                  <a:pt x="509885" y="720976"/>
                </a:lnTo>
                <a:lnTo>
                  <a:pt x="507367" y="720602"/>
                </a:lnTo>
                <a:lnTo>
                  <a:pt x="501494" y="726367"/>
                </a:lnTo>
                <a:lnTo>
                  <a:pt x="494478" y="733282"/>
                </a:lnTo>
                <a:lnTo>
                  <a:pt x="491780" y="734649"/>
                </a:lnTo>
                <a:lnTo>
                  <a:pt x="488271" y="734692"/>
                </a:lnTo>
                <a:lnTo>
                  <a:pt x="485756" y="732275"/>
                </a:lnTo>
                <a:lnTo>
                  <a:pt x="484357" y="728724"/>
                </a:lnTo>
                <a:lnTo>
                  <a:pt x="484661" y="717479"/>
                </a:lnTo>
                <a:lnTo>
                  <a:pt x="484037" y="702198"/>
                </a:lnTo>
                <a:lnTo>
                  <a:pt x="485013" y="690381"/>
                </a:lnTo>
                <a:lnTo>
                  <a:pt x="488073" y="686081"/>
                </a:lnTo>
                <a:lnTo>
                  <a:pt x="491704" y="686162"/>
                </a:lnTo>
                <a:lnTo>
                  <a:pt x="497177" y="687160"/>
                </a:lnTo>
                <a:lnTo>
                  <a:pt x="503823" y="687308"/>
                </a:lnTo>
                <a:lnTo>
                  <a:pt x="506654" y="685156"/>
                </a:lnTo>
                <a:lnTo>
                  <a:pt x="505672" y="680356"/>
                </a:lnTo>
                <a:lnTo>
                  <a:pt x="500838" y="675705"/>
                </a:lnTo>
                <a:lnTo>
                  <a:pt x="496986" y="673183"/>
                </a:lnTo>
                <a:lnTo>
                  <a:pt x="491218" y="672972"/>
                </a:lnTo>
                <a:lnTo>
                  <a:pt x="486233" y="673856"/>
                </a:lnTo>
                <a:lnTo>
                  <a:pt x="483384" y="670850"/>
                </a:lnTo>
                <a:lnTo>
                  <a:pt x="480675" y="664575"/>
                </a:lnTo>
                <a:lnTo>
                  <a:pt x="478193" y="656213"/>
                </a:lnTo>
                <a:lnTo>
                  <a:pt x="476427" y="647365"/>
                </a:lnTo>
                <a:lnTo>
                  <a:pt x="472418" y="640911"/>
                </a:lnTo>
                <a:lnTo>
                  <a:pt x="465687" y="633838"/>
                </a:lnTo>
                <a:lnTo>
                  <a:pt x="462147" y="629427"/>
                </a:lnTo>
                <a:lnTo>
                  <a:pt x="462120" y="621223"/>
                </a:lnTo>
                <a:lnTo>
                  <a:pt x="464382" y="612376"/>
                </a:lnTo>
                <a:lnTo>
                  <a:pt x="467506" y="600793"/>
                </a:lnTo>
                <a:lnTo>
                  <a:pt x="473720" y="591366"/>
                </a:lnTo>
                <a:lnTo>
                  <a:pt x="478842" y="586102"/>
                </a:lnTo>
                <a:lnTo>
                  <a:pt x="478244" y="578787"/>
                </a:lnTo>
                <a:lnTo>
                  <a:pt x="454447" y="556854"/>
                </a:lnTo>
                <a:lnTo>
                  <a:pt x="435947" y="544440"/>
                </a:lnTo>
                <a:lnTo>
                  <a:pt x="424695" y="551983"/>
                </a:lnTo>
                <a:lnTo>
                  <a:pt x="421221" y="550695"/>
                </a:lnTo>
                <a:lnTo>
                  <a:pt x="415452" y="551281"/>
                </a:lnTo>
                <a:lnTo>
                  <a:pt x="407974" y="556584"/>
                </a:lnTo>
                <a:lnTo>
                  <a:pt x="396738" y="569650"/>
                </a:lnTo>
                <a:lnTo>
                  <a:pt x="380489" y="591631"/>
                </a:lnTo>
                <a:lnTo>
                  <a:pt x="371148" y="586463"/>
                </a:lnTo>
                <a:lnTo>
                  <a:pt x="368304" y="587063"/>
                </a:lnTo>
                <a:lnTo>
                  <a:pt x="367369" y="593749"/>
                </a:lnTo>
                <a:lnTo>
                  <a:pt x="364515" y="599608"/>
                </a:lnTo>
                <a:lnTo>
                  <a:pt x="357798" y="598558"/>
                </a:lnTo>
                <a:lnTo>
                  <a:pt x="354351" y="591223"/>
                </a:lnTo>
                <a:lnTo>
                  <a:pt x="349369" y="585126"/>
                </a:lnTo>
                <a:lnTo>
                  <a:pt x="343858" y="584516"/>
                </a:lnTo>
                <a:lnTo>
                  <a:pt x="337067" y="580274"/>
                </a:lnTo>
                <a:lnTo>
                  <a:pt x="328098" y="581651"/>
                </a:lnTo>
                <a:lnTo>
                  <a:pt x="321798" y="579674"/>
                </a:lnTo>
                <a:lnTo>
                  <a:pt x="319951" y="575769"/>
                </a:lnTo>
                <a:lnTo>
                  <a:pt x="319725" y="570612"/>
                </a:lnTo>
                <a:lnTo>
                  <a:pt x="320756" y="567365"/>
                </a:lnTo>
                <a:lnTo>
                  <a:pt x="320385" y="564697"/>
                </a:lnTo>
                <a:lnTo>
                  <a:pt x="317800" y="563040"/>
                </a:lnTo>
                <a:lnTo>
                  <a:pt x="307946" y="563463"/>
                </a:lnTo>
                <a:lnTo>
                  <a:pt x="305068" y="564171"/>
                </a:lnTo>
                <a:lnTo>
                  <a:pt x="301558" y="562908"/>
                </a:lnTo>
                <a:lnTo>
                  <a:pt x="295750" y="552498"/>
                </a:lnTo>
                <a:lnTo>
                  <a:pt x="294044" y="546664"/>
                </a:lnTo>
                <a:lnTo>
                  <a:pt x="295067" y="542152"/>
                </a:lnTo>
                <a:lnTo>
                  <a:pt x="298681" y="539297"/>
                </a:lnTo>
                <a:lnTo>
                  <a:pt x="303243" y="540571"/>
                </a:lnTo>
                <a:lnTo>
                  <a:pt x="314346" y="543016"/>
                </a:lnTo>
                <a:lnTo>
                  <a:pt x="322905" y="545544"/>
                </a:lnTo>
                <a:lnTo>
                  <a:pt x="327756" y="543536"/>
                </a:lnTo>
                <a:lnTo>
                  <a:pt x="328105" y="540079"/>
                </a:lnTo>
                <a:lnTo>
                  <a:pt x="324516" y="535012"/>
                </a:lnTo>
                <a:lnTo>
                  <a:pt x="318253" y="532239"/>
                </a:lnTo>
                <a:lnTo>
                  <a:pt x="311671" y="528403"/>
                </a:lnTo>
                <a:lnTo>
                  <a:pt x="308753" y="521900"/>
                </a:lnTo>
                <a:lnTo>
                  <a:pt x="305467" y="513689"/>
                </a:lnTo>
                <a:lnTo>
                  <a:pt x="300067" y="508281"/>
                </a:lnTo>
                <a:lnTo>
                  <a:pt x="304460" y="495570"/>
                </a:lnTo>
                <a:lnTo>
                  <a:pt x="307535" y="489915"/>
                </a:lnTo>
                <a:lnTo>
                  <a:pt x="309395" y="486406"/>
                </a:lnTo>
                <a:lnTo>
                  <a:pt x="312422" y="482199"/>
                </a:lnTo>
                <a:lnTo>
                  <a:pt x="309900" y="479858"/>
                </a:lnTo>
                <a:lnTo>
                  <a:pt x="304813" y="481357"/>
                </a:lnTo>
                <a:lnTo>
                  <a:pt x="300379" y="483040"/>
                </a:lnTo>
                <a:lnTo>
                  <a:pt x="296766" y="479575"/>
                </a:lnTo>
                <a:lnTo>
                  <a:pt x="295200" y="473492"/>
                </a:lnTo>
                <a:lnTo>
                  <a:pt x="296743" y="469006"/>
                </a:lnTo>
                <a:lnTo>
                  <a:pt x="303096" y="461009"/>
                </a:lnTo>
                <a:lnTo>
                  <a:pt x="304981" y="453006"/>
                </a:lnTo>
                <a:lnTo>
                  <a:pt x="295911" y="445405"/>
                </a:lnTo>
                <a:lnTo>
                  <a:pt x="291629" y="441044"/>
                </a:lnTo>
                <a:lnTo>
                  <a:pt x="284792" y="440898"/>
                </a:lnTo>
                <a:lnTo>
                  <a:pt x="279360" y="444396"/>
                </a:lnTo>
                <a:lnTo>
                  <a:pt x="275423" y="449624"/>
                </a:lnTo>
                <a:lnTo>
                  <a:pt x="268601" y="448571"/>
                </a:lnTo>
                <a:lnTo>
                  <a:pt x="260563" y="449342"/>
                </a:lnTo>
                <a:lnTo>
                  <a:pt x="254446" y="453928"/>
                </a:lnTo>
                <a:lnTo>
                  <a:pt x="252007" y="463660"/>
                </a:lnTo>
                <a:lnTo>
                  <a:pt x="250667" y="473344"/>
                </a:lnTo>
                <a:lnTo>
                  <a:pt x="256148" y="479501"/>
                </a:lnTo>
                <a:lnTo>
                  <a:pt x="263584" y="482170"/>
                </a:lnTo>
                <a:lnTo>
                  <a:pt x="265756" y="491430"/>
                </a:lnTo>
                <a:lnTo>
                  <a:pt x="259976" y="497579"/>
                </a:lnTo>
                <a:lnTo>
                  <a:pt x="254597" y="500383"/>
                </a:lnTo>
                <a:lnTo>
                  <a:pt x="250218" y="505376"/>
                </a:lnTo>
                <a:lnTo>
                  <a:pt x="244885" y="508919"/>
                </a:lnTo>
                <a:lnTo>
                  <a:pt x="235639" y="513535"/>
                </a:lnTo>
                <a:lnTo>
                  <a:pt x="228189" y="508448"/>
                </a:lnTo>
                <a:lnTo>
                  <a:pt x="223565" y="506146"/>
                </a:lnTo>
                <a:lnTo>
                  <a:pt x="219729" y="509901"/>
                </a:lnTo>
                <a:lnTo>
                  <a:pt x="218858" y="517676"/>
                </a:lnTo>
                <a:lnTo>
                  <a:pt x="215313" y="522688"/>
                </a:lnTo>
                <a:lnTo>
                  <a:pt x="207125" y="525651"/>
                </a:lnTo>
                <a:lnTo>
                  <a:pt x="200271" y="522561"/>
                </a:lnTo>
                <a:lnTo>
                  <a:pt x="193849" y="517449"/>
                </a:lnTo>
                <a:lnTo>
                  <a:pt x="185521" y="510034"/>
                </a:lnTo>
                <a:lnTo>
                  <a:pt x="176727" y="480345"/>
                </a:lnTo>
                <a:lnTo>
                  <a:pt x="179145" y="463912"/>
                </a:lnTo>
                <a:lnTo>
                  <a:pt x="182976" y="456280"/>
                </a:lnTo>
                <a:lnTo>
                  <a:pt x="190426" y="449992"/>
                </a:lnTo>
                <a:lnTo>
                  <a:pt x="200542" y="447619"/>
                </a:lnTo>
                <a:lnTo>
                  <a:pt x="202571" y="443574"/>
                </a:lnTo>
                <a:lnTo>
                  <a:pt x="199473" y="437175"/>
                </a:lnTo>
                <a:lnTo>
                  <a:pt x="194202" y="431093"/>
                </a:lnTo>
                <a:lnTo>
                  <a:pt x="192618" y="418842"/>
                </a:lnTo>
                <a:lnTo>
                  <a:pt x="189068" y="414413"/>
                </a:lnTo>
                <a:lnTo>
                  <a:pt x="186006" y="412918"/>
                </a:lnTo>
                <a:lnTo>
                  <a:pt x="183434" y="410855"/>
                </a:lnTo>
                <a:lnTo>
                  <a:pt x="182665" y="407385"/>
                </a:lnTo>
                <a:lnTo>
                  <a:pt x="180000" y="404037"/>
                </a:lnTo>
                <a:lnTo>
                  <a:pt x="176301" y="401631"/>
                </a:lnTo>
                <a:lnTo>
                  <a:pt x="173434" y="398862"/>
                </a:lnTo>
                <a:lnTo>
                  <a:pt x="167586" y="396696"/>
                </a:lnTo>
                <a:lnTo>
                  <a:pt x="164860" y="396332"/>
                </a:lnTo>
                <a:lnTo>
                  <a:pt x="162511" y="397390"/>
                </a:lnTo>
                <a:lnTo>
                  <a:pt x="159447" y="399271"/>
                </a:lnTo>
                <a:lnTo>
                  <a:pt x="153249" y="401021"/>
                </a:lnTo>
                <a:lnTo>
                  <a:pt x="143874" y="403477"/>
                </a:lnTo>
                <a:lnTo>
                  <a:pt x="135199" y="408129"/>
                </a:lnTo>
                <a:lnTo>
                  <a:pt x="132400" y="412166"/>
                </a:lnTo>
                <a:lnTo>
                  <a:pt x="128537" y="413392"/>
                </a:lnTo>
                <a:lnTo>
                  <a:pt x="124693" y="413177"/>
                </a:lnTo>
                <a:lnTo>
                  <a:pt x="115603" y="417086"/>
                </a:lnTo>
                <a:lnTo>
                  <a:pt x="109091" y="415559"/>
                </a:lnTo>
                <a:lnTo>
                  <a:pt x="105392" y="415536"/>
                </a:lnTo>
                <a:lnTo>
                  <a:pt x="102748" y="417830"/>
                </a:lnTo>
                <a:lnTo>
                  <a:pt x="97543" y="419851"/>
                </a:lnTo>
                <a:lnTo>
                  <a:pt x="94977" y="418805"/>
                </a:lnTo>
                <a:lnTo>
                  <a:pt x="94157" y="415520"/>
                </a:lnTo>
                <a:lnTo>
                  <a:pt x="93844" y="408478"/>
                </a:lnTo>
                <a:lnTo>
                  <a:pt x="94765" y="398898"/>
                </a:lnTo>
                <a:lnTo>
                  <a:pt x="100260" y="389965"/>
                </a:lnTo>
                <a:lnTo>
                  <a:pt x="105650" y="387569"/>
                </a:lnTo>
                <a:lnTo>
                  <a:pt x="114880" y="384751"/>
                </a:lnTo>
                <a:lnTo>
                  <a:pt x="125269" y="385544"/>
                </a:lnTo>
                <a:lnTo>
                  <a:pt x="130653" y="385548"/>
                </a:lnTo>
                <a:lnTo>
                  <a:pt x="136412" y="384377"/>
                </a:lnTo>
                <a:lnTo>
                  <a:pt x="139723" y="381800"/>
                </a:lnTo>
                <a:lnTo>
                  <a:pt x="140256" y="378001"/>
                </a:lnTo>
                <a:lnTo>
                  <a:pt x="139741" y="374090"/>
                </a:lnTo>
                <a:lnTo>
                  <a:pt x="132774" y="369698"/>
                </a:lnTo>
                <a:lnTo>
                  <a:pt x="132590" y="364806"/>
                </a:lnTo>
                <a:lnTo>
                  <a:pt x="138433" y="358438"/>
                </a:lnTo>
                <a:lnTo>
                  <a:pt x="146899" y="353084"/>
                </a:lnTo>
                <a:lnTo>
                  <a:pt x="150121" y="338611"/>
                </a:lnTo>
                <a:lnTo>
                  <a:pt x="150382" y="334489"/>
                </a:lnTo>
                <a:lnTo>
                  <a:pt x="148807" y="332884"/>
                </a:lnTo>
                <a:lnTo>
                  <a:pt x="142350" y="331215"/>
                </a:lnTo>
                <a:lnTo>
                  <a:pt x="138671" y="328376"/>
                </a:lnTo>
                <a:lnTo>
                  <a:pt x="135389" y="323201"/>
                </a:lnTo>
                <a:lnTo>
                  <a:pt x="136519" y="319414"/>
                </a:lnTo>
                <a:lnTo>
                  <a:pt x="134230" y="315426"/>
                </a:lnTo>
                <a:lnTo>
                  <a:pt x="131633" y="313803"/>
                </a:lnTo>
                <a:lnTo>
                  <a:pt x="126400" y="309003"/>
                </a:lnTo>
                <a:lnTo>
                  <a:pt x="123901" y="299698"/>
                </a:lnTo>
                <a:lnTo>
                  <a:pt x="120179" y="294838"/>
                </a:lnTo>
                <a:lnTo>
                  <a:pt x="112778" y="296395"/>
                </a:lnTo>
                <a:lnTo>
                  <a:pt x="106138" y="294906"/>
                </a:lnTo>
                <a:lnTo>
                  <a:pt x="100828" y="301988"/>
                </a:lnTo>
                <a:lnTo>
                  <a:pt x="97159" y="303925"/>
                </a:lnTo>
                <a:lnTo>
                  <a:pt x="94861" y="298987"/>
                </a:lnTo>
                <a:lnTo>
                  <a:pt x="95980" y="291806"/>
                </a:lnTo>
                <a:lnTo>
                  <a:pt x="94445" y="288395"/>
                </a:lnTo>
                <a:lnTo>
                  <a:pt x="82167" y="288565"/>
                </a:lnTo>
                <a:lnTo>
                  <a:pt x="77466" y="294996"/>
                </a:lnTo>
                <a:lnTo>
                  <a:pt x="73755" y="295914"/>
                </a:lnTo>
                <a:lnTo>
                  <a:pt x="70823" y="297325"/>
                </a:lnTo>
                <a:lnTo>
                  <a:pt x="66465" y="298093"/>
                </a:lnTo>
                <a:lnTo>
                  <a:pt x="62588" y="299447"/>
                </a:lnTo>
                <a:lnTo>
                  <a:pt x="58851" y="299965"/>
                </a:lnTo>
                <a:lnTo>
                  <a:pt x="55867" y="298854"/>
                </a:lnTo>
                <a:lnTo>
                  <a:pt x="54002" y="296102"/>
                </a:lnTo>
                <a:lnTo>
                  <a:pt x="54401" y="291790"/>
                </a:lnTo>
                <a:lnTo>
                  <a:pt x="52892" y="289711"/>
                </a:lnTo>
                <a:lnTo>
                  <a:pt x="48104" y="288531"/>
                </a:lnTo>
                <a:lnTo>
                  <a:pt x="45541" y="285315"/>
                </a:lnTo>
                <a:lnTo>
                  <a:pt x="46721" y="282581"/>
                </a:lnTo>
                <a:lnTo>
                  <a:pt x="48477" y="279154"/>
                </a:lnTo>
                <a:lnTo>
                  <a:pt x="49568" y="273397"/>
                </a:lnTo>
                <a:lnTo>
                  <a:pt x="46384" y="270575"/>
                </a:lnTo>
                <a:lnTo>
                  <a:pt x="42488" y="269646"/>
                </a:lnTo>
                <a:lnTo>
                  <a:pt x="39942" y="263368"/>
                </a:lnTo>
                <a:lnTo>
                  <a:pt x="41067" y="260352"/>
                </a:lnTo>
                <a:lnTo>
                  <a:pt x="43506" y="257059"/>
                </a:lnTo>
                <a:lnTo>
                  <a:pt x="47203" y="254605"/>
                </a:lnTo>
                <a:lnTo>
                  <a:pt x="46784" y="252334"/>
                </a:lnTo>
                <a:lnTo>
                  <a:pt x="43545" y="250376"/>
                </a:lnTo>
                <a:lnTo>
                  <a:pt x="43762" y="247550"/>
                </a:lnTo>
                <a:lnTo>
                  <a:pt x="46082" y="244948"/>
                </a:lnTo>
                <a:lnTo>
                  <a:pt x="50386" y="241904"/>
                </a:lnTo>
                <a:lnTo>
                  <a:pt x="56982" y="232856"/>
                </a:lnTo>
                <a:lnTo>
                  <a:pt x="55959" y="230353"/>
                </a:lnTo>
                <a:lnTo>
                  <a:pt x="52565" y="229534"/>
                </a:lnTo>
                <a:lnTo>
                  <a:pt x="48458" y="230082"/>
                </a:lnTo>
                <a:lnTo>
                  <a:pt x="44483" y="229999"/>
                </a:lnTo>
                <a:lnTo>
                  <a:pt x="39113" y="226415"/>
                </a:lnTo>
                <a:lnTo>
                  <a:pt x="33497" y="225029"/>
                </a:lnTo>
                <a:lnTo>
                  <a:pt x="26071" y="224362"/>
                </a:lnTo>
                <a:lnTo>
                  <a:pt x="23616" y="222133"/>
                </a:lnTo>
                <a:lnTo>
                  <a:pt x="24135" y="219351"/>
                </a:lnTo>
                <a:lnTo>
                  <a:pt x="26063" y="215625"/>
                </a:lnTo>
                <a:lnTo>
                  <a:pt x="27091" y="210053"/>
                </a:lnTo>
                <a:lnTo>
                  <a:pt x="33970" y="200293"/>
                </a:lnTo>
                <a:lnTo>
                  <a:pt x="41526" y="197309"/>
                </a:lnTo>
                <a:lnTo>
                  <a:pt x="44534" y="184390"/>
                </a:lnTo>
                <a:lnTo>
                  <a:pt x="48242" y="175321"/>
                </a:lnTo>
                <a:lnTo>
                  <a:pt x="46467" y="172877"/>
                </a:lnTo>
                <a:lnTo>
                  <a:pt x="36122" y="175453"/>
                </a:lnTo>
                <a:lnTo>
                  <a:pt x="29794" y="174017"/>
                </a:lnTo>
                <a:lnTo>
                  <a:pt x="29525" y="167163"/>
                </a:lnTo>
                <a:lnTo>
                  <a:pt x="32848" y="161261"/>
                </a:lnTo>
                <a:lnTo>
                  <a:pt x="41475" y="159789"/>
                </a:lnTo>
                <a:lnTo>
                  <a:pt x="47349" y="155662"/>
                </a:lnTo>
                <a:lnTo>
                  <a:pt x="50221" y="149754"/>
                </a:lnTo>
                <a:lnTo>
                  <a:pt x="55704" y="146546"/>
                </a:lnTo>
                <a:lnTo>
                  <a:pt x="60825" y="145642"/>
                </a:lnTo>
                <a:lnTo>
                  <a:pt x="64770" y="148558"/>
                </a:lnTo>
                <a:lnTo>
                  <a:pt x="69831" y="149739"/>
                </a:lnTo>
                <a:lnTo>
                  <a:pt x="73076" y="149102"/>
                </a:lnTo>
                <a:lnTo>
                  <a:pt x="75594" y="144980"/>
                </a:lnTo>
                <a:lnTo>
                  <a:pt x="76355" y="140595"/>
                </a:lnTo>
                <a:lnTo>
                  <a:pt x="79436" y="138214"/>
                </a:lnTo>
                <a:lnTo>
                  <a:pt x="86046" y="136707"/>
                </a:lnTo>
                <a:lnTo>
                  <a:pt x="89671" y="130366"/>
                </a:lnTo>
                <a:lnTo>
                  <a:pt x="91737" y="121954"/>
                </a:lnTo>
                <a:lnTo>
                  <a:pt x="98489" y="118051"/>
                </a:lnTo>
                <a:lnTo>
                  <a:pt x="107170" y="114680"/>
                </a:lnTo>
                <a:lnTo>
                  <a:pt x="109723" y="112680"/>
                </a:lnTo>
                <a:lnTo>
                  <a:pt x="111142" y="109624"/>
                </a:lnTo>
                <a:lnTo>
                  <a:pt x="112444" y="106894"/>
                </a:lnTo>
                <a:lnTo>
                  <a:pt x="114106" y="106365"/>
                </a:lnTo>
                <a:lnTo>
                  <a:pt x="116643" y="107078"/>
                </a:lnTo>
                <a:lnTo>
                  <a:pt x="118114" y="109215"/>
                </a:lnTo>
                <a:lnTo>
                  <a:pt x="121649" y="113906"/>
                </a:lnTo>
                <a:lnTo>
                  <a:pt x="124399" y="118054"/>
                </a:lnTo>
                <a:lnTo>
                  <a:pt x="127202" y="120609"/>
                </a:lnTo>
                <a:lnTo>
                  <a:pt x="133032" y="126286"/>
                </a:lnTo>
                <a:lnTo>
                  <a:pt x="136433" y="126129"/>
                </a:lnTo>
                <a:lnTo>
                  <a:pt x="139238" y="124138"/>
                </a:lnTo>
                <a:lnTo>
                  <a:pt x="150575" y="119601"/>
                </a:lnTo>
                <a:lnTo>
                  <a:pt x="159087" y="115266"/>
                </a:lnTo>
                <a:lnTo>
                  <a:pt x="161512" y="111786"/>
                </a:lnTo>
                <a:lnTo>
                  <a:pt x="162230" y="106135"/>
                </a:lnTo>
                <a:lnTo>
                  <a:pt x="157743" y="102047"/>
                </a:lnTo>
                <a:lnTo>
                  <a:pt x="147594" y="102705"/>
                </a:lnTo>
                <a:lnTo>
                  <a:pt x="139379" y="100069"/>
                </a:lnTo>
                <a:lnTo>
                  <a:pt x="133296" y="94850"/>
                </a:lnTo>
                <a:lnTo>
                  <a:pt x="133185" y="90207"/>
                </a:lnTo>
                <a:lnTo>
                  <a:pt x="141493" y="82158"/>
                </a:lnTo>
                <a:lnTo>
                  <a:pt x="150928" y="80908"/>
                </a:lnTo>
                <a:lnTo>
                  <a:pt x="162549" y="81275"/>
                </a:lnTo>
                <a:lnTo>
                  <a:pt x="165326" y="77595"/>
                </a:lnTo>
                <a:lnTo>
                  <a:pt x="162247" y="72121"/>
                </a:lnTo>
                <a:lnTo>
                  <a:pt x="154298" y="68781"/>
                </a:lnTo>
                <a:lnTo>
                  <a:pt x="146359" y="65476"/>
                </a:lnTo>
                <a:lnTo>
                  <a:pt x="143350" y="61659"/>
                </a:lnTo>
                <a:lnTo>
                  <a:pt x="140949" y="57099"/>
                </a:lnTo>
                <a:lnTo>
                  <a:pt x="136758" y="49798"/>
                </a:lnTo>
                <a:lnTo>
                  <a:pt x="135270" y="48017"/>
                </a:lnTo>
                <a:lnTo>
                  <a:pt x="133237" y="46490"/>
                </a:lnTo>
                <a:lnTo>
                  <a:pt x="131365" y="45858"/>
                </a:lnTo>
                <a:lnTo>
                  <a:pt x="129392" y="46444"/>
                </a:lnTo>
                <a:lnTo>
                  <a:pt x="128223" y="47635"/>
                </a:lnTo>
                <a:lnTo>
                  <a:pt x="125703" y="59162"/>
                </a:lnTo>
                <a:lnTo>
                  <a:pt x="122559" y="64145"/>
                </a:lnTo>
                <a:lnTo>
                  <a:pt x="116908" y="63801"/>
                </a:lnTo>
                <a:lnTo>
                  <a:pt x="114980" y="60343"/>
                </a:lnTo>
                <a:lnTo>
                  <a:pt x="116861" y="54121"/>
                </a:lnTo>
                <a:lnTo>
                  <a:pt x="118065" y="48301"/>
                </a:lnTo>
                <a:lnTo>
                  <a:pt x="115191" y="43809"/>
                </a:lnTo>
                <a:lnTo>
                  <a:pt x="110331" y="42653"/>
                </a:lnTo>
                <a:lnTo>
                  <a:pt x="104057" y="44408"/>
                </a:lnTo>
                <a:lnTo>
                  <a:pt x="100731" y="51048"/>
                </a:lnTo>
                <a:lnTo>
                  <a:pt x="91534" y="53637"/>
                </a:lnTo>
                <a:lnTo>
                  <a:pt x="81029" y="52731"/>
                </a:lnTo>
                <a:lnTo>
                  <a:pt x="74995" y="48463"/>
                </a:lnTo>
                <a:lnTo>
                  <a:pt x="73468" y="41541"/>
                </a:lnTo>
                <a:lnTo>
                  <a:pt x="74799" y="36462"/>
                </a:lnTo>
                <a:lnTo>
                  <a:pt x="71203" y="33262"/>
                </a:lnTo>
                <a:lnTo>
                  <a:pt x="66953" y="32185"/>
                </a:lnTo>
                <a:lnTo>
                  <a:pt x="61811" y="32782"/>
                </a:lnTo>
                <a:lnTo>
                  <a:pt x="55748" y="31627"/>
                </a:lnTo>
                <a:lnTo>
                  <a:pt x="41489" y="34716"/>
                </a:lnTo>
                <a:lnTo>
                  <a:pt x="35909" y="32720"/>
                </a:lnTo>
                <a:lnTo>
                  <a:pt x="37842" y="27645"/>
                </a:lnTo>
                <a:lnTo>
                  <a:pt x="40341" y="20494"/>
                </a:lnTo>
                <a:lnTo>
                  <a:pt x="37159" y="10911"/>
                </a:lnTo>
                <a:lnTo>
                  <a:pt x="30649" y="5432"/>
                </a:lnTo>
                <a:lnTo>
                  <a:pt x="23847" y="2029"/>
                </a:lnTo>
                <a:lnTo>
                  <a:pt x="17745" y="2459"/>
                </a:lnTo>
                <a:lnTo>
                  <a:pt x="8700" y="340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36322890-E1B6-41EF-B5D8-1B83C67C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317" y="2488719"/>
            <a:ext cx="195882" cy="265014"/>
          </a:xfrm>
          <a:custGeom xmlns:a="http://schemas.openxmlformats.org/drawingml/2006/main">
            <a:pathLst>
              <a:path w="195882" h="265014">
                <a:moveTo>
                  <a:pt x="195882" y="258360"/>
                </a:moveTo>
                <a:lnTo>
                  <a:pt x="182715" y="264767"/>
                </a:lnTo>
                <a:lnTo>
                  <a:pt x="180981" y="265014"/>
                </a:lnTo>
                <a:lnTo>
                  <a:pt x="179261" y="264845"/>
                </a:lnTo>
                <a:lnTo>
                  <a:pt x="162136" y="261592"/>
                </a:lnTo>
                <a:lnTo>
                  <a:pt x="158014" y="259314"/>
                </a:lnTo>
                <a:lnTo>
                  <a:pt x="155148" y="258453"/>
                </a:lnTo>
                <a:lnTo>
                  <a:pt x="149128" y="257206"/>
                </a:lnTo>
                <a:lnTo>
                  <a:pt x="143612" y="254542"/>
                </a:lnTo>
                <a:lnTo>
                  <a:pt x="142422" y="253237"/>
                </a:lnTo>
                <a:lnTo>
                  <a:pt x="141775" y="252019"/>
                </a:lnTo>
                <a:lnTo>
                  <a:pt x="141524" y="250475"/>
                </a:lnTo>
                <a:lnTo>
                  <a:pt x="141847" y="248985"/>
                </a:lnTo>
                <a:lnTo>
                  <a:pt x="142396" y="248020"/>
                </a:lnTo>
                <a:lnTo>
                  <a:pt x="143943" y="247317"/>
                </a:lnTo>
                <a:lnTo>
                  <a:pt x="146300" y="246914"/>
                </a:lnTo>
                <a:lnTo>
                  <a:pt x="148133" y="246738"/>
                </a:lnTo>
                <a:lnTo>
                  <a:pt x="149266" y="246455"/>
                </a:lnTo>
                <a:lnTo>
                  <a:pt x="150353" y="245270"/>
                </a:lnTo>
                <a:lnTo>
                  <a:pt x="153500" y="236657"/>
                </a:lnTo>
                <a:lnTo>
                  <a:pt x="153762" y="234893"/>
                </a:lnTo>
                <a:lnTo>
                  <a:pt x="153790" y="233927"/>
                </a:lnTo>
                <a:lnTo>
                  <a:pt x="153527" y="233019"/>
                </a:lnTo>
                <a:lnTo>
                  <a:pt x="152682" y="232591"/>
                </a:lnTo>
                <a:lnTo>
                  <a:pt x="151509" y="232407"/>
                </a:lnTo>
                <a:lnTo>
                  <a:pt x="149678" y="232532"/>
                </a:lnTo>
                <a:lnTo>
                  <a:pt x="143221" y="232669"/>
                </a:lnTo>
                <a:lnTo>
                  <a:pt x="136955" y="231531"/>
                </a:lnTo>
                <a:lnTo>
                  <a:pt x="132339" y="230526"/>
                </a:lnTo>
                <a:lnTo>
                  <a:pt x="130740" y="229777"/>
                </a:lnTo>
                <a:lnTo>
                  <a:pt x="128526" y="228946"/>
                </a:lnTo>
                <a:lnTo>
                  <a:pt x="126764" y="228530"/>
                </a:lnTo>
                <a:lnTo>
                  <a:pt x="124784" y="228718"/>
                </a:lnTo>
                <a:lnTo>
                  <a:pt x="123104" y="229611"/>
                </a:lnTo>
                <a:lnTo>
                  <a:pt x="121542" y="231212"/>
                </a:lnTo>
                <a:lnTo>
                  <a:pt x="119209" y="234050"/>
                </a:lnTo>
                <a:lnTo>
                  <a:pt x="118461" y="234916"/>
                </a:lnTo>
                <a:lnTo>
                  <a:pt x="117806" y="235139"/>
                </a:lnTo>
                <a:lnTo>
                  <a:pt x="116724" y="235103"/>
                </a:lnTo>
                <a:lnTo>
                  <a:pt x="115301" y="234545"/>
                </a:lnTo>
                <a:lnTo>
                  <a:pt x="113870" y="233606"/>
                </a:lnTo>
                <a:lnTo>
                  <a:pt x="113197" y="232438"/>
                </a:lnTo>
                <a:lnTo>
                  <a:pt x="112610" y="229729"/>
                </a:lnTo>
                <a:lnTo>
                  <a:pt x="111784" y="227089"/>
                </a:lnTo>
                <a:lnTo>
                  <a:pt x="110457" y="224439"/>
                </a:lnTo>
                <a:lnTo>
                  <a:pt x="106973" y="220046"/>
                </a:lnTo>
                <a:lnTo>
                  <a:pt x="106097" y="218735"/>
                </a:lnTo>
                <a:lnTo>
                  <a:pt x="105893" y="217592"/>
                </a:lnTo>
                <a:lnTo>
                  <a:pt x="106167" y="215641"/>
                </a:lnTo>
                <a:lnTo>
                  <a:pt x="108063" y="212253"/>
                </a:lnTo>
                <a:lnTo>
                  <a:pt x="110386" y="208948"/>
                </a:lnTo>
                <a:lnTo>
                  <a:pt x="111378" y="206725"/>
                </a:lnTo>
                <a:lnTo>
                  <a:pt x="111789" y="204898"/>
                </a:lnTo>
                <a:lnTo>
                  <a:pt x="111293" y="203117"/>
                </a:lnTo>
                <a:lnTo>
                  <a:pt x="109780" y="202514"/>
                </a:lnTo>
                <a:lnTo>
                  <a:pt x="107428" y="202180"/>
                </a:lnTo>
                <a:lnTo>
                  <a:pt x="104979" y="202479"/>
                </a:lnTo>
                <a:lnTo>
                  <a:pt x="102151" y="203061"/>
                </a:lnTo>
                <a:lnTo>
                  <a:pt x="97539" y="204906"/>
                </a:lnTo>
                <a:lnTo>
                  <a:pt x="93809" y="207307"/>
                </a:lnTo>
                <a:lnTo>
                  <a:pt x="90983" y="209773"/>
                </a:lnTo>
                <a:lnTo>
                  <a:pt x="88035" y="211505"/>
                </a:lnTo>
                <a:lnTo>
                  <a:pt x="83975" y="213166"/>
                </a:lnTo>
                <a:lnTo>
                  <a:pt x="79951" y="214115"/>
                </a:lnTo>
                <a:lnTo>
                  <a:pt x="76518" y="213582"/>
                </a:lnTo>
                <a:lnTo>
                  <a:pt x="75069" y="212278"/>
                </a:lnTo>
                <a:lnTo>
                  <a:pt x="74702" y="209975"/>
                </a:lnTo>
                <a:lnTo>
                  <a:pt x="75488" y="207406"/>
                </a:lnTo>
                <a:lnTo>
                  <a:pt x="78435" y="203333"/>
                </a:lnTo>
                <a:lnTo>
                  <a:pt x="82120" y="199276"/>
                </a:lnTo>
                <a:lnTo>
                  <a:pt x="83385" y="197919"/>
                </a:lnTo>
                <a:lnTo>
                  <a:pt x="83902" y="195969"/>
                </a:lnTo>
                <a:lnTo>
                  <a:pt x="83964" y="194597"/>
                </a:lnTo>
                <a:lnTo>
                  <a:pt x="83469" y="193231"/>
                </a:lnTo>
                <a:lnTo>
                  <a:pt x="82239" y="191739"/>
                </a:lnTo>
                <a:lnTo>
                  <a:pt x="80714" y="190907"/>
                </a:lnTo>
                <a:lnTo>
                  <a:pt x="79783" y="190154"/>
                </a:lnTo>
                <a:lnTo>
                  <a:pt x="78901" y="188402"/>
                </a:lnTo>
                <a:lnTo>
                  <a:pt x="77789" y="186897"/>
                </a:lnTo>
                <a:lnTo>
                  <a:pt x="76741" y="186158"/>
                </a:lnTo>
                <a:lnTo>
                  <a:pt x="75318" y="185736"/>
                </a:lnTo>
                <a:lnTo>
                  <a:pt x="74078" y="185592"/>
                </a:lnTo>
                <a:lnTo>
                  <a:pt x="72936" y="185859"/>
                </a:lnTo>
                <a:lnTo>
                  <a:pt x="71141" y="186841"/>
                </a:lnTo>
                <a:lnTo>
                  <a:pt x="69390" y="188495"/>
                </a:lnTo>
                <a:lnTo>
                  <a:pt x="67105" y="190962"/>
                </a:lnTo>
                <a:lnTo>
                  <a:pt x="65187" y="192313"/>
                </a:lnTo>
                <a:lnTo>
                  <a:pt x="61892" y="193516"/>
                </a:lnTo>
                <a:lnTo>
                  <a:pt x="60120" y="193846"/>
                </a:lnTo>
                <a:lnTo>
                  <a:pt x="57873" y="194160"/>
                </a:lnTo>
                <a:lnTo>
                  <a:pt x="53168" y="193992"/>
                </a:lnTo>
                <a:lnTo>
                  <a:pt x="51212" y="193170"/>
                </a:lnTo>
                <a:lnTo>
                  <a:pt x="50328" y="192216"/>
                </a:lnTo>
                <a:lnTo>
                  <a:pt x="48740" y="190423"/>
                </a:lnTo>
                <a:lnTo>
                  <a:pt x="44498" y="183467"/>
                </a:lnTo>
                <a:lnTo>
                  <a:pt x="44310" y="182138"/>
                </a:lnTo>
                <a:lnTo>
                  <a:pt x="44916" y="180835"/>
                </a:lnTo>
                <a:lnTo>
                  <a:pt x="46105" y="179662"/>
                </a:lnTo>
                <a:lnTo>
                  <a:pt x="47789" y="178803"/>
                </a:lnTo>
                <a:lnTo>
                  <a:pt x="54299" y="175292"/>
                </a:lnTo>
                <a:lnTo>
                  <a:pt x="55495" y="174340"/>
                </a:lnTo>
                <a:lnTo>
                  <a:pt x="56192" y="173041"/>
                </a:lnTo>
                <a:lnTo>
                  <a:pt x="56164" y="171785"/>
                </a:lnTo>
                <a:lnTo>
                  <a:pt x="55762" y="169769"/>
                </a:lnTo>
                <a:lnTo>
                  <a:pt x="55358" y="168390"/>
                </a:lnTo>
                <a:lnTo>
                  <a:pt x="54191" y="166840"/>
                </a:lnTo>
                <a:lnTo>
                  <a:pt x="52531" y="165214"/>
                </a:lnTo>
                <a:lnTo>
                  <a:pt x="50141" y="163784"/>
                </a:lnTo>
                <a:lnTo>
                  <a:pt x="48456" y="163625"/>
                </a:lnTo>
                <a:lnTo>
                  <a:pt x="45719" y="164058"/>
                </a:lnTo>
                <a:lnTo>
                  <a:pt x="42782" y="165002"/>
                </a:lnTo>
                <a:lnTo>
                  <a:pt x="39522" y="164916"/>
                </a:lnTo>
                <a:lnTo>
                  <a:pt x="35994" y="164339"/>
                </a:lnTo>
                <a:lnTo>
                  <a:pt x="30176" y="162801"/>
                </a:lnTo>
                <a:lnTo>
                  <a:pt x="28576" y="161643"/>
                </a:lnTo>
                <a:lnTo>
                  <a:pt x="27795" y="160514"/>
                </a:lnTo>
                <a:lnTo>
                  <a:pt x="27033" y="158800"/>
                </a:lnTo>
                <a:lnTo>
                  <a:pt x="27160" y="156701"/>
                </a:lnTo>
                <a:lnTo>
                  <a:pt x="28428" y="153046"/>
                </a:lnTo>
                <a:lnTo>
                  <a:pt x="29754" y="150665"/>
                </a:lnTo>
                <a:lnTo>
                  <a:pt x="31135" y="149185"/>
                </a:lnTo>
                <a:lnTo>
                  <a:pt x="33249" y="148044"/>
                </a:lnTo>
                <a:lnTo>
                  <a:pt x="39438" y="145777"/>
                </a:lnTo>
                <a:lnTo>
                  <a:pt x="40655" y="145106"/>
                </a:lnTo>
                <a:lnTo>
                  <a:pt x="41202" y="144208"/>
                </a:lnTo>
                <a:lnTo>
                  <a:pt x="41032" y="142659"/>
                </a:lnTo>
                <a:lnTo>
                  <a:pt x="39710" y="138686"/>
                </a:lnTo>
                <a:lnTo>
                  <a:pt x="37970" y="134479"/>
                </a:lnTo>
                <a:lnTo>
                  <a:pt x="36310" y="130614"/>
                </a:lnTo>
                <a:lnTo>
                  <a:pt x="33809" y="126500"/>
                </a:lnTo>
                <a:lnTo>
                  <a:pt x="32174" y="124417"/>
                </a:lnTo>
                <a:lnTo>
                  <a:pt x="29664" y="122949"/>
                </a:lnTo>
                <a:lnTo>
                  <a:pt x="27219" y="122527"/>
                </a:lnTo>
                <a:lnTo>
                  <a:pt x="23653" y="123220"/>
                </a:lnTo>
                <a:lnTo>
                  <a:pt x="20487" y="124817"/>
                </a:lnTo>
                <a:lnTo>
                  <a:pt x="17359" y="125152"/>
                </a:lnTo>
                <a:lnTo>
                  <a:pt x="15114" y="124932"/>
                </a:lnTo>
                <a:lnTo>
                  <a:pt x="11309" y="123589"/>
                </a:lnTo>
                <a:lnTo>
                  <a:pt x="7334" y="123378"/>
                </a:lnTo>
                <a:lnTo>
                  <a:pt x="2341" y="123785"/>
                </a:lnTo>
                <a:lnTo>
                  <a:pt x="783" y="122731"/>
                </a:lnTo>
                <a:lnTo>
                  <a:pt x="0" y="121203"/>
                </a:lnTo>
                <a:lnTo>
                  <a:pt x="683" y="118232"/>
                </a:lnTo>
                <a:lnTo>
                  <a:pt x="2102" y="114887"/>
                </a:lnTo>
                <a:lnTo>
                  <a:pt x="4505" y="111347"/>
                </a:lnTo>
                <a:lnTo>
                  <a:pt x="5553" y="109092"/>
                </a:lnTo>
                <a:lnTo>
                  <a:pt x="8379" y="102767"/>
                </a:lnTo>
                <a:lnTo>
                  <a:pt x="10146" y="100214"/>
                </a:lnTo>
                <a:lnTo>
                  <a:pt x="11751" y="97936"/>
                </a:lnTo>
                <a:lnTo>
                  <a:pt x="12621" y="95412"/>
                </a:lnTo>
                <a:lnTo>
                  <a:pt x="15274" y="85247"/>
                </a:lnTo>
                <a:lnTo>
                  <a:pt x="15986" y="83643"/>
                </a:lnTo>
                <a:lnTo>
                  <a:pt x="17297" y="82449"/>
                </a:lnTo>
                <a:lnTo>
                  <a:pt x="22943" y="79808"/>
                </a:lnTo>
                <a:lnTo>
                  <a:pt x="24718" y="78943"/>
                </a:lnTo>
                <a:lnTo>
                  <a:pt x="25796" y="77886"/>
                </a:lnTo>
                <a:lnTo>
                  <a:pt x="26065" y="75630"/>
                </a:lnTo>
                <a:lnTo>
                  <a:pt x="24919" y="69297"/>
                </a:lnTo>
                <a:lnTo>
                  <a:pt x="24372" y="66632"/>
                </a:lnTo>
                <a:lnTo>
                  <a:pt x="23331" y="63619"/>
                </a:lnTo>
                <a:lnTo>
                  <a:pt x="20055" y="56408"/>
                </a:lnTo>
                <a:lnTo>
                  <a:pt x="15874" y="48538"/>
                </a:lnTo>
                <a:lnTo>
                  <a:pt x="13993" y="46277"/>
                </a:lnTo>
                <a:lnTo>
                  <a:pt x="13182" y="44833"/>
                </a:lnTo>
                <a:lnTo>
                  <a:pt x="12966" y="43290"/>
                </a:lnTo>
                <a:lnTo>
                  <a:pt x="13275" y="41791"/>
                </a:lnTo>
                <a:lnTo>
                  <a:pt x="15006" y="40306"/>
                </a:lnTo>
                <a:lnTo>
                  <a:pt x="18854" y="38002"/>
                </a:lnTo>
                <a:lnTo>
                  <a:pt x="21365" y="36756"/>
                </a:lnTo>
                <a:lnTo>
                  <a:pt x="22761" y="36634"/>
                </a:lnTo>
                <a:lnTo>
                  <a:pt x="24302" y="37305"/>
                </a:lnTo>
                <a:lnTo>
                  <a:pt x="25399" y="38963"/>
                </a:lnTo>
                <a:lnTo>
                  <a:pt x="25766" y="42012"/>
                </a:lnTo>
                <a:lnTo>
                  <a:pt x="26310" y="43566"/>
                </a:lnTo>
                <a:lnTo>
                  <a:pt x="27378" y="44018"/>
                </a:lnTo>
                <a:lnTo>
                  <a:pt x="28586" y="43889"/>
                </a:lnTo>
                <a:lnTo>
                  <a:pt x="30692" y="42833"/>
                </a:lnTo>
                <a:lnTo>
                  <a:pt x="36726" y="36345"/>
                </a:lnTo>
                <a:lnTo>
                  <a:pt x="37335" y="34796"/>
                </a:lnTo>
                <a:lnTo>
                  <a:pt x="37685" y="32238"/>
                </a:lnTo>
                <a:lnTo>
                  <a:pt x="37225" y="28371"/>
                </a:lnTo>
                <a:lnTo>
                  <a:pt x="36549" y="26084"/>
                </a:lnTo>
                <a:lnTo>
                  <a:pt x="35193" y="24273"/>
                </a:lnTo>
                <a:lnTo>
                  <a:pt x="33795" y="23420"/>
                </a:lnTo>
                <a:lnTo>
                  <a:pt x="32958" y="23205"/>
                </a:lnTo>
                <a:lnTo>
                  <a:pt x="31959" y="23247"/>
                </a:lnTo>
                <a:lnTo>
                  <a:pt x="31051" y="23615"/>
                </a:lnTo>
                <a:lnTo>
                  <a:pt x="29075" y="24880"/>
                </a:lnTo>
                <a:lnTo>
                  <a:pt x="26028" y="27745"/>
                </a:lnTo>
                <a:lnTo>
                  <a:pt x="24616" y="28944"/>
                </a:lnTo>
                <a:lnTo>
                  <a:pt x="22842" y="29621"/>
                </a:lnTo>
                <a:lnTo>
                  <a:pt x="21703" y="29786"/>
                </a:lnTo>
                <a:lnTo>
                  <a:pt x="20754" y="29143"/>
                </a:lnTo>
                <a:lnTo>
                  <a:pt x="20029" y="28440"/>
                </a:lnTo>
                <a:lnTo>
                  <a:pt x="20021" y="27320"/>
                </a:lnTo>
                <a:lnTo>
                  <a:pt x="19976" y="24197"/>
                </a:lnTo>
                <a:lnTo>
                  <a:pt x="19319" y="20722"/>
                </a:lnTo>
                <a:lnTo>
                  <a:pt x="18818" y="19102"/>
                </a:lnTo>
                <a:lnTo>
                  <a:pt x="17910" y="17527"/>
                </a:lnTo>
                <a:lnTo>
                  <a:pt x="15752" y="14315"/>
                </a:lnTo>
                <a:lnTo>
                  <a:pt x="15613" y="13505"/>
                </a:lnTo>
                <a:lnTo>
                  <a:pt x="15964" y="12711"/>
                </a:lnTo>
                <a:lnTo>
                  <a:pt x="17609" y="12097"/>
                </a:lnTo>
                <a:lnTo>
                  <a:pt x="22961" y="11244"/>
                </a:lnTo>
                <a:lnTo>
                  <a:pt x="25368" y="10698"/>
                </a:lnTo>
                <a:lnTo>
                  <a:pt x="27559" y="9508"/>
                </a:lnTo>
                <a:lnTo>
                  <a:pt x="28617" y="8009"/>
                </a:lnTo>
                <a:lnTo>
                  <a:pt x="29230" y="6189"/>
                </a:lnTo>
                <a:lnTo>
                  <a:pt x="29072" y="4895"/>
                </a:lnTo>
                <a:lnTo>
                  <a:pt x="28493" y="3000"/>
                </a:lnTo>
                <a:lnTo>
                  <a:pt x="278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95751855-62EB-4836-A77B-23964409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315" y="2021209"/>
            <a:ext cx="122453" cy="200922"/>
          </a:xfrm>
          <a:custGeom xmlns:a="http://schemas.openxmlformats.org/drawingml/2006/main">
            <a:pathLst>
              <a:path w="122453" h="200922">
                <a:moveTo>
                  <a:pt x="120051" y="200922"/>
                </a:moveTo>
                <a:lnTo>
                  <a:pt x="118750" y="197654"/>
                </a:lnTo>
                <a:lnTo>
                  <a:pt x="118602" y="195486"/>
                </a:lnTo>
                <a:lnTo>
                  <a:pt x="119659" y="193122"/>
                </a:lnTo>
                <a:lnTo>
                  <a:pt x="122453" y="183869"/>
                </a:lnTo>
                <a:lnTo>
                  <a:pt x="99874" y="156601"/>
                </a:lnTo>
                <a:lnTo>
                  <a:pt x="94920" y="131519"/>
                </a:lnTo>
                <a:lnTo>
                  <a:pt x="112351" y="106368"/>
                </a:lnTo>
                <a:lnTo>
                  <a:pt x="114147" y="92254"/>
                </a:lnTo>
                <a:lnTo>
                  <a:pt x="89692" y="61597"/>
                </a:lnTo>
                <a:lnTo>
                  <a:pt x="52710" y="37613"/>
                </a:lnTo>
                <a:lnTo>
                  <a:pt x="51356" y="36795"/>
                </a:lnTo>
                <a:lnTo>
                  <a:pt x="49063" y="36547"/>
                </a:lnTo>
                <a:lnTo>
                  <a:pt x="47151" y="36965"/>
                </a:lnTo>
                <a:lnTo>
                  <a:pt x="42890" y="38644"/>
                </a:lnTo>
                <a:lnTo>
                  <a:pt x="38743" y="39919"/>
                </a:lnTo>
                <a:lnTo>
                  <a:pt x="32643" y="40908"/>
                </a:lnTo>
                <a:lnTo>
                  <a:pt x="30196" y="40867"/>
                </a:lnTo>
                <a:lnTo>
                  <a:pt x="27261" y="40300"/>
                </a:lnTo>
                <a:lnTo>
                  <a:pt x="21716" y="38661"/>
                </a:lnTo>
                <a:lnTo>
                  <a:pt x="17107" y="37307"/>
                </a:lnTo>
                <a:lnTo>
                  <a:pt x="14999" y="37558"/>
                </a:lnTo>
                <a:lnTo>
                  <a:pt x="13422" y="38259"/>
                </a:lnTo>
                <a:lnTo>
                  <a:pt x="10671" y="39870"/>
                </a:lnTo>
                <a:lnTo>
                  <a:pt x="9835" y="40198"/>
                </a:lnTo>
                <a:lnTo>
                  <a:pt x="8465" y="40152"/>
                </a:lnTo>
                <a:lnTo>
                  <a:pt x="7147" y="39326"/>
                </a:lnTo>
                <a:lnTo>
                  <a:pt x="5995" y="37947"/>
                </a:lnTo>
                <a:lnTo>
                  <a:pt x="5444" y="36596"/>
                </a:lnTo>
                <a:lnTo>
                  <a:pt x="815" y="23231"/>
                </a:lnTo>
                <a:lnTo>
                  <a:pt x="256" y="21083"/>
                </a:lnTo>
                <a:lnTo>
                  <a:pt x="0" y="18945"/>
                </a:lnTo>
                <a:lnTo>
                  <a:pt x="123" y="14903"/>
                </a:lnTo>
                <a:lnTo>
                  <a:pt x="505" y="12592"/>
                </a:lnTo>
                <a:lnTo>
                  <a:pt x="1081" y="10389"/>
                </a:lnTo>
                <a:lnTo>
                  <a:pt x="1631" y="8338"/>
                </a:lnTo>
                <a:lnTo>
                  <a:pt x="1893" y="5709"/>
                </a:lnTo>
                <a:lnTo>
                  <a:pt x="1475" y="2836"/>
                </a:lnTo>
                <a:lnTo>
                  <a:pt x="6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5432BA82-FCB9-4CC0-9A28-AECE540F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2784" y="2204361"/>
            <a:ext cx="13730" cy="4555"/>
          </a:xfrm>
          <a:custGeom xmlns:a="http://schemas.openxmlformats.org/drawingml/2006/main">
            <a:pathLst>
              <a:path w="13730" h="4555">
                <a:moveTo>
                  <a:pt x="0" y="4555"/>
                </a:moveTo>
                <a:lnTo>
                  <a:pt x="2825" y="3472"/>
                </a:lnTo>
                <a:lnTo>
                  <a:pt x="5255" y="2384"/>
                </a:lnTo>
                <a:lnTo>
                  <a:pt x="7790" y="1774"/>
                </a:lnTo>
                <a:lnTo>
                  <a:pt x="10211" y="1416"/>
                </a:lnTo>
                <a:lnTo>
                  <a:pt x="11465" y="678"/>
                </a:lnTo>
                <a:lnTo>
                  <a:pt x="137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6E36E41A-2188-4883-8737-DD3D204F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249" y="2205039"/>
            <a:ext cx="3582" cy="13114"/>
          </a:xfrm>
          <a:custGeom xmlns:a="http://schemas.openxmlformats.org/drawingml/2006/main">
            <a:pathLst>
              <a:path w="3582" h="13114">
                <a:moveTo>
                  <a:pt x="0" y="0"/>
                </a:moveTo>
                <a:lnTo>
                  <a:pt x="1755" y="4174"/>
                </a:lnTo>
                <a:lnTo>
                  <a:pt x="3010" y="8653"/>
                </a:lnTo>
                <a:lnTo>
                  <a:pt x="3582" y="11302"/>
                </a:lnTo>
                <a:lnTo>
                  <a:pt x="3480" y="1311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CC42549C-CC68-4FE5-A1C3-48D8AB88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3855" y="2185820"/>
            <a:ext cx="1926" cy="15070"/>
          </a:xfrm>
          <a:custGeom xmlns:a="http://schemas.openxmlformats.org/drawingml/2006/main">
            <a:pathLst>
              <a:path w="1926" h="15070">
                <a:moveTo>
                  <a:pt x="1359" y="15070"/>
                </a:moveTo>
                <a:lnTo>
                  <a:pt x="1926" y="11043"/>
                </a:lnTo>
                <a:lnTo>
                  <a:pt x="1592" y="7045"/>
                </a:lnTo>
                <a:lnTo>
                  <a:pt x="0" y="2377"/>
                </a:lnTo>
                <a:lnTo>
                  <a:pt x="2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E24D3FF2-1A12-4B91-BF3C-93A8E4A8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096" y="2162907"/>
            <a:ext cx="66575" cy="18320"/>
          </a:xfrm>
          <a:custGeom xmlns:a="http://schemas.openxmlformats.org/drawingml/2006/main">
            <a:pathLst>
              <a:path w="66575" h="18320">
                <a:moveTo>
                  <a:pt x="66575" y="18320"/>
                </a:moveTo>
                <a:lnTo>
                  <a:pt x="64058" y="14230"/>
                </a:lnTo>
                <a:lnTo>
                  <a:pt x="61913" y="12138"/>
                </a:lnTo>
                <a:lnTo>
                  <a:pt x="58271" y="9283"/>
                </a:lnTo>
                <a:lnTo>
                  <a:pt x="56394" y="4223"/>
                </a:lnTo>
                <a:lnTo>
                  <a:pt x="54155" y="873"/>
                </a:lnTo>
                <a:lnTo>
                  <a:pt x="46702" y="0"/>
                </a:lnTo>
                <a:lnTo>
                  <a:pt x="38660" y="812"/>
                </a:lnTo>
                <a:lnTo>
                  <a:pt x="36142" y="1515"/>
                </a:lnTo>
                <a:lnTo>
                  <a:pt x="27948" y="2026"/>
                </a:lnTo>
                <a:lnTo>
                  <a:pt x="23411" y="1990"/>
                </a:lnTo>
                <a:lnTo>
                  <a:pt x="17265" y="1204"/>
                </a:lnTo>
                <a:lnTo>
                  <a:pt x="7870" y="4770"/>
                </a:lnTo>
                <a:lnTo>
                  <a:pt x="3087" y="7796"/>
                </a:lnTo>
                <a:lnTo>
                  <a:pt x="0" y="975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B57EF199-EC36-4C8C-A645-AEAB62ED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235" y="2152728"/>
            <a:ext cx="63314" cy="16372"/>
          </a:xfrm>
          <a:custGeom xmlns:a="http://schemas.openxmlformats.org/drawingml/2006/main">
            <a:pathLst>
              <a:path w="63314" h="16372">
                <a:moveTo>
                  <a:pt x="63314" y="16372"/>
                </a:moveTo>
                <a:lnTo>
                  <a:pt x="39316" y="14453"/>
                </a:lnTo>
                <a:lnTo>
                  <a:pt x="16871" y="91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E61F37AC-D22D-440F-AAFC-364D352E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382" y="2170700"/>
            <a:ext cx="9532" cy="1045"/>
          </a:xfrm>
          <a:custGeom xmlns:a="http://schemas.openxmlformats.org/drawingml/2006/main">
            <a:pathLst>
              <a:path w="9532" h="1045">
                <a:moveTo>
                  <a:pt x="9532" y="1045"/>
                </a:moveTo>
                <a:lnTo>
                  <a:pt x="6779" y="90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1600B8C2-97D2-4C71-9F67-B1980A52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043" y="2228426"/>
            <a:ext cx="193382" cy="256571"/>
          </a:xfrm>
          <a:custGeom xmlns:a="http://schemas.openxmlformats.org/drawingml/2006/main">
            <a:pathLst>
              <a:path w="193382" h="256571">
                <a:moveTo>
                  <a:pt x="193382" y="256571"/>
                </a:moveTo>
                <a:lnTo>
                  <a:pt x="192855" y="255094"/>
                </a:lnTo>
                <a:lnTo>
                  <a:pt x="192202" y="253901"/>
                </a:lnTo>
                <a:lnTo>
                  <a:pt x="190999" y="252546"/>
                </a:lnTo>
                <a:lnTo>
                  <a:pt x="189757" y="251859"/>
                </a:lnTo>
                <a:lnTo>
                  <a:pt x="187834" y="251267"/>
                </a:lnTo>
                <a:lnTo>
                  <a:pt x="180564" y="249909"/>
                </a:lnTo>
                <a:lnTo>
                  <a:pt x="178896" y="249106"/>
                </a:lnTo>
                <a:lnTo>
                  <a:pt x="176710" y="247759"/>
                </a:lnTo>
                <a:lnTo>
                  <a:pt x="176040" y="246642"/>
                </a:lnTo>
                <a:lnTo>
                  <a:pt x="175832" y="244879"/>
                </a:lnTo>
                <a:lnTo>
                  <a:pt x="176004" y="242043"/>
                </a:lnTo>
                <a:lnTo>
                  <a:pt x="176797" y="239110"/>
                </a:lnTo>
                <a:lnTo>
                  <a:pt x="176800" y="236039"/>
                </a:lnTo>
                <a:lnTo>
                  <a:pt x="176343" y="231460"/>
                </a:lnTo>
                <a:lnTo>
                  <a:pt x="175854" y="227711"/>
                </a:lnTo>
                <a:lnTo>
                  <a:pt x="175191" y="225322"/>
                </a:lnTo>
                <a:lnTo>
                  <a:pt x="174454" y="223643"/>
                </a:lnTo>
                <a:lnTo>
                  <a:pt x="173870" y="222045"/>
                </a:lnTo>
                <a:lnTo>
                  <a:pt x="172476" y="220794"/>
                </a:lnTo>
                <a:lnTo>
                  <a:pt x="168245" y="218597"/>
                </a:lnTo>
                <a:lnTo>
                  <a:pt x="165520" y="217037"/>
                </a:lnTo>
                <a:lnTo>
                  <a:pt x="162340" y="215325"/>
                </a:lnTo>
                <a:lnTo>
                  <a:pt x="156956" y="213090"/>
                </a:lnTo>
                <a:lnTo>
                  <a:pt x="155241" y="212327"/>
                </a:lnTo>
                <a:lnTo>
                  <a:pt x="153917" y="211103"/>
                </a:lnTo>
                <a:lnTo>
                  <a:pt x="153534" y="209572"/>
                </a:lnTo>
                <a:lnTo>
                  <a:pt x="154607" y="206130"/>
                </a:lnTo>
                <a:lnTo>
                  <a:pt x="155089" y="203704"/>
                </a:lnTo>
                <a:lnTo>
                  <a:pt x="154914" y="202018"/>
                </a:lnTo>
                <a:lnTo>
                  <a:pt x="154396" y="200584"/>
                </a:lnTo>
                <a:lnTo>
                  <a:pt x="150747" y="196889"/>
                </a:lnTo>
                <a:lnTo>
                  <a:pt x="149499" y="193708"/>
                </a:lnTo>
                <a:lnTo>
                  <a:pt x="149222" y="191892"/>
                </a:lnTo>
                <a:lnTo>
                  <a:pt x="149233" y="190077"/>
                </a:lnTo>
                <a:lnTo>
                  <a:pt x="149676" y="186436"/>
                </a:lnTo>
                <a:lnTo>
                  <a:pt x="150790" y="182818"/>
                </a:lnTo>
                <a:lnTo>
                  <a:pt x="153007" y="178482"/>
                </a:lnTo>
                <a:lnTo>
                  <a:pt x="153856" y="176883"/>
                </a:lnTo>
                <a:lnTo>
                  <a:pt x="154314" y="175023"/>
                </a:lnTo>
                <a:lnTo>
                  <a:pt x="153810" y="173038"/>
                </a:lnTo>
                <a:lnTo>
                  <a:pt x="152419" y="171091"/>
                </a:lnTo>
                <a:lnTo>
                  <a:pt x="150220" y="170287"/>
                </a:lnTo>
                <a:lnTo>
                  <a:pt x="145772" y="169830"/>
                </a:lnTo>
                <a:lnTo>
                  <a:pt x="142530" y="170263"/>
                </a:lnTo>
                <a:lnTo>
                  <a:pt x="139462" y="171185"/>
                </a:lnTo>
                <a:lnTo>
                  <a:pt x="136681" y="172761"/>
                </a:lnTo>
                <a:lnTo>
                  <a:pt x="134945" y="174865"/>
                </a:lnTo>
                <a:lnTo>
                  <a:pt x="134152" y="177213"/>
                </a:lnTo>
                <a:lnTo>
                  <a:pt x="134669" y="179861"/>
                </a:lnTo>
                <a:lnTo>
                  <a:pt x="135769" y="182621"/>
                </a:lnTo>
                <a:lnTo>
                  <a:pt x="138077" y="187662"/>
                </a:lnTo>
                <a:lnTo>
                  <a:pt x="140479" y="191586"/>
                </a:lnTo>
                <a:lnTo>
                  <a:pt x="140958" y="193121"/>
                </a:lnTo>
                <a:lnTo>
                  <a:pt x="140670" y="194443"/>
                </a:lnTo>
                <a:lnTo>
                  <a:pt x="139753" y="195820"/>
                </a:lnTo>
                <a:lnTo>
                  <a:pt x="138272" y="196651"/>
                </a:lnTo>
                <a:lnTo>
                  <a:pt x="135897" y="196113"/>
                </a:lnTo>
                <a:lnTo>
                  <a:pt x="133278" y="194590"/>
                </a:lnTo>
                <a:lnTo>
                  <a:pt x="131609" y="192625"/>
                </a:lnTo>
                <a:lnTo>
                  <a:pt x="129841" y="189553"/>
                </a:lnTo>
                <a:lnTo>
                  <a:pt x="128308" y="187626"/>
                </a:lnTo>
                <a:lnTo>
                  <a:pt x="127292" y="186998"/>
                </a:lnTo>
                <a:lnTo>
                  <a:pt x="126045" y="186913"/>
                </a:lnTo>
                <a:lnTo>
                  <a:pt x="125181" y="187469"/>
                </a:lnTo>
                <a:lnTo>
                  <a:pt x="124385" y="188994"/>
                </a:lnTo>
                <a:lnTo>
                  <a:pt x="124045" y="191112"/>
                </a:lnTo>
                <a:lnTo>
                  <a:pt x="124425" y="193500"/>
                </a:lnTo>
                <a:lnTo>
                  <a:pt x="125196" y="195350"/>
                </a:lnTo>
                <a:lnTo>
                  <a:pt x="126901" y="197444"/>
                </a:lnTo>
                <a:lnTo>
                  <a:pt x="129958" y="199796"/>
                </a:lnTo>
                <a:lnTo>
                  <a:pt x="132199" y="201611"/>
                </a:lnTo>
                <a:lnTo>
                  <a:pt x="132565" y="203057"/>
                </a:lnTo>
                <a:lnTo>
                  <a:pt x="132323" y="204075"/>
                </a:lnTo>
                <a:lnTo>
                  <a:pt x="131745" y="204700"/>
                </a:lnTo>
                <a:lnTo>
                  <a:pt x="130205" y="205055"/>
                </a:lnTo>
                <a:lnTo>
                  <a:pt x="128670" y="205240"/>
                </a:lnTo>
                <a:lnTo>
                  <a:pt x="126794" y="205202"/>
                </a:lnTo>
                <a:lnTo>
                  <a:pt x="117716" y="203578"/>
                </a:lnTo>
                <a:lnTo>
                  <a:pt x="116034" y="203512"/>
                </a:lnTo>
                <a:lnTo>
                  <a:pt x="114555" y="204149"/>
                </a:lnTo>
                <a:lnTo>
                  <a:pt x="113826" y="204913"/>
                </a:lnTo>
                <a:lnTo>
                  <a:pt x="112969" y="206156"/>
                </a:lnTo>
                <a:lnTo>
                  <a:pt x="112683" y="207860"/>
                </a:lnTo>
                <a:lnTo>
                  <a:pt x="112717" y="209846"/>
                </a:lnTo>
                <a:lnTo>
                  <a:pt x="113067" y="211580"/>
                </a:lnTo>
                <a:lnTo>
                  <a:pt x="113474" y="213749"/>
                </a:lnTo>
                <a:lnTo>
                  <a:pt x="113315" y="215177"/>
                </a:lnTo>
                <a:lnTo>
                  <a:pt x="112360" y="216773"/>
                </a:lnTo>
                <a:lnTo>
                  <a:pt x="110892" y="218402"/>
                </a:lnTo>
                <a:lnTo>
                  <a:pt x="109055" y="221979"/>
                </a:lnTo>
                <a:lnTo>
                  <a:pt x="108068" y="224227"/>
                </a:lnTo>
                <a:lnTo>
                  <a:pt x="107811" y="226424"/>
                </a:lnTo>
                <a:lnTo>
                  <a:pt x="108478" y="227787"/>
                </a:lnTo>
                <a:lnTo>
                  <a:pt x="109855" y="228521"/>
                </a:lnTo>
                <a:lnTo>
                  <a:pt x="112217" y="228559"/>
                </a:lnTo>
                <a:lnTo>
                  <a:pt x="115005" y="227797"/>
                </a:lnTo>
                <a:lnTo>
                  <a:pt x="118808" y="224593"/>
                </a:lnTo>
                <a:lnTo>
                  <a:pt x="122176" y="219881"/>
                </a:lnTo>
                <a:lnTo>
                  <a:pt x="124230" y="218551"/>
                </a:lnTo>
                <a:lnTo>
                  <a:pt x="126366" y="218700"/>
                </a:lnTo>
                <a:lnTo>
                  <a:pt x="127719" y="220128"/>
                </a:lnTo>
                <a:lnTo>
                  <a:pt x="128504" y="222488"/>
                </a:lnTo>
                <a:lnTo>
                  <a:pt x="128277" y="232133"/>
                </a:lnTo>
                <a:lnTo>
                  <a:pt x="127529" y="237299"/>
                </a:lnTo>
                <a:lnTo>
                  <a:pt x="126262" y="241099"/>
                </a:lnTo>
                <a:lnTo>
                  <a:pt x="121649" y="249976"/>
                </a:lnTo>
                <a:lnTo>
                  <a:pt x="120428" y="251198"/>
                </a:lnTo>
                <a:lnTo>
                  <a:pt x="118782" y="251838"/>
                </a:lnTo>
                <a:lnTo>
                  <a:pt x="117004" y="251599"/>
                </a:lnTo>
                <a:lnTo>
                  <a:pt x="114953" y="250155"/>
                </a:lnTo>
                <a:lnTo>
                  <a:pt x="111329" y="246613"/>
                </a:lnTo>
                <a:lnTo>
                  <a:pt x="109124" y="244799"/>
                </a:lnTo>
                <a:lnTo>
                  <a:pt x="106565" y="243415"/>
                </a:lnTo>
                <a:lnTo>
                  <a:pt x="104051" y="243253"/>
                </a:lnTo>
                <a:lnTo>
                  <a:pt x="102422" y="243681"/>
                </a:lnTo>
                <a:lnTo>
                  <a:pt x="94221" y="246625"/>
                </a:lnTo>
                <a:lnTo>
                  <a:pt x="79584" y="255076"/>
                </a:lnTo>
                <a:lnTo>
                  <a:pt x="65829" y="253192"/>
                </a:lnTo>
                <a:lnTo>
                  <a:pt x="51487" y="246868"/>
                </a:lnTo>
                <a:lnTo>
                  <a:pt x="46298" y="237572"/>
                </a:lnTo>
                <a:lnTo>
                  <a:pt x="41261" y="221886"/>
                </a:lnTo>
                <a:lnTo>
                  <a:pt x="6004" y="207895"/>
                </a:lnTo>
                <a:lnTo>
                  <a:pt x="3452" y="206773"/>
                </a:lnTo>
                <a:lnTo>
                  <a:pt x="2270" y="205358"/>
                </a:lnTo>
                <a:lnTo>
                  <a:pt x="821" y="203638"/>
                </a:lnTo>
                <a:lnTo>
                  <a:pt x="0" y="201600"/>
                </a:lnTo>
                <a:lnTo>
                  <a:pt x="180" y="199867"/>
                </a:lnTo>
                <a:lnTo>
                  <a:pt x="766" y="199463"/>
                </a:lnTo>
                <a:lnTo>
                  <a:pt x="2632" y="199492"/>
                </a:lnTo>
                <a:lnTo>
                  <a:pt x="3946" y="199096"/>
                </a:lnTo>
                <a:lnTo>
                  <a:pt x="4989" y="197893"/>
                </a:lnTo>
                <a:lnTo>
                  <a:pt x="27624" y="168381"/>
                </a:lnTo>
                <a:lnTo>
                  <a:pt x="35452" y="164058"/>
                </a:lnTo>
                <a:lnTo>
                  <a:pt x="53956" y="129265"/>
                </a:lnTo>
                <a:lnTo>
                  <a:pt x="47937" y="107056"/>
                </a:lnTo>
                <a:lnTo>
                  <a:pt x="33607" y="105296"/>
                </a:lnTo>
                <a:lnTo>
                  <a:pt x="29064" y="46255"/>
                </a:lnTo>
                <a:lnTo>
                  <a:pt x="24690" y="44546"/>
                </a:lnTo>
                <a:lnTo>
                  <a:pt x="23628" y="27587"/>
                </a:lnTo>
                <a:lnTo>
                  <a:pt x="23958" y="24137"/>
                </a:lnTo>
                <a:lnTo>
                  <a:pt x="23204" y="22203"/>
                </a:lnTo>
                <a:lnTo>
                  <a:pt x="21758" y="20254"/>
                </a:lnTo>
                <a:lnTo>
                  <a:pt x="21519" y="17743"/>
                </a:lnTo>
                <a:lnTo>
                  <a:pt x="22298" y="16429"/>
                </a:lnTo>
                <a:lnTo>
                  <a:pt x="25468" y="12771"/>
                </a:lnTo>
                <a:lnTo>
                  <a:pt x="27673" y="11311"/>
                </a:lnTo>
                <a:lnTo>
                  <a:pt x="29128" y="9740"/>
                </a:lnTo>
                <a:lnTo>
                  <a:pt x="29505" y="7887"/>
                </a:lnTo>
                <a:lnTo>
                  <a:pt x="29254" y="5300"/>
                </a:lnTo>
                <a:lnTo>
                  <a:pt x="270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1237C747-8C19-4956-A442-20FDA04B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791" y="2186774"/>
            <a:ext cx="3924" cy="13157"/>
          </a:xfrm>
          <a:custGeom xmlns:a="http://schemas.openxmlformats.org/drawingml/2006/main">
            <a:pathLst>
              <a:path w="3924" h="13157">
                <a:moveTo>
                  <a:pt x="0" y="13157"/>
                </a:moveTo>
                <a:lnTo>
                  <a:pt x="3504" y="11579"/>
                </a:lnTo>
                <a:lnTo>
                  <a:pt x="3832" y="9962"/>
                </a:lnTo>
                <a:lnTo>
                  <a:pt x="3924" y="7259"/>
                </a:lnTo>
                <a:lnTo>
                  <a:pt x="34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FD1852CF-B4F4-441B-9D42-AD944B3C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1075" y="2208117"/>
            <a:ext cx="3147" cy="21136"/>
          </a:xfrm>
          <a:custGeom xmlns:a="http://schemas.openxmlformats.org/drawingml/2006/main">
            <a:pathLst>
              <a:path w="3147" h="21136">
                <a:moveTo>
                  <a:pt x="2178" y="21136"/>
                </a:moveTo>
                <a:lnTo>
                  <a:pt x="2906" y="19074"/>
                </a:lnTo>
                <a:lnTo>
                  <a:pt x="3147" y="17920"/>
                </a:lnTo>
                <a:lnTo>
                  <a:pt x="3140" y="16648"/>
                </a:lnTo>
                <a:lnTo>
                  <a:pt x="2879" y="15409"/>
                </a:lnTo>
                <a:lnTo>
                  <a:pt x="2373" y="13924"/>
                </a:lnTo>
                <a:lnTo>
                  <a:pt x="1464" y="12366"/>
                </a:lnTo>
                <a:lnTo>
                  <a:pt x="507" y="10756"/>
                </a:lnTo>
                <a:lnTo>
                  <a:pt x="0" y="9297"/>
                </a:lnTo>
                <a:lnTo>
                  <a:pt x="263" y="6761"/>
                </a:lnTo>
                <a:lnTo>
                  <a:pt x="927" y="4341"/>
                </a:lnTo>
                <a:lnTo>
                  <a:pt x="29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0BA9084F-3838-4605-A52A-25F7EFFC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9679" y="2179036"/>
            <a:ext cx="6003" cy="12383"/>
          </a:xfrm>
          <a:custGeom xmlns:a="http://schemas.openxmlformats.org/drawingml/2006/main">
            <a:pathLst>
              <a:path w="6003" h="12383">
                <a:moveTo>
                  <a:pt x="1458" y="12383"/>
                </a:moveTo>
                <a:lnTo>
                  <a:pt x="0" y="8092"/>
                </a:lnTo>
                <a:lnTo>
                  <a:pt x="60" y="4981"/>
                </a:lnTo>
                <a:lnTo>
                  <a:pt x="365" y="1971"/>
                </a:lnTo>
                <a:lnTo>
                  <a:pt x="6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75E37D5D-0B3B-4625-9003-9BF31814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9507" y="2164897"/>
            <a:ext cx="16273" cy="10665"/>
          </a:xfrm>
          <a:custGeom xmlns:a="http://schemas.openxmlformats.org/drawingml/2006/main">
            <a:pathLst>
              <a:path w="16273" h="10665">
                <a:moveTo>
                  <a:pt x="16273" y="10665"/>
                </a:moveTo>
                <a:lnTo>
                  <a:pt x="13293" y="6500"/>
                </a:lnTo>
                <a:lnTo>
                  <a:pt x="10540" y="3701"/>
                </a:lnTo>
                <a:lnTo>
                  <a:pt x="6668" y="180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4E1B70F1-DA6B-40CD-B937-FA532E01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802" y="2704233"/>
            <a:ext cx="195963" cy="161453"/>
          </a:xfrm>
          <a:custGeom xmlns:a="http://schemas.openxmlformats.org/drawingml/2006/main">
            <a:pathLst>
              <a:path w="195963" h="161453">
                <a:moveTo>
                  <a:pt x="195963" y="161453"/>
                </a:moveTo>
                <a:lnTo>
                  <a:pt x="174115" y="149863"/>
                </a:lnTo>
                <a:lnTo>
                  <a:pt x="164070" y="147335"/>
                </a:lnTo>
                <a:lnTo>
                  <a:pt x="157888" y="150128"/>
                </a:lnTo>
                <a:lnTo>
                  <a:pt x="153997" y="156536"/>
                </a:lnTo>
                <a:lnTo>
                  <a:pt x="150454" y="158511"/>
                </a:lnTo>
                <a:lnTo>
                  <a:pt x="146626" y="155727"/>
                </a:lnTo>
                <a:lnTo>
                  <a:pt x="146966" y="150182"/>
                </a:lnTo>
                <a:lnTo>
                  <a:pt x="148222" y="140741"/>
                </a:lnTo>
                <a:lnTo>
                  <a:pt x="149119" y="132196"/>
                </a:lnTo>
                <a:lnTo>
                  <a:pt x="144192" y="126142"/>
                </a:lnTo>
                <a:lnTo>
                  <a:pt x="146498" y="122174"/>
                </a:lnTo>
                <a:lnTo>
                  <a:pt x="154299" y="121174"/>
                </a:lnTo>
                <a:lnTo>
                  <a:pt x="161365" y="120396"/>
                </a:lnTo>
                <a:lnTo>
                  <a:pt x="163015" y="112614"/>
                </a:lnTo>
                <a:lnTo>
                  <a:pt x="153686" y="102687"/>
                </a:lnTo>
                <a:lnTo>
                  <a:pt x="141401" y="104443"/>
                </a:lnTo>
                <a:lnTo>
                  <a:pt x="122560" y="111337"/>
                </a:lnTo>
                <a:lnTo>
                  <a:pt x="114147" y="110661"/>
                </a:lnTo>
                <a:lnTo>
                  <a:pt x="107674" y="103088"/>
                </a:lnTo>
                <a:lnTo>
                  <a:pt x="97159" y="102460"/>
                </a:lnTo>
                <a:lnTo>
                  <a:pt x="71788" y="99895"/>
                </a:lnTo>
                <a:lnTo>
                  <a:pt x="48753" y="86610"/>
                </a:lnTo>
                <a:lnTo>
                  <a:pt x="47630" y="77360"/>
                </a:lnTo>
                <a:lnTo>
                  <a:pt x="42222" y="65658"/>
                </a:lnTo>
                <a:lnTo>
                  <a:pt x="37448" y="48115"/>
                </a:lnTo>
                <a:lnTo>
                  <a:pt x="38426" y="40175"/>
                </a:lnTo>
                <a:lnTo>
                  <a:pt x="38926" y="35586"/>
                </a:lnTo>
                <a:lnTo>
                  <a:pt x="35479" y="32491"/>
                </a:lnTo>
                <a:lnTo>
                  <a:pt x="30073" y="33733"/>
                </a:lnTo>
                <a:lnTo>
                  <a:pt x="26588" y="31299"/>
                </a:lnTo>
                <a:lnTo>
                  <a:pt x="25551" y="28728"/>
                </a:lnTo>
                <a:lnTo>
                  <a:pt x="28114" y="26287"/>
                </a:lnTo>
                <a:lnTo>
                  <a:pt x="33289" y="22603"/>
                </a:lnTo>
                <a:lnTo>
                  <a:pt x="33768" y="17716"/>
                </a:lnTo>
                <a:lnTo>
                  <a:pt x="32410" y="13616"/>
                </a:lnTo>
                <a:lnTo>
                  <a:pt x="30645" y="11036"/>
                </a:lnTo>
                <a:lnTo>
                  <a:pt x="31377" y="7651"/>
                </a:lnTo>
                <a:lnTo>
                  <a:pt x="31209" y="3795"/>
                </a:lnTo>
                <a:lnTo>
                  <a:pt x="27799" y="651"/>
                </a:lnTo>
                <a:lnTo>
                  <a:pt x="24623" y="0"/>
                </a:lnTo>
                <a:lnTo>
                  <a:pt x="21310" y="125"/>
                </a:lnTo>
                <a:lnTo>
                  <a:pt x="16744" y="2091"/>
                </a:lnTo>
                <a:lnTo>
                  <a:pt x="13057" y="4426"/>
                </a:lnTo>
                <a:lnTo>
                  <a:pt x="8753" y="6316"/>
                </a:lnTo>
                <a:lnTo>
                  <a:pt x="4709" y="9164"/>
                </a:lnTo>
                <a:lnTo>
                  <a:pt x="0" y="1298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EDF4986F-C6FF-4165-AB73-549733A9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1239" y="2037853"/>
            <a:ext cx="243380" cy="148984"/>
          </a:xfrm>
          <a:custGeom xmlns:a="http://schemas.openxmlformats.org/drawingml/2006/main">
            <a:pathLst>
              <a:path w="243380" h="148984">
                <a:moveTo>
                  <a:pt x="0" y="82212"/>
                </a:moveTo>
                <a:lnTo>
                  <a:pt x="457" y="68791"/>
                </a:lnTo>
                <a:lnTo>
                  <a:pt x="5551" y="59438"/>
                </a:lnTo>
                <a:lnTo>
                  <a:pt x="15406" y="50672"/>
                </a:lnTo>
                <a:lnTo>
                  <a:pt x="26150" y="41078"/>
                </a:lnTo>
                <a:lnTo>
                  <a:pt x="35239" y="29258"/>
                </a:lnTo>
                <a:lnTo>
                  <a:pt x="40075" y="14688"/>
                </a:lnTo>
                <a:lnTo>
                  <a:pt x="46039" y="5365"/>
                </a:lnTo>
                <a:lnTo>
                  <a:pt x="54863" y="1330"/>
                </a:lnTo>
                <a:lnTo>
                  <a:pt x="66630" y="0"/>
                </a:lnTo>
                <a:lnTo>
                  <a:pt x="78271" y="2559"/>
                </a:lnTo>
                <a:lnTo>
                  <a:pt x="93319" y="6972"/>
                </a:lnTo>
                <a:lnTo>
                  <a:pt x="105404" y="9114"/>
                </a:lnTo>
                <a:lnTo>
                  <a:pt x="118534" y="6091"/>
                </a:lnTo>
                <a:lnTo>
                  <a:pt x="132128" y="2227"/>
                </a:lnTo>
                <a:lnTo>
                  <a:pt x="143911" y="455"/>
                </a:lnTo>
                <a:lnTo>
                  <a:pt x="153901" y="362"/>
                </a:lnTo>
                <a:lnTo>
                  <a:pt x="165004" y="5939"/>
                </a:lnTo>
                <a:lnTo>
                  <a:pt x="171663" y="14402"/>
                </a:lnTo>
                <a:lnTo>
                  <a:pt x="179012" y="20284"/>
                </a:lnTo>
                <a:lnTo>
                  <a:pt x="180119" y="21187"/>
                </a:lnTo>
                <a:lnTo>
                  <a:pt x="194836" y="22552"/>
                </a:lnTo>
                <a:lnTo>
                  <a:pt x="211912" y="18365"/>
                </a:lnTo>
                <a:lnTo>
                  <a:pt x="224593" y="15759"/>
                </a:lnTo>
                <a:lnTo>
                  <a:pt x="234095" y="17388"/>
                </a:lnTo>
                <a:lnTo>
                  <a:pt x="239855" y="26677"/>
                </a:lnTo>
                <a:lnTo>
                  <a:pt x="243380" y="38061"/>
                </a:lnTo>
                <a:lnTo>
                  <a:pt x="241245" y="49686"/>
                </a:lnTo>
                <a:lnTo>
                  <a:pt x="234823" y="59868"/>
                </a:lnTo>
                <a:lnTo>
                  <a:pt x="223396" y="63806"/>
                </a:lnTo>
                <a:lnTo>
                  <a:pt x="213288" y="67364"/>
                </a:lnTo>
                <a:lnTo>
                  <a:pt x="201315" y="74753"/>
                </a:lnTo>
                <a:lnTo>
                  <a:pt x="195337" y="84517"/>
                </a:lnTo>
                <a:lnTo>
                  <a:pt x="194159" y="93579"/>
                </a:lnTo>
                <a:lnTo>
                  <a:pt x="196004" y="103167"/>
                </a:lnTo>
                <a:lnTo>
                  <a:pt x="200515" y="111116"/>
                </a:lnTo>
                <a:lnTo>
                  <a:pt x="195938" y="117899"/>
                </a:lnTo>
                <a:lnTo>
                  <a:pt x="189214" y="124169"/>
                </a:lnTo>
                <a:lnTo>
                  <a:pt x="180854" y="127346"/>
                </a:lnTo>
                <a:lnTo>
                  <a:pt x="173061" y="126648"/>
                </a:lnTo>
                <a:lnTo>
                  <a:pt x="163284" y="133246"/>
                </a:lnTo>
                <a:lnTo>
                  <a:pt x="154342" y="140746"/>
                </a:lnTo>
                <a:lnTo>
                  <a:pt x="146734" y="147418"/>
                </a:lnTo>
                <a:lnTo>
                  <a:pt x="141904" y="148984"/>
                </a:lnTo>
                <a:lnTo>
                  <a:pt x="140040" y="148921"/>
                </a:lnTo>
                <a:lnTo>
                  <a:pt x="135395" y="148763"/>
                </a:lnTo>
                <a:lnTo>
                  <a:pt x="125581" y="143663"/>
                </a:lnTo>
                <a:lnTo>
                  <a:pt x="116334" y="134688"/>
                </a:lnTo>
                <a:lnTo>
                  <a:pt x="109704" y="125360"/>
                </a:lnTo>
                <a:lnTo>
                  <a:pt x="101741" y="116862"/>
                </a:lnTo>
                <a:lnTo>
                  <a:pt x="92045" y="108304"/>
                </a:lnTo>
                <a:lnTo>
                  <a:pt x="80522" y="102280"/>
                </a:lnTo>
                <a:lnTo>
                  <a:pt x="65819" y="100474"/>
                </a:lnTo>
                <a:lnTo>
                  <a:pt x="52777" y="100904"/>
                </a:lnTo>
                <a:lnTo>
                  <a:pt x="41487" y="100953"/>
                </a:lnTo>
                <a:lnTo>
                  <a:pt x="29399" y="101279"/>
                </a:lnTo>
                <a:lnTo>
                  <a:pt x="26561" y="96959"/>
                </a:lnTo>
                <a:lnTo>
                  <a:pt x="20971" y="95903"/>
                </a:lnTo>
                <a:lnTo>
                  <a:pt x="17157" y="98700"/>
                </a:lnTo>
                <a:lnTo>
                  <a:pt x="12483" y="98227"/>
                </a:lnTo>
                <a:lnTo>
                  <a:pt x="5272" y="93223"/>
                </a:lnTo>
                <a:lnTo>
                  <a:pt x="0" y="8221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C579E55B-7059-400E-BABE-85B3F37A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8604" y="3733025"/>
            <a:ext cx="70444" cy="72060"/>
          </a:xfrm>
          <a:custGeom xmlns:a="http://schemas.openxmlformats.org/drawingml/2006/main">
            <a:pathLst>
              <a:path w="70444" h="72060">
                <a:moveTo>
                  <a:pt x="70444" y="72060"/>
                </a:moveTo>
                <a:lnTo>
                  <a:pt x="60396" y="71315"/>
                </a:lnTo>
                <a:lnTo>
                  <a:pt x="53246" y="69769"/>
                </a:lnTo>
                <a:lnTo>
                  <a:pt x="43132" y="64670"/>
                </a:lnTo>
                <a:lnTo>
                  <a:pt x="36738" y="55803"/>
                </a:lnTo>
                <a:lnTo>
                  <a:pt x="29928" y="52716"/>
                </a:lnTo>
                <a:lnTo>
                  <a:pt x="19957" y="50913"/>
                </a:lnTo>
                <a:lnTo>
                  <a:pt x="5017" y="46628"/>
                </a:lnTo>
                <a:lnTo>
                  <a:pt x="68" y="39056"/>
                </a:lnTo>
                <a:lnTo>
                  <a:pt x="0" y="32955"/>
                </a:lnTo>
                <a:lnTo>
                  <a:pt x="7206" y="24885"/>
                </a:lnTo>
                <a:lnTo>
                  <a:pt x="10158" y="15815"/>
                </a:lnTo>
                <a:lnTo>
                  <a:pt x="6907" y="5476"/>
                </a:lnTo>
                <a:lnTo>
                  <a:pt x="55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F135A03A-4D9E-47BB-B09F-828CF4A3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0024" y="3704155"/>
            <a:ext cx="24100" cy="28869"/>
          </a:xfrm>
          <a:custGeom xmlns:a="http://schemas.openxmlformats.org/drawingml/2006/main">
            <a:pathLst>
              <a:path w="24100" h="28869">
                <a:moveTo>
                  <a:pt x="24100" y="28869"/>
                </a:moveTo>
                <a:lnTo>
                  <a:pt x="17823" y="4085"/>
                </a:lnTo>
                <a:lnTo>
                  <a:pt x="8329" y="0"/>
                </a:lnTo>
                <a:lnTo>
                  <a:pt x="0" y="212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25A2ADDA-C2D5-42F2-BAC3-817BCC70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7695" y="2948038"/>
            <a:ext cx="812329" cy="790492"/>
          </a:xfrm>
          <a:custGeom xmlns:a="http://schemas.openxmlformats.org/drawingml/2006/main">
            <a:pathLst>
              <a:path w="812329" h="790492">
                <a:moveTo>
                  <a:pt x="812329" y="758239"/>
                </a:moveTo>
                <a:lnTo>
                  <a:pt x="797883" y="761917"/>
                </a:lnTo>
                <a:lnTo>
                  <a:pt x="781063" y="772175"/>
                </a:lnTo>
                <a:lnTo>
                  <a:pt x="775210" y="771775"/>
                </a:lnTo>
                <a:lnTo>
                  <a:pt x="770698" y="767483"/>
                </a:lnTo>
                <a:lnTo>
                  <a:pt x="769137" y="760017"/>
                </a:lnTo>
                <a:lnTo>
                  <a:pt x="766972" y="756365"/>
                </a:lnTo>
                <a:lnTo>
                  <a:pt x="761768" y="755206"/>
                </a:lnTo>
                <a:lnTo>
                  <a:pt x="754976" y="756979"/>
                </a:lnTo>
                <a:lnTo>
                  <a:pt x="751068" y="761954"/>
                </a:lnTo>
                <a:lnTo>
                  <a:pt x="749755" y="769247"/>
                </a:lnTo>
                <a:lnTo>
                  <a:pt x="746683" y="777219"/>
                </a:lnTo>
                <a:lnTo>
                  <a:pt x="748407" y="782842"/>
                </a:lnTo>
                <a:lnTo>
                  <a:pt x="744490" y="789428"/>
                </a:lnTo>
                <a:lnTo>
                  <a:pt x="737282" y="790492"/>
                </a:lnTo>
                <a:lnTo>
                  <a:pt x="727757" y="785506"/>
                </a:lnTo>
                <a:lnTo>
                  <a:pt x="706952" y="777299"/>
                </a:lnTo>
                <a:lnTo>
                  <a:pt x="689225" y="770731"/>
                </a:lnTo>
                <a:lnTo>
                  <a:pt x="683742" y="771513"/>
                </a:lnTo>
                <a:lnTo>
                  <a:pt x="678564" y="778133"/>
                </a:lnTo>
                <a:lnTo>
                  <a:pt x="673571" y="783165"/>
                </a:lnTo>
                <a:lnTo>
                  <a:pt x="670579" y="782445"/>
                </a:lnTo>
                <a:lnTo>
                  <a:pt x="666252" y="777744"/>
                </a:lnTo>
                <a:lnTo>
                  <a:pt x="664786" y="771248"/>
                </a:lnTo>
                <a:lnTo>
                  <a:pt x="667630" y="757560"/>
                </a:lnTo>
                <a:lnTo>
                  <a:pt x="666210" y="750879"/>
                </a:lnTo>
                <a:lnTo>
                  <a:pt x="663884" y="748570"/>
                </a:lnTo>
                <a:lnTo>
                  <a:pt x="659826" y="748527"/>
                </a:lnTo>
                <a:lnTo>
                  <a:pt x="656136" y="750472"/>
                </a:lnTo>
                <a:lnTo>
                  <a:pt x="649921" y="762036"/>
                </a:lnTo>
                <a:lnTo>
                  <a:pt x="640672" y="769597"/>
                </a:lnTo>
                <a:lnTo>
                  <a:pt x="634941" y="770252"/>
                </a:lnTo>
                <a:lnTo>
                  <a:pt x="630605" y="762243"/>
                </a:lnTo>
                <a:lnTo>
                  <a:pt x="617890" y="754884"/>
                </a:lnTo>
                <a:lnTo>
                  <a:pt x="609654" y="744530"/>
                </a:lnTo>
                <a:lnTo>
                  <a:pt x="603147" y="738170"/>
                </a:lnTo>
                <a:lnTo>
                  <a:pt x="597064" y="737091"/>
                </a:lnTo>
                <a:lnTo>
                  <a:pt x="596385" y="736805"/>
                </a:lnTo>
                <a:lnTo>
                  <a:pt x="591897" y="734949"/>
                </a:lnTo>
                <a:lnTo>
                  <a:pt x="590391" y="732651"/>
                </a:lnTo>
                <a:lnTo>
                  <a:pt x="590648" y="730420"/>
                </a:lnTo>
                <a:lnTo>
                  <a:pt x="595497" y="720048"/>
                </a:lnTo>
                <a:lnTo>
                  <a:pt x="599475" y="711335"/>
                </a:lnTo>
                <a:lnTo>
                  <a:pt x="603158" y="704928"/>
                </a:lnTo>
                <a:lnTo>
                  <a:pt x="602814" y="701633"/>
                </a:lnTo>
                <a:lnTo>
                  <a:pt x="598946" y="697889"/>
                </a:lnTo>
                <a:lnTo>
                  <a:pt x="591031" y="694849"/>
                </a:lnTo>
                <a:lnTo>
                  <a:pt x="580581" y="693148"/>
                </a:lnTo>
                <a:lnTo>
                  <a:pt x="572220" y="684885"/>
                </a:lnTo>
                <a:lnTo>
                  <a:pt x="569511" y="672129"/>
                </a:lnTo>
                <a:lnTo>
                  <a:pt x="567569" y="661724"/>
                </a:lnTo>
                <a:lnTo>
                  <a:pt x="569284" y="651679"/>
                </a:lnTo>
                <a:lnTo>
                  <a:pt x="569963" y="640989"/>
                </a:lnTo>
                <a:lnTo>
                  <a:pt x="563218" y="637182"/>
                </a:lnTo>
                <a:lnTo>
                  <a:pt x="553837" y="638757"/>
                </a:lnTo>
                <a:lnTo>
                  <a:pt x="545132" y="637981"/>
                </a:lnTo>
                <a:lnTo>
                  <a:pt x="536410" y="634565"/>
                </a:lnTo>
                <a:lnTo>
                  <a:pt x="530034" y="637981"/>
                </a:lnTo>
                <a:lnTo>
                  <a:pt x="523967" y="643502"/>
                </a:lnTo>
                <a:lnTo>
                  <a:pt x="520155" y="643823"/>
                </a:lnTo>
                <a:lnTo>
                  <a:pt x="516118" y="640175"/>
                </a:lnTo>
                <a:lnTo>
                  <a:pt x="511865" y="637504"/>
                </a:lnTo>
                <a:lnTo>
                  <a:pt x="508260" y="638451"/>
                </a:lnTo>
                <a:lnTo>
                  <a:pt x="507716" y="645719"/>
                </a:lnTo>
                <a:lnTo>
                  <a:pt x="505802" y="656105"/>
                </a:lnTo>
                <a:lnTo>
                  <a:pt x="500417" y="656093"/>
                </a:lnTo>
                <a:lnTo>
                  <a:pt x="495375" y="652361"/>
                </a:lnTo>
                <a:lnTo>
                  <a:pt x="492004" y="647268"/>
                </a:lnTo>
                <a:lnTo>
                  <a:pt x="489621" y="641835"/>
                </a:lnTo>
                <a:lnTo>
                  <a:pt x="486269" y="640068"/>
                </a:lnTo>
                <a:lnTo>
                  <a:pt x="483751" y="639695"/>
                </a:lnTo>
                <a:lnTo>
                  <a:pt x="477878" y="645460"/>
                </a:lnTo>
                <a:lnTo>
                  <a:pt x="470863" y="652374"/>
                </a:lnTo>
                <a:lnTo>
                  <a:pt x="468164" y="653742"/>
                </a:lnTo>
                <a:lnTo>
                  <a:pt x="464655" y="653785"/>
                </a:lnTo>
                <a:lnTo>
                  <a:pt x="462140" y="651367"/>
                </a:lnTo>
                <a:lnTo>
                  <a:pt x="460742" y="647817"/>
                </a:lnTo>
                <a:lnTo>
                  <a:pt x="461045" y="636571"/>
                </a:lnTo>
                <a:lnTo>
                  <a:pt x="460421" y="621290"/>
                </a:lnTo>
                <a:lnTo>
                  <a:pt x="461397" y="609473"/>
                </a:lnTo>
                <a:lnTo>
                  <a:pt x="464457" y="605174"/>
                </a:lnTo>
                <a:lnTo>
                  <a:pt x="468089" y="605254"/>
                </a:lnTo>
                <a:lnTo>
                  <a:pt x="473562" y="606253"/>
                </a:lnTo>
                <a:lnTo>
                  <a:pt x="480207" y="606400"/>
                </a:lnTo>
                <a:lnTo>
                  <a:pt x="483038" y="604248"/>
                </a:lnTo>
                <a:lnTo>
                  <a:pt x="482056" y="599448"/>
                </a:lnTo>
                <a:lnTo>
                  <a:pt x="477223" y="594798"/>
                </a:lnTo>
                <a:lnTo>
                  <a:pt x="473370" y="592276"/>
                </a:lnTo>
                <a:lnTo>
                  <a:pt x="467602" y="592064"/>
                </a:lnTo>
                <a:lnTo>
                  <a:pt x="462617" y="592948"/>
                </a:lnTo>
                <a:lnTo>
                  <a:pt x="459768" y="589942"/>
                </a:lnTo>
                <a:lnTo>
                  <a:pt x="457059" y="583667"/>
                </a:lnTo>
                <a:lnTo>
                  <a:pt x="454578" y="575305"/>
                </a:lnTo>
                <a:lnTo>
                  <a:pt x="452811" y="566458"/>
                </a:lnTo>
                <a:lnTo>
                  <a:pt x="448803" y="560003"/>
                </a:lnTo>
                <a:lnTo>
                  <a:pt x="442072" y="552931"/>
                </a:lnTo>
                <a:lnTo>
                  <a:pt x="438531" y="548519"/>
                </a:lnTo>
                <a:lnTo>
                  <a:pt x="438504" y="540316"/>
                </a:lnTo>
                <a:lnTo>
                  <a:pt x="440766" y="531468"/>
                </a:lnTo>
                <a:lnTo>
                  <a:pt x="443890" y="519885"/>
                </a:lnTo>
                <a:lnTo>
                  <a:pt x="450104" y="510459"/>
                </a:lnTo>
                <a:lnTo>
                  <a:pt x="455226" y="505194"/>
                </a:lnTo>
                <a:lnTo>
                  <a:pt x="454628" y="497879"/>
                </a:lnTo>
                <a:lnTo>
                  <a:pt x="430831" y="475947"/>
                </a:lnTo>
                <a:lnTo>
                  <a:pt x="412332" y="463532"/>
                </a:lnTo>
                <a:lnTo>
                  <a:pt x="401079" y="471075"/>
                </a:lnTo>
                <a:lnTo>
                  <a:pt x="397605" y="469787"/>
                </a:lnTo>
                <a:lnTo>
                  <a:pt x="391836" y="470373"/>
                </a:lnTo>
                <a:lnTo>
                  <a:pt x="384359" y="475677"/>
                </a:lnTo>
                <a:lnTo>
                  <a:pt x="373122" y="488742"/>
                </a:lnTo>
                <a:lnTo>
                  <a:pt x="356873" y="510723"/>
                </a:lnTo>
                <a:lnTo>
                  <a:pt x="347532" y="505556"/>
                </a:lnTo>
                <a:lnTo>
                  <a:pt x="344688" y="506155"/>
                </a:lnTo>
                <a:lnTo>
                  <a:pt x="343754" y="512842"/>
                </a:lnTo>
                <a:lnTo>
                  <a:pt x="340899" y="518700"/>
                </a:lnTo>
                <a:lnTo>
                  <a:pt x="334183" y="517651"/>
                </a:lnTo>
                <a:lnTo>
                  <a:pt x="330736" y="510316"/>
                </a:lnTo>
                <a:lnTo>
                  <a:pt x="325754" y="504218"/>
                </a:lnTo>
                <a:lnTo>
                  <a:pt x="320242" y="503608"/>
                </a:lnTo>
                <a:lnTo>
                  <a:pt x="313452" y="499367"/>
                </a:lnTo>
                <a:lnTo>
                  <a:pt x="304482" y="500743"/>
                </a:lnTo>
                <a:lnTo>
                  <a:pt x="298182" y="498766"/>
                </a:lnTo>
                <a:lnTo>
                  <a:pt x="296335" y="494861"/>
                </a:lnTo>
                <a:lnTo>
                  <a:pt x="296110" y="489705"/>
                </a:lnTo>
                <a:lnTo>
                  <a:pt x="297140" y="486457"/>
                </a:lnTo>
                <a:lnTo>
                  <a:pt x="296770" y="483789"/>
                </a:lnTo>
                <a:lnTo>
                  <a:pt x="294184" y="482133"/>
                </a:lnTo>
                <a:lnTo>
                  <a:pt x="284331" y="482555"/>
                </a:lnTo>
                <a:lnTo>
                  <a:pt x="281452" y="483264"/>
                </a:lnTo>
                <a:lnTo>
                  <a:pt x="277942" y="482000"/>
                </a:lnTo>
                <a:lnTo>
                  <a:pt x="272134" y="471591"/>
                </a:lnTo>
                <a:lnTo>
                  <a:pt x="270428" y="465757"/>
                </a:lnTo>
                <a:lnTo>
                  <a:pt x="271451" y="461245"/>
                </a:lnTo>
                <a:lnTo>
                  <a:pt x="275065" y="458389"/>
                </a:lnTo>
                <a:lnTo>
                  <a:pt x="279628" y="459663"/>
                </a:lnTo>
                <a:lnTo>
                  <a:pt x="290730" y="462108"/>
                </a:lnTo>
                <a:lnTo>
                  <a:pt x="299289" y="464636"/>
                </a:lnTo>
                <a:lnTo>
                  <a:pt x="304140" y="462629"/>
                </a:lnTo>
                <a:lnTo>
                  <a:pt x="304489" y="459171"/>
                </a:lnTo>
                <a:lnTo>
                  <a:pt x="300900" y="454105"/>
                </a:lnTo>
                <a:lnTo>
                  <a:pt x="294637" y="451331"/>
                </a:lnTo>
                <a:lnTo>
                  <a:pt x="288055" y="447496"/>
                </a:lnTo>
                <a:lnTo>
                  <a:pt x="285137" y="440993"/>
                </a:lnTo>
                <a:lnTo>
                  <a:pt x="281852" y="432781"/>
                </a:lnTo>
                <a:lnTo>
                  <a:pt x="276452" y="427374"/>
                </a:lnTo>
                <a:lnTo>
                  <a:pt x="280844" y="414663"/>
                </a:lnTo>
                <a:lnTo>
                  <a:pt x="283920" y="409007"/>
                </a:lnTo>
                <a:lnTo>
                  <a:pt x="285779" y="405499"/>
                </a:lnTo>
                <a:lnTo>
                  <a:pt x="288806" y="401292"/>
                </a:lnTo>
                <a:lnTo>
                  <a:pt x="286284" y="398950"/>
                </a:lnTo>
                <a:lnTo>
                  <a:pt x="281198" y="400449"/>
                </a:lnTo>
                <a:lnTo>
                  <a:pt x="276763" y="402132"/>
                </a:lnTo>
                <a:lnTo>
                  <a:pt x="273150" y="398668"/>
                </a:lnTo>
                <a:lnTo>
                  <a:pt x="271584" y="392584"/>
                </a:lnTo>
                <a:lnTo>
                  <a:pt x="273127" y="388098"/>
                </a:lnTo>
                <a:lnTo>
                  <a:pt x="279481" y="380101"/>
                </a:lnTo>
                <a:lnTo>
                  <a:pt x="281366" y="372098"/>
                </a:lnTo>
                <a:lnTo>
                  <a:pt x="272295" y="364497"/>
                </a:lnTo>
                <a:lnTo>
                  <a:pt x="268014" y="360137"/>
                </a:lnTo>
                <a:lnTo>
                  <a:pt x="261176" y="359991"/>
                </a:lnTo>
                <a:lnTo>
                  <a:pt x="255744" y="363488"/>
                </a:lnTo>
                <a:lnTo>
                  <a:pt x="251807" y="368716"/>
                </a:lnTo>
                <a:lnTo>
                  <a:pt x="244985" y="367663"/>
                </a:lnTo>
                <a:lnTo>
                  <a:pt x="236947" y="368435"/>
                </a:lnTo>
                <a:lnTo>
                  <a:pt x="230831" y="373021"/>
                </a:lnTo>
                <a:lnTo>
                  <a:pt x="228391" y="382752"/>
                </a:lnTo>
                <a:lnTo>
                  <a:pt x="227052" y="392436"/>
                </a:lnTo>
                <a:lnTo>
                  <a:pt x="232532" y="398593"/>
                </a:lnTo>
                <a:lnTo>
                  <a:pt x="239968" y="401262"/>
                </a:lnTo>
                <a:lnTo>
                  <a:pt x="242140" y="410522"/>
                </a:lnTo>
                <a:lnTo>
                  <a:pt x="236360" y="416671"/>
                </a:lnTo>
                <a:lnTo>
                  <a:pt x="230982" y="419476"/>
                </a:lnTo>
                <a:lnTo>
                  <a:pt x="226602" y="424468"/>
                </a:lnTo>
                <a:lnTo>
                  <a:pt x="221269" y="428012"/>
                </a:lnTo>
                <a:lnTo>
                  <a:pt x="212024" y="432627"/>
                </a:lnTo>
                <a:lnTo>
                  <a:pt x="204574" y="427541"/>
                </a:lnTo>
                <a:lnTo>
                  <a:pt x="199950" y="425238"/>
                </a:lnTo>
                <a:lnTo>
                  <a:pt x="196113" y="428994"/>
                </a:lnTo>
                <a:lnTo>
                  <a:pt x="195243" y="436768"/>
                </a:lnTo>
                <a:lnTo>
                  <a:pt x="191698" y="441780"/>
                </a:lnTo>
                <a:lnTo>
                  <a:pt x="183510" y="444744"/>
                </a:lnTo>
                <a:lnTo>
                  <a:pt x="176655" y="441653"/>
                </a:lnTo>
                <a:lnTo>
                  <a:pt x="170233" y="436542"/>
                </a:lnTo>
                <a:lnTo>
                  <a:pt x="161905" y="429127"/>
                </a:lnTo>
                <a:lnTo>
                  <a:pt x="153111" y="399438"/>
                </a:lnTo>
                <a:lnTo>
                  <a:pt x="155529" y="383004"/>
                </a:lnTo>
                <a:lnTo>
                  <a:pt x="159360" y="375372"/>
                </a:lnTo>
                <a:lnTo>
                  <a:pt x="166810" y="369084"/>
                </a:lnTo>
                <a:lnTo>
                  <a:pt x="176926" y="366712"/>
                </a:lnTo>
                <a:lnTo>
                  <a:pt x="178956" y="362666"/>
                </a:lnTo>
                <a:lnTo>
                  <a:pt x="175857" y="356267"/>
                </a:lnTo>
                <a:lnTo>
                  <a:pt x="170587" y="350186"/>
                </a:lnTo>
                <a:lnTo>
                  <a:pt x="169002" y="337934"/>
                </a:lnTo>
                <a:lnTo>
                  <a:pt x="165452" y="333505"/>
                </a:lnTo>
                <a:lnTo>
                  <a:pt x="162390" y="332010"/>
                </a:lnTo>
                <a:lnTo>
                  <a:pt x="159818" y="329947"/>
                </a:lnTo>
                <a:lnTo>
                  <a:pt x="159050" y="326477"/>
                </a:lnTo>
                <a:lnTo>
                  <a:pt x="156384" y="323130"/>
                </a:lnTo>
                <a:lnTo>
                  <a:pt x="152685" y="320723"/>
                </a:lnTo>
                <a:lnTo>
                  <a:pt x="149818" y="317954"/>
                </a:lnTo>
                <a:lnTo>
                  <a:pt x="143970" y="315788"/>
                </a:lnTo>
                <a:lnTo>
                  <a:pt x="141244" y="315425"/>
                </a:lnTo>
                <a:lnTo>
                  <a:pt x="138896" y="316482"/>
                </a:lnTo>
                <a:lnTo>
                  <a:pt x="135831" y="318363"/>
                </a:lnTo>
                <a:lnTo>
                  <a:pt x="129633" y="320113"/>
                </a:lnTo>
                <a:lnTo>
                  <a:pt x="120258" y="322570"/>
                </a:lnTo>
                <a:lnTo>
                  <a:pt x="111583" y="327222"/>
                </a:lnTo>
                <a:lnTo>
                  <a:pt x="108784" y="331258"/>
                </a:lnTo>
                <a:lnTo>
                  <a:pt x="104922" y="332484"/>
                </a:lnTo>
                <a:lnTo>
                  <a:pt x="101078" y="332270"/>
                </a:lnTo>
                <a:lnTo>
                  <a:pt x="91988" y="336178"/>
                </a:lnTo>
                <a:lnTo>
                  <a:pt x="85475" y="334651"/>
                </a:lnTo>
                <a:lnTo>
                  <a:pt x="81776" y="334628"/>
                </a:lnTo>
                <a:lnTo>
                  <a:pt x="79133" y="336922"/>
                </a:lnTo>
                <a:lnTo>
                  <a:pt x="73927" y="338943"/>
                </a:lnTo>
                <a:lnTo>
                  <a:pt x="71362" y="337898"/>
                </a:lnTo>
                <a:lnTo>
                  <a:pt x="70541" y="334613"/>
                </a:lnTo>
                <a:lnTo>
                  <a:pt x="70228" y="327570"/>
                </a:lnTo>
                <a:lnTo>
                  <a:pt x="71149" y="317991"/>
                </a:lnTo>
                <a:lnTo>
                  <a:pt x="76644" y="309058"/>
                </a:lnTo>
                <a:lnTo>
                  <a:pt x="82034" y="306661"/>
                </a:lnTo>
                <a:lnTo>
                  <a:pt x="91265" y="303844"/>
                </a:lnTo>
                <a:lnTo>
                  <a:pt x="101653" y="304636"/>
                </a:lnTo>
                <a:lnTo>
                  <a:pt x="107038" y="304640"/>
                </a:lnTo>
                <a:lnTo>
                  <a:pt x="112796" y="303469"/>
                </a:lnTo>
                <a:lnTo>
                  <a:pt x="116107" y="300892"/>
                </a:lnTo>
                <a:lnTo>
                  <a:pt x="116641" y="297093"/>
                </a:lnTo>
                <a:lnTo>
                  <a:pt x="116125" y="293182"/>
                </a:lnTo>
                <a:lnTo>
                  <a:pt x="109158" y="288790"/>
                </a:lnTo>
                <a:lnTo>
                  <a:pt x="108974" y="283898"/>
                </a:lnTo>
                <a:lnTo>
                  <a:pt x="114817" y="277531"/>
                </a:lnTo>
                <a:lnTo>
                  <a:pt x="123283" y="272176"/>
                </a:lnTo>
                <a:lnTo>
                  <a:pt x="126506" y="257704"/>
                </a:lnTo>
                <a:lnTo>
                  <a:pt x="126766" y="253582"/>
                </a:lnTo>
                <a:lnTo>
                  <a:pt x="125191" y="251976"/>
                </a:lnTo>
                <a:lnTo>
                  <a:pt x="118734" y="250307"/>
                </a:lnTo>
                <a:lnTo>
                  <a:pt x="115055" y="247468"/>
                </a:lnTo>
                <a:lnTo>
                  <a:pt x="111773" y="242293"/>
                </a:lnTo>
                <a:lnTo>
                  <a:pt x="112904" y="238506"/>
                </a:lnTo>
                <a:lnTo>
                  <a:pt x="110614" y="234518"/>
                </a:lnTo>
                <a:lnTo>
                  <a:pt x="108017" y="232895"/>
                </a:lnTo>
                <a:lnTo>
                  <a:pt x="102785" y="228095"/>
                </a:lnTo>
                <a:lnTo>
                  <a:pt x="100286" y="218790"/>
                </a:lnTo>
                <a:lnTo>
                  <a:pt x="96563" y="213931"/>
                </a:lnTo>
                <a:lnTo>
                  <a:pt x="89162" y="215487"/>
                </a:lnTo>
                <a:lnTo>
                  <a:pt x="82522" y="213999"/>
                </a:lnTo>
                <a:lnTo>
                  <a:pt x="77212" y="221080"/>
                </a:lnTo>
                <a:lnTo>
                  <a:pt x="73543" y="223017"/>
                </a:lnTo>
                <a:lnTo>
                  <a:pt x="71246" y="218079"/>
                </a:lnTo>
                <a:lnTo>
                  <a:pt x="72364" y="210898"/>
                </a:lnTo>
                <a:lnTo>
                  <a:pt x="70830" y="207487"/>
                </a:lnTo>
                <a:lnTo>
                  <a:pt x="58551" y="207657"/>
                </a:lnTo>
                <a:lnTo>
                  <a:pt x="53850" y="214089"/>
                </a:lnTo>
                <a:lnTo>
                  <a:pt x="50140" y="215007"/>
                </a:lnTo>
                <a:lnTo>
                  <a:pt x="47207" y="216417"/>
                </a:lnTo>
                <a:lnTo>
                  <a:pt x="42849" y="217186"/>
                </a:lnTo>
                <a:lnTo>
                  <a:pt x="38972" y="218539"/>
                </a:lnTo>
                <a:lnTo>
                  <a:pt x="35235" y="219057"/>
                </a:lnTo>
                <a:lnTo>
                  <a:pt x="32251" y="217947"/>
                </a:lnTo>
                <a:lnTo>
                  <a:pt x="30386" y="215195"/>
                </a:lnTo>
                <a:lnTo>
                  <a:pt x="30785" y="210882"/>
                </a:lnTo>
                <a:lnTo>
                  <a:pt x="29276" y="208804"/>
                </a:lnTo>
                <a:lnTo>
                  <a:pt x="24488" y="207624"/>
                </a:lnTo>
                <a:lnTo>
                  <a:pt x="21925" y="204407"/>
                </a:lnTo>
                <a:lnTo>
                  <a:pt x="23106" y="201673"/>
                </a:lnTo>
                <a:lnTo>
                  <a:pt x="24861" y="198246"/>
                </a:lnTo>
                <a:lnTo>
                  <a:pt x="25952" y="192490"/>
                </a:lnTo>
                <a:lnTo>
                  <a:pt x="22768" y="189668"/>
                </a:lnTo>
                <a:lnTo>
                  <a:pt x="18872" y="188738"/>
                </a:lnTo>
                <a:lnTo>
                  <a:pt x="16327" y="182460"/>
                </a:lnTo>
                <a:lnTo>
                  <a:pt x="17451" y="179444"/>
                </a:lnTo>
                <a:lnTo>
                  <a:pt x="19891" y="176151"/>
                </a:lnTo>
                <a:lnTo>
                  <a:pt x="23587" y="173697"/>
                </a:lnTo>
                <a:lnTo>
                  <a:pt x="23168" y="171427"/>
                </a:lnTo>
                <a:lnTo>
                  <a:pt x="19930" y="169468"/>
                </a:lnTo>
                <a:lnTo>
                  <a:pt x="20147" y="166642"/>
                </a:lnTo>
                <a:lnTo>
                  <a:pt x="22467" y="164040"/>
                </a:lnTo>
                <a:lnTo>
                  <a:pt x="26770" y="160997"/>
                </a:lnTo>
                <a:lnTo>
                  <a:pt x="33367" y="151949"/>
                </a:lnTo>
                <a:lnTo>
                  <a:pt x="32343" y="149445"/>
                </a:lnTo>
                <a:lnTo>
                  <a:pt x="28950" y="148627"/>
                </a:lnTo>
                <a:lnTo>
                  <a:pt x="24842" y="149175"/>
                </a:lnTo>
                <a:lnTo>
                  <a:pt x="20867" y="149091"/>
                </a:lnTo>
                <a:lnTo>
                  <a:pt x="15498" y="145508"/>
                </a:lnTo>
                <a:lnTo>
                  <a:pt x="9882" y="144122"/>
                </a:lnTo>
                <a:lnTo>
                  <a:pt x="2455" y="143454"/>
                </a:lnTo>
                <a:lnTo>
                  <a:pt x="0" y="141225"/>
                </a:lnTo>
                <a:lnTo>
                  <a:pt x="519" y="138444"/>
                </a:lnTo>
                <a:lnTo>
                  <a:pt x="2447" y="134717"/>
                </a:lnTo>
                <a:lnTo>
                  <a:pt x="3476" y="129145"/>
                </a:lnTo>
                <a:lnTo>
                  <a:pt x="10355" y="119386"/>
                </a:lnTo>
                <a:lnTo>
                  <a:pt x="17910" y="116401"/>
                </a:lnTo>
                <a:lnTo>
                  <a:pt x="20918" y="103482"/>
                </a:lnTo>
                <a:lnTo>
                  <a:pt x="24626" y="94413"/>
                </a:lnTo>
                <a:lnTo>
                  <a:pt x="22852" y="91969"/>
                </a:lnTo>
                <a:lnTo>
                  <a:pt x="12506" y="94546"/>
                </a:lnTo>
                <a:lnTo>
                  <a:pt x="6179" y="93110"/>
                </a:lnTo>
                <a:lnTo>
                  <a:pt x="5910" y="86255"/>
                </a:lnTo>
                <a:lnTo>
                  <a:pt x="9232" y="80354"/>
                </a:lnTo>
                <a:lnTo>
                  <a:pt x="17860" y="78881"/>
                </a:lnTo>
                <a:lnTo>
                  <a:pt x="23733" y="74754"/>
                </a:lnTo>
                <a:lnTo>
                  <a:pt x="26605" y="68846"/>
                </a:lnTo>
                <a:lnTo>
                  <a:pt x="32088" y="65639"/>
                </a:lnTo>
                <a:lnTo>
                  <a:pt x="37210" y="64735"/>
                </a:lnTo>
                <a:lnTo>
                  <a:pt x="41154" y="67650"/>
                </a:lnTo>
                <a:lnTo>
                  <a:pt x="46215" y="68831"/>
                </a:lnTo>
                <a:lnTo>
                  <a:pt x="49461" y="68194"/>
                </a:lnTo>
                <a:lnTo>
                  <a:pt x="51979" y="64072"/>
                </a:lnTo>
                <a:lnTo>
                  <a:pt x="52739" y="59687"/>
                </a:lnTo>
                <a:lnTo>
                  <a:pt x="55821" y="57306"/>
                </a:lnTo>
                <a:lnTo>
                  <a:pt x="62430" y="55799"/>
                </a:lnTo>
                <a:lnTo>
                  <a:pt x="66056" y="49458"/>
                </a:lnTo>
                <a:lnTo>
                  <a:pt x="68122" y="41046"/>
                </a:lnTo>
                <a:lnTo>
                  <a:pt x="74873" y="37143"/>
                </a:lnTo>
                <a:lnTo>
                  <a:pt x="83555" y="33773"/>
                </a:lnTo>
                <a:lnTo>
                  <a:pt x="86107" y="31772"/>
                </a:lnTo>
                <a:lnTo>
                  <a:pt x="87526" y="28716"/>
                </a:lnTo>
                <a:lnTo>
                  <a:pt x="88828" y="25986"/>
                </a:lnTo>
                <a:lnTo>
                  <a:pt x="90491" y="25457"/>
                </a:lnTo>
                <a:lnTo>
                  <a:pt x="93027" y="26171"/>
                </a:lnTo>
                <a:lnTo>
                  <a:pt x="94498" y="28307"/>
                </a:lnTo>
                <a:lnTo>
                  <a:pt x="98034" y="32999"/>
                </a:lnTo>
                <a:lnTo>
                  <a:pt x="100783" y="37146"/>
                </a:lnTo>
                <a:lnTo>
                  <a:pt x="103586" y="39701"/>
                </a:lnTo>
                <a:lnTo>
                  <a:pt x="109416" y="45378"/>
                </a:lnTo>
                <a:lnTo>
                  <a:pt x="112817" y="45222"/>
                </a:lnTo>
                <a:lnTo>
                  <a:pt x="115622" y="43230"/>
                </a:lnTo>
                <a:lnTo>
                  <a:pt x="126960" y="38694"/>
                </a:lnTo>
                <a:lnTo>
                  <a:pt x="135471" y="34358"/>
                </a:lnTo>
                <a:lnTo>
                  <a:pt x="137897" y="30878"/>
                </a:lnTo>
                <a:lnTo>
                  <a:pt x="138614" y="25227"/>
                </a:lnTo>
                <a:lnTo>
                  <a:pt x="134127" y="21140"/>
                </a:lnTo>
                <a:lnTo>
                  <a:pt x="123979" y="21797"/>
                </a:lnTo>
                <a:lnTo>
                  <a:pt x="115763" y="19161"/>
                </a:lnTo>
                <a:lnTo>
                  <a:pt x="109680" y="13943"/>
                </a:lnTo>
                <a:lnTo>
                  <a:pt x="109569" y="9299"/>
                </a:lnTo>
                <a:lnTo>
                  <a:pt x="117877" y="1250"/>
                </a:lnTo>
                <a:lnTo>
                  <a:pt x="127312" y="0"/>
                </a:lnTo>
                <a:lnTo>
                  <a:pt x="129229" y="6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39F5FDA0-A911-404B-9D8E-0AC969CE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246" y="2912988"/>
            <a:ext cx="38159" cy="35417"/>
          </a:xfrm>
          <a:custGeom xmlns:a="http://schemas.openxmlformats.org/drawingml/2006/main">
            <a:pathLst>
              <a:path w="38159" h="35417">
                <a:moveTo>
                  <a:pt x="25678" y="35110"/>
                </a:moveTo>
                <a:lnTo>
                  <a:pt x="35383" y="35417"/>
                </a:lnTo>
                <a:lnTo>
                  <a:pt x="38159" y="31736"/>
                </a:lnTo>
                <a:lnTo>
                  <a:pt x="35080" y="26263"/>
                </a:lnTo>
                <a:lnTo>
                  <a:pt x="27132" y="22923"/>
                </a:lnTo>
                <a:lnTo>
                  <a:pt x="19192" y="19618"/>
                </a:lnTo>
                <a:lnTo>
                  <a:pt x="16184" y="15801"/>
                </a:lnTo>
                <a:lnTo>
                  <a:pt x="13782" y="11241"/>
                </a:lnTo>
                <a:lnTo>
                  <a:pt x="9591" y="3940"/>
                </a:lnTo>
                <a:lnTo>
                  <a:pt x="8103" y="2159"/>
                </a:lnTo>
                <a:lnTo>
                  <a:pt x="6070" y="632"/>
                </a:lnTo>
                <a:lnTo>
                  <a:pt x="4199" y="0"/>
                </a:lnTo>
                <a:lnTo>
                  <a:pt x="2226" y="586"/>
                </a:lnTo>
                <a:lnTo>
                  <a:pt x="1057" y="1777"/>
                </a:lnTo>
                <a:lnTo>
                  <a:pt x="0" y="661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64520D43-81B6-41C8-897F-24C19F33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235" y="2108849"/>
            <a:ext cx="746011" cy="822426"/>
          </a:xfrm>
          <a:custGeom xmlns:a="http://schemas.openxmlformats.org/drawingml/2006/main">
            <a:pathLst>
              <a:path w="746011" h="822426">
                <a:moveTo>
                  <a:pt x="746011" y="810749"/>
                </a:moveTo>
                <a:lnTo>
                  <a:pt x="744548" y="817443"/>
                </a:lnTo>
                <a:lnTo>
                  <a:pt x="741404" y="822426"/>
                </a:lnTo>
                <a:lnTo>
                  <a:pt x="735753" y="822082"/>
                </a:lnTo>
                <a:lnTo>
                  <a:pt x="733825" y="818624"/>
                </a:lnTo>
                <a:lnTo>
                  <a:pt x="735706" y="812402"/>
                </a:lnTo>
                <a:lnTo>
                  <a:pt x="736910" y="806582"/>
                </a:lnTo>
                <a:lnTo>
                  <a:pt x="734035" y="802091"/>
                </a:lnTo>
                <a:lnTo>
                  <a:pt x="729176" y="800934"/>
                </a:lnTo>
                <a:lnTo>
                  <a:pt x="722902" y="802689"/>
                </a:lnTo>
                <a:lnTo>
                  <a:pt x="719576" y="809329"/>
                </a:lnTo>
                <a:lnTo>
                  <a:pt x="710379" y="811919"/>
                </a:lnTo>
                <a:lnTo>
                  <a:pt x="699874" y="811012"/>
                </a:lnTo>
                <a:lnTo>
                  <a:pt x="693839" y="806744"/>
                </a:lnTo>
                <a:lnTo>
                  <a:pt x="692313" y="799822"/>
                </a:lnTo>
                <a:lnTo>
                  <a:pt x="693643" y="794743"/>
                </a:lnTo>
                <a:lnTo>
                  <a:pt x="690048" y="791543"/>
                </a:lnTo>
                <a:lnTo>
                  <a:pt x="685798" y="790466"/>
                </a:lnTo>
                <a:lnTo>
                  <a:pt x="680656" y="791064"/>
                </a:lnTo>
                <a:lnTo>
                  <a:pt x="674593" y="789908"/>
                </a:lnTo>
                <a:lnTo>
                  <a:pt x="660334" y="792997"/>
                </a:lnTo>
                <a:lnTo>
                  <a:pt x="654754" y="791001"/>
                </a:lnTo>
                <a:lnTo>
                  <a:pt x="656687" y="785926"/>
                </a:lnTo>
                <a:lnTo>
                  <a:pt x="659186" y="778775"/>
                </a:lnTo>
                <a:lnTo>
                  <a:pt x="656003" y="769192"/>
                </a:lnTo>
                <a:lnTo>
                  <a:pt x="649494" y="763713"/>
                </a:lnTo>
                <a:lnTo>
                  <a:pt x="642692" y="760310"/>
                </a:lnTo>
                <a:lnTo>
                  <a:pt x="636589" y="760740"/>
                </a:lnTo>
                <a:lnTo>
                  <a:pt x="627545" y="761689"/>
                </a:lnTo>
                <a:lnTo>
                  <a:pt x="618845" y="758281"/>
                </a:lnTo>
                <a:lnTo>
                  <a:pt x="616531" y="756837"/>
                </a:lnTo>
                <a:lnTo>
                  <a:pt x="594683" y="745248"/>
                </a:lnTo>
                <a:lnTo>
                  <a:pt x="584637" y="742719"/>
                </a:lnTo>
                <a:lnTo>
                  <a:pt x="578455" y="745513"/>
                </a:lnTo>
                <a:lnTo>
                  <a:pt x="574564" y="751921"/>
                </a:lnTo>
                <a:lnTo>
                  <a:pt x="571021" y="753896"/>
                </a:lnTo>
                <a:lnTo>
                  <a:pt x="567193" y="751111"/>
                </a:lnTo>
                <a:lnTo>
                  <a:pt x="567533" y="745567"/>
                </a:lnTo>
                <a:lnTo>
                  <a:pt x="568789" y="736126"/>
                </a:lnTo>
                <a:lnTo>
                  <a:pt x="569686" y="727580"/>
                </a:lnTo>
                <a:lnTo>
                  <a:pt x="564760" y="721527"/>
                </a:lnTo>
                <a:lnTo>
                  <a:pt x="567065" y="717559"/>
                </a:lnTo>
                <a:lnTo>
                  <a:pt x="574866" y="716559"/>
                </a:lnTo>
                <a:lnTo>
                  <a:pt x="581932" y="715780"/>
                </a:lnTo>
                <a:lnTo>
                  <a:pt x="583582" y="707999"/>
                </a:lnTo>
                <a:lnTo>
                  <a:pt x="574253" y="698072"/>
                </a:lnTo>
                <a:lnTo>
                  <a:pt x="561968" y="699827"/>
                </a:lnTo>
                <a:lnTo>
                  <a:pt x="543127" y="706721"/>
                </a:lnTo>
                <a:lnTo>
                  <a:pt x="534715" y="706046"/>
                </a:lnTo>
                <a:lnTo>
                  <a:pt x="528241" y="698472"/>
                </a:lnTo>
                <a:lnTo>
                  <a:pt x="517727" y="697844"/>
                </a:lnTo>
                <a:lnTo>
                  <a:pt x="492355" y="695279"/>
                </a:lnTo>
                <a:lnTo>
                  <a:pt x="469320" y="681995"/>
                </a:lnTo>
                <a:lnTo>
                  <a:pt x="468197" y="672745"/>
                </a:lnTo>
                <a:lnTo>
                  <a:pt x="462790" y="661042"/>
                </a:lnTo>
                <a:lnTo>
                  <a:pt x="458016" y="643500"/>
                </a:lnTo>
                <a:lnTo>
                  <a:pt x="458993" y="635559"/>
                </a:lnTo>
                <a:lnTo>
                  <a:pt x="459493" y="630970"/>
                </a:lnTo>
                <a:lnTo>
                  <a:pt x="456046" y="627876"/>
                </a:lnTo>
                <a:lnTo>
                  <a:pt x="450640" y="629118"/>
                </a:lnTo>
                <a:lnTo>
                  <a:pt x="447155" y="626684"/>
                </a:lnTo>
                <a:lnTo>
                  <a:pt x="446119" y="624112"/>
                </a:lnTo>
                <a:lnTo>
                  <a:pt x="448681" y="621671"/>
                </a:lnTo>
                <a:lnTo>
                  <a:pt x="453856" y="617987"/>
                </a:lnTo>
                <a:lnTo>
                  <a:pt x="454335" y="613101"/>
                </a:lnTo>
                <a:lnTo>
                  <a:pt x="452977" y="609000"/>
                </a:lnTo>
                <a:lnTo>
                  <a:pt x="451212" y="606421"/>
                </a:lnTo>
                <a:lnTo>
                  <a:pt x="451944" y="603036"/>
                </a:lnTo>
                <a:lnTo>
                  <a:pt x="451777" y="599179"/>
                </a:lnTo>
                <a:lnTo>
                  <a:pt x="448366" y="596035"/>
                </a:lnTo>
                <a:lnTo>
                  <a:pt x="445190" y="595385"/>
                </a:lnTo>
                <a:lnTo>
                  <a:pt x="441877" y="595510"/>
                </a:lnTo>
                <a:lnTo>
                  <a:pt x="437311" y="597475"/>
                </a:lnTo>
                <a:lnTo>
                  <a:pt x="433624" y="599810"/>
                </a:lnTo>
                <a:lnTo>
                  <a:pt x="429320" y="601700"/>
                </a:lnTo>
                <a:lnTo>
                  <a:pt x="425276" y="604549"/>
                </a:lnTo>
                <a:lnTo>
                  <a:pt x="420567" y="608367"/>
                </a:lnTo>
                <a:lnTo>
                  <a:pt x="364964" y="638231"/>
                </a:lnTo>
                <a:lnTo>
                  <a:pt x="351797" y="644638"/>
                </a:lnTo>
                <a:lnTo>
                  <a:pt x="350063" y="644884"/>
                </a:lnTo>
                <a:lnTo>
                  <a:pt x="348343" y="644715"/>
                </a:lnTo>
                <a:lnTo>
                  <a:pt x="331218" y="641462"/>
                </a:lnTo>
                <a:lnTo>
                  <a:pt x="327096" y="639184"/>
                </a:lnTo>
                <a:lnTo>
                  <a:pt x="324230" y="638324"/>
                </a:lnTo>
                <a:lnTo>
                  <a:pt x="318210" y="637076"/>
                </a:lnTo>
                <a:lnTo>
                  <a:pt x="312694" y="634412"/>
                </a:lnTo>
                <a:lnTo>
                  <a:pt x="311504" y="633108"/>
                </a:lnTo>
                <a:lnTo>
                  <a:pt x="310857" y="631890"/>
                </a:lnTo>
                <a:lnTo>
                  <a:pt x="310606" y="630346"/>
                </a:lnTo>
                <a:lnTo>
                  <a:pt x="310930" y="628855"/>
                </a:lnTo>
                <a:lnTo>
                  <a:pt x="311478" y="627890"/>
                </a:lnTo>
                <a:lnTo>
                  <a:pt x="313025" y="627188"/>
                </a:lnTo>
                <a:lnTo>
                  <a:pt x="315382" y="626784"/>
                </a:lnTo>
                <a:lnTo>
                  <a:pt x="317215" y="626609"/>
                </a:lnTo>
                <a:lnTo>
                  <a:pt x="318348" y="626325"/>
                </a:lnTo>
                <a:lnTo>
                  <a:pt x="319436" y="625140"/>
                </a:lnTo>
                <a:lnTo>
                  <a:pt x="322582" y="616527"/>
                </a:lnTo>
                <a:lnTo>
                  <a:pt x="322844" y="614763"/>
                </a:lnTo>
                <a:lnTo>
                  <a:pt x="322872" y="613797"/>
                </a:lnTo>
                <a:lnTo>
                  <a:pt x="322609" y="612889"/>
                </a:lnTo>
                <a:lnTo>
                  <a:pt x="321764" y="612462"/>
                </a:lnTo>
                <a:lnTo>
                  <a:pt x="320591" y="612278"/>
                </a:lnTo>
                <a:lnTo>
                  <a:pt x="318760" y="612402"/>
                </a:lnTo>
                <a:lnTo>
                  <a:pt x="312303" y="612539"/>
                </a:lnTo>
                <a:lnTo>
                  <a:pt x="306037" y="611402"/>
                </a:lnTo>
                <a:lnTo>
                  <a:pt x="301421" y="610397"/>
                </a:lnTo>
                <a:lnTo>
                  <a:pt x="299822" y="609647"/>
                </a:lnTo>
                <a:lnTo>
                  <a:pt x="297608" y="608817"/>
                </a:lnTo>
                <a:lnTo>
                  <a:pt x="295846" y="608401"/>
                </a:lnTo>
                <a:lnTo>
                  <a:pt x="293866" y="608588"/>
                </a:lnTo>
                <a:lnTo>
                  <a:pt x="292186" y="609481"/>
                </a:lnTo>
                <a:lnTo>
                  <a:pt x="290624" y="611082"/>
                </a:lnTo>
                <a:lnTo>
                  <a:pt x="288291" y="613921"/>
                </a:lnTo>
                <a:lnTo>
                  <a:pt x="287543" y="614786"/>
                </a:lnTo>
                <a:lnTo>
                  <a:pt x="286888" y="615010"/>
                </a:lnTo>
                <a:lnTo>
                  <a:pt x="285806" y="614973"/>
                </a:lnTo>
                <a:lnTo>
                  <a:pt x="284383" y="614416"/>
                </a:lnTo>
                <a:lnTo>
                  <a:pt x="282952" y="613476"/>
                </a:lnTo>
                <a:lnTo>
                  <a:pt x="282279" y="612308"/>
                </a:lnTo>
                <a:lnTo>
                  <a:pt x="281693" y="609600"/>
                </a:lnTo>
                <a:lnTo>
                  <a:pt x="280866" y="606959"/>
                </a:lnTo>
                <a:lnTo>
                  <a:pt x="279539" y="604310"/>
                </a:lnTo>
                <a:lnTo>
                  <a:pt x="276055" y="599916"/>
                </a:lnTo>
                <a:lnTo>
                  <a:pt x="275179" y="598605"/>
                </a:lnTo>
                <a:lnTo>
                  <a:pt x="274975" y="597462"/>
                </a:lnTo>
                <a:lnTo>
                  <a:pt x="275249" y="595512"/>
                </a:lnTo>
                <a:lnTo>
                  <a:pt x="277145" y="592124"/>
                </a:lnTo>
                <a:lnTo>
                  <a:pt x="279468" y="588818"/>
                </a:lnTo>
                <a:lnTo>
                  <a:pt x="280460" y="586595"/>
                </a:lnTo>
                <a:lnTo>
                  <a:pt x="280871" y="584769"/>
                </a:lnTo>
                <a:lnTo>
                  <a:pt x="280375" y="582988"/>
                </a:lnTo>
                <a:lnTo>
                  <a:pt x="278862" y="582385"/>
                </a:lnTo>
                <a:lnTo>
                  <a:pt x="276510" y="582050"/>
                </a:lnTo>
                <a:lnTo>
                  <a:pt x="274061" y="582349"/>
                </a:lnTo>
                <a:lnTo>
                  <a:pt x="271233" y="582931"/>
                </a:lnTo>
                <a:lnTo>
                  <a:pt x="266621" y="584777"/>
                </a:lnTo>
                <a:lnTo>
                  <a:pt x="262891" y="587178"/>
                </a:lnTo>
                <a:lnTo>
                  <a:pt x="260065" y="589643"/>
                </a:lnTo>
                <a:lnTo>
                  <a:pt x="257117" y="591376"/>
                </a:lnTo>
                <a:lnTo>
                  <a:pt x="253058" y="593036"/>
                </a:lnTo>
                <a:lnTo>
                  <a:pt x="249033" y="593985"/>
                </a:lnTo>
                <a:lnTo>
                  <a:pt x="245600" y="593453"/>
                </a:lnTo>
                <a:lnTo>
                  <a:pt x="244151" y="592148"/>
                </a:lnTo>
                <a:lnTo>
                  <a:pt x="243784" y="589845"/>
                </a:lnTo>
                <a:lnTo>
                  <a:pt x="244570" y="587276"/>
                </a:lnTo>
                <a:lnTo>
                  <a:pt x="247517" y="583203"/>
                </a:lnTo>
                <a:lnTo>
                  <a:pt x="251202" y="579146"/>
                </a:lnTo>
                <a:lnTo>
                  <a:pt x="252467" y="577790"/>
                </a:lnTo>
                <a:lnTo>
                  <a:pt x="252984" y="575839"/>
                </a:lnTo>
                <a:lnTo>
                  <a:pt x="253046" y="574467"/>
                </a:lnTo>
                <a:lnTo>
                  <a:pt x="252551" y="573102"/>
                </a:lnTo>
                <a:lnTo>
                  <a:pt x="251321" y="571609"/>
                </a:lnTo>
                <a:lnTo>
                  <a:pt x="249796" y="570777"/>
                </a:lnTo>
                <a:lnTo>
                  <a:pt x="248865" y="570025"/>
                </a:lnTo>
                <a:lnTo>
                  <a:pt x="247983" y="568273"/>
                </a:lnTo>
                <a:lnTo>
                  <a:pt x="246871" y="566767"/>
                </a:lnTo>
                <a:lnTo>
                  <a:pt x="245823" y="566028"/>
                </a:lnTo>
                <a:lnTo>
                  <a:pt x="244400" y="565606"/>
                </a:lnTo>
                <a:lnTo>
                  <a:pt x="243160" y="565462"/>
                </a:lnTo>
                <a:lnTo>
                  <a:pt x="242018" y="565729"/>
                </a:lnTo>
                <a:lnTo>
                  <a:pt x="240224" y="566711"/>
                </a:lnTo>
                <a:lnTo>
                  <a:pt x="238472" y="568365"/>
                </a:lnTo>
                <a:lnTo>
                  <a:pt x="236187" y="570832"/>
                </a:lnTo>
                <a:lnTo>
                  <a:pt x="234269" y="572184"/>
                </a:lnTo>
                <a:lnTo>
                  <a:pt x="230974" y="573387"/>
                </a:lnTo>
                <a:lnTo>
                  <a:pt x="229202" y="573717"/>
                </a:lnTo>
                <a:lnTo>
                  <a:pt x="226955" y="574030"/>
                </a:lnTo>
                <a:lnTo>
                  <a:pt x="222250" y="573862"/>
                </a:lnTo>
                <a:lnTo>
                  <a:pt x="220294" y="573041"/>
                </a:lnTo>
                <a:lnTo>
                  <a:pt x="219410" y="572086"/>
                </a:lnTo>
                <a:lnTo>
                  <a:pt x="217822" y="570293"/>
                </a:lnTo>
                <a:lnTo>
                  <a:pt x="213580" y="563338"/>
                </a:lnTo>
                <a:lnTo>
                  <a:pt x="213392" y="562008"/>
                </a:lnTo>
                <a:lnTo>
                  <a:pt x="213998" y="560705"/>
                </a:lnTo>
                <a:lnTo>
                  <a:pt x="215187" y="559533"/>
                </a:lnTo>
                <a:lnTo>
                  <a:pt x="216871" y="558674"/>
                </a:lnTo>
                <a:lnTo>
                  <a:pt x="223381" y="555163"/>
                </a:lnTo>
                <a:lnTo>
                  <a:pt x="224577" y="554211"/>
                </a:lnTo>
                <a:lnTo>
                  <a:pt x="225274" y="552911"/>
                </a:lnTo>
                <a:lnTo>
                  <a:pt x="225246" y="551655"/>
                </a:lnTo>
                <a:lnTo>
                  <a:pt x="224844" y="549639"/>
                </a:lnTo>
                <a:lnTo>
                  <a:pt x="224440" y="548260"/>
                </a:lnTo>
                <a:lnTo>
                  <a:pt x="223273" y="546710"/>
                </a:lnTo>
                <a:lnTo>
                  <a:pt x="221613" y="545085"/>
                </a:lnTo>
                <a:lnTo>
                  <a:pt x="219223" y="543655"/>
                </a:lnTo>
                <a:lnTo>
                  <a:pt x="217538" y="543496"/>
                </a:lnTo>
                <a:lnTo>
                  <a:pt x="214801" y="543929"/>
                </a:lnTo>
                <a:lnTo>
                  <a:pt x="211865" y="544872"/>
                </a:lnTo>
                <a:lnTo>
                  <a:pt x="208604" y="544787"/>
                </a:lnTo>
                <a:lnTo>
                  <a:pt x="205076" y="544209"/>
                </a:lnTo>
                <a:lnTo>
                  <a:pt x="199259" y="542671"/>
                </a:lnTo>
                <a:lnTo>
                  <a:pt x="197658" y="541514"/>
                </a:lnTo>
                <a:lnTo>
                  <a:pt x="196877" y="540384"/>
                </a:lnTo>
                <a:lnTo>
                  <a:pt x="196116" y="538671"/>
                </a:lnTo>
                <a:lnTo>
                  <a:pt x="196243" y="536571"/>
                </a:lnTo>
                <a:lnTo>
                  <a:pt x="197510" y="532916"/>
                </a:lnTo>
                <a:lnTo>
                  <a:pt x="198836" y="530535"/>
                </a:lnTo>
                <a:lnTo>
                  <a:pt x="200217" y="529055"/>
                </a:lnTo>
                <a:lnTo>
                  <a:pt x="202331" y="527914"/>
                </a:lnTo>
                <a:lnTo>
                  <a:pt x="208520" y="525647"/>
                </a:lnTo>
                <a:lnTo>
                  <a:pt x="209737" y="524976"/>
                </a:lnTo>
                <a:lnTo>
                  <a:pt x="210284" y="524079"/>
                </a:lnTo>
                <a:lnTo>
                  <a:pt x="210114" y="522529"/>
                </a:lnTo>
                <a:lnTo>
                  <a:pt x="208792" y="518557"/>
                </a:lnTo>
                <a:lnTo>
                  <a:pt x="207052" y="514350"/>
                </a:lnTo>
                <a:lnTo>
                  <a:pt x="205392" y="510485"/>
                </a:lnTo>
                <a:lnTo>
                  <a:pt x="202891" y="506370"/>
                </a:lnTo>
                <a:lnTo>
                  <a:pt x="201256" y="504287"/>
                </a:lnTo>
                <a:lnTo>
                  <a:pt x="198746" y="502819"/>
                </a:lnTo>
                <a:lnTo>
                  <a:pt x="196301" y="502397"/>
                </a:lnTo>
                <a:lnTo>
                  <a:pt x="192735" y="503090"/>
                </a:lnTo>
                <a:lnTo>
                  <a:pt x="189569" y="504688"/>
                </a:lnTo>
                <a:lnTo>
                  <a:pt x="186441" y="505022"/>
                </a:lnTo>
                <a:lnTo>
                  <a:pt x="184196" y="504802"/>
                </a:lnTo>
                <a:lnTo>
                  <a:pt x="180391" y="503459"/>
                </a:lnTo>
                <a:lnTo>
                  <a:pt x="176416" y="503248"/>
                </a:lnTo>
                <a:lnTo>
                  <a:pt x="171423" y="503655"/>
                </a:lnTo>
                <a:lnTo>
                  <a:pt x="169865" y="502601"/>
                </a:lnTo>
                <a:lnTo>
                  <a:pt x="169082" y="501073"/>
                </a:lnTo>
                <a:lnTo>
                  <a:pt x="169765" y="498102"/>
                </a:lnTo>
                <a:lnTo>
                  <a:pt x="171184" y="494757"/>
                </a:lnTo>
                <a:lnTo>
                  <a:pt x="173587" y="491217"/>
                </a:lnTo>
                <a:lnTo>
                  <a:pt x="174635" y="488962"/>
                </a:lnTo>
                <a:lnTo>
                  <a:pt x="177461" y="482637"/>
                </a:lnTo>
                <a:lnTo>
                  <a:pt x="179228" y="480084"/>
                </a:lnTo>
                <a:lnTo>
                  <a:pt x="180833" y="477806"/>
                </a:lnTo>
                <a:lnTo>
                  <a:pt x="181703" y="475283"/>
                </a:lnTo>
                <a:lnTo>
                  <a:pt x="184356" y="465117"/>
                </a:lnTo>
                <a:lnTo>
                  <a:pt x="185069" y="463513"/>
                </a:lnTo>
                <a:lnTo>
                  <a:pt x="186379" y="462319"/>
                </a:lnTo>
                <a:lnTo>
                  <a:pt x="192025" y="459678"/>
                </a:lnTo>
                <a:lnTo>
                  <a:pt x="193800" y="458814"/>
                </a:lnTo>
                <a:lnTo>
                  <a:pt x="194878" y="457756"/>
                </a:lnTo>
                <a:lnTo>
                  <a:pt x="195147" y="455500"/>
                </a:lnTo>
                <a:lnTo>
                  <a:pt x="194001" y="449167"/>
                </a:lnTo>
                <a:lnTo>
                  <a:pt x="193454" y="446502"/>
                </a:lnTo>
                <a:lnTo>
                  <a:pt x="192413" y="443489"/>
                </a:lnTo>
                <a:lnTo>
                  <a:pt x="189137" y="436278"/>
                </a:lnTo>
                <a:lnTo>
                  <a:pt x="184956" y="428408"/>
                </a:lnTo>
                <a:lnTo>
                  <a:pt x="183075" y="426148"/>
                </a:lnTo>
                <a:lnTo>
                  <a:pt x="182264" y="424703"/>
                </a:lnTo>
                <a:lnTo>
                  <a:pt x="182048" y="423161"/>
                </a:lnTo>
                <a:lnTo>
                  <a:pt x="182357" y="421661"/>
                </a:lnTo>
                <a:lnTo>
                  <a:pt x="184088" y="420176"/>
                </a:lnTo>
                <a:lnTo>
                  <a:pt x="187936" y="417873"/>
                </a:lnTo>
                <a:lnTo>
                  <a:pt x="190447" y="416626"/>
                </a:lnTo>
                <a:lnTo>
                  <a:pt x="191843" y="416504"/>
                </a:lnTo>
                <a:lnTo>
                  <a:pt x="193384" y="417176"/>
                </a:lnTo>
                <a:lnTo>
                  <a:pt x="194481" y="418833"/>
                </a:lnTo>
                <a:lnTo>
                  <a:pt x="194848" y="421882"/>
                </a:lnTo>
                <a:lnTo>
                  <a:pt x="195392" y="423436"/>
                </a:lnTo>
                <a:lnTo>
                  <a:pt x="196460" y="423888"/>
                </a:lnTo>
                <a:lnTo>
                  <a:pt x="197668" y="423760"/>
                </a:lnTo>
                <a:lnTo>
                  <a:pt x="199774" y="422703"/>
                </a:lnTo>
                <a:lnTo>
                  <a:pt x="205808" y="416215"/>
                </a:lnTo>
                <a:lnTo>
                  <a:pt x="206417" y="414667"/>
                </a:lnTo>
                <a:lnTo>
                  <a:pt x="206767" y="412108"/>
                </a:lnTo>
                <a:lnTo>
                  <a:pt x="206307" y="408242"/>
                </a:lnTo>
                <a:lnTo>
                  <a:pt x="205631" y="405954"/>
                </a:lnTo>
                <a:lnTo>
                  <a:pt x="204275" y="404143"/>
                </a:lnTo>
                <a:lnTo>
                  <a:pt x="202878" y="403290"/>
                </a:lnTo>
                <a:lnTo>
                  <a:pt x="202040" y="403075"/>
                </a:lnTo>
                <a:lnTo>
                  <a:pt x="201042" y="403117"/>
                </a:lnTo>
                <a:lnTo>
                  <a:pt x="200133" y="403485"/>
                </a:lnTo>
                <a:lnTo>
                  <a:pt x="198158" y="404750"/>
                </a:lnTo>
                <a:lnTo>
                  <a:pt x="195110" y="407615"/>
                </a:lnTo>
                <a:lnTo>
                  <a:pt x="193698" y="408814"/>
                </a:lnTo>
                <a:lnTo>
                  <a:pt x="191924" y="409492"/>
                </a:lnTo>
                <a:lnTo>
                  <a:pt x="190785" y="409657"/>
                </a:lnTo>
                <a:lnTo>
                  <a:pt x="189836" y="409014"/>
                </a:lnTo>
                <a:lnTo>
                  <a:pt x="189111" y="408310"/>
                </a:lnTo>
                <a:lnTo>
                  <a:pt x="189103" y="407190"/>
                </a:lnTo>
                <a:lnTo>
                  <a:pt x="189058" y="404067"/>
                </a:lnTo>
                <a:lnTo>
                  <a:pt x="188402" y="400593"/>
                </a:lnTo>
                <a:lnTo>
                  <a:pt x="187900" y="398972"/>
                </a:lnTo>
                <a:lnTo>
                  <a:pt x="186992" y="397398"/>
                </a:lnTo>
                <a:lnTo>
                  <a:pt x="184834" y="394186"/>
                </a:lnTo>
                <a:lnTo>
                  <a:pt x="184695" y="393375"/>
                </a:lnTo>
                <a:lnTo>
                  <a:pt x="185046" y="392581"/>
                </a:lnTo>
                <a:lnTo>
                  <a:pt x="186691" y="391967"/>
                </a:lnTo>
                <a:lnTo>
                  <a:pt x="192043" y="391114"/>
                </a:lnTo>
                <a:lnTo>
                  <a:pt x="194450" y="390568"/>
                </a:lnTo>
                <a:lnTo>
                  <a:pt x="196641" y="389379"/>
                </a:lnTo>
                <a:lnTo>
                  <a:pt x="197699" y="387879"/>
                </a:lnTo>
                <a:lnTo>
                  <a:pt x="198312" y="386060"/>
                </a:lnTo>
                <a:lnTo>
                  <a:pt x="198154" y="384765"/>
                </a:lnTo>
                <a:lnTo>
                  <a:pt x="197576" y="382871"/>
                </a:lnTo>
                <a:lnTo>
                  <a:pt x="196903" y="379870"/>
                </a:lnTo>
                <a:lnTo>
                  <a:pt x="196190" y="376148"/>
                </a:lnTo>
                <a:lnTo>
                  <a:pt x="195663" y="374671"/>
                </a:lnTo>
                <a:lnTo>
                  <a:pt x="195011" y="373478"/>
                </a:lnTo>
                <a:lnTo>
                  <a:pt x="193807" y="372122"/>
                </a:lnTo>
                <a:lnTo>
                  <a:pt x="192565" y="371435"/>
                </a:lnTo>
                <a:lnTo>
                  <a:pt x="190642" y="370844"/>
                </a:lnTo>
                <a:lnTo>
                  <a:pt x="183372" y="369486"/>
                </a:lnTo>
                <a:lnTo>
                  <a:pt x="181704" y="368683"/>
                </a:lnTo>
                <a:lnTo>
                  <a:pt x="179518" y="367336"/>
                </a:lnTo>
                <a:lnTo>
                  <a:pt x="178848" y="366219"/>
                </a:lnTo>
                <a:lnTo>
                  <a:pt x="178640" y="364456"/>
                </a:lnTo>
                <a:lnTo>
                  <a:pt x="178812" y="361620"/>
                </a:lnTo>
                <a:lnTo>
                  <a:pt x="179605" y="358687"/>
                </a:lnTo>
                <a:lnTo>
                  <a:pt x="179608" y="355616"/>
                </a:lnTo>
                <a:lnTo>
                  <a:pt x="179152" y="351037"/>
                </a:lnTo>
                <a:lnTo>
                  <a:pt x="178662" y="347288"/>
                </a:lnTo>
                <a:lnTo>
                  <a:pt x="177999" y="344899"/>
                </a:lnTo>
                <a:lnTo>
                  <a:pt x="177262" y="343220"/>
                </a:lnTo>
                <a:lnTo>
                  <a:pt x="176679" y="341622"/>
                </a:lnTo>
                <a:lnTo>
                  <a:pt x="175284" y="340370"/>
                </a:lnTo>
                <a:lnTo>
                  <a:pt x="171053" y="338174"/>
                </a:lnTo>
                <a:lnTo>
                  <a:pt x="168328" y="336613"/>
                </a:lnTo>
                <a:lnTo>
                  <a:pt x="165148" y="334902"/>
                </a:lnTo>
                <a:lnTo>
                  <a:pt x="159764" y="332666"/>
                </a:lnTo>
                <a:lnTo>
                  <a:pt x="158050" y="331904"/>
                </a:lnTo>
                <a:lnTo>
                  <a:pt x="156725" y="330680"/>
                </a:lnTo>
                <a:lnTo>
                  <a:pt x="156342" y="329148"/>
                </a:lnTo>
                <a:lnTo>
                  <a:pt x="157415" y="325707"/>
                </a:lnTo>
                <a:lnTo>
                  <a:pt x="157898" y="323280"/>
                </a:lnTo>
                <a:lnTo>
                  <a:pt x="157722" y="321595"/>
                </a:lnTo>
                <a:lnTo>
                  <a:pt x="157204" y="320161"/>
                </a:lnTo>
                <a:lnTo>
                  <a:pt x="153555" y="316466"/>
                </a:lnTo>
                <a:lnTo>
                  <a:pt x="152307" y="313285"/>
                </a:lnTo>
                <a:lnTo>
                  <a:pt x="152030" y="311468"/>
                </a:lnTo>
                <a:lnTo>
                  <a:pt x="152041" y="309653"/>
                </a:lnTo>
                <a:lnTo>
                  <a:pt x="152484" y="306013"/>
                </a:lnTo>
                <a:lnTo>
                  <a:pt x="153599" y="302394"/>
                </a:lnTo>
                <a:lnTo>
                  <a:pt x="155815" y="298059"/>
                </a:lnTo>
                <a:lnTo>
                  <a:pt x="156664" y="296459"/>
                </a:lnTo>
                <a:lnTo>
                  <a:pt x="157122" y="294600"/>
                </a:lnTo>
                <a:lnTo>
                  <a:pt x="156618" y="292615"/>
                </a:lnTo>
                <a:lnTo>
                  <a:pt x="155227" y="290668"/>
                </a:lnTo>
                <a:lnTo>
                  <a:pt x="153028" y="289863"/>
                </a:lnTo>
                <a:lnTo>
                  <a:pt x="148581" y="289407"/>
                </a:lnTo>
                <a:lnTo>
                  <a:pt x="145338" y="289839"/>
                </a:lnTo>
                <a:lnTo>
                  <a:pt x="142271" y="290761"/>
                </a:lnTo>
                <a:lnTo>
                  <a:pt x="139490" y="292338"/>
                </a:lnTo>
                <a:lnTo>
                  <a:pt x="137753" y="294442"/>
                </a:lnTo>
                <a:lnTo>
                  <a:pt x="136960" y="296790"/>
                </a:lnTo>
                <a:lnTo>
                  <a:pt x="137477" y="299437"/>
                </a:lnTo>
                <a:lnTo>
                  <a:pt x="138578" y="302198"/>
                </a:lnTo>
                <a:lnTo>
                  <a:pt x="140885" y="307238"/>
                </a:lnTo>
                <a:lnTo>
                  <a:pt x="143287" y="311163"/>
                </a:lnTo>
                <a:lnTo>
                  <a:pt x="143766" y="312697"/>
                </a:lnTo>
                <a:lnTo>
                  <a:pt x="143478" y="314019"/>
                </a:lnTo>
                <a:lnTo>
                  <a:pt x="142561" y="315396"/>
                </a:lnTo>
                <a:lnTo>
                  <a:pt x="141081" y="316228"/>
                </a:lnTo>
                <a:lnTo>
                  <a:pt x="138706" y="315689"/>
                </a:lnTo>
                <a:lnTo>
                  <a:pt x="136086" y="314167"/>
                </a:lnTo>
                <a:lnTo>
                  <a:pt x="134417" y="312201"/>
                </a:lnTo>
                <a:lnTo>
                  <a:pt x="132649" y="309130"/>
                </a:lnTo>
                <a:lnTo>
                  <a:pt x="131116" y="307203"/>
                </a:lnTo>
                <a:lnTo>
                  <a:pt x="130100" y="306575"/>
                </a:lnTo>
                <a:lnTo>
                  <a:pt x="128853" y="306490"/>
                </a:lnTo>
                <a:lnTo>
                  <a:pt x="127989" y="307046"/>
                </a:lnTo>
                <a:lnTo>
                  <a:pt x="127194" y="308571"/>
                </a:lnTo>
                <a:lnTo>
                  <a:pt x="126854" y="310689"/>
                </a:lnTo>
                <a:lnTo>
                  <a:pt x="127233" y="313077"/>
                </a:lnTo>
                <a:lnTo>
                  <a:pt x="128005" y="314927"/>
                </a:lnTo>
                <a:lnTo>
                  <a:pt x="129709" y="317020"/>
                </a:lnTo>
                <a:lnTo>
                  <a:pt x="132767" y="319372"/>
                </a:lnTo>
                <a:lnTo>
                  <a:pt x="135007" y="321187"/>
                </a:lnTo>
                <a:lnTo>
                  <a:pt x="135373" y="322633"/>
                </a:lnTo>
                <a:lnTo>
                  <a:pt x="135131" y="323651"/>
                </a:lnTo>
                <a:lnTo>
                  <a:pt x="134553" y="324276"/>
                </a:lnTo>
                <a:lnTo>
                  <a:pt x="133013" y="324631"/>
                </a:lnTo>
                <a:lnTo>
                  <a:pt x="131478" y="324817"/>
                </a:lnTo>
                <a:lnTo>
                  <a:pt x="129603" y="324778"/>
                </a:lnTo>
                <a:lnTo>
                  <a:pt x="120525" y="323155"/>
                </a:lnTo>
                <a:lnTo>
                  <a:pt x="118842" y="323089"/>
                </a:lnTo>
                <a:lnTo>
                  <a:pt x="117363" y="323726"/>
                </a:lnTo>
                <a:lnTo>
                  <a:pt x="116634" y="324490"/>
                </a:lnTo>
                <a:lnTo>
                  <a:pt x="115777" y="325733"/>
                </a:lnTo>
                <a:lnTo>
                  <a:pt x="115491" y="327437"/>
                </a:lnTo>
                <a:lnTo>
                  <a:pt x="115525" y="329423"/>
                </a:lnTo>
                <a:lnTo>
                  <a:pt x="115876" y="331157"/>
                </a:lnTo>
                <a:lnTo>
                  <a:pt x="116283" y="333325"/>
                </a:lnTo>
                <a:lnTo>
                  <a:pt x="116123" y="334753"/>
                </a:lnTo>
                <a:lnTo>
                  <a:pt x="115168" y="336349"/>
                </a:lnTo>
                <a:lnTo>
                  <a:pt x="113701" y="337979"/>
                </a:lnTo>
                <a:lnTo>
                  <a:pt x="111864" y="341556"/>
                </a:lnTo>
                <a:lnTo>
                  <a:pt x="110876" y="343804"/>
                </a:lnTo>
                <a:lnTo>
                  <a:pt x="110620" y="346001"/>
                </a:lnTo>
                <a:lnTo>
                  <a:pt x="111287" y="347364"/>
                </a:lnTo>
                <a:lnTo>
                  <a:pt x="112663" y="348097"/>
                </a:lnTo>
                <a:lnTo>
                  <a:pt x="115025" y="348135"/>
                </a:lnTo>
                <a:lnTo>
                  <a:pt x="117814" y="347373"/>
                </a:lnTo>
                <a:lnTo>
                  <a:pt x="121616" y="344169"/>
                </a:lnTo>
                <a:lnTo>
                  <a:pt x="124985" y="339457"/>
                </a:lnTo>
                <a:lnTo>
                  <a:pt x="127039" y="338127"/>
                </a:lnTo>
                <a:lnTo>
                  <a:pt x="129174" y="338276"/>
                </a:lnTo>
                <a:lnTo>
                  <a:pt x="130527" y="339705"/>
                </a:lnTo>
                <a:lnTo>
                  <a:pt x="131312" y="342064"/>
                </a:lnTo>
                <a:lnTo>
                  <a:pt x="131085" y="351710"/>
                </a:lnTo>
                <a:lnTo>
                  <a:pt x="130338" y="356876"/>
                </a:lnTo>
                <a:lnTo>
                  <a:pt x="129070" y="360675"/>
                </a:lnTo>
                <a:lnTo>
                  <a:pt x="124457" y="369552"/>
                </a:lnTo>
                <a:lnTo>
                  <a:pt x="123236" y="370775"/>
                </a:lnTo>
                <a:lnTo>
                  <a:pt x="121590" y="371414"/>
                </a:lnTo>
                <a:lnTo>
                  <a:pt x="119812" y="371176"/>
                </a:lnTo>
                <a:lnTo>
                  <a:pt x="117762" y="369732"/>
                </a:lnTo>
                <a:lnTo>
                  <a:pt x="114138" y="366190"/>
                </a:lnTo>
                <a:lnTo>
                  <a:pt x="111932" y="364376"/>
                </a:lnTo>
                <a:lnTo>
                  <a:pt x="109374" y="362991"/>
                </a:lnTo>
                <a:lnTo>
                  <a:pt x="106859" y="362829"/>
                </a:lnTo>
                <a:lnTo>
                  <a:pt x="105231" y="363257"/>
                </a:lnTo>
                <a:lnTo>
                  <a:pt x="97030" y="366202"/>
                </a:lnTo>
                <a:lnTo>
                  <a:pt x="82392" y="374653"/>
                </a:lnTo>
                <a:lnTo>
                  <a:pt x="68638" y="372768"/>
                </a:lnTo>
                <a:lnTo>
                  <a:pt x="54295" y="366444"/>
                </a:lnTo>
                <a:lnTo>
                  <a:pt x="49106" y="357149"/>
                </a:lnTo>
                <a:lnTo>
                  <a:pt x="44069" y="341463"/>
                </a:lnTo>
                <a:lnTo>
                  <a:pt x="8813" y="327471"/>
                </a:lnTo>
                <a:lnTo>
                  <a:pt x="6260" y="326349"/>
                </a:lnTo>
                <a:lnTo>
                  <a:pt x="5079" y="324935"/>
                </a:lnTo>
                <a:lnTo>
                  <a:pt x="3629" y="323215"/>
                </a:lnTo>
                <a:lnTo>
                  <a:pt x="2808" y="321176"/>
                </a:lnTo>
                <a:lnTo>
                  <a:pt x="2989" y="319443"/>
                </a:lnTo>
                <a:lnTo>
                  <a:pt x="3574" y="319039"/>
                </a:lnTo>
                <a:lnTo>
                  <a:pt x="5440" y="319069"/>
                </a:lnTo>
                <a:lnTo>
                  <a:pt x="6754" y="318673"/>
                </a:lnTo>
                <a:lnTo>
                  <a:pt x="7797" y="317470"/>
                </a:lnTo>
                <a:lnTo>
                  <a:pt x="30432" y="287957"/>
                </a:lnTo>
                <a:lnTo>
                  <a:pt x="38260" y="283635"/>
                </a:lnTo>
                <a:lnTo>
                  <a:pt x="56764" y="248841"/>
                </a:lnTo>
                <a:lnTo>
                  <a:pt x="50745" y="226633"/>
                </a:lnTo>
                <a:lnTo>
                  <a:pt x="36415" y="224873"/>
                </a:lnTo>
                <a:lnTo>
                  <a:pt x="31872" y="165832"/>
                </a:lnTo>
                <a:lnTo>
                  <a:pt x="27498" y="164122"/>
                </a:lnTo>
                <a:lnTo>
                  <a:pt x="26436" y="147163"/>
                </a:lnTo>
                <a:lnTo>
                  <a:pt x="26766" y="143714"/>
                </a:lnTo>
                <a:lnTo>
                  <a:pt x="26012" y="141780"/>
                </a:lnTo>
                <a:lnTo>
                  <a:pt x="24566" y="139830"/>
                </a:lnTo>
                <a:lnTo>
                  <a:pt x="24328" y="137320"/>
                </a:lnTo>
                <a:lnTo>
                  <a:pt x="25106" y="136006"/>
                </a:lnTo>
                <a:lnTo>
                  <a:pt x="28276" y="132348"/>
                </a:lnTo>
                <a:lnTo>
                  <a:pt x="30481" y="130887"/>
                </a:lnTo>
                <a:lnTo>
                  <a:pt x="31936" y="129317"/>
                </a:lnTo>
                <a:lnTo>
                  <a:pt x="32313" y="127463"/>
                </a:lnTo>
                <a:lnTo>
                  <a:pt x="32062" y="124876"/>
                </a:lnTo>
                <a:lnTo>
                  <a:pt x="29880" y="119577"/>
                </a:lnTo>
                <a:lnTo>
                  <a:pt x="25131" y="113282"/>
                </a:lnTo>
                <a:lnTo>
                  <a:pt x="23830" y="110014"/>
                </a:lnTo>
                <a:lnTo>
                  <a:pt x="23681" y="107846"/>
                </a:lnTo>
                <a:lnTo>
                  <a:pt x="24738" y="105482"/>
                </a:lnTo>
                <a:lnTo>
                  <a:pt x="27533" y="96229"/>
                </a:lnTo>
                <a:lnTo>
                  <a:pt x="4954" y="68961"/>
                </a:lnTo>
                <a:lnTo>
                  <a:pt x="0" y="43879"/>
                </a:lnTo>
                <a:lnTo>
                  <a:pt x="17431" y="18728"/>
                </a:lnTo>
                <a:lnTo>
                  <a:pt x="19227" y="4614"/>
                </a:lnTo>
                <a:lnTo>
                  <a:pt x="155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9A4DEA6C-3BC2-453D-ABD6-B985386A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3536" y="2078610"/>
            <a:ext cx="27245" cy="30239"/>
          </a:xfrm>
          <a:custGeom xmlns:a="http://schemas.openxmlformats.org/drawingml/2006/main">
            <a:pathLst>
              <a:path w="27245" h="30239">
                <a:moveTo>
                  <a:pt x="27245" y="30239"/>
                </a:moveTo>
                <a:lnTo>
                  <a:pt x="6470" y="41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AB5819F0-9102-435F-B03E-38CD1B0B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3208" y="1978354"/>
            <a:ext cx="90328" cy="100256"/>
          </a:xfrm>
          <a:custGeom xmlns:a="http://schemas.openxmlformats.org/drawingml/2006/main">
            <a:pathLst>
              <a:path w="90328" h="100256">
                <a:moveTo>
                  <a:pt x="90328" y="100256"/>
                </a:moveTo>
                <a:lnTo>
                  <a:pt x="59817" y="80468"/>
                </a:lnTo>
                <a:lnTo>
                  <a:pt x="58463" y="79650"/>
                </a:lnTo>
                <a:lnTo>
                  <a:pt x="56170" y="79402"/>
                </a:lnTo>
                <a:lnTo>
                  <a:pt x="54258" y="79821"/>
                </a:lnTo>
                <a:lnTo>
                  <a:pt x="49997" y="81499"/>
                </a:lnTo>
                <a:lnTo>
                  <a:pt x="45850" y="82775"/>
                </a:lnTo>
                <a:lnTo>
                  <a:pt x="39750" y="83763"/>
                </a:lnTo>
                <a:lnTo>
                  <a:pt x="37303" y="83722"/>
                </a:lnTo>
                <a:lnTo>
                  <a:pt x="34368" y="83155"/>
                </a:lnTo>
                <a:lnTo>
                  <a:pt x="28823" y="81516"/>
                </a:lnTo>
                <a:lnTo>
                  <a:pt x="24214" y="80163"/>
                </a:lnTo>
                <a:lnTo>
                  <a:pt x="22106" y="80413"/>
                </a:lnTo>
                <a:lnTo>
                  <a:pt x="20529" y="81114"/>
                </a:lnTo>
                <a:lnTo>
                  <a:pt x="17777" y="82726"/>
                </a:lnTo>
                <a:lnTo>
                  <a:pt x="16942" y="83054"/>
                </a:lnTo>
                <a:lnTo>
                  <a:pt x="15572" y="83007"/>
                </a:lnTo>
                <a:lnTo>
                  <a:pt x="14254" y="82182"/>
                </a:lnTo>
                <a:lnTo>
                  <a:pt x="13102" y="80802"/>
                </a:lnTo>
                <a:lnTo>
                  <a:pt x="12551" y="79451"/>
                </a:lnTo>
                <a:lnTo>
                  <a:pt x="7922" y="66086"/>
                </a:lnTo>
                <a:lnTo>
                  <a:pt x="7363" y="63938"/>
                </a:lnTo>
                <a:lnTo>
                  <a:pt x="7107" y="61800"/>
                </a:lnTo>
                <a:lnTo>
                  <a:pt x="7229" y="57758"/>
                </a:lnTo>
                <a:lnTo>
                  <a:pt x="7612" y="55447"/>
                </a:lnTo>
                <a:lnTo>
                  <a:pt x="8188" y="53244"/>
                </a:lnTo>
                <a:lnTo>
                  <a:pt x="8738" y="51193"/>
                </a:lnTo>
                <a:lnTo>
                  <a:pt x="9000" y="48564"/>
                </a:lnTo>
                <a:lnTo>
                  <a:pt x="8582" y="45691"/>
                </a:lnTo>
                <a:lnTo>
                  <a:pt x="7752" y="42855"/>
                </a:lnTo>
                <a:lnTo>
                  <a:pt x="0" y="0"/>
                </a:lnTo>
                <a:lnTo>
                  <a:pt x="90328" y="10025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2912F772-6E76-4233-A56F-7BF94B96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3536" y="2078610"/>
            <a:ext cx="27245" cy="30239"/>
          </a:xfrm>
          <a:custGeom xmlns:a="http://schemas.openxmlformats.org/drawingml/2006/main">
            <a:pathLst>
              <a:path w="27245" h="30239">
                <a:moveTo>
                  <a:pt x="0" y="0"/>
                </a:moveTo>
                <a:lnTo>
                  <a:pt x="27245" y="3023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92F0EE3F-C6FB-4717-8892-F2D85D2D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781" y="2108849"/>
            <a:ext cx="730465" cy="810749"/>
          </a:xfrm>
          <a:custGeom xmlns:a="http://schemas.openxmlformats.org/drawingml/2006/main">
            <a:pathLst>
              <a:path w="730465" h="810749">
                <a:moveTo>
                  <a:pt x="0" y="0"/>
                </a:moveTo>
                <a:lnTo>
                  <a:pt x="730465" y="81074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96F728CB-0491-4A28-9131-6F76B0EC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246" y="2919598"/>
            <a:ext cx="25678" cy="28500"/>
          </a:xfrm>
          <a:custGeom xmlns:a="http://schemas.openxmlformats.org/drawingml/2006/main">
            <a:pathLst>
              <a:path w="25678" h="28500">
                <a:moveTo>
                  <a:pt x="0" y="0"/>
                </a:moveTo>
                <a:lnTo>
                  <a:pt x="25678" y="285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4719511A-447E-4619-9CED-07CC6525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925" y="2948098"/>
            <a:ext cx="683100" cy="758178"/>
          </a:xfrm>
          <a:custGeom xmlns:a="http://schemas.openxmlformats.org/drawingml/2006/main">
            <a:pathLst>
              <a:path w="683100" h="758178">
                <a:moveTo>
                  <a:pt x="0" y="0"/>
                </a:moveTo>
                <a:lnTo>
                  <a:pt x="683100" y="75817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36514D43-D023-4153-B4E7-C56703D9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0024" y="3706276"/>
            <a:ext cx="24100" cy="26749"/>
          </a:xfrm>
          <a:custGeom xmlns:a="http://schemas.openxmlformats.org/drawingml/2006/main">
            <a:pathLst>
              <a:path w="24100" h="26749">
                <a:moveTo>
                  <a:pt x="0" y="0"/>
                </a:moveTo>
                <a:lnTo>
                  <a:pt x="24100" y="2674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E4B5058B-9997-4441-A2A0-63EC42E4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4124" y="3733025"/>
            <a:ext cx="64924" cy="72060"/>
          </a:xfrm>
          <a:custGeom xmlns:a="http://schemas.openxmlformats.org/drawingml/2006/main">
            <a:pathLst>
              <a:path w="64924" h="72060">
                <a:moveTo>
                  <a:pt x="0" y="0"/>
                </a:moveTo>
                <a:lnTo>
                  <a:pt x="64924" y="7206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BA3B6B4F-A690-4040-A606-3DC50325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690" y="1924271"/>
            <a:ext cx="3458451" cy="2799969"/>
          </a:xfrm>
          <a:custGeom xmlns:a="http://schemas.openxmlformats.org/drawingml/2006/main">
            <a:pathLst>
              <a:path w="3458451" h="2799969">
                <a:moveTo>
                  <a:pt x="1895634" y="1805043"/>
                </a:moveTo>
                <a:lnTo>
                  <a:pt x="1890180" y="1812013"/>
                </a:lnTo>
                <a:lnTo>
                  <a:pt x="1888443" y="1818968"/>
                </a:lnTo>
                <a:lnTo>
                  <a:pt x="1893166" y="1824643"/>
                </a:lnTo>
                <a:lnTo>
                  <a:pt x="1903549" y="1821200"/>
                </a:lnTo>
                <a:lnTo>
                  <a:pt x="1907747" y="1814222"/>
                </a:lnTo>
                <a:moveTo>
                  <a:pt x="955031" y="1727378"/>
                </a:moveTo>
                <a:lnTo>
                  <a:pt x="951733" y="1751138"/>
                </a:lnTo>
                <a:lnTo>
                  <a:pt x="940953" y="1768660"/>
                </a:lnTo>
                <a:moveTo>
                  <a:pt x="2595627" y="422838"/>
                </a:moveTo>
                <a:lnTo>
                  <a:pt x="2563129" y="482174"/>
                </a:lnTo>
                <a:moveTo>
                  <a:pt x="2629938" y="367365"/>
                </a:moveTo>
                <a:lnTo>
                  <a:pt x="2617581" y="385434"/>
                </a:lnTo>
                <a:lnTo>
                  <a:pt x="2601172" y="413118"/>
                </a:lnTo>
                <a:moveTo>
                  <a:pt x="3073862" y="472461"/>
                </a:moveTo>
                <a:lnTo>
                  <a:pt x="3115494" y="544305"/>
                </a:lnTo>
                <a:lnTo>
                  <a:pt x="3151191" y="605249"/>
                </a:lnTo>
                <a:lnTo>
                  <a:pt x="3172857" y="652091"/>
                </a:lnTo>
                <a:moveTo>
                  <a:pt x="3022982" y="387133"/>
                </a:moveTo>
                <a:lnTo>
                  <a:pt x="3044731" y="425230"/>
                </a:lnTo>
                <a:lnTo>
                  <a:pt x="3052227" y="437259"/>
                </a:lnTo>
                <a:lnTo>
                  <a:pt x="3067730" y="462230"/>
                </a:lnTo>
                <a:moveTo>
                  <a:pt x="913468" y="1440115"/>
                </a:moveTo>
                <a:lnTo>
                  <a:pt x="913377" y="1440771"/>
                </a:lnTo>
                <a:lnTo>
                  <a:pt x="911617" y="1453744"/>
                </a:lnTo>
                <a:lnTo>
                  <a:pt x="909339" y="1467441"/>
                </a:lnTo>
                <a:lnTo>
                  <a:pt x="906688" y="1476575"/>
                </a:lnTo>
                <a:lnTo>
                  <a:pt x="901142" y="1491772"/>
                </a:lnTo>
                <a:lnTo>
                  <a:pt x="882433" y="1512523"/>
                </a:lnTo>
                <a:lnTo>
                  <a:pt x="868218" y="1525123"/>
                </a:lnTo>
                <a:lnTo>
                  <a:pt x="833854" y="1540595"/>
                </a:lnTo>
                <a:moveTo>
                  <a:pt x="1184992" y="1392450"/>
                </a:moveTo>
                <a:lnTo>
                  <a:pt x="1181382" y="1393349"/>
                </a:lnTo>
                <a:lnTo>
                  <a:pt x="1177885" y="1394187"/>
                </a:lnTo>
                <a:lnTo>
                  <a:pt x="1176354" y="1394499"/>
                </a:lnTo>
                <a:moveTo>
                  <a:pt x="1288443" y="1367128"/>
                </a:moveTo>
                <a:lnTo>
                  <a:pt x="1185221" y="1392397"/>
                </a:lnTo>
                <a:moveTo>
                  <a:pt x="1414367" y="1344557"/>
                </a:moveTo>
                <a:lnTo>
                  <a:pt x="1405949" y="1344976"/>
                </a:lnTo>
                <a:lnTo>
                  <a:pt x="1377451" y="1348419"/>
                </a:lnTo>
                <a:lnTo>
                  <a:pt x="1345798" y="1353005"/>
                </a:lnTo>
                <a:lnTo>
                  <a:pt x="1299093" y="1364515"/>
                </a:lnTo>
                <a:moveTo>
                  <a:pt x="2315905" y="1854566"/>
                </a:moveTo>
                <a:lnTo>
                  <a:pt x="2308318" y="1900434"/>
                </a:lnTo>
                <a:lnTo>
                  <a:pt x="2304486" y="1932322"/>
                </a:lnTo>
                <a:moveTo>
                  <a:pt x="2217193" y="2465521"/>
                </a:moveTo>
                <a:lnTo>
                  <a:pt x="2218206" y="2472065"/>
                </a:lnTo>
                <a:lnTo>
                  <a:pt x="2223935" y="2491056"/>
                </a:lnTo>
                <a:lnTo>
                  <a:pt x="2231408" y="2505705"/>
                </a:lnTo>
                <a:lnTo>
                  <a:pt x="2237639" y="2514428"/>
                </a:lnTo>
                <a:lnTo>
                  <a:pt x="2246720" y="2525664"/>
                </a:lnTo>
                <a:lnTo>
                  <a:pt x="2256775" y="2534516"/>
                </a:lnTo>
                <a:lnTo>
                  <a:pt x="2266206" y="2540839"/>
                </a:lnTo>
                <a:lnTo>
                  <a:pt x="2275485" y="2545394"/>
                </a:lnTo>
                <a:lnTo>
                  <a:pt x="2278692" y="2546948"/>
                </a:lnTo>
                <a:moveTo>
                  <a:pt x="2218077" y="2395787"/>
                </a:moveTo>
                <a:lnTo>
                  <a:pt x="2216157" y="2430501"/>
                </a:lnTo>
                <a:lnTo>
                  <a:pt x="2215273" y="2449173"/>
                </a:lnTo>
                <a:lnTo>
                  <a:pt x="2215845" y="2454155"/>
                </a:lnTo>
                <a:moveTo>
                  <a:pt x="1294621" y="1082898"/>
                </a:moveTo>
                <a:lnTo>
                  <a:pt x="1342187" y="1083636"/>
                </a:lnTo>
                <a:lnTo>
                  <a:pt x="1391452" y="1086348"/>
                </a:lnTo>
                <a:lnTo>
                  <a:pt x="1414116" y="1088306"/>
                </a:lnTo>
                <a:moveTo>
                  <a:pt x="2144275" y="976735"/>
                </a:moveTo>
                <a:lnTo>
                  <a:pt x="2121832" y="977778"/>
                </a:lnTo>
                <a:lnTo>
                  <a:pt x="2088100" y="980170"/>
                </a:lnTo>
                <a:moveTo>
                  <a:pt x="2237304" y="970084"/>
                </a:moveTo>
                <a:lnTo>
                  <a:pt x="2220347" y="971318"/>
                </a:lnTo>
                <a:lnTo>
                  <a:pt x="2155267" y="976080"/>
                </a:lnTo>
                <a:moveTo>
                  <a:pt x="2102925" y="1422000"/>
                </a:moveTo>
                <a:lnTo>
                  <a:pt x="2256745" y="1471783"/>
                </a:lnTo>
                <a:moveTo>
                  <a:pt x="2003595" y="1380612"/>
                </a:moveTo>
                <a:lnTo>
                  <a:pt x="2004273" y="1380894"/>
                </a:lnTo>
                <a:lnTo>
                  <a:pt x="2018770" y="1387003"/>
                </a:lnTo>
                <a:lnTo>
                  <a:pt x="2037944" y="1395071"/>
                </a:lnTo>
                <a:lnTo>
                  <a:pt x="2092671" y="1418145"/>
                </a:lnTo>
                <a:moveTo>
                  <a:pt x="646934" y="2283392"/>
                </a:moveTo>
                <a:lnTo>
                  <a:pt x="648274" y="2283347"/>
                </a:lnTo>
                <a:lnTo>
                  <a:pt x="678883" y="2281541"/>
                </a:lnTo>
                <a:lnTo>
                  <a:pt x="701676" y="2278227"/>
                </a:lnTo>
                <a:lnTo>
                  <a:pt x="718610" y="2277907"/>
                </a:lnTo>
                <a:lnTo>
                  <a:pt x="737167" y="2277435"/>
                </a:lnTo>
                <a:lnTo>
                  <a:pt x="751230" y="2278768"/>
                </a:lnTo>
                <a:lnTo>
                  <a:pt x="781846" y="2283400"/>
                </a:lnTo>
                <a:lnTo>
                  <a:pt x="790759" y="2285144"/>
                </a:lnTo>
                <a:lnTo>
                  <a:pt x="793685" y="2285571"/>
                </a:lnTo>
                <a:lnTo>
                  <a:pt x="800617" y="2286607"/>
                </a:lnTo>
                <a:lnTo>
                  <a:pt x="807839" y="2287377"/>
                </a:lnTo>
                <a:lnTo>
                  <a:pt x="814588" y="2288108"/>
                </a:lnTo>
                <a:lnTo>
                  <a:pt x="839818" y="2288557"/>
                </a:lnTo>
                <a:lnTo>
                  <a:pt x="852776" y="2288062"/>
                </a:lnTo>
                <a:lnTo>
                  <a:pt x="864279" y="2287727"/>
                </a:lnTo>
                <a:lnTo>
                  <a:pt x="892100" y="2285708"/>
                </a:lnTo>
                <a:lnTo>
                  <a:pt x="900883" y="2285883"/>
                </a:lnTo>
                <a:lnTo>
                  <a:pt x="922031" y="2286302"/>
                </a:lnTo>
                <a:lnTo>
                  <a:pt x="985092" y="2296465"/>
                </a:lnTo>
                <a:lnTo>
                  <a:pt x="985472" y="2296533"/>
                </a:lnTo>
                <a:moveTo>
                  <a:pt x="791780" y="2045280"/>
                </a:moveTo>
                <a:lnTo>
                  <a:pt x="759076" y="2048769"/>
                </a:lnTo>
                <a:lnTo>
                  <a:pt x="745014" y="2050430"/>
                </a:lnTo>
                <a:lnTo>
                  <a:pt x="726122" y="2053332"/>
                </a:lnTo>
                <a:moveTo>
                  <a:pt x="858338" y="2045653"/>
                </a:moveTo>
                <a:lnTo>
                  <a:pt x="802605" y="2044808"/>
                </a:lnTo>
                <a:moveTo>
                  <a:pt x="923661" y="2054399"/>
                </a:moveTo>
                <a:lnTo>
                  <a:pt x="913209" y="2052083"/>
                </a:lnTo>
                <a:lnTo>
                  <a:pt x="894820" y="2049135"/>
                </a:lnTo>
                <a:lnTo>
                  <a:pt x="877443" y="2047025"/>
                </a:lnTo>
                <a:lnTo>
                  <a:pt x="869109" y="2046248"/>
                </a:lnTo>
                <a:moveTo>
                  <a:pt x="2257400" y="968477"/>
                </a:moveTo>
                <a:lnTo>
                  <a:pt x="2253667" y="968888"/>
                </a:lnTo>
                <a:lnTo>
                  <a:pt x="2243376" y="969642"/>
                </a:lnTo>
                <a:moveTo>
                  <a:pt x="1621299" y="2422434"/>
                </a:moveTo>
                <a:lnTo>
                  <a:pt x="1627074" y="2439003"/>
                </a:lnTo>
                <a:moveTo>
                  <a:pt x="2739445" y="1959724"/>
                </a:moveTo>
                <a:lnTo>
                  <a:pt x="2741593" y="1978083"/>
                </a:lnTo>
                <a:lnTo>
                  <a:pt x="2743532" y="1997764"/>
                </a:lnTo>
                <a:lnTo>
                  <a:pt x="2743932" y="2000445"/>
                </a:lnTo>
                <a:moveTo>
                  <a:pt x="1474518" y="2436504"/>
                </a:moveTo>
                <a:lnTo>
                  <a:pt x="1454666" y="2438458"/>
                </a:lnTo>
                <a:lnTo>
                  <a:pt x="1442542" y="2439548"/>
                </a:lnTo>
                <a:lnTo>
                  <a:pt x="1432014" y="2440027"/>
                </a:lnTo>
                <a:lnTo>
                  <a:pt x="1425523" y="2440344"/>
                </a:lnTo>
                <a:moveTo>
                  <a:pt x="1484170" y="2435483"/>
                </a:moveTo>
                <a:lnTo>
                  <a:pt x="1474708" y="2436481"/>
                </a:lnTo>
                <a:moveTo>
                  <a:pt x="1444153" y="2106878"/>
                </a:moveTo>
                <a:lnTo>
                  <a:pt x="1440260" y="2107480"/>
                </a:lnTo>
                <a:lnTo>
                  <a:pt x="1396587" y="2114146"/>
                </a:lnTo>
                <a:lnTo>
                  <a:pt x="1384124" y="2116043"/>
                </a:lnTo>
                <a:moveTo>
                  <a:pt x="1349379" y="2120111"/>
                </a:moveTo>
                <a:lnTo>
                  <a:pt x="1349230" y="2120130"/>
                </a:lnTo>
                <a:moveTo>
                  <a:pt x="1377919" y="2115746"/>
                </a:moveTo>
                <a:lnTo>
                  <a:pt x="1368526" y="2117132"/>
                </a:lnTo>
                <a:lnTo>
                  <a:pt x="1353919" y="2119539"/>
                </a:lnTo>
                <a:moveTo>
                  <a:pt x="1318062" y="2126342"/>
                </a:moveTo>
                <a:lnTo>
                  <a:pt x="1303024" y="2128688"/>
                </a:lnTo>
                <a:moveTo>
                  <a:pt x="1609000" y="2388226"/>
                </a:moveTo>
                <a:lnTo>
                  <a:pt x="1613068" y="2400982"/>
                </a:lnTo>
                <a:moveTo>
                  <a:pt x="766306" y="580780"/>
                </a:moveTo>
                <a:lnTo>
                  <a:pt x="767205" y="581351"/>
                </a:lnTo>
                <a:lnTo>
                  <a:pt x="771082" y="583659"/>
                </a:lnTo>
                <a:lnTo>
                  <a:pt x="775051" y="585313"/>
                </a:lnTo>
                <a:lnTo>
                  <a:pt x="799086" y="582806"/>
                </a:lnTo>
                <a:lnTo>
                  <a:pt x="799908" y="582692"/>
                </a:lnTo>
                <a:moveTo>
                  <a:pt x="762093" y="553767"/>
                </a:moveTo>
                <a:lnTo>
                  <a:pt x="763419" y="570968"/>
                </a:lnTo>
                <a:moveTo>
                  <a:pt x="761324" y="541159"/>
                </a:moveTo>
                <a:lnTo>
                  <a:pt x="761408" y="542850"/>
                </a:lnTo>
                <a:moveTo>
                  <a:pt x="704289" y="573771"/>
                </a:moveTo>
                <a:lnTo>
                  <a:pt x="703748" y="551908"/>
                </a:lnTo>
                <a:lnTo>
                  <a:pt x="757439" y="549729"/>
                </a:lnTo>
                <a:moveTo>
                  <a:pt x="704586" y="590462"/>
                </a:moveTo>
                <a:lnTo>
                  <a:pt x="704502" y="584726"/>
                </a:lnTo>
                <a:moveTo>
                  <a:pt x="759457" y="575463"/>
                </a:moveTo>
                <a:lnTo>
                  <a:pt x="708684" y="577862"/>
                </a:lnTo>
                <a:moveTo>
                  <a:pt x="2557088" y="485145"/>
                </a:moveTo>
                <a:lnTo>
                  <a:pt x="2549173" y="483096"/>
                </a:lnTo>
                <a:lnTo>
                  <a:pt x="2534158" y="480071"/>
                </a:lnTo>
                <a:lnTo>
                  <a:pt x="2521421" y="478655"/>
                </a:lnTo>
                <a:lnTo>
                  <a:pt x="2505873" y="478129"/>
                </a:lnTo>
                <a:lnTo>
                  <a:pt x="2469581" y="478037"/>
                </a:lnTo>
                <a:lnTo>
                  <a:pt x="2406315" y="477794"/>
                </a:lnTo>
                <a:lnTo>
                  <a:pt x="2373398" y="477916"/>
                </a:lnTo>
                <a:lnTo>
                  <a:pt x="2366679" y="478106"/>
                </a:lnTo>
                <a:moveTo>
                  <a:pt x="2349927" y="534676"/>
                </a:moveTo>
                <a:lnTo>
                  <a:pt x="2333861" y="533854"/>
                </a:lnTo>
                <a:lnTo>
                  <a:pt x="2331743" y="532315"/>
                </a:lnTo>
                <a:lnTo>
                  <a:pt x="2331118" y="529649"/>
                </a:lnTo>
                <a:lnTo>
                  <a:pt x="2331667" y="527135"/>
                </a:lnTo>
                <a:lnTo>
                  <a:pt x="2333267" y="525474"/>
                </a:lnTo>
                <a:lnTo>
                  <a:pt x="2336344" y="524278"/>
                </a:lnTo>
                <a:lnTo>
                  <a:pt x="2345402" y="524507"/>
                </a:lnTo>
                <a:moveTo>
                  <a:pt x="1425291" y="1089700"/>
                </a:moveTo>
                <a:lnTo>
                  <a:pt x="1468164" y="1096587"/>
                </a:lnTo>
                <a:lnTo>
                  <a:pt x="1508874" y="1106559"/>
                </a:lnTo>
                <a:lnTo>
                  <a:pt x="1536215" y="1115563"/>
                </a:lnTo>
                <a:lnTo>
                  <a:pt x="1538836" y="1116424"/>
                </a:lnTo>
                <a:moveTo>
                  <a:pt x="1800152" y="1264234"/>
                </a:moveTo>
                <a:lnTo>
                  <a:pt x="1830296" y="1284672"/>
                </a:lnTo>
                <a:lnTo>
                  <a:pt x="1847025" y="1296015"/>
                </a:lnTo>
                <a:lnTo>
                  <a:pt x="1893273" y="1323722"/>
                </a:lnTo>
                <a:lnTo>
                  <a:pt x="1980399" y="1369155"/>
                </a:lnTo>
                <a:lnTo>
                  <a:pt x="1992991" y="1375638"/>
                </a:lnTo>
                <a:moveTo>
                  <a:pt x="1736855" y="1218123"/>
                </a:moveTo>
                <a:lnTo>
                  <a:pt x="1762649" y="1236931"/>
                </a:lnTo>
                <a:lnTo>
                  <a:pt x="1791079" y="1257827"/>
                </a:lnTo>
                <a:moveTo>
                  <a:pt x="1679744" y="1180368"/>
                </a:moveTo>
                <a:lnTo>
                  <a:pt x="1695855" y="1190013"/>
                </a:lnTo>
                <a:lnTo>
                  <a:pt x="1710497" y="1199977"/>
                </a:lnTo>
                <a:lnTo>
                  <a:pt x="1727851" y="1211777"/>
                </a:lnTo>
                <a:moveTo>
                  <a:pt x="1866031" y="1582715"/>
                </a:moveTo>
                <a:lnTo>
                  <a:pt x="1803222" y="1651062"/>
                </a:lnTo>
                <a:lnTo>
                  <a:pt x="1778768" y="1671090"/>
                </a:lnTo>
                <a:lnTo>
                  <a:pt x="1777649" y="1671829"/>
                </a:lnTo>
                <a:moveTo>
                  <a:pt x="1962230" y="1463228"/>
                </a:moveTo>
                <a:lnTo>
                  <a:pt x="1957644" y="1471745"/>
                </a:lnTo>
                <a:lnTo>
                  <a:pt x="1937464" y="1501965"/>
                </a:lnTo>
                <a:lnTo>
                  <a:pt x="1919440" y="1524125"/>
                </a:lnTo>
                <a:lnTo>
                  <a:pt x="1896274" y="1550468"/>
                </a:lnTo>
                <a:lnTo>
                  <a:pt x="1873573" y="1574602"/>
                </a:lnTo>
                <a:moveTo>
                  <a:pt x="1995817" y="1382105"/>
                </a:moveTo>
                <a:lnTo>
                  <a:pt x="1986607" y="1406315"/>
                </a:lnTo>
                <a:lnTo>
                  <a:pt x="1983621" y="1414176"/>
                </a:lnTo>
                <a:lnTo>
                  <a:pt x="1981000" y="1421695"/>
                </a:lnTo>
                <a:lnTo>
                  <a:pt x="1967083" y="1453264"/>
                </a:lnTo>
                <a:moveTo>
                  <a:pt x="1549196" y="1119905"/>
                </a:moveTo>
                <a:lnTo>
                  <a:pt x="1580277" y="1130578"/>
                </a:lnTo>
                <a:lnTo>
                  <a:pt x="1605302" y="1141517"/>
                </a:lnTo>
                <a:lnTo>
                  <a:pt x="1629047" y="1152578"/>
                </a:lnTo>
                <a:lnTo>
                  <a:pt x="1651481" y="1163975"/>
                </a:lnTo>
                <a:lnTo>
                  <a:pt x="1669749" y="1174190"/>
                </a:lnTo>
                <a:lnTo>
                  <a:pt x="1670435" y="1174632"/>
                </a:lnTo>
                <a:moveTo>
                  <a:pt x="1537609" y="2426258"/>
                </a:moveTo>
                <a:lnTo>
                  <a:pt x="1509568" y="2430859"/>
                </a:lnTo>
                <a:lnTo>
                  <a:pt x="1491658" y="2433548"/>
                </a:lnTo>
                <a:moveTo>
                  <a:pt x="2791505" y="1879820"/>
                </a:moveTo>
                <a:lnTo>
                  <a:pt x="2791909" y="1843292"/>
                </a:lnTo>
                <a:lnTo>
                  <a:pt x="2794773" y="1786661"/>
                </a:lnTo>
                <a:lnTo>
                  <a:pt x="2789128" y="1756372"/>
                </a:lnTo>
                <a:lnTo>
                  <a:pt x="2780292" y="1726479"/>
                </a:lnTo>
                <a:moveTo>
                  <a:pt x="2946103" y="913925"/>
                </a:moveTo>
                <a:lnTo>
                  <a:pt x="2934226" y="912676"/>
                </a:lnTo>
                <a:lnTo>
                  <a:pt x="2884436" y="909324"/>
                </a:lnTo>
                <a:lnTo>
                  <a:pt x="2882478" y="909332"/>
                </a:lnTo>
                <a:lnTo>
                  <a:pt x="2861049" y="909667"/>
                </a:lnTo>
                <a:lnTo>
                  <a:pt x="2839010" y="910017"/>
                </a:lnTo>
                <a:moveTo>
                  <a:pt x="3145844" y="952038"/>
                </a:moveTo>
                <a:lnTo>
                  <a:pt x="3131141" y="947094"/>
                </a:lnTo>
                <a:lnTo>
                  <a:pt x="3111030" y="939552"/>
                </a:lnTo>
                <a:lnTo>
                  <a:pt x="3095093" y="935377"/>
                </a:lnTo>
                <a:lnTo>
                  <a:pt x="3089654" y="933953"/>
                </a:lnTo>
                <a:lnTo>
                  <a:pt x="3077283" y="931378"/>
                </a:lnTo>
                <a:lnTo>
                  <a:pt x="3058695" y="928209"/>
                </a:lnTo>
                <a:lnTo>
                  <a:pt x="3047207" y="926586"/>
                </a:lnTo>
                <a:lnTo>
                  <a:pt x="2981198" y="918245"/>
                </a:lnTo>
                <a:lnTo>
                  <a:pt x="2956989" y="915190"/>
                </a:lnTo>
                <a:moveTo>
                  <a:pt x="2279751" y="2544754"/>
                </a:moveTo>
                <a:lnTo>
                  <a:pt x="2276551" y="2543200"/>
                </a:lnTo>
                <a:lnTo>
                  <a:pt x="2267425" y="2538721"/>
                </a:lnTo>
                <a:lnTo>
                  <a:pt x="2258269" y="2532581"/>
                </a:lnTo>
                <a:lnTo>
                  <a:pt x="2248487" y="2523973"/>
                </a:lnTo>
                <a:lnTo>
                  <a:pt x="2239574" y="2512950"/>
                </a:lnTo>
                <a:lnTo>
                  <a:pt x="2233495" y="2504441"/>
                </a:lnTo>
                <a:lnTo>
                  <a:pt x="2226205" y="2490142"/>
                </a:lnTo>
                <a:lnTo>
                  <a:pt x="2220583" y="2471516"/>
                </a:lnTo>
                <a:lnTo>
                  <a:pt x="2219600" y="2465147"/>
                </a:lnTo>
                <a:moveTo>
                  <a:pt x="2564477" y="2532749"/>
                </a:moveTo>
                <a:lnTo>
                  <a:pt x="2524102" y="2531370"/>
                </a:lnTo>
                <a:lnTo>
                  <a:pt x="2511327" y="2530532"/>
                </a:lnTo>
                <a:lnTo>
                  <a:pt x="2495314" y="2530943"/>
                </a:lnTo>
                <a:lnTo>
                  <a:pt x="2478943" y="2532680"/>
                </a:lnTo>
                <a:lnTo>
                  <a:pt x="2443558" y="2537464"/>
                </a:lnTo>
                <a:lnTo>
                  <a:pt x="2372842" y="2546651"/>
                </a:lnTo>
                <a:lnTo>
                  <a:pt x="2347352" y="2550468"/>
                </a:lnTo>
                <a:lnTo>
                  <a:pt x="2334280" y="2552593"/>
                </a:lnTo>
                <a:lnTo>
                  <a:pt x="2319562" y="2553820"/>
                </a:lnTo>
                <a:lnTo>
                  <a:pt x="2303633" y="2554787"/>
                </a:lnTo>
                <a:lnTo>
                  <a:pt x="2289868" y="2549249"/>
                </a:lnTo>
                <a:moveTo>
                  <a:pt x="2636664" y="2543505"/>
                </a:moveTo>
                <a:lnTo>
                  <a:pt x="2606756" y="2538081"/>
                </a:lnTo>
                <a:lnTo>
                  <a:pt x="2598529" y="2536733"/>
                </a:lnTo>
                <a:lnTo>
                  <a:pt x="2590210" y="2535377"/>
                </a:lnTo>
                <a:lnTo>
                  <a:pt x="2575889" y="2533640"/>
                </a:lnTo>
                <a:moveTo>
                  <a:pt x="2520255" y="2145402"/>
                </a:moveTo>
                <a:lnTo>
                  <a:pt x="2506086" y="2170610"/>
                </a:lnTo>
                <a:moveTo>
                  <a:pt x="2224270" y="1984718"/>
                </a:moveTo>
                <a:lnTo>
                  <a:pt x="2214732" y="2054231"/>
                </a:lnTo>
                <a:moveTo>
                  <a:pt x="2726631" y="2210855"/>
                </a:moveTo>
                <a:lnTo>
                  <a:pt x="2759411" y="2211228"/>
                </a:lnTo>
                <a:moveTo>
                  <a:pt x="2658367" y="2205995"/>
                </a:moveTo>
                <a:lnTo>
                  <a:pt x="2715753" y="2210375"/>
                </a:lnTo>
                <a:moveTo>
                  <a:pt x="2291384" y="2067540"/>
                </a:moveTo>
                <a:lnTo>
                  <a:pt x="2322175" y="2069040"/>
                </a:lnTo>
                <a:lnTo>
                  <a:pt x="2349493" y="2070777"/>
                </a:lnTo>
                <a:moveTo>
                  <a:pt x="2220560" y="2061720"/>
                </a:moveTo>
                <a:lnTo>
                  <a:pt x="2227020" y="2062451"/>
                </a:lnTo>
                <a:lnTo>
                  <a:pt x="2249074" y="2064843"/>
                </a:lnTo>
                <a:lnTo>
                  <a:pt x="2259510" y="2066115"/>
                </a:lnTo>
                <a:lnTo>
                  <a:pt x="2279614" y="2066999"/>
                </a:lnTo>
                <a:moveTo>
                  <a:pt x="2583621" y="2200586"/>
                </a:moveTo>
                <a:lnTo>
                  <a:pt x="2647428" y="2205187"/>
                </a:lnTo>
                <a:moveTo>
                  <a:pt x="2508425" y="2179842"/>
                </a:moveTo>
                <a:lnTo>
                  <a:pt x="2521718" y="2187986"/>
                </a:lnTo>
                <a:lnTo>
                  <a:pt x="2530410" y="2191399"/>
                </a:lnTo>
                <a:lnTo>
                  <a:pt x="2540298" y="2195284"/>
                </a:lnTo>
                <a:lnTo>
                  <a:pt x="2572499" y="2199466"/>
                </a:lnTo>
                <a:moveTo>
                  <a:pt x="2453020" y="2131644"/>
                </a:moveTo>
                <a:lnTo>
                  <a:pt x="2471920" y="2153271"/>
                </a:lnTo>
                <a:lnTo>
                  <a:pt x="2473375" y="2154940"/>
                </a:lnTo>
                <a:lnTo>
                  <a:pt x="2481899" y="2164698"/>
                </a:lnTo>
                <a:lnTo>
                  <a:pt x="2499085" y="2174365"/>
                </a:lnTo>
                <a:moveTo>
                  <a:pt x="2410862" y="2092046"/>
                </a:moveTo>
                <a:lnTo>
                  <a:pt x="2434310" y="2106993"/>
                </a:lnTo>
                <a:lnTo>
                  <a:pt x="2445943" y="2122769"/>
                </a:lnTo>
                <a:moveTo>
                  <a:pt x="2359815" y="2072057"/>
                </a:moveTo>
                <a:lnTo>
                  <a:pt x="2370450" y="2074007"/>
                </a:lnTo>
                <a:lnTo>
                  <a:pt x="2383811" y="2078974"/>
                </a:lnTo>
                <a:lnTo>
                  <a:pt x="2401873" y="2087178"/>
                </a:lnTo>
                <a:moveTo>
                  <a:pt x="2227614" y="2269231"/>
                </a:moveTo>
                <a:lnTo>
                  <a:pt x="2223112" y="2300700"/>
                </a:lnTo>
                <a:lnTo>
                  <a:pt x="2219288" y="2345745"/>
                </a:lnTo>
                <a:lnTo>
                  <a:pt x="2218427" y="2381541"/>
                </a:lnTo>
                <a:lnTo>
                  <a:pt x="2218404" y="2384764"/>
                </a:lnTo>
                <a:moveTo>
                  <a:pt x="2241867" y="2204585"/>
                </a:moveTo>
                <a:lnTo>
                  <a:pt x="2229572" y="2258482"/>
                </a:lnTo>
                <a:moveTo>
                  <a:pt x="2283050" y="2071600"/>
                </a:moveTo>
                <a:lnTo>
                  <a:pt x="2275858" y="2100175"/>
                </a:lnTo>
                <a:lnTo>
                  <a:pt x="2268446" y="2130387"/>
                </a:lnTo>
                <a:lnTo>
                  <a:pt x="2256501" y="2162725"/>
                </a:lnTo>
                <a:lnTo>
                  <a:pt x="2244914" y="2194080"/>
                </a:lnTo>
                <a:moveTo>
                  <a:pt x="2302018" y="1951314"/>
                </a:moveTo>
                <a:lnTo>
                  <a:pt x="2301614" y="1953949"/>
                </a:lnTo>
                <a:lnTo>
                  <a:pt x="2285365" y="2060181"/>
                </a:lnTo>
                <a:moveTo>
                  <a:pt x="2147672" y="2193501"/>
                </a:moveTo>
                <a:lnTo>
                  <a:pt x="2083301" y="2185556"/>
                </a:lnTo>
                <a:lnTo>
                  <a:pt x="2089418" y="2053576"/>
                </a:lnTo>
                <a:lnTo>
                  <a:pt x="2175858" y="2058398"/>
                </a:lnTo>
                <a:lnTo>
                  <a:pt x="2196571" y="2059663"/>
                </a:lnTo>
                <a:lnTo>
                  <a:pt x="2209765" y="2060691"/>
                </a:lnTo>
                <a:moveTo>
                  <a:pt x="2238462" y="2197569"/>
                </a:moveTo>
                <a:lnTo>
                  <a:pt x="2190370" y="2195665"/>
                </a:lnTo>
                <a:lnTo>
                  <a:pt x="2158703" y="2194415"/>
                </a:lnTo>
                <a:moveTo>
                  <a:pt x="2154269" y="2128132"/>
                </a:moveTo>
                <a:lnTo>
                  <a:pt x="2152167" y="2189662"/>
                </a:lnTo>
                <a:moveTo>
                  <a:pt x="3091619" y="1344503"/>
                </a:moveTo>
                <a:lnTo>
                  <a:pt x="3119509" y="1337381"/>
                </a:lnTo>
                <a:moveTo>
                  <a:pt x="3137014" y="1470823"/>
                </a:moveTo>
                <a:lnTo>
                  <a:pt x="3187529" y="1461247"/>
                </a:lnTo>
                <a:moveTo>
                  <a:pt x="2892221" y="1375927"/>
                </a:moveTo>
                <a:lnTo>
                  <a:pt x="2891018" y="1377314"/>
                </a:lnTo>
                <a:lnTo>
                  <a:pt x="2846148" y="1417932"/>
                </a:lnTo>
                <a:lnTo>
                  <a:pt x="2841486" y="1421124"/>
                </a:lnTo>
                <a:lnTo>
                  <a:pt x="2833472" y="1426578"/>
                </a:lnTo>
                <a:moveTo>
                  <a:pt x="2896167" y="1361941"/>
                </a:moveTo>
                <a:lnTo>
                  <a:pt x="2914991" y="1346941"/>
                </a:lnTo>
                <a:lnTo>
                  <a:pt x="2916629" y="1345935"/>
                </a:lnTo>
                <a:lnTo>
                  <a:pt x="2918335" y="1345364"/>
                </a:lnTo>
                <a:lnTo>
                  <a:pt x="2919402" y="1345372"/>
                </a:lnTo>
                <a:lnTo>
                  <a:pt x="2920385" y="1345760"/>
                </a:lnTo>
                <a:lnTo>
                  <a:pt x="2921101" y="1346370"/>
                </a:lnTo>
                <a:lnTo>
                  <a:pt x="2921802" y="1347368"/>
                </a:lnTo>
                <a:lnTo>
                  <a:pt x="2922160" y="1348244"/>
                </a:lnTo>
                <a:lnTo>
                  <a:pt x="2922221" y="1349074"/>
                </a:lnTo>
                <a:lnTo>
                  <a:pt x="2921977" y="1350354"/>
                </a:lnTo>
                <a:lnTo>
                  <a:pt x="2921253" y="1351489"/>
                </a:lnTo>
                <a:lnTo>
                  <a:pt x="2919394" y="1353112"/>
                </a:lnTo>
                <a:lnTo>
                  <a:pt x="2900662" y="1367860"/>
                </a:lnTo>
                <a:moveTo>
                  <a:pt x="2856250" y="1308958"/>
                </a:moveTo>
                <a:lnTo>
                  <a:pt x="2914930" y="1264965"/>
                </a:lnTo>
                <a:moveTo>
                  <a:pt x="2604159" y="908174"/>
                </a:moveTo>
                <a:lnTo>
                  <a:pt x="2597668" y="918892"/>
                </a:lnTo>
                <a:moveTo>
                  <a:pt x="2665810" y="843346"/>
                </a:moveTo>
                <a:lnTo>
                  <a:pt x="2629001" y="880841"/>
                </a:lnTo>
                <a:lnTo>
                  <a:pt x="2611350" y="898766"/>
                </a:lnTo>
                <a:moveTo>
                  <a:pt x="2656349" y="945296"/>
                </a:moveTo>
                <a:lnTo>
                  <a:pt x="2677016" y="928932"/>
                </a:lnTo>
                <a:moveTo>
                  <a:pt x="2700129" y="997440"/>
                </a:moveTo>
                <a:lnTo>
                  <a:pt x="2721649" y="982029"/>
                </a:lnTo>
                <a:moveTo>
                  <a:pt x="2690302" y="1060722"/>
                </a:moveTo>
                <a:lnTo>
                  <a:pt x="2712249" y="1063175"/>
                </a:lnTo>
                <a:lnTo>
                  <a:pt x="2719272" y="1062718"/>
                </a:lnTo>
                <a:lnTo>
                  <a:pt x="2725740" y="1060234"/>
                </a:lnTo>
                <a:lnTo>
                  <a:pt x="2735895" y="1052807"/>
                </a:lnTo>
                <a:moveTo>
                  <a:pt x="2722777" y="1137807"/>
                </a:moveTo>
                <a:lnTo>
                  <a:pt x="2668659" y="1133983"/>
                </a:lnTo>
                <a:moveTo>
                  <a:pt x="2729838" y="1132909"/>
                </a:moveTo>
                <a:lnTo>
                  <a:pt x="2730494" y="1123676"/>
                </a:lnTo>
                <a:moveTo>
                  <a:pt x="2728498" y="1153500"/>
                </a:moveTo>
                <a:lnTo>
                  <a:pt x="2729001" y="1145456"/>
                </a:lnTo>
                <a:moveTo>
                  <a:pt x="2655191" y="1172370"/>
                </a:moveTo>
                <a:lnTo>
                  <a:pt x="2654536" y="1172286"/>
                </a:lnTo>
                <a:lnTo>
                  <a:pt x="2626761" y="1168865"/>
                </a:lnTo>
                <a:lnTo>
                  <a:pt x="2618892" y="1167418"/>
                </a:lnTo>
                <a:lnTo>
                  <a:pt x="2610992" y="1165971"/>
                </a:lnTo>
                <a:lnTo>
                  <a:pt x="2596564" y="1161301"/>
                </a:lnTo>
                <a:moveTo>
                  <a:pt x="2593829" y="1155930"/>
                </a:moveTo>
                <a:lnTo>
                  <a:pt x="2595497" y="1150864"/>
                </a:lnTo>
                <a:lnTo>
                  <a:pt x="2601690" y="1132071"/>
                </a:lnTo>
                <a:moveTo>
                  <a:pt x="2585441" y="1181382"/>
                </a:moveTo>
                <a:lnTo>
                  <a:pt x="2589395" y="1169383"/>
                </a:lnTo>
                <a:lnTo>
                  <a:pt x="2590401" y="1166344"/>
                </a:lnTo>
                <a:moveTo>
                  <a:pt x="2769650" y="1281404"/>
                </a:moveTo>
                <a:lnTo>
                  <a:pt x="2812355" y="1332056"/>
                </a:lnTo>
                <a:moveTo>
                  <a:pt x="2662435" y="1214367"/>
                </a:moveTo>
                <a:lnTo>
                  <a:pt x="2731758" y="1218580"/>
                </a:lnTo>
                <a:lnTo>
                  <a:pt x="2735575" y="1220019"/>
                </a:lnTo>
                <a:lnTo>
                  <a:pt x="2739155" y="1224087"/>
                </a:lnTo>
                <a:lnTo>
                  <a:pt x="2750300" y="1249028"/>
                </a:lnTo>
                <a:lnTo>
                  <a:pt x="2763555" y="1272491"/>
                </a:lnTo>
                <a:moveTo>
                  <a:pt x="2761674" y="1278068"/>
                </a:moveTo>
                <a:lnTo>
                  <a:pt x="2760432" y="1278601"/>
                </a:lnTo>
                <a:lnTo>
                  <a:pt x="2751268" y="1280086"/>
                </a:lnTo>
                <a:lnTo>
                  <a:pt x="2728871" y="1281740"/>
                </a:lnTo>
                <a:moveTo>
                  <a:pt x="2804608" y="1349813"/>
                </a:moveTo>
                <a:lnTo>
                  <a:pt x="2804608" y="1350003"/>
                </a:lnTo>
                <a:lnTo>
                  <a:pt x="2804616" y="1355397"/>
                </a:lnTo>
                <a:moveTo>
                  <a:pt x="3000776" y="1337472"/>
                </a:moveTo>
                <a:lnTo>
                  <a:pt x="2975264" y="1302293"/>
                </a:lnTo>
                <a:moveTo>
                  <a:pt x="2924704" y="1179690"/>
                </a:moveTo>
                <a:lnTo>
                  <a:pt x="2899062" y="1190317"/>
                </a:lnTo>
                <a:lnTo>
                  <a:pt x="2862862" y="1214816"/>
                </a:lnTo>
                <a:lnTo>
                  <a:pt x="2812904" y="1254628"/>
                </a:lnTo>
                <a:moveTo>
                  <a:pt x="3015806" y="1210261"/>
                </a:moveTo>
                <a:lnTo>
                  <a:pt x="2988176" y="1224385"/>
                </a:lnTo>
                <a:lnTo>
                  <a:pt x="2975538" y="1235324"/>
                </a:lnTo>
                <a:moveTo>
                  <a:pt x="3065368" y="1182181"/>
                </a:moveTo>
                <a:lnTo>
                  <a:pt x="3026395" y="1204525"/>
                </a:lnTo>
                <a:moveTo>
                  <a:pt x="2929922" y="1173573"/>
                </a:moveTo>
                <a:lnTo>
                  <a:pt x="2925946" y="1152258"/>
                </a:lnTo>
                <a:lnTo>
                  <a:pt x="2927698" y="1134730"/>
                </a:lnTo>
                <a:lnTo>
                  <a:pt x="2932459" y="1113849"/>
                </a:lnTo>
                <a:lnTo>
                  <a:pt x="2931720" y="1099322"/>
                </a:lnTo>
                <a:lnTo>
                  <a:pt x="2930433" y="1077527"/>
                </a:lnTo>
                <a:lnTo>
                  <a:pt x="2930730" y="1058939"/>
                </a:lnTo>
                <a:moveTo>
                  <a:pt x="2962900" y="773261"/>
                </a:moveTo>
                <a:lnTo>
                  <a:pt x="2958924" y="790752"/>
                </a:lnTo>
                <a:lnTo>
                  <a:pt x="2955831" y="804601"/>
                </a:lnTo>
                <a:lnTo>
                  <a:pt x="2950635" y="910055"/>
                </a:lnTo>
                <a:moveTo>
                  <a:pt x="3022708" y="790142"/>
                </a:moveTo>
                <a:lnTo>
                  <a:pt x="3021550" y="816249"/>
                </a:lnTo>
                <a:lnTo>
                  <a:pt x="3020049" y="853378"/>
                </a:lnTo>
                <a:moveTo>
                  <a:pt x="3061887" y="777078"/>
                </a:moveTo>
                <a:lnTo>
                  <a:pt x="3060820" y="757804"/>
                </a:lnTo>
                <a:moveTo>
                  <a:pt x="3099032" y="658581"/>
                </a:moveTo>
                <a:lnTo>
                  <a:pt x="3087452" y="627043"/>
                </a:lnTo>
                <a:lnTo>
                  <a:pt x="3020331" y="522122"/>
                </a:lnTo>
                <a:moveTo>
                  <a:pt x="3110695" y="702887"/>
                </a:moveTo>
                <a:lnTo>
                  <a:pt x="3107937" y="691795"/>
                </a:lnTo>
                <a:lnTo>
                  <a:pt x="3102384" y="669444"/>
                </a:lnTo>
                <a:moveTo>
                  <a:pt x="2965742" y="569589"/>
                </a:moveTo>
                <a:lnTo>
                  <a:pt x="2983110" y="595421"/>
                </a:lnTo>
                <a:lnTo>
                  <a:pt x="3004836" y="627744"/>
                </a:lnTo>
                <a:lnTo>
                  <a:pt x="2963479" y="665468"/>
                </a:lnTo>
                <a:lnTo>
                  <a:pt x="2982767" y="686059"/>
                </a:lnTo>
                <a:lnTo>
                  <a:pt x="3011677" y="716912"/>
                </a:lnTo>
                <a:lnTo>
                  <a:pt x="3044716" y="686950"/>
                </a:lnTo>
                <a:lnTo>
                  <a:pt x="3069688" y="672789"/>
                </a:lnTo>
                <a:lnTo>
                  <a:pt x="3094514" y="666961"/>
                </a:lnTo>
                <a:moveTo>
                  <a:pt x="3077191" y="326922"/>
                </a:moveTo>
                <a:lnTo>
                  <a:pt x="3024277" y="376522"/>
                </a:lnTo>
                <a:moveTo>
                  <a:pt x="3089060" y="166702"/>
                </a:moveTo>
                <a:lnTo>
                  <a:pt x="3113117" y="173238"/>
                </a:lnTo>
                <a:lnTo>
                  <a:pt x="3138424" y="184239"/>
                </a:lnTo>
                <a:lnTo>
                  <a:pt x="3150452" y="198652"/>
                </a:lnTo>
                <a:lnTo>
                  <a:pt x="3155533" y="206917"/>
                </a:lnTo>
                <a:lnTo>
                  <a:pt x="3157842" y="214939"/>
                </a:lnTo>
                <a:lnTo>
                  <a:pt x="3159678" y="231706"/>
                </a:lnTo>
                <a:lnTo>
                  <a:pt x="3155716" y="246789"/>
                </a:lnTo>
                <a:lnTo>
                  <a:pt x="3152144" y="254407"/>
                </a:lnTo>
                <a:lnTo>
                  <a:pt x="3140869" y="268690"/>
                </a:lnTo>
                <a:lnTo>
                  <a:pt x="3085243" y="319471"/>
                </a:lnTo>
                <a:moveTo>
                  <a:pt x="3017185" y="158894"/>
                </a:moveTo>
                <a:lnTo>
                  <a:pt x="3079339" y="164920"/>
                </a:lnTo>
                <a:moveTo>
                  <a:pt x="2907427" y="163754"/>
                </a:moveTo>
                <a:lnTo>
                  <a:pt x="2921314" y="156921"/>
                </a:lnTo>
                <a:lnTo>
                  <a:pt x="2932611" y="152624"/>
                </a:lnTo>
                <a:lnTo>
                  <a:pt x="2950468" y="150948"/>
                </a:lnTo>
                <a:lnTo>
                  <a:pt x="3006261" y="157713"/>
                </a:lnTo>
                <a:moveTo>
                  <a:pt x="2866770" y="271532"/>
                </a:moveTo>
                <a:lnTo>
                  <a:pt x="2881107" y="206666"/>
                </a:lnTo>
                <a:lnTo>
                  <a:pt x="2883034" y="199246"/>
                </a:lnTo>
                <a:lnTo>
                  <a:pt x="2886401" y="190782"/>
                </a:lnTo>
                <a:lnTo>
                  <a:pt x="2890484" y="183568"/>
                </a:lnTo>
                <a:lnTo>
                  <a:pt x="2895985" y="175173"/>
                </a:lnTo>
                <a:lnTo>
                  <a:pt x="2900753" y="169056"/>
                </a:lnTo>
                <a:moveTo>
                  <a:pt x="2928993" y="291354"/>
                </a:moveTo>
                <a:lnTo>
                  <a:pt x="2938210" y="264104"/>
                </a:lnTo>
                <a:lnTo>
                  <a:pt x="2942972" y="242439"/>
                </a:lnTo>
                <a:lnTo>
                  <a:pt x="2946324" y="226624"/>
                </a:lnTo>
                <a:moveTo>
                  <a:pt x="3014504" y="218016"/>
                </a:moveTo>
                <a:lnTo>
                  <a:pt x="3012904" y="162893"/>
                </a:lnTo>
                <a:moveTo>
                  <a:pt x="2985205" y="329862"/>
                </a:moveTo>
                <a:lnTo>
                  <a:pt x="2995527" y="314527"/>
                </a:lnTo>
                <a:lnTo>
                  <a:pt x="3000829" y="302887"/>
                </a:lnTo>
                <a:lnTo>
                  <a:pt x="3003046" y="292390"/>
                </a:lnTo>
                <a:lnTo>
                  <a:pt x="3013719" y="228712"/>
                </a:lnTo>
                <a:moveTo>
                  <a:pt x="3018640" y="225230"/>
                </a:moveTo>
                <a:lnTo>
                  <a:pt x="3081457" y="236101"/>
                </a:lnTo>
                <a:moveTo>
                  <a:pt x="3079309" y="319022"/>
                </a:moveTo>
                <a:lnTo>
                  <a:pt x="3069489" y="306818"/>
                </a:lnTo>
                <a:moveTo>
                  <a:pt x="3097203" y="90539"/>
                </a:moveTo>
                <a:lnTo>
                  <a:pt x="3084230" y="158985"/>
                </a:lnTo>
                <a:moveTo>
                  <a:pt x="2900890" y="160059"/>
                </a:moveTo>
                <a:lnTo>
                  <a:pt x="2891475" y="145585"/>
                </a:lnTo>
                <a:lnTo>
                  <a:pt x="2889578" y="142089"/>
                </a:lnTo>
                <a:lnTo>
                  <a:pt x="2888351" y="138234"/>
                </a:lnTo>
                <a:lnTo>
                  <a:pt x="2887178" y="133321"/>
                </a:lnTo>
                <a:lnTo>
                  <a:pt x="2886447" y="128651"/>
                </a:lnTo>
                <a:lnTo>
                  <a:pt x="2886043" y="118984"/>
                </a:lnTo>
                <a:lnTo>
                  <a:pt x="2886386" y="76796"/>
                </a:lnTo>
                <a:lnTo>
                  <a:pt x="3010718" y="82540"/>
                </a:lnTo>
                <a:moveTo>
                  <a:pt x="2728117" y="205614"/>
                </a:moveTo>
                <a:lnTo>
                  <a:pt x="2733419" y="241243"/>
                </a:lnTo>
                <a:lnTo>
                  <a:pt x="2744762" y="279691"/>
                </a:lnTo>
                <a:moveTo>
                  <a:pt x="2727645" y="139285"/>
                </a:moveTo>
                <a:lnTo>
                  <a:pt x="2724948" y="185838"/>
                </a:lnTo>
                <a:moveTo>
                  <a:pt x="2728543" y="75333"/>
                </a:moveTo>
                <a:lnTo>
                  <a:pt x="2728018" y="128498"/>
                </a:lnTo>
                <a:moveTo>
                  <a:pt x="2724247" y="68668"/>
                </a:moveTo>
                <a:lnTo>
                  <a:pt x="2664926" y="69673"/>
                </a:lnTo>
                <a:lnTo>
                  <a:pt x="2664827" y="75135"/>
                </a:lnTo>
                <a:lnTo>
                  <a:pt x="2660798" y="189243"/>
                </a:lnTo>
                <a:lnTo>
                  <a:pt x="2720324" y="192306"/>
                </a:lnTo>
                <a:moveTo>
                  <a:pt x="2734409" y="201074"/>
                </a:moveTo>
                <a:lnTo>
                  <a:pt x="2805865" y="206262"/>
                </a:lnTo>
                <a:moveTo>
                  <a:pt x="2734592" y="135438"/>
                </a:moveTo>
                <a:lnTo>
                  <a:pt x="2752951" y="136650"/>
                </a:lnTo>
                <a:moveTo>
                  <a:pt x="2630494" y="358939"/>
                </a:moveTo>
                <a:lnTo>
                  <a:pt x="2609750" y="338981"/>
                </a:lnTo>
                <a:lnTo>
                  <a:pt x="2580147" y="312082"/>
                </a:lnTo>
                <a:lnTo>
                  <a:pt x="2539132" y="273185"/>
                </a:lnTo>
                <a:moveTo>
                  <a:pt x="2345463" y="227188"/>
                </a:moveTo>
                <a:lnTo>
                  <a:pt x="2338957" y="228392"/>
                </a:lnTo>
                <a:lnTo>
                  <a:pt x="2316903" y="230456"/>
                </a:lnTo>
                <a:lnTo>
                  <a:pt x="2293311" y="230471"/>
                </a:lnTo>
                <a:lnTo>
                  <a:pt x="2264172" y="229489"/>
                </a:lnTo>
                <a:moveTo>
                  <a:pt x="2414816" y="220812"/>
                </a:moveTo>
                <a:lnTo>
                  <a:pt x="2395269" y="221947"/>
                </a:lnTo>
                <a:lnTo>
                  <a:pt x="2384527" y="223143"/>
                </a:lnTo>
                <a:lnTo>
                  <a:pt x="2356288" y="225733"/>
                </a:lnTo>
                <a:moveTo>
                  <a:pt x="2481450" y="234707"/>
                </a:moveTo>
                <a:lnTo>
                  <a:pt x="2470069" y="230281"/>
                </a:lnTo>
                <a:lnTo>
                  <a:pt x="2453363" y="224225"/>
                </a:lnTo>
                <a:lnTo>
                  <a:pt x="2442545" y="222846"/>
                </a:lnTo>
                <a:lnTo>
                  <a:pt x="2425199" y="221048"/>
                </a:lnTo>
                <a:moveTo>
                  <a:pt x="2531088" y="266039"/>
                </a:moveTo>
                <a:lnTo>
                  <a:pt x="2515380" y="252967"/>
                </a:lnTo>
                <a:lnTo>
                  <a:pt x="2500799" y="243605"/>
                </a:lnTo>
                <a:lnTo>
                  <a:pt x="2491444" y="239049"/>
                </a:lnTo>
                <a:moveTo>
                  <a:pt x="2421375" y="216637"/>
                </a:moveTo>
                <a:lnTo>
                  <a:pt x="2425793" y="107618"/>
                </a:lnTo>
                <a:lnTo>
                  <a:pt x="2425504" y="103504"/>
                </a:lnTo>
                <a:lnTo>
                  <a:pt x="2423798" y="99779"/>
                </a:lnTo>
                <a:lnTo>
                  <a:pt x="2422944" y="97890"/>
                </a:lnTo>
                <a:lnTo>
                  <a:pt x="2416682" y="96138"/>
                </a:lnTo>
                <a:lnTo>
                  <a:pt x="2386348" y="101348"/>
                </a:lnTo>
                <a:lnTo>
                  <a:pt x="2361651" y="106094"/>
                </a:lnTo>
                <a:lnTo>
                  <a:pt x="2356890" y="108951"/>
                </a:lnTo>
                <a:lnTo>
                  <a:pt x="2354856" y="112067"/>
                </a:lnTo>
                <a:lnTo>
                  <a:pt x="2353949" y="113484"/>
                </a:lnTo>
                <a:lnTo>
                  <a:pt x="2349615" y="221604"/>
                </a:lnTo>
                <a:moveTo>
                  <a:pt x="2492115" y="154102"/>
                </a:moveTo>
                <a:lnTo>
                  <a:pt x="2491315" y="177740"/>
                </a:lnTo>
                <a:lnTo>
                  <a:pt x="2489837" y="221467"/>
                </a:lnTo>
                <a:lnTo>
                  <a:pt x="2488047" y="227683"/>
                </a:lnTo>
                <a:lnTo>
                  <a:pt x="2486759" y="232094"/>
                </a:lnTo>
                <a:moveTo>
                  <a:pt x="2575371" y="225611"/>
                </a:moveTo>
                <a:lnTo>
                  <a:pt x="2586478" y="214047"/>
                </a:lnTo>
                <a:lnTo>
                  <a:pt x="2592039" y="203230"/>
                </a:lnTo>
                <a:lnTo>
                  <a:pt x="2596335" y="189167"/>
                </a:lnTo>
                <a:lnTo>
                  <a:pt x="2598255" y="182448"/>
                </a:lnTo>
                <a:lnTo>
                  <a:pt x="2598041" y="73193"/>
                </a:lnTo>
                <a:lnTo>
                  <a:pt x="2564325" y="75295"/>
                </a:lnTo>
                <a:lnTo>
                  <a:pt x="2502163" y="79188"/>
                </a:lnTo>
                <a:lnTo>
                  <a:pt x="2498460" y="81946"/>
                </a:lnTo>
                <a:lnTo>
                  <a:pt x="2495520" y="85633"/>
                </a:lnTo>
                <a:lnTo>
                  <a:pt x="2493951" y="89068"/>
                </a:lnTo>
                <a:lnTo>
                  <a:pt x="2493852" y="92489"/>
                </a:lnTo>
                <a:lnTo>
                  <a:pt x="2493303" y="112295"/>
                </a:lnTo>
                <a:lnTo>
                  <a:pt x="2492450" y="143178"/>
                </a:lnTo>
                <a:moveTo>
                  <a:pt x="2538873" y="267167"/>
                </a:moveTo>
                <a:lnTo>
                  <a:pt x="2548175" y="256479"/>
                </a:lnTo>
                <a:lnTo>
                  <a:pt x="2568088" y="233580"/>
                </a:lnTo>
                <a:moveTo>
                  <a:pt x="2498948" y="150065"/>
                </a:moveTo>
                <a:lnTo>
                  <a:pt x="2528604" y="150979"/>
                </a:lnTo>
                <a:moveTo>
                  <a:pt x="2567638" y="223928"/>
                </a:moveTo>
                <a:lnTo>
                  <a:pt x="2562085" y="218123"/>
                </a:lnTo>
                <a:moveTo>
                  <a:pt x="2488550" y="375973"/>
                </a:moveTo>
                <a:lnTo>
                  <a:pt x="2457690" y="373375"/>
                </a:lnTo>
                <a:lnTo>
                  <a:pt x="2454498" y="372812"/>
                </a:lnTo>
                <a:lnTo>
                  <a:pt x="2367380" y="367990"/>
                </a:lnTo>
                <a:lnTo>
                  <a:pt x="2362580" y="375798"/>
                </a:lnTo>
                <a:lnTo>
                  <a:pt x="2357073" y="429260"/>
                </a:lnTo>
                <a:moveTo>
                  <a:pt x="2558360" y="393517"/>
                </a:moveTo>
                <a:lnTo>
                  <a:pt x="2500296" y="377870"/>
                </a:lnTo>
                <a:moveTo>
                  <a:pt x="2595337" y="414535"/>
                </a:moveTo>
                <a:lnTo>
                  <a:pt x="2569383" y="398263"/>
                </a:lnTo>
                <a:moveTo>
                  <a:pt x="2490949" y="383134"/>
                </a:moveTo>
                <a:lnTo>
                  <a:pt x="2466443" y="429915"/>
                </a:lnTo>
                <a:lnTo>
                  <a:pt x="2454863" y="434570"/>
                </a:lnTo>
                <a:moveTo>
                  <a:pt x="2567928" y="392298"/>
                </a:moveTo>
                <a:lnTo>
                  <a:pt x="2581853" y="370679"/>
                </a:lnTo>
                <a:moveTo>
                  <a:pt x="2541037" y="442546"/>
                </a:moveTo>
                <a:lnTo>
                  <a:pt x="2562169" y="402232"/>
                </a:lnTo>
                <a:moveTo>
                  <a:pt x="2351527" y="434151"/>
                </a:moveTo>
                <a:lnTo>
                  <a:pt x="2343543" y="434471"/>
                </a:lnTo>
                <a:moveTo>
                  <a:pt x="2389967" y="433602"/>
                </a:moveTo>
                <a:lnTo>
                  <a:pt x="2365719" y="433831"/>
                </a:lnTo>
                <a:moveTo>
                  <a:pt x="2632048" y="445220"/>
                </a:moveTo>
                <a:lnTo>
                  <a:pt x="2620933" y="466946"/>
                </a:lnTo>
                <a:moveTo>
                  <a:pt x="2641151" y="427447"/>
                </a:moveTo>
                <a:lnTo>
                  <a:pt x="2637228" y="435103"/>
                </a:lnTo>
                <a:moveTo>
                  <a:pt x="2689806" y="471113"/>
                </a:moveTo>
                <a:lnTo>
                  <a:pt x="2676856" y="526883"/>
                </a:lnTo>
                <a:moveTo>
                  <a:pt x="2741334" y="484002"/>
                </a:moveTo>
                <a:lnTo>
                  <a:pt x="2744861" y="479965"/>
                </a:lnTo>
                <a:moveTo>
                  <a:pt x="2735521" y="593547"/>
                </a:moveTo>
                <a:lnTo>
                  <a:pt x="2699215" y="592869"/>
                </a:lnTo>
                <a:moveTo>
                  <a:pt x="2745074" y="622130"/>
                </a:moveTo>
                <a:lnTo>
                  <a:pt x="2747451" y="622366"/>
                </a:lnTo>
                <a:moveTo>
                  <a:pt x="2701607" y="664120"/>
                </a:moveTo>
                <a:lnTo>
                  <a:pt x="2697493" y="659869"/>
                </a:lnTo>
                <a:moveTo>
                  <a:pt x="2800731" y="547772"/>
                </a:moveTo>
                <a:lnTo>
                  <a:pt x="2748342" y="543216"/>
                </a:lnTo>
                <a:moveTo>
                  <a:pt x="2894811" y="495886"/>
                </a:moveTo>
                <a:lnTo>
                  <a:pt x="2844259" y="539727"/>
                </a:lnTo>
                <a:lnTo>
                  <a:pt x="2833495" y="545258"/>
                </a:lnTo>
                <a:lnTo>
                  <a:pt x="2811921" y="547604"/>
                </a:lnTo>
                <a:moveTo>
                  <a:pt x="2960127" y="429832"/>
                </a:moveTo>
                <a:lnTo>
                  <a:pt x="2919173" y="473253"/>
                </a:lnTo>
                <a:lnTo>
                  <a:pt x="2903001" y="488482"/>
                </a:lnTo>
                <a:moveTo>
                  <a:pt x="3015700" y="384437"/>
                </a:moveTo>
                <a:lnTo>
                  <a:pt x="2992518" y="405500"/>
                </a:lnTo>
                <a:lnTo>
                  <a:pt x="2968202" y="422709"/>
                </a:lnTo>
                <a:moveTo>
                  <a:pt x="2961216" y="422016"/>
                </a:moveTo>
                <a:lnTo>
                  <a:pt x="2953492" y="415891"/>
                </a:lnTo>
                <a:lnTo>
                  <a:pt x="2934562" y="402179"/>
                </a:lnTo>
                <a:lnTo>
                  <a:pt x="2885038" y="398164"/>
                </a:lnTo>
                <a:moveTo>
                  <a:pt x="2897142" y="487971"/>
                </a:moveTo>
                <a:lnTo>
                  <a:pt x="2886744" y="474061"/>
                </a:lnTo>
                <a:moveTo>
                  <a:pt x="2807747" y="543605"/>
                </a:moveTo>
                <a:lnTo>
                  <a:pt x="2809148" y="522221"/>
                </a:lnTo>
                <a:lnTo>
                  <a:pt x="2811479" y="485351"/>
                </a:lnTo>
                <a:moveTo>
                  <a:pt x="2807282" y="569612"/>
                </a:moveTo>
                <a:lnTo>
                  <a:pt x="2807335" y="554757"/>
                </a:lnTo>
                <a:moveTo>
                  <a:pt x="2446415" y="636429"/>
                </a:moveTo>
                <a:lnTo>
                  <a:pt x="2451382" y="695460"/>
                </a:lnTo>
                <a:moveTo>
                  <a:pt x="2429900" y="566900"/>
                </a:moveTo>
                <a:lnTo>
                  <a:pt x="2441364" y="607427"/>
                </a:lnTo>
                <a:lnTo>
                  <a:pt x="2444876" y="625436"/>
                </a:lnTo>
                <a:moveTo>
                  <a:pt x="2416416" y="846675"/>
                </a:moveTo>
                <a:lnTo>
                  <a:pt x="2455694" y="777603"/>
                </a:lnTo>
                <a:moveTo>
                  <a:pt x="2546476" y="783042"/>
                </a:moveTo>
                <a:lnTo>
                  <a:pt x="2541715" y="775402"/>
                </a:lnTo>
                <a:moveTo>
                  <a:pt x="2559457" y="799299"/>
                </a:moveTo>
                <a:lnTo>
                  <a:pt x="2553264" y="792222"/>
                </a:lnTo>
                <a:moveTo>
                  <a:pt x="2585182" y="740740"/>
                </a:moveTo>
                <a:lnTo>
                  <a:pt x="2600990" y="742012"/>
                </a:lnTo>
                <a:lnTo>
                  <a:pt x="2603801" y="743026"/>
                </a:lnTo>
                <a:lnTo>
                  <a:pt x="2605218" y="745021"/>
                </a:lnTo>
                <a:lnTo>
                  <a:pt x="2605286" y="754810"/>
                </a:lnTo>
                <a:moveTo>
                  <a:pt x="2511997" y="700777"/>
                </a:moveTo>
                <a:lnTo>
                  <a:pt x="2511784" y="713994"/>
                </a:lnTo>
                <a:moveTo>
                  <a:pt x="2336862" y="599375"/>
                </a:moveTo>
                <a:lnTo>
                  <a:pt x="2271105" y="598034"/>
                </a:lnTo>
                <a:moveTo>
                  <a:pt x="2441349" y="630167"/>
                </a:moveTo>
                <a:lnTo>
                  <a:pt x="2412287" y="632985"/>
                </a:lnTo>
                <a:moveTo>
                  <a:pt x="2474045" y="627371"/>
                </a:moveTo>
                <a:lnTo>
                  <a:pt x="2452532" y="629161"/>
                </a:lnTo>
                <a:moveTo>
                  <a:pt x="2425420" y="561370"/>
                </a:moveTo>
                <a:lnTo>
                  <a:pt x="2423699" y="561461"/>
                </a:lnTo>
                <a:moveTo>
                  <a:pt x="2503206" y="530639"/>
                </a:moveTo>
                <a:lnTo>
                  <a:pt x="2502087" y="555054"/>
                </a:lnTo>
                <a:moveTo>
                  <a:pt x="2570686" y="627036"/>
                </a:moveTo>
                <a:lnTo>
                  <a:pt x="2544343" y="625588"/>
                </a:lnTo>
                <a:moveTo>
                  <a:pt x="2578418" y="585480"/>
                </a:moveTo>
                <a:lnTo>
                  <a:pt x="2602170" y="585076"/>
                </a:lnTo>
                <a:moveTo>
                  <a:pt x="2586919" y="654849"/>
                </a:moveTo>
                <a:lnTo>
                  <a:pt x="2607023" y="654513"/>
                </a:lnTo>
                <a:moveTo>
                  <a:pt x="2009377" y="1313582"/>
                </a:moveTo>
                <a:lnTo>
                  <a:pt x="2007168" y="1331111"/>
                </a:lnTo>
                <a:lnTo>
                  <a:pt x="2004509" y="1352251"/>
                </a:lnTo>
                <a:lnTo>
                  <a:pt x="2003565" y="1355702"/>
                </a:lnTo>
                <a:lnTo>
                  <a:pt x="1999352" y="1371166"/>
                </a:lnTo>
                <a:moveTo>
                  <a:pt x="2011899" y="1261895"/>
                </a:moveTo>
                <a:lnTo>
                  <a:pt x="2010657" y="1293098"/>
                </a:lnTo>
                <a:lnTo>
                  <a:pt x="2010268" y="1302955"/>
                </a:lnTo>
                <a:moveTo>
                  <a:pt x="2020354" y="1188916"/>
                </a:moveTo>
                <a:lnTo>
                  <a:pt x="2015738" y="1219578"/>
                </a:lnTo>
                <a:lnTo>
                  <a:pt x="2012706" y="1250758"/>
                </a:lnTo>
                <a:moveTo>
                  <a:pt x="2042462" y="1118648"/>
                </a:moveTo>
                <a:lnTo>
                  <a:pt x="2023089" y="1177352"/>
                </a:lnTo>
                <a:moveTo>
                  <a:pt x="2080909" y="987118"/>
                </a:moveTo>
                <a:lnTo>
                  <a:pt x="2072819" y="1024316"/>
                </a:lnTo>
                <a:lnTo>
                  <a:pt x="2045844" y="1108257"/>
                </a:lnTo>
                <a:moveTo>
                  <a:pt x="2384466" y="1135141"/>
                </a:moveTo>
                <a:lnTo>
                  <a:pt x="2375988" y="1133716"/>
                </a:lnTo>
                <a:moveTo>
                  <a:pt x="2442210" y="1243643"/>
                </a:moveTo>
                <a:lnTo>
                  <a:pt x="2386729" y="1244610"/>
                </a:lnTo>
                <a:moveTo>
                  <a:pt x="2436573" y="1319494"/>
                </a:moveTo>
                <a:lnTo>
                  <a:pt x="2398301" y="1320042"/>
                </a:lnTo>
                <a:lnTo>
                  <a:pt x="2388771" y="1319844"/>
                </a:lnTo>
                <a:moveTo>
                  <a:pt x="2349531" y="982677"/>
                </a:moveTo>
                <a:lnTo>
                  <a:pt x="2342149" y="1012036"/>
                </a:lnTo>
                <a:moveTo>
                  <a:pt x="2512066" y="1780490"/>
                </a:moveTo>
                <a:lnTo>
                  <a:pt x="2510527" y="1811670"/>
                </a:lnTo>
                <a:lnTo>
                  <a:pt x="2509948" y="1831073"/>
                </a:lnTo>
                <a:lnTo>
                  <a:pt x="2511967" y="1839117"/>
                </a:lnTo>
                <a:lnTo>
                  <a:pt x="2536131" y="1855534"/>
                </a:lnTo>
                <a:lnTo>
                  <a:pt x="2566138" y="1866481"/>
                </a:lnTo>
                <a:lnTo>
                  <a:pt x="2664317" y="1880627"/>
                </a:lnTo>
                <a:lnTo>
                  <a:pt x="2667814" y="1883042"/>
                </a:lnTo>
                <a:lnTo>
                  <a:pt x="2671013" y="1886158"/>
                </a:lnTo>
                <a:lnTo>
                  <a:pt x="2675812" y="1896503"/>
                </a:lnTo>
                <a:lnTo>
                  <a:pt x="2680467" y="1917361"/>
                </a:lnTo>
                <a:lnTo>
                  <a:pt x="2685525" y="1944313"/>
                </a:lnTo>
                <a:lnTo>
                  <a:pt x="2685213" y="1947931"/>
                </a:lnTo>
                <a:lnTo>
                  <a:pt x="2682044" y="1949493"/>
                </a:lnTo>
                <a:lnTo>
                  <a:pt x="2674380" y="1949577"/>
                </a:lnTo>
                <a:lnTo>
                  <a:pt x="2555092" y="1930174"/>
                </a:lnTo>
                <a:lnTo>
                  <a:pt x="2539597" y="1925954"/>
                </a:lnTo>
                <a:lnTo>
                  <a:pt x="2505210" y="1912043"/>
                </a:lnTo>
                <a:moveTo>
                  <a:pt x="2513765" y="1708158"/>
                </a:moveTo>
                <a:lnTo>
                  <a:pt x="2514504" y="1737898"/>
                </a:lnTo>
                <a:lnTo>
                  <a:pt x="2512660" y="1769437"/>
                </a:lnTo>
                <a:moveTo>
                  <a:pt x="2383057" y="1626639"/>
                </a:moveTo>
                <a:lnTo>
                  <a:pt x="2380330" y="1614527"/>
                </a:lnTo>
                <a:moveTo>
                  <a:pt x="2242682" y="1818427"/>
                </a:moveTo>
                <a:lnTo>
                  <a:pt x="2195642" y="1810695"/>
                </a:lnTo>
                <a:lnTo>
                  <a:pt x="2162306" y="1799162"/>
                </a:lnTo>
                <a:moveTo>
                  <a:pt x="2313117" y="1845813"/>
                </a:moveTo>
                <a:lnTo>
                  <a:pt x="2283484" y="1834714"/>
                </a:lnTo>
                <a:lnTo>
                  <a:pt x="2254048" y="1821878"/>
                </a:lnTo>
                <a:moveTo>
                  <a:pt x="2427637" y="1874198"/>
                </a:moveTo>
                <a:lnTo>
                  <a:pt x="2415250" y="1870396"/>
                </a:lnTo>
                <a:lnTo>
                  <a:pt x="2398110" y="1867479"/>
                </a:lnTo>
                <a:lnTo>
                  <a:pt x="2380147" y="1864744"/>
                </a:lnTo>
                <a:lnTo>
                  <a:pt x="2351313" y="1858413"/>
                </a:lnTo>
                <a:lnTo>
                  <a:pt x="2324034" y="1849615"/>
                </a:lnTo>
                <a:moveTo>
                  <a:pt x="2496023" y="1907313"/>
                </a:moveTo>
                <a:lnTo>
                  <a:pt x="2465864" y="1888420"/>
                </a:lnTo>
                <a:lnTo>
                  <a:pt x="2446004" y="1879858"/>
                </a:lnTo>
                <a:lnTo>
                  <a:pt x="2438127" y="1877428"/>
                </a:lnTo>
                <a:moveTo>
                  <a:pt x="2496023" y="1915243"/>
                </a:moveTo>
                <a:lnTo>
                  <a:pt x="2491833" y="1921642"/>
                </a:lnTo>
                <a:moveTo>
                  <a:pt x="2435217" y="1871905"/>
                </a:moveTo>
                <a:lnTo>
                  <a:pt x="2441997" y="1845813"/>
                </a:lnTo>
                <a:moveTo>
                  <a:pt x="2202033" y="1739696"/>
                </a:moveTo>
                <a:lnTo>
                  <a:pt x="2211883" y="1746514"/>
                </a:lnTo>
                <a:moveTo>
                  <a:pt x="2449066" y="1567890"/>
                </a:moveTo>
                <a:lnTo>
                  <a:pt x="2448571" y="1572446"/>
                </a:lnTo>
                <a:moveTo>
                  <a:pt x="2993448" y="1854871"/>
                </a:moveTo>
                <a:lnTo>
                  <a:pt x="2995992" y="1846469"/>
                </a:lnTo>
                <a:lnTo>
                  <a:pt x="3001736" y="1832810"/>
                </a:lnTo>
                <a:lnTo>
                  <a:pt x="3013384" y="1814451"/>
                </a:lnTo>
                <a:lnTo>
                  <a:pt x="3015913" y="1810946"/>
                </a:lnTo>
                <a:lnTo>
                  <a:pt x="3035803" y="1795810"/>
                </a:lnTo>
                <a:moveTo>
                  <a:pt x="2784588" y="1884131"/>
                </a:moveTo>
                <a:lnTo>
                  <a:pt x="2769596" y="1884528"/>
                </a:lnTo>
                <a:moveTo>
                  <a:pt x="2581374" y="2143490"/>
                </a:moveTo>
                <a:lnTo>
                  <a:pt x="2577443" y="2193288"/>
                </a:lnTo>
                <a:moveTo>
                  <a:pt x="2652045" y="2137891"/>
                </a:moveTo>
                <a:lnTo>
                  <a:pt x="2654612" y="2106726"/>
                </a:lnTo>
                <a:moveTo>
                  <a:pt x="2139338" y="2262062"/>
                </a:moveTo>
                <a:lnTo>
                  <a:pt x="2188253" y="2263906"/>
                </a:lnTo>
                <a:lnTo>
                  <a:pt x="2223820" y="2264751"/>
                </a:lnTo>
                <a:moveTo>
                  <a:pt x="2502315" y="2433762"/>
                </a:moveTo>
                <a:lnTo>
                  <a:pt x="2501729" y="2458124"/>
                </a:lnTo>
                <a:moveTo>
                  <a:pt x="2428902" y="2425984"/>
                </a:moveTo>
                <a:lnTo>
                  <a:pt x="2380764" y="2424354"/>
                </a:lnTo>
                <a:lnTo>
                  <a:pt x="2359533" y="2427089"/>
                </a:lnTo>
                <a:moveTo>
                  <a:pt x="2498171" y="2426997"/>
                </a:moveTo>
                <a:lnTo>
                  <a:pt x="2439765" y="2426235"/>
                </a:lnTo>
                <a:moveTo>
                  <a:pt x="2212097" y="2459335"/>
                </a:moveTo>
                <a:lnTo>
                  <a:pt x="2198003" y="2460600"/>
                </a:lnTo>
                <a:lnTo>
                  <a:pt x="2179583" y="2462672"/>
                </a:lnTo>
                <a:lnTo>
                  <a:pt x="2172369" y="2463289"/>
                </a:lnTo>
                <a:lnTo>
                  <a:pt x="2144594" y="2463350"/>
                </a:lnTo>
                <a:moveTo>
                  <a:pt x="2273009" y="2446088"/>
                </a:moveTo>
                <a:lnTo>
                  <a:pt x="2254894" y="2449523"/>
                </a:lnTo>
                <a:lnTo>
                  <a:pt x="2223104" y="2457438"/>
                </a:lnTo>
                <a:moveTo>
                  <a:pt x="2292465" y="2440770"/>
                </a:moveTo>
                <a:lnTo>
                  <a:pt x="2283149" y="2443604"/>
                </a:lnTo>
                <a:moveTo>
                  <a:pt x="2348632" y="2428528"/>
                </a:moveTo>
                <a:lnTo>
                  <a:pt x="2339155" y="2429800"/>
                </a:lnTo>
                <a:lnTo>
                  <a:pt x="2315022" y="2435217"/>
                </a:lnTo>
                <a:lnTo>
                  <a:pt x="2303031" y="2437974"/>
                </a:lnTo>
                <a:moveTo>
                  <a:pt x="2287476" y="2543292"/>
                </a:moveTo>
                <a:lnTo>
                  <a:pt x="2290987" y="2533114"/>
                </a:lnTo>
                <a:moveTo>
                  <a:pt x="2278433" y="2451786"/>
                </a:moveTo>
                <a:lnTo>
                  <a:pt x="2281503" y="2466283"/>
                </a:lnTo>
                <a:moveTo>
                  <a:pt x="2298217" y="2434592"/>
                </a:moveTo>
                <a:lnTo>
                  <a:pt x="2296937" y="2423881"/>
                </a:lnTo>
                <a:moveTo>
                  <a:pt x="2353797" y="2434653"/>
                </a:moveTo>
                <a:lnTo>
                  <a:pt x="2356745" y="2454901"/>
                </a:lnTo>
                <a:lnTo>
                  <a:pt x="2359533" y="2474190"/>
                </a:lnTo>
                <a:moveTo>
                  <a:pt x="2432939" y="2432810"/>
                </a:moveTo>
                <a:lnTo>
                  <a:pt x="2432002" y="2464789"/>
                </a:lnTo>
                <a:moveTo>
                  <a:pt x="2800563" y="2151793"/>
                </a:moveTo>
                <a:lnTo>
                  <a:pt x="2767448" y="2150293"/>
                </a:lnTo>
                <a:moveTo>
                  <a:pt x="2868735" y="2154589"/>
                </a:moveTo>
                <a:lnTo>
                  <a:pt x="2811548" y="2152266"/>
                </a:lnTo>
                <a:moveTo>
                  <a:pt x="2909034" y="2356364"/>
                </a:moveTo>
                <a:lnTo>
                  <a:pt x="2933655" y="2362283"/>
                </a:lnTo>
                <a:moveTo>
                  <a:pt x="2747428" y="2349325"/>
                </a:moveTo>
                <a:lnTo>
                  <a:pt x="2759518" y="2349584"/>
                </a:lnTo>
                <a:lnTo>
                  <a:pt x="2764050" y="2350041"/>
                </a:lnTo>
                <a:lnTo>
                  <a:pt x="2899055" y="2355031"/>
                </a:lnTo>
                <a:moveTo>
                  <a:pt x="2913727" y="2294438"/>
                </a:moveTo>
                <a:lnTo>
                  <a:pt x="2966557" y="2298049"/>
                </a:lnTo>
                <a:moveTo>
                  <a:pt x="2884344" y="2096541"/>
                </a:moveTo>
                <a:lnTo>
                  <a:pt x="2888054" y="2096213"/>
                </a:lnTo>
                <a:lnTo>
                  <a:pt x="2909796" y="2094294"/>
                </a:lnTo>
                <a:lnTo>
                  <a:pt x="2919813" y="2084680"/>
                </a:lnTo>
                <a:moveTo>
                  <a:pt x="3041730" y="1796716"/>
                </a:moveTo>
                <a:lnTo>
                  <a:pt x="3099694" y="1878372"/>
                </a:lnTo>
                <a:lnTo>
                  <a:pt x="3103534" y="1883804"/>
                </a:lnTo>
                <a:moveTo>
                  <a:pt x="3020194" y="2463296"/>
                </a:moveTo>
                <a:lnTo>
                  <a:pt x="3029465" y="2469375"/>
                </a:lnTo>
                <a:lnTo>
                  <a:pt x="3097996" y="2512828"/>
                </a:lnTo>
                <a:lnTo>
                  <a:pt x="3103168" y="2516058"/>
                </a:lnTo>
                <a:lnTo>
                  <a:pt x="3108539" y="2519113"/>
                </a:lnTo>
                <a:lnTo>
                  <a:pt x="3113734" y="2521878"/>
                </a:lnTo>
                <a:lnTo>
                  <a:pt x="3119135" y="2524476"/>
                </a:lnTo>
                <a:lnTo>
                  <a:pt x="3132535" y="2529915"/>
                </a:lnTo>
                <a:lnTo>
                  <a:pt x="3141745" y="2532969"/>
                </a:lnTo>
                <a:lnTo>
                  <a:pt x="3151245" y="2535354"/>
                </a:lnTo>
                <a:lnTo>
                  <a:pt x="3158527" y="2536946"/>
                </a:lnTo>
                <a:lnTo>
                  <a:pt x="3165757" y="2537944"/>
                </a:lnTo>
                <a:lnTo>
                  <a:pt x="3175721" y="2538576"/>
                </a:lnTo>
                <a:lnTo>
                  <a:pt x="3187635" y="2539170"/>
                </a:lnTo>
                <a:moveTo>
                  <a:pt x="2892686" y="2439064"/>
                </a:moveTo>
                <a:lnTo>
                  <a:pt x="2973809" y="2441745"/>
                </a:lnTo>
                <a:lnTo>
                  <a:pt x="2979134" y="2442210"/>
                </a:lnTo>
                <a:lnTo>
                  <a:pt x="2983484" y="2443231"/>
                </a:lnTo>
                <a:lnTo>
                  <a:pt x="2987734" y="2444434"/>
                </a:lnTo>
                <a:lnTo>
                  <a:pt x="2992831" y="2446735"/>
                </a:lnTo>
                <a:lnTo>
                  <a:pt x="2998818" y="2449729"/>
                </a:lnTo>
                <a:lnTo>
                  <a:pt x="3004402" y="2453104"/>
                </a:lnTo>
                <a:lnTo>
                  <a:pt x="3010786" y="2457202"/>
                </a:lnTo>
                <a:moveTo>
                  <a:pt x="2825016" y="2436108"/>
                </a:moveTo>
                <a:lnTo>
                  <a:pt x="2881617" y="2438630"/>
                </a:lnTo>
                <a:moveTo>
                  <a:pt x="2725793" y="2487156"/>
                </a:moveTo>
                <a:lnTo>
                  <a:pt x="2722152" y="2486051"/>
                </a:lnTo>
                <a:moveTo>
                  <a:pt x="2884992" y="2443246"/>
                </a:moveTo>
                <a:lnTo>
                  <a:pt x="2875919" y="2477199"/>
                </a:lnTo>
                <a:moveTo>
                  <a:pt x="2882303" y="2570457"/>
                </a:moveTo>
                <a:lnTo>
                  <a:pt x="2859685" y="2590104"/>
                </a:lnTo>
                <a:lnTo>
                  <a:pt x="2837936" y="2610261"/>
                </a:lnTo>
                <a:moveTo>
                  <a:pt x="2948548" y="2514900"/>
                </a:moveTo>
                <a:lnTo>
                  <a:pt x="2890667" y="2563319"/>
                </a:lnTo>
                <a:moveTo>
                  <a:pt x="3011129" y="2462755"/>
                </a:moveTo>
                <a:lnTo>
                  <a:pt x="2956966" y="2507869"/>
                </a:lnTo>
                <a:moveTo>
                  <a:pt x="2950795" y="2507305"/>
                </a:moveTo>
                <a:lnTo>
                  <a:pt x="2949698" y="2506078"/>
                </a:lnTo>
                <a:moveTo>
                  <a:pt x="2143429" y="936246"/>
                </a:moveTo>
                <a:lnTo>
                  <a:pt x="2143520" y="936878"/>
                </a:lnTo>
                <a:lnTo>
                  <a:pt x="2148083" y="972194"/>
                </a:lnTo>
                <a:moveTo>
                  <a:pt x="1896571" y="737160"/>
                </a:moveTo>
                <a:lnTo>
                  <a:pt x="1897051" y="733991"/>
                </a:lnTo>
                <a:lnTo>
                  <a:pt x="1897310" y="722488"/>
                </a:lnTo>
                <a:lnTo>
                  <a:pt x="1897295" y="711899"/>
                </a:lnTo>
                <a:lnTo>
                  <a:pt x="1900137" y="696046"/>
                </a:lnTo>
                <a:lnTo>
                  <a:pt x="1906299" y="682334"/>
                </a:lnTo>
                <a:lnTo>
                  <a:pt x="1917841" y="673269"/>
                </a:lnTo>
                <a:lnTo>
                  <a:pt x="1927607" y="669140"/>
                </a:lnTo>
                <a:moveTo>
                  <a:pt x="1892275" y="754681"/>
                </a:moveTo>
                <a:lnTo>
                  <a:pt x="1892328" y="754536"/>
                </a:lnTo>
                <a:moveTo>
                  <a:pt x="1858977" y="810931"/>
                </a:moveTo>
                <a:lnTo>
                  <a:pt x="1869962" y="796998"/>
                </a:lnTo>
                <a:lnTo>
                  <a:pt x="1883316" y="776194"/>
                </a:lnTo>
                <a:lnTo>
                  <a:pt x="1888786" y="763761"/>
                </a:lnTo>
                <a:moveTo>
                  <a:pt x="1815403" y="875204"/>
                </a:moveTo>
                <a:lnTo>
                  <a:pt x="1834402" y="844999"/>
                </a:lnTo>
                <a:lnTo>
                  <a:pt x="1852083" y="820141"/>
                </a:lnTo>
                <a:moveTo>
                  <a:pt x="2118800" y="869795"/>
                </a:moveTo>
                <a:lnTo>
                  <a:pt x="2125885" y="876857"/>
                </a:lnTo>
                <a:lnTo>
                  <a:pt x="2133251" y="889045"/>
                </a:lnTo>
                <a:lnTo>
                  <a:pt x="2137632" y="896023"/>
                </a:lnTo>
                <a:lnTo>
                  <a:pt x="2141852" y="925375"/>
                </a:lnTo>
                <a:moveTo>
                  <a:pt x="2067303" y="822701"/>
                </a:moveTo>
                <a:lnTo>
                  <a:pt x="2110809" y="862185"/>
                </a:lnTo>
                <a:moveTo>
                  <a:pt x="2015715" y="778380"/>
                </a:moveTo>
                <a:lnTo>
                  <a:pt x="2059046" y="815426"/>
                </a:lnTo>
                <a:moveTo>
                  <a:pt x="1987331" y="717650"/>
                </a:moveTo>
                <a:lnTo>
                  <a:pt x="1995825" y="737404"/>
                </a:lnTo>
                <a:lnTo>
                  <a:pt x="2005340" y="765125"/>
                </a:lnTo>
                <a:lnTo>
                  <a:pt x="2008996" y="770694"/>
                </a:lnTo>
                <a:moveTo>
                  <a:pt x="1953957" y="669117"/>
                </a:moveTo>
                <a:lnTo>
                  <a:pt x="1967060" y="674868"/>
                </a:lnTo>
                <a:lnTo>
                  <a:pt x="1975995" y="684353"/>
                </a:lnTo>
                <a:lnTo>
                  <a:pt x="1980513" y="694355"/>
                </a:lnTo>
                <a:lnTo>
                  <a:pt x="1983750" y="707336"/>
                </a:lnTo>
                <a:moveTo>
                  <a:pt x="1937274" y="666717"/>
                </a:moveTo>
                <a:lnTo>
                  <a:pt x="1941349" y="666237"/>
                </a:lnTo>
                <a:lnTo>
                  <a:pt x="1944785" y="666656"/>
                </a:lnTo>
                <a:moveTo>
                  <a:pt x="1849897" y="810878"/>
                </a:moveTo>
                <a:lnTo>
                  <a:pt x="1814504" y="792054"/>
                </a:lnTo>
                <a:moveTo>
                  <a:pt x="1891833" y="837099"/>
                </a:moveTo>
                <a:lnTo>
                  <a:pt x="1859960" y="816751"/>
                </a:lnTo>
                <a:moveTo>
                  <a:pt x="1899931" y="745075"/>
                </a:moveTo>
                <a:lnTo>
                  <a:pt x="1907716" y="747657"/>
                </a:lnTo>
                <a:lnTo>
                  <a:pt x="1908333" y="749927"/>
                </a:lnTo>
                <a:lnTo>
                  <a:pt x="1907732" y="754795"/>
                </a:lnTo>
                <a:lnTo>
                  <a:pt x="1906452" y="757111"/>
                </a:lnTo>
                <a:lnTo>
                  <a:pt x="1906231" y="757385"/>
                </a:lnTo>
                <a:lnTo>
                  <a:pt x="1904075" y="759869"/>
                </a:lnTo>
                <a:lnTo>
                  <a:pt x="1895672" y="758498"/>
                </a:lnTo>
                <a:moveTo>
                  <a:pt x="1887217" y="747436"/>
                </a:moveTo>
                <a:lnTo>
                  <a:pt x="1874586" y="744717"/>
                </a:lnTo>
                <a:moveTo>
                  <a:pt x="1952190" y="661210"/>
                </a:moveTo>
                <a:lnTo>
                  <a:pt x="1953866" y="652053"/>
                </a:lnTo>
                <a:lnTo>
                  <a:pt x="1953607" y="642858"/>
                </a:lnTo>
                <a:lnTo>
                  <a:pt x="1949417" y="637495"/>
                </a:lnTo>
                <a:lnTo>
                  <a:pt x="1944602" y="635469"/>
                </a:lnTo>
                <a:lnTo>
                  <a:pt x="1939414" y="635339"/>
                </a:lnTo>
                <a:lnTo>
                  <a:pt x="1933122" y="638699"/>
                </a:lnTo>
                <a:lnTo>
                  <a:pt x="1930174" y="645852"/>
                </a:lnTo>
                <a:lnTo>
                  <a:pt x="1929702" y="653043"/>
                </a:lnTo>
                <a:lnTo>
                  <a:pt x="1930029" y="660562"/>
                </a:lnTo>
                <a:moveTo>
                  <a:pt x="1980421" y="714062"/>
                </a:moveTo>
                <a:lnTo>
                  <a:pt x="1974822" y="717932"/>
                </a:lnTo>
                <a:moveTo>
                  <a:pt x="2007991" y="776445"/>
                </a:moveTo>
                <a:lnTo>
                  <a:pt x="1987133" y="792092"/>
                </a:lnTo>
                <a:lnTo>
                  <a:pt x="1966717" y="797014"/>
                </a:lnTo>
                <a:moveTo>
                  <a:pt x="2025116" y="879340"/>
                </a:moveTo>
                <a:lnTo>
                  <a:pt x="2031202" y="858886"/>
                </a:lnTo>
                <a:lnTo>
                  <a:pt x="2040618" y="844679"/>
                </a:lnTo>
                <a:lnTo>
                  <a:pt x="2061125" y="823059"/>
                </a:lnTo>
                <a:moveTo>
                  <a:pt x="2111015" y="868431"/>
                </a:moveTo>
                <a:lnTo>
                  <a:pt x="2091810" y="890782"/>
                </a:lnTo>
                <a:lnTo>
                  <a:pt x="2089631" y="900221"/>
                </a:lnTo>
                <a:moveTo>
                  <a:pt x="2149485" y="931126"/>
                </a:moveTo>
                <a:lnTo>
                  <a:pt x="2157933" y="930106"/>
                </a:lnTo>
                <a:moveTo>
                  <a:pt x="2142279" y="1376377"/>
                </a:moveTo>
                <a:lnTo>
                  <a:pt x="2135819" y="1385328"/>
                </a:lnTo>
                <a:moveTo>
                  <a:pt x="2190843" y="1392161"/>
                </a:moveTo>
                <a:lnTo>
                  <a:pt x="2202010" y="1343307"/>
                </a:lnTo>
                <a:lnTo>
                  <a:pt x="2203001" y="1335225"/>
                </a:lnTo>
                <a:lnTo>
                  <a:pt x="2201927" y="1329062"/>
                </a:lnTo>
                <a:lnTo>
                  <a:pt x="2198514" y="1318648"/>
                </a:lnTo>
                <a:moveTo>
                  <a:pt x="2252913" y="1262763"/>
                </a:moveTo>
                <a:lnTo>
                  <a:pt x="2277039" y="1237952"/>
                </a:lnTo>
                <a:moveTo>
                  <a:pt x="2112493" y="1134402"/>
                </a:moveTo>
                <a:lnTo>
                  <a:pt x="2080520" y="1124095"/>
                </a:lnTo>
                <a:lnTo>
                  <a:pt x="2050917" y="1114382"/>
                </a:lnTo>
                <a:moveTo>
                  <a:pt x="2187735" y="1158101"/>
                </a:moveTo>
                <a:lnTo>
                  <a:pt x="2155861" y="1148373"/>
                </a:lnTo>
                <a:lnTo>
                  <a:pt x="2122944" y="1137769"/>
                </a:lnTo>
                <a:moveTo>
                  <a:pt x="2229922" y="1125634"/>
                </a:moveTo>
                <a:lnTo>
                  <a:pt x="2210626" y="1128811"/>
                </a:lnTo>
                <a:lnTo>
                  <a:pt x="2202772" y="1132071"/>
                </a:lnTo>
                <a:lnTo>
                  <a:pt x="2199481" y="1137822"/>
                </a:lnTo>
                <a:lnTo>
                  <a:pt x="2193448" y="1154612"/>
                </a:lnTo>
                <a:moveTo>
                  <a:pt x="1910306" y="1219410"/>
                </a:moveTo>
                <a:lnTo>
                  <a:pt x="1884154" y="1262489"/>
                </a:lnTo>
                <a:moveTo>
                  <a:pt x="1816713" y="1725245"/>
                </a:moveTo>
                <a:lnTo>
                  <a:pt x="1795094" y="1704715"/>
                </a:lnTo>
                <a:lnTo>
                  <a:pt x="1777862" y="1679759"/>
                </a:lnTo>
                <a:moveTo>
                  <a:pt x="2047466" y="1525588"/>
                </a:moveTo>
                <a:lnTo>
                  <a:pt x="2050940" y="1554704"/>
                </a:lnTo>
                <a:lnTo>
                  <a:pt x="2051062" y="1558619"/>
                </a:lnTo>
                <a:lnTo>
                  <a:pt x="2051969" y="1587681"/>
                </a:lnTo>
                <a:moveTo>
                  <a:pt x="2069894" y="1461895"/>
                </a:moveTo>
                <a:lnTo>
                  <a:pt x="2059762" y="1473588"/>
                </a:lnTo>
                <a:lnTo>
                  <a:pt x="2051618" y="1489731"/>
                </a:lnTo>
                <a:lnTo>
                  <a:pt x="2047649" y="1500617"/>
                </a:lnTo>
                <a:lnTo>
                  <a:pt x="2047063" y="1515251"/>
                </a:lnTo>
                <a:moveTo>
                  <a:pt x="2094438" y="1423684"/>
                </a:moveTo>
                <a:lnTo>
                  <a:pt x="2076041" y="1453393"/>
                </a:lnTo>
                <a:moveTo>
                  <a:pt x="1870343" y="1776948"/>
                </a:moveTo>
                <a:lnTo>
                  <a:pt x="1856623" y="1765049"/>
                </a:lnTo>
                <a:lnTo>
                  <a:pt x="1825321" y="1733876"/>
                </a:lnTo>
                <a:lnTo>
                  <a:pt x="1824438" y="1732947"/>
                </a:lnTo>
                <a:moveTo>
                  <a:pt x="1896343" y="1797135"/>
                </a:moveTo>
                <a:lnTo>
                  <a:pt x="1878928" y="1783911"/>
                </a:lnTo>
                <a:moveTo>
                  <a:pt x="1906178" y="1804624"/>
                </a:moveTo>
                <a:lnTo>
                  <a:pt x="1905073" y="1803778"/>
                </a:lnTo>
                <a:moveTo>
                  <a:pt x="2038051" y="1783210"/>
                </a:moveTo>
                <a:lnTo>
                  <a:pt x="2029603" y="1804601"/>
                </a:lnTo>
                <a:lnTo>
                  <a:pt x="2025474" y="1813148"/>
                </a:lnTo>
                <a:lnTo>
                  <a:pt x="2019494" y="1821322"/>
                </a:lnTo>
                <a:lnTo>
                  <a:pt x="2013734" y="1826190"/>
                </a:lnTo>
                <a:lnTo>
                  <a:pt x="2006749" y="1829069"/>
                </a:lnTo>
                <a:lnTo>
                  <a:pt x="1999695" y="1831050"/>
                </a:lnTo>
                <a:lnTo>
                  <a:pt x="1992237" y="1832246"/>
                </a:lnTo>
                <a:lnTo>
                  <a:pt x="1982684" y="1831332"/>
                </a:lnTo>
                <a:lnTo>
                  <a:pt x="1974251" y="1829778"/>
                </a:lnTo>
                <a:lnTo>
                  <a:pt x="1941616" y="1819227"/>
                </a:lnTo>
                <a:lnTo>
                  <a:pt x="1915220" y="1810406"/>
                </a:lnTo>
                <a:moveTo>
                  <a:pt x="2047924" y="1738965"/>
                </a:moveTo>
                <a:lnTo>
                  <a:pt x="2046781" y="1749150"/>
                </a:lnTo>
                <a:lnTo>
                  <a:pt x="2043703" y="1764439"/>
                </a:lnTo>
                <a:lnTo>
                  <a:pt x="2041715" y="1772461"/>
                </a:lnTo>
                <a:lnTo>
                  <a:pt x="2041639" y="1772735"/>
                </a:lnTo>
                <a:moveTo>
                  <a:pt x="2051588" y="1669597"/>
                </a:moveTo>
                <a:lnTo>
                  <a:pt x="2048769" y="1728254"/>
                </a:lnTo>
                <a:moveTo>
                  <a:pt x="2052136" y="1599230"/>
                </a:moveTo>
                <a:lnTo>
                  <a:pt x="2051877" y="1658573"/>
                </a:lnTo>
                <a:moveTo>
                  <a:pt x="2042934" y="1519349"/>
                </a:moveTo>
                <a:lnTo>
                  <a:pt x="2012318" y="1520278"/>
                </a:lnTo>
                <a:moveTo>
                  <a:pt x="2047771" y="1592420"/>
                </a:moveTo>
                <a:lnTo>
                  <a:pt x="2008379" y="1591117"/>
                </a:lnTo>
                <a:lnTo>
                  <a:pt x="1986127" y="1591201"/>
                </a:lnTo>
                <a:lnTo>
                  <a:pt x="1962222" y="1571021"/>
                </a:lnTo>
                <a:moveTo>
                  <a:pt x="2086767" y="1582966"/>
                </a:moveTo>
                <a:lnTo>
                  <a:pt x="2058985" y="1590942"/>
                </a:lnTo>
                <a:moveTo>
                  <a:pt x="2151557" y="1497021"/>
                </a:moveTo>
                <a:lnTo>
                  <a:pt x="2137220" y="1520377"/>
                </a:lnTo>
                <a:lnTo>
                  <a:pt x="2130159" y="1531896"/>
                </a:lnTo>
                <a:moveTo>
                  <a:pt x="1969216" y="1675417"/>
                </a:moveTo>
                <a:lnTo>
                  <a:pt x="1973017" y="1664553"/>
                </a:lnTo>
                <a:moveTo>
                  <a:pt x="1878304" y="1777991"/>
                </a:moveTo>
                <a:lnTo>
                  <a:pt x="1909438" y="1741936"/>
                </a:lnTo>
                <a:moveTo>
                  <a:pt x="2036337" y="1775462"/>
                </a:moveTo>
                <a:lnTo>
                  <a:pt x="1983331" y="1756951"/>
                </a:lnTo>
                <a:lnTo>
                  <a:pt x="1977146" y="1756730"/>
                </a:lnTo>
                <a:lnTo>
                  <a:pt x="1969894" y="1757560"/>
                </a:lnTo>
                <a:moveTo>
                  <a:pt x="2055191" y="1735240"/>
                </a:moveTo>
                <a:lnTo>
                  <a:pt x="2071219" y="1735811"/>
                </a:lnTo>
                <a:moveTo>
                  <a:pt x="1580353" y="1679751"/>
                </a:moveTo>
                <a:lnTo>
                  <a:pt x="1581686" y="1648952"/>
                </a:lnTo>
                <a:lnTo>
                  <a:pt x="1582494" y="1639232"/>
                </a:lnTo>
                <a:lnTo>
                  <a:pt x="1584627" y="1631134"/>
                </a:lnTo>
                <a:lnTo>
                  <a:pt x="1587125" y="1626952"/>
                </a:lnTo>
                <a:lnTo>
                  <a:pt x="1589662" y="1622571"/>
                </a:lnTo>
                <a:lnTo>
                  <a:pt x="1595772" y="1616873"/>
                </a:lnTo>
                <a:lnTo>
                  <a:pt x="1604852" y="1611145"/>
                </a:lnTo>
                <a:moveTo>
                  <a:pt x="1388306" y="1776216"/>
                </a:moveTo>
                <a:lnTo>
                  <a:pt x="1389715" y="1743688"/>
                </a:lnTo>
                <a:lnTo>
                  <a:pt x="1390211" y="1726639"/>
                </a:lnTo>
                <a:lnTo>
                  <a:pt x="1390980" y="1722838"/>
                </a:lnTo>
                <a:lnTo>
                  <a:pt x="1394119" y="1720088"/>
                </a:lnTo>
                <a:lnTo>
                  <a:pt x="1416370" y="1709720"/>
                </a:lnTo>
                <a:moveTo>
                  <a:pt x="1495482" y="1782920"/>
                </a:moveTo>
                <a:lnTo>
                  <a:pt x="1497356" y="1749927"/>
                </a:lnTo>
                <a:moveTo>
                  <a:pt x="1346415" y="1582463"/>
                </a:moveTo>
                <a:lnTo>
                  <a:pt x="1374678" y="1568401"/>
                </a:lnTo>
                <a:lnTo>
                  <a:pt x="1410436" y="1555922"/>
                </a:lnTo>
                <a:moveTo>
                  <a:pt x="1340100" y="1577915"/>
                </a:moveTo>
                <a:lnTo>
                  <a:pt x="1322800" y="1512462"/>
                </a:lnTo>
                <a:moveTo>
                  <a:pt x="1460531" y="1483255"/>
                </a:moveTo>
                <a:lnTo>
                  <a:pt x="1429900" y="1483492"/>
                </a:lnTo>
                <a:lnTo>
                  <a:pt x="1399405" y="1489296"/>
                </a:lnTo>
                <a:moveTo>
                  <a:pt x="1493768" y="1412249"/>
                </a:moveTo>
                <a:lnTo>
                  <a:pt x="1525565" y="1414154"/>
                </a:lnTo>
                <a:lnTo>
                  <a:pt x="1547703" y="1414961"/>
                </a:lnTo>
                <a:moveTo>
                  <a:pt x="1492991" y="1249348"/>
                </a:moveTo>
                <a:lnTo>
                  <a:pt x="1491787" y="1263518"/>
                </a:lnTo>
                <a:moveTo>
                  <a:pt x="983827" y="1430959"/>
                </a:moveTo>
                <a:lnTo>
                  <a:pt x="951032" y="1432536"/>
                </a:lnTo>
                <a:lnTo>
                  <a:pt x="921025" y="1433983"/>
                </a:lnTo>
                <a:lnTo>
                  <a:pt x="920332" y="1434013"/>
                </a:lnTo>
                <a:moveTo>
                  <a:pt x="1152563" y="1399504"/>
                </a:moveTo>
                <a:lnTo>
                  <a:pt x="1150872" y="1399832"/>
                </a:lnTo>
                <a:lnTo>
                  <a:pt x="1116073" y="1407092"/>
                </a:lnTo>
                <a:lnTo>
                  <a:pt x="1076118" y="1416690"/>
                </a:lnTo>
                <a:lnTo>
                  <a:pt x="1057835" y="1421048"/>
                </a:lnTo>
                <a:lnTo>
                  <a:pt x="1037190" y="1425961"/>
                </a:lnTo>
                <a:lnTo>
                  <a:pt x="1027226" y="1426952"/>
                </a:lnTo>
                <a:lnTo>
                  <a:pt x="994972" y="1430144"/>
                </a:lnTo>
                <a:moveTo>
                  <a:pt x="1276674" y="1297874"/>
                </a:moveTo>
                <a:lnTo>
                  <a:pt x="1283751" y="1329009"/>
                </a:lnTo>
                <a:lnTo>
                  <a:pt x="1291582" y="1361941"/>
                </a:lnTo>
                <a:moveTo>
                  <a:pt x="1271882" y="1140793"/>
                </a:moveTo>
                <a:lnTo>
                  <a:pt x="1271334" y="1178182"/>
                </a:lnTo>
                <a:moveTo>
                  <a:pt x="1357477" y="1002803"/>
                </a:moveTo>
                <a:lnTo>
                  <a:pt x="1384589" y="1004540"/>
                </a:lnTo>
                <a:lnTo>
                  <a:pt x="1420195" y="1006810"/>
                </a:lnTo>
                <a:moveTo>
                  <a:pt x="1266298" y="845928"/>
                </a:moveTo>
                <a:lnTo>
                  <a:pt x="1253698" y="847627"/>
                </a:lnTo>
                <a:lnTo>
                  <a:pt x="1242416" y="851382"/>
                </a:lnTo>
                <a:lnTo>
                  <a:pt x="1233808" y="856791"/>
                </a:lnTo>
                <a:lnTo>
                  <a:pt x="1224514" y="871585"/>
                </a:lnTo>
                <a:lnTo>
                  <a:pt x="1220781" y="878175"/>
                </a:lnTo>
                <a:moveTo>
                  <a:pt x="1307549" y="843559"/>
                </a:moveTo>
                <a:lnTo>
                  <a:pt x="1277550" y="844907"/>
                </a:lnTo>
                <a:moveTo>
                  <a:pt x="1352083" y="842355"/>
                </a:moveTo>
                <a:lnTo>
                  <a:pt x="1318496" y="843186"/>
                </a:lnTo>
                <a:moveTo>
                  <a:pt x="1372903" y="843483"/>
                </a:moveTo>
                <a:lnTo>
                  <a:pt x="1363457" y="842675"/>
                </a:lnTo>
                <a:moveTo>
                  <a:pt x="1441799" y="865986"/>
                </a:moveTo>
                <a:lnTo>
                  <a:pt x="1422838" y="858772"/>
                </a:lnTo>
                <a:lnTo>
                  <a:pt x="1407298" y="852822"/>
                </a:lnTo>
                <a:lnTo>
                  <a:pt x="1383415" y="845570"/>
                </a:lnTo>
                <a:moveTo>
                  <a:pt x="1506261" y="896876"/>
                </a:moveTo>
                <a:lnTo>
                  <a:pt x="1480909" y="883850"/>
                </a:lnTo>
                <a:lnTo>
                  <a:pt x="1452525" y="870557"/>
                </a:lnTo>
                <a:moveTo>
                  <a:pt x="1522510" y="906940"/>
                </a:moveTo>
                <a:lnTo>
                  <a:pt x="1516089" y="902674"/>
                </a:lnTo>
                <a:moveTo>
                  <a:pt x="1568568" y="989266"/>
                </a:moveTo>
                <a:lnTo>
                  <a:pt x="1557461" y="952091"/>
                </a:lnTo>
                <a:lnTo>
                  <a:pt x="1546651" y="929336"/>
                </a:lnTo>
                <a:lnTo>
                  <a:pt x="1537266" y="918435"/>
                </a:lnTo>
                <a:lnTo>
                  <a:pt x="1531766" y="913788"/>
                </a:lnTo>
                <a:moveTo>
                  <a:pt x="1547246" y="1112021"/>
                </a:moveTo>
                <a:lnTo>
                  <a:pt x="1562908" y="1059335"/>
                </a:lnTo>
                <a:lnTo>
                  <a:pt x="1566085" y="1047787"/>
                </a:lnTo>
                <a:lnTo>
                  <a:pt x="1571920" y="1018382"/>
                </a:lnTo>
                <a:lnTo>
                  <a:pt x="1572293" y="1011678"/>
                </a:lnTo>
                <a:lnTo>
                  <a:pt x="1570945" y="1000586"/>
                </a:lnTo>
                <a:moveTo>
                  <a:pt x="1291628" y="1016942"/>
                </a:moveTo>
                <a:lnTo>
                  <a:pt x="1309598" y="1010040"/>
                </a:lnTo>
                <a:lnTo>
                  <a:pt x="1344092" y="1003748"/>
                </a:lnTo>
                <a:moveTo>
                  <a:pt x="1229549" y="1007549"/>
                </a:moveTo>
                <a:lnTo>
                  <a:pt x="1234113" y="1011495"/>
                </a:lnTo>
                <a:lnTo>
                  <a:pt x="1242332" y="1016668"/>
                </a:lnTo>
                <a:lnTo>
                  <a:pt x="1251923" y="1020857"/>
                </a:lnTo>
                <a:lnTo>
                  <a:pt x="1260067" y="1023790"/>
                </a:lnTo>
                <a:lnTo>
                  <a:pt x="1266412" y="1024255"/>
                </a:lnTo>
                <a:moveTo>
                  <a:pt x="1216005" y="958261"/>
                </a:moveTo>
                <a:lnTo>
                  <a:pt x="1214466" y="975577"/>
                </a:lnTo>
                <a:lnTo>
                  <a:pt x="1218305" y="993456"/>
                </a:lnTo>
                <a:lnTo>
                  <a:pt x="1222655" y="999779"/>
                </a:lnTo>
                <a:moveTo>
                  <a:pt x="1217094" y="887499"/>
                </a:moveTo>
                <a:lnTo>
                  <a:pt x="1215944" y="892138"/>
                </a:lnTo>
                <a:lnTo>
                  <a:pt x="1216401" y="904106"/>
                </a:lnTo>
                <a:lnTo>
                  <a:pt x="1217848" y="915830"/>
                </a:lnTo>
                <a:lnTo>
                  <a:pt x="1218328" y="928971"/>
                </a:lnTo>
                <a:lnTo>
                  <a:pt x="1217879" y="939994"/>
                </a:lnTo>
                <a:lnTo>
                  <a:pt x="1217079" y="947360"/>
                </a:lnTo>
                <a:moveTo>
                  <a:pt x="1563129" y="994926"/>
                </a:moveTo>
                <a:lnTo>
                  <a:pt x="1531896" y="1000084"/>
                </a:lnTo>
                <a:lnTo>
                  <a:pt x="1524308" y="1001013"/>
                </a:lnTo>
                <a:lnTo>
                  <a:pt x="1516050" y="1000647"/>
                </a:lnTo>
                <a:lnTo>
                  <a:pt x="1505050" y="998171"/>
                </a:lnTo>
                <a:moveTo>
                  <a:pt x="1521512" y="914580"/>
                </a:moveTo>
                <a:lnTo>
                  <a:pt x="1518968" y="916751"/>
                </a:lnTo>
                <a:lnTo>
                  <a:pt x="1513590" y="920073"/>
                </a:lnTo>
                <a:lnTo>
                  <a:pt x="1509232" y="921383"/>
                </a:lnTo>
                <a:lnTo>
                  <a:pt x="1506315" y="917955"/>
                </a:lnTo>
                <a:lnTo>
                  <a:pt x="1507214" y="911076"/>
                </a:lnTo>
                <a:lnTo>
                  <a:pt x="1509210" y="906368"/>
                </a:lnTo>
                <a:moveTo>
                  <a:pt x="1549021" y="816866"/>
                </a:moveTo>
                <a:lnTo>
                  <a:pt x="1550849" y="846065"/>
                </a:lnTo>
                <a:moveTo>
                  <a:pt x="1666374" y="895124"/>
                </a:moveTo>
                <a:lnTo>
                  <a:pt x="1670115" y="904639"/>
                </a:lnTo>
                <a:lnTo>
                  <a:pt x="1670450" y="915434"/>
                </a:lnTo>
                <a:lnTo>
                  <a:pt x="1653698" y="944823"/>
                </a:lnTo>
                <a:lnTo>
                  <a:pt x="1647474" y="950575"/>
                </a:lnTo>
                <a:lnTo>
                  <a:pt x="1638752" y="953950"/>
                </a:lnTo>
                <a:moveTo>
                  <a:pt x="1675127" y="823966"/>
                </a:moveTo>
                <a:lnTo>
                  <a:pt x="1669124" y="853835"/>
                </a:lnTo>
                <a:lnTo>
                  <a:pt x="1665315" y="884985"/>
                </a:lnTo>
                <a:moveTo>
                  <a:pt x="1660615" y="888710"/>
                </a:moveTo>
                <a:lnTo>
                  <a:pt x="1622518" y="884535"/>
                </a:lnTo>
                <a:moveTo>
                  <a:pt x="1348510" y="1007458"/>
                </a:moveTo>
                <a:lnTo>
                  <a:pt x="1348404" y="1030121"/>
                </a:lnTo>
                <a:moveTo>
                  <a:pt x="1352936" y="995467"/>
                </a:moveTo>
                <a:lnTo>
                  <a:pt x="1349257" y="969818"/>
                </a:lnTo>
                <a:moveTo>
                  <a:pt x="1285884" y="1011746"/>
                </a:moveTo>
                <a:lnTo>
                  <a:pt x="1280384" y="968157"/>
                </a:lnTo>
                <a:lnTo>
                  <a:pt x="1275569" y="963221"/>
                </a:lnTo>
                <a:lnTo>
                  <a:pt x="1266237" y="963243"/>
                </a:lnTo>
                <a:lnTo>
                  <a:pt x="1263678" y="963830"/>
                </a:lnTo>
                <a:moveTo>
                  <a:pt x="1271593" y="1028894"/>
                </a:moveTo>
                <a:lnTo>
                  <a:pt x="1273756" y="1036154"/>
                </a:lnTo>
                <a:moveTo>
                  <a:pt x="1221695" y="1005606"/>
                </a:moveTo>
                <a:lnTo>
                  <a:pt x="1197501" y="1023714"/>
                </a:lnTo>
                <a:moveTo>
                  <a:pt x="1212234" y="951283"/>
                </a:moveTo>
                <a:lnTo>
                  <a:pt x="1191757" y="950080"/>
                </a:lnTo>
                <a:moveTo>
                  <a:pt x="1215182" y="880155"/>
                </a:moveTo>
                <a:lnTo>
                  <a:pt x="1186470" y="870031"/>
                </a:lnTo>
                <a:lnTo>
                  <a:pt x="1176613" y="866298"/>
                </a:lnTo>
                <a:moveTo>
                  <a:pt x="1271128" y="852152"/>
                </a:moveTo>
                <a:lnTo>
                  <a:pt x="1271798" y="871395"/>
                </a:lnTo>
                <a:lnTo>
                  <a:pt x="1270724" y="885960"/>
                </a:lnTo>
                <a:moveTo>
                  <a:pt x="1314298" y="838958"/>
                </a:moveTo>
                <a:lnTo>
                  <a:pt x="1315273" y="807541"/>
                </a:lnTo>
                <a:moveTo>
                  <a:pt x="1356105" y="849097"/>
                </a:moveTo>
                <a:lnTo>
                  <a:pt x="1351557" y="891125"/>
                </a:lnTo>
                <a:moveTo>
                  <a:pt x="1380665" y="840237"/>
                </a:moveTo>
                <a:lnTo>
                  <a:pt x="1395695" y="795261"/>
                </a:lnTo>
                <a:moveTo>
                  <a:pt x="1534173" y="733412"/>
                </a:moveTo>
                <a:lnTo>
                  <a:pt x="1528171" y="755275"/>
                </a:lnTo>
                <a:lnTo>
                  <a:pt x="1528635" y="776430"/>
                </a:lnTo>
                <a:lnTo>
                  <a:pt x="1531393" y="807450"/>
                </a:lnTo>
                <a:moveTo>
                  <a:pt x="1703161" y="741053"/>
                </a:moveTo>
                <a:lnTo>
                  <a:pt x="1711403" y="730319"/>
                </a:lnTo>
                <a:lnTo>
                  <a:pt x="1726395" y="715693"/>
                </a:lnTo>
                <a:lnTo>
                  <a:pt x="1728117" y="712615"/>
                </a:lnTo>
                <a:lnTo>
                  <a:pt x="1735362" y="699558"/>
                </a:lnTo>
                <a:lnTo>
                  <a:pt x="1738805" y="685145"/>
                </a:lnTo>
                <a:moveTo>
                  <a:pt x="1679759" y="813491"/>
                </a:moveTo>
                <a:lnTo>
                  <a:pt x="1686455" y="781374"/>
                </a:lnTo>
                <a:lnTo>
                  <a:pt x="1687354" y="778906"/>
                </a:lnTo>
                <a:lnTo>
                  <a:pt x="1697341" y="751428"/>
                </a:lnTo>
                <a:moveTo>
                  <a:pt x="1563510" y="688565"/>
                </a:moveTo>
                <a:lnTo>
                  <a:pt x="1561834" y="692191"/>
                </a:lnTo>
                <a:lnTo>
                  <a:pt x="1554163" y="702933"/>
                </a:lnTo>
                <a:lnTo>
                  <a:pt x="1542606" y="718664"/>
                </a:lnTo>
                <a:lnTo>
                  <a:pt x="1539978" y="722252"/>
                </a:lnTo>
                <a:moveTo>
                  <a:pt x="1569406" y="674518"/>
                </a:moveTo>
                <a:lnTo>
                  <a:pt x="1567875" y="678464"/>
                </a:lnTo>
                <a:moveTo>
                  <a:pt x="1575028" y="660082"/>
                </a:moveTo>
                <a:lnTo>
                  <a:pt x="1573390" y="664287"/>
                </a:lnTo>
                <a:moveTo>
                  <a:pt x="1591544" y="586425"/>
                </a:moveTo>
                <a:lnTo>
                  <a:pt x="1584352" y="595513"/>
                </a:lnTo>
                <a:lnTo>
                  <a:pt x="1578365" y="604586"/>
                </a:lnTo>
                <a:lnTo>
                  <a:pt x="1575683" y="622930"/>
                </a:lnTo>
                <a:lnTo>
                  <a:pt x="1576590" y="651428"/>
                </a:lnTo>
                <a:moveTo>
                  <a:pt x="1611434" y="572118"/>
                </a:moveTo>
                <a:lnTo>
                  <a:pt x="1605881" y="574099"/>
                </a:lnTo>
                <a:lnTo>
                  <a:pt x="1600007" y="578677"/>
                </a:lnTo>
                <a:moveTo>
                  <a:pt x="1733122" y="599825"/>
                </a:moveTo>
                <a:lnTo>
                  <a:pt x="1732886" y="593151"/>
                </a:lnTo>
                <a:lnTo>
                  <a:pt x="1726228" y="579881"/>
                </a:lnTo>
                <a:lnTo>
                  <a:pt x="1713460" y="567624"/>
                </a:lnTo>
                <a:lnTo>
                  <a:pt x="1702529" y="563472"/>
                </a:lnTo>
                <a:lnTo>
                  <a:pt x="1690355" y="563525"/>
                </a:lnTo>
                <a:lnTo>
                  <a:pt x="1667296" y="569551"/>
                </a:lnTo>
                <a:lnTo>
                  <a:pt x="1646728" y="571981"/>
                </a:lnTo>
                <a:lnTo>
                  <a:pt x="1632574" y="568599"/>
                </a:lnTo>
                <a:lnTo>
                  <a:pt x="1623051" y="569452"/>
                </a:lnTo>
                <a:moveTo>
                  <a:pt x="1738721" y="672629"/>
                </a:moveTo>
                <a:lnTo>
                  <a:pt x="1736588" y="663830"/>
                </a:lnTo>
                <a:lnTo>
                  <a:pt x="1731393" y="644092"/>
                </a:lnTo>
                <a:lnTo>
                  <a:pt x="1733031" y="611137"/>
                </a:lnTo>
                <a:moveTo>
                  <a:pt x="1692770" y="743087"/>
                </a:moveTo>
                <a:lnTo>
                  <a:pt x="1652266" y="733991"/>
                </a:lnTo>
                <a:moveTo>
                  <a:pt x="1747611" y="758856"/>
                </a:moveTo>
                <a:lnTo>
                  <a:pt x="1704852" y="746248"/>
                </a:lnTo>
                <a:moveTo>
                  <a:pt x="1732795" y="677550"/>
                </a:moveTo>
                <a:lnTo>
                  <a:pt x="1701752" y="676331"/>
                </a:lnTo>
                <a:moveTo>
                  <a:pt x="1543665" y="730898"/>
                </a:moveTo>
                <a:lnTo>
                  <a:pt x="1572887" y="734760"/>
                </a:lnTo>
                <a:moveTo>
                  <a:pt x="1567677" y="666793"/>
                </a:moveTo>
                <a:lnTo>
                  <a:pt x="1552875" y="661750"/>
                </a:lnTo>
                <a:lnTo>
                  <a:pt x="1547794" y="665430"/>
                </a:lnTo>
                <a:lnTo>
                  <a:pt x="1546461" y="670351"/>
                </a:lnTo>
                <a:lnTo>
                  <a:pt x="1548922" y="675257"/>
                </a:lnTo>
                <a:lnTo>
                  <a:pt x="1561179" y="682418"/>
                </a:lnTo>
                <a:moveTo>
                  <a:pt x="1582395" y="658399"/>
                </a:moveTo>
                <a:lnTo>
                  <a:pt x="1594286" y="661621"/>
                </a:lnTo>
                <a:lnTo>
                  <a:pt x="1616142" y="663678"/>
                </a:lnTo>
                <a:moveTo>
                  <a:pt x="1616949" y="577497"/>
                </a:moveTo>
                <a:lnTo>
                  <a:pt x="1617475" y="585602"/>
                </a:lnTo>
                <a:lnTo>
                  <a:pt x="1616233" y="590241"/>
                </a:lnTo>
                <a:lnTo>
                  <a:pt x="1613331" y="592390"/>
                </a:lnTo>
                <a:lnTo>
                  <a:pt x="1605164" y="590142"/>
                </a:lnTo>
                <a:lnTo>
                  <a:pt x="1601226" y="586417"/>
                </a:lnTo>
                <a:moveTo>
                  <a:pt x="1726129" y="604578"/>
                </a:moveTo>
                <a:lnTo>
                  <a:pt x="1688801" y="608311"/>
                </a:lnTo>
                <a:moveTo>
                  <a:pt x="1677588" y="1697783"/>
                </a:moveTo>
                <a:lnTo>
                  <a:pt x="1676018" y="1728110"/>
                </a:lnTo>
                <a:lnTo>
                  <a:pt x="1679782" y="1750186"/>
                </a:lnTo>
                <a:lnTo>
                  <a:pt x="1683469" y="1766420"/>
                </a:lnTo>
                <a:lnTo>
                  <a:pt x="1686402" y="1777763"/>
                </a:lnTo>
                <a:lnTo>
                  <a:pt x="1689548" y="1795589"/>
                </a:lnTo>
                <a:lnTo>
                  <a:pt x="1690980" y="1812836"/>
                </a:lnTo>
                <a:lnTo>
                  <a:pt x="1690911" y="1818846"/>
                </a:lnTo>
                <a:lnTo>
                  <a:pt x="1690287" y="1834973"/>
                </a:lnTo>
                <a:lnTo>
                  <a:pt x="1689319" y="1847939"/>
                </a:lnTo>
                <a:moveTo>
                  <a:pt x="1786310" y="2360242"/>
                </a:moveTo>
                <a:lnTo>
                  <a:pt x="1782486" y="2332055"/>
                </a:lnTo>
                <a:lnTo>
                  <a:pt x="1782395" y="2325512"/>
                </a:lnTo>
                <a:lnTo>
                  <a:pt x="1782235" y="2312927"/>
                </a:lnTo>
                <a:lnTo>
                  <a:pt x="1783202" y="2296282"/>
                </a:lnTo>
                <a:lnTo>
                  <a:pt x="1783941" y="2294773"/>
                </a:lnTo>
                <a:lnTo>
                  <a:pt x="1790553" y="2281267"/>
                </a:lnTo>
                <a:lnTo>
                  <a:pt x="1793349" y="2277298"/>
                </a:lnTo>
                <a:lnTo>
                  <a:pt x="1802125" y="2264843"/>
                </a:lnTo>
                <a:lnTo>
                  <a:pt x="1810162" y="2259914"/>
                </a:lnTo>
                <a:lnTo>
                  <a:pt x="1850491" y="2235263"/>
                </a:lnTo>
                <a:lnTo>
                  <a:pt x="1868621" y="2224628"/>
                </a:lnTo>
                <a:lnTo>
                  <a:pt x="1878547" y="2216225"/>
                </a:lnTo>
                <a:lnTo>
                  <a:pt x="1886440" y="2207351"/>
                </a:lnTo>
                <a:lnTo>
                  <a:pt x="1892686" y="2193402"/>
                </a:lnTo>
                <a:lnTo>
                  <a:pt x="1903222" y="2145669"/>
                </a:lnTo>
                <a:moveTo>
                  <a:pt x="1905880" y="2134958"/>
                </a:moveTo>
                <a:lnTo>
                  <a:pt x="1911678" y="2114016"/>
                </a:lnTo>
                <a:lnTo>
                  <a:pt x="1915182" y="2090294"/>
                </a:lnTo>
                <a:lnTo>
                  <a:pt x="1912866" y="2072415"/>
                </a:lnTo>
                <a:lnTo>
                  <a:pt x="1904159" y="2054879"/>
                </a:lnTo>
                <a:lnTo>
                  <a:pt x="1885899" y="2034882"/>
                </a:lnTo>
                <a:lnTo>
                  <a:pt x="1877039" y="2028536"/>
                </a:lnTo>
                <a:lnTo>
                  <a:pt x="1861621" y="2022099"/>
                </a:lnTo>
                <a:lnTo>
                  <a:pt x="1850102" y="2017970"/>
                </a:lnTo>
                <a:lnTo>
                  <a:pt x="1822998" y="2009781"/>
                </a:lnTo>
                <a:lnTo>
                  <a:pt x="1799977" y="2001553"/>
                </a:lnTo>
                <a:lnTo>
                  <a:pt x="1758307" y="1990241"/>
                </a:lnTo>
                <a:lnTo>
                  <a:pt x="1739163" y="1986280"/>
                </a:lnTo>
                <a:lnTo>
                  <a:pt x="1721101" y="1983423"/>
                </a:lnTo>
                <a:lnTo>
                  <a:pt x="1685922" y="1979195"/>
                </a:lnTo>
                <a:moveTo>
                  <a:pt x="1786897" y="2393395"/>
                </a:moveTo>
                <a:lnTo>
                  <a:pt x="1788062" y="2406185"/>
                </a:lnTo>
                <a:lnTo>
                  <a:pt x="1790972" y="2424933"/>
                </a:lnTo>
                <a:lnTo>
                  <a:pt x="1792366" y="2428673"/>
                </a:lnTo>
                <a:lnTo>
                  <a:pt x="1797105" y="2441524"/>
                </a:lnTo>
                <a:lnTo>
                  <a:pt x="1804448" y="2451207"/>
                </a:lnTo>
                <a:lnTo>
                  <a:pt x="1818420" y="2459183"/>
                </a:lnTo>
                <a:lnTo>
                  <a:pt x="1828666" y="2462816"/>
                </a:lnTo>
                <a:moveTo>
                  <a:pt x="2013986" y="2156433"/>
                </a:moveTo>
                <a:lnTo>
                  <a:pt x="2009103" y="2156113"/>
                </a:lnTo>
                <a:lnTo>
                  <a:pt x="2006254" y="2155930"/>
                </a:lnTo>
                <a:lnTo>
                  <a:pt x="1985030" y="2154429"/>
                </a:lnTo>
                <a:lnTo>
                  <a:pt x="1959434" y="2152768"/>
                </a:lnTo>
                <a:lnTo>
                  <a:pt x="1937655" y="2148000"/>
                </a:lnTo>
                <a:lnTo>
                  <a:pt x="1911213" y="2140831"/>
                </a:lnTo>
                <a:lnTo>
                  <a:pt x="1908966" y="2140222"/>
                </a:lnTo>
                <a:moveTo>
                  <a:pt x="2213955" y="2389037"/>
                </a:moveTo>
                <a:lnTo>
                  <a:pt x="2192709" y="2389151"/>
                </a:lnTo>
                <a:lnTo>
                  <a:pt x="2181541" y="2389228"/>
                </a:lnTo>
                <a:lnTo>
                  <a:pt x="2179401" y="2389022"/>
                </a:lnTo>
                <a:moveTo>
                  <a:pt x="711564" y="1982486"/>
                </a:moveTo>
                <a:lnTo>
                  <a:pt x="646119" y="1994446"/>
                </a:lnTo>
                <a:lnTo>
                  <a:pt x="586524" y="2009529"/>
                </a:lnTo>
                <a:lnTo>
                  <a:pt x="543056" y="2021048"/>
                </a:lnTo>
                <a:moveTo>
                  <a:pt x="936817" y="2018625"/>
                </a:moveTo>
                <a:lnTo>
                  <a:pt x="928727" y="2051268"/>
                </a:lnTo>
                <a:moveTo>
                  <a:pt x="944740" y="1986523"/>
                </a:moveTo>
                <a:lnTo>
                  <a:pt x="939453" y="2007983"/>
                </a:lnTo>
                <a:moveTo>
                  <a:pt x="829809" y="1549280"/>
                </a:moveTo>
                <a:lnTo>
                  <a:pt x="841593" y="1601287"/>
                </a:lnTo>
                <a:lnTo>
                  <a:pt x="845372" y="1618701"/>
                </a:lnTo>
                <a:lnTo>
                  <a:pt x="859175" y="1651702"/>
                </a:lnTo>
                <a:moveTo>
                  <a:pt x="946476" y="1872331"/>
                </a:moveTo>
                <a:lnTo>
                  <a:pt x="946446" y="1875302"/>
                </a:lnTo>
                <a:lnTo>
                  <a:pt x="950019" y="1947657"/>
                </a:lnTo>
                <a:lnTo>
                  <a:pt x="946667" y="1976155"/>
                </a:lnTo>
                <a:moveTo>
                  <a:pt x="937548" y="1779911"/>
                </a:moveTo>
                <a:lnTo>
                  <a:pt x="943414" y="1811243"/>
                </a:lnTo>
                <a:lnTo>
                  <a:pt x="945562" y="1848571"/>
                </a:lnTo>
                <a:moveTo>
                  <a:pt x="920499" y="1740717"/>
                </a:moveTo>
                <a:lnTo>
                  <a:pt x="933724" y="1769376"/>
                </a:lnTo>
                <a:moveTo>
                  <a:pt x="864188" y="1660219"/>
                </a:moveTo>
                <a:lnTo>
                  <a:pt x="867928" y="1664972"/>
                </a:lnTo>
                <a:lnTo>
                  <a:pt x="883126" y="1682646"/>
                </a:lnTo>
                <a:lnTo>
                  <a:pt x="900259" y="1707556"/>
                </a:lnTo>
                <a:lnTo>
                  <a:pt x="915129" y="1730898"/>
                </a:lnTo>
                <a:moveTo>
                  <a:pt x="1223128" y="2228704"/>
                </a:moveTo>
                <a:lnTo>
                  <a:pt x="1216729" y="2223417"/>
                </a:lnTo>
                <a:moveTo>
                  <a:pt x="1016683" y="1997623"/>
                </a:moveTo>
                <a:lnTo>
                  <a:pt x="984695" y="1992641"/>
                </a:lnTo>
                <a:lnTo>
                  <a:pt x="953081" y="1981953"/>
                </a:lnTo>
                <a:moveTo>
                  <a:pt x="1221528" y="1993402"/>
                </a:moveTo>
                <a:lnTo>
                  <a:pt x="1214649" y="1991803"/>
                </a:lnTo>
                <a:lnTo>
                  <a:pt x="1205652" y="1990287"/>
                </a:lnTo>
                <a:lnTo>
                  <a:pt x="1193464" y="1989228"/>
                </a:lnTo>
                <a:lnTo>
                  <a:pt x="1185290" y="1989235"/>
                </a:lnTo>
                <a:lnTo>
                  <a:pt x="1059427" y="1999702"/>
                </a:lnTo>
                <a:lnTo>
                  <a:pt x="1032909" y="2000525"/>
                </a:lnTo>
                <a:lnTo>
                  <a:pt x="1028003" y="1999573"/>
                </a:lnTo>
                <a:moveTo>
                  <a:pt x="1120743" y="2162999"/>
                </a:moveTo>
                <a:lnTo>
                  <a:pt x="1127401" y="2197211"/>
                </a:lnTo>
                <a:lnTo>
                  <a:pt x="1133381" y="2227904"/>
                </a:lnTo>
                <a:lnTo>
                  <a:pt x="1139872" y="2255686"/>
                </a:lnTo>
                <a:lnTo>
                  <a:pt x="1150103" y="2270198"/>
                </a:lnTo>
                <a:lnTo>
                  <a:pt x="1155435" y="2277770"/>
                </a:lnTo>
                <a:lnTo>
                  <a:pt x="1168896" y="2289258"/>
                </a:lnTo>
                <a:moveTo>
                  <a:pt x="1115388" y="2157012"/>
                </a:moveTo>
                <a:lnTo>
                  <a:pt x="1085510" y="2161620"/>
                </a:lnTo>
                <a:lnTo>
                  <a:pt x="1060135" y="2165536"/>
                </a:lnTo>
                <a:lnTo>
                  <a:pt x="1029039" y="2169353"/>
                </a:lnTo>
                <a:moveTo>
                  <a:pt x="1146850" y="2151024"/>
                </a:moveTo>
                <a:lnTo>
                  <a:pt x="1126030" y="2155138"/>
                </a:lnTo>
                <a:moveTo>
                  <a:pt x="1265963" y="2134249"/>
                </a:moveTo>
                <a:lnTo>
                  <a:pt x="1232261" y="2138919"/>
                </a:lnTo>
                <a:lnTo>
                  <a:pt x="1157545" y="2149234"/>
                </a:lnTo>
                <a:moveTo>
                  <a:pt x="1296998" y="2129633"/>
                </a:moveTo>
                <a:lnTo>
                  <a:pt x="1287232" y="2131157"/>
                </a:lnTo>
                <a:lnTo>
                  <a:pt x="1276986" y="2132673"/>
                </a:lnTo>
                <a:moveTo>
                  <a:pt x="1135354" y="2075477"/>
                </a:moveTo>
                <a:lnTo>
                  <a:pt x="1102605" y="2080688"/>
                </a:lnTo>
                <a:moveTo>
                  <a:pt x="1183918" y="2068675"/>
                </a:moveTo>
                <a:lnTo>
                  <a:pt x="1149356" y="2073436"/>
                </a:lnTo>
                <a:lnTo>
                  <a:pt x="1146286" y="2073862"/>
                </a:lnTo>
                <a:moveTo>
                  <a:pt x="1140603" y="2081457"/>
                </a:moveTo>
                <a:lnTo>
                  <a:pt x="1145341" y="2112919"/>
                </a:lnTo>
                <a:lnTo>
                  <a:pt x="1150331" y="2145981"/>
                </a:lnTo>
                <a:moveTo>
                  <a:pt x="1029115" y="1327995"/>
                </a:moveTo>
                <a:lnTo>
                  <a:pt x="1065757" y="1311221"/>
                </a:lnTo>
                <a:lnTo>
                  <a:pt x="1076308" y="1302194"/>
                </a:lnTo>
                <a:lnTo>
                  <a:pt x="1085389" y="1290234"/>
                </a:lnTo>
                <a:lnTo>
                  <a:pt x="1087400" y="1276849"/>
                </a:lnTo>
                <a:lnTo>
                  <a:pt x="1085777" y="1264356"/>
                </a:lnTo>
                <a:lnTo>
                  <a:pt x="1085282" y="1256570"/>
                </a:lnTo>
                <a:lnTo>
                  <a:pt x="1083568" y="1237129"/>
                </a:lnTo>
                <a:lnTo>
                  <a:pt x="1081366" y="1214253"/>
                </a:lnTo>
                <a:lnTo>
                  <a:pt x="1070922" y="1196244"/>
                </a:lnTo>
                <a:lnTo>
                  <a:pt x="1057911" y="1180871"/>
                </a:lnTo>
                <a:moveTo>
                  <a:pt x="990386" y="1426281"/>
                </a:moveTo>
                <a:lnTo>
                  <a:pt x="990279" y="1424765"/>
                </a:lnTo>
                <a:lnTo>
                  <a:pt x="986882" y="1378776"/>
                </a:lnTo>
                <a:lnTo>
                  <a:pt x="986912" y="1368271"/>
                </a:lnTo>
                <a:lnTo>
                  <a:pt x="987941" y="1361072"/>
                </a:lnTo>
                <a:lnTo>
                  <a:pt x="989944" y="1354071"/>
                </a:lnTo>
                <a:lnTo>
                  <a:pt x="996336" y="1346674"/>
                </a:lnTo>
                <a:lnTo>
                  <a:pt x="1019707" y="1332878"/>
                </a:lnTo>
                <a:moveTo>
                  <a:pt x="1041464" y="1571341"/>
                </a:moveTo>
                <a:lnTo>
                  <a:pt x="1020553" y="1567608"/>
                </a:lnTo>
                <a:lnTo>
                  <a:pt x="1004548" y="1562002"/>
                </a:lnTo>
                <a:lnTo>
                  <a:pt x="993890" y="1553629"/>
                </a:lnTo>
                <a:lnTo>
                  <a:pt x="981991" y="1533297"/>
                </a:lnTo>
                <a:lnTo>
                  <a:pt x="981534" y="1516873"/>
                </a:lnTo>
                <a:lnTo>
                  <a:pt x="983857" y="1498750"/>
                </a:lnTo>
                <a:lnTo>
                  <a:pt x="989289" y="1474350"/>
                </a:lnTo>
                <a:lnTo>
                  <a:pt x="990599" y="1437784"/>
                </a:lnTo>
                <a:lnTo>
                  <a:pt x="990607" y="1437624"/>
                </a:lnTo>
                <a:moveTo>
                  <a:pt x="1080841" y="1580071"/>
                </a:moveTo>
                <a:lnTo>
                  <a:pt x="1079995" y="1580041"/>
                </a:lnTo>
                <a:lnTo>
                  <a:pt x="1052091" y="1573527"/>
                </a:lnTo>
                <a:moveTo>
                  <a:pt x="1110832" y="1591734"/>
                </a:moveTo>
                <a:lnTo>
                  <a:pt x="1092816" y="1583035"/>
                </a:lnTo>
                <a:moveTo>
                  <a:pt x="860775" y="1205926"/>
                </a:moveTo>
                <a:lnTo>
                  <a:pt x="841761" y="1220614"/>
                </a:lnTo>
                <a:lnTo>
                  <a:pt x="838562" y="1223638"/>
                </a:lnTo>
                <a:lnTo>
                  <a:pt x="815982" y="1241692"/>
                </a:lnTo>
                <a:lnTo>
                  <a:pt x="812493" y="1244572"/>
                </a:lnTo>
                <a:moveTo>
                  <a:pt x="1145059" y="1642652"/>
                </a:moveTo>
                <a:lnTo>
                  <a:pt x="1143978" y="1636550"/>
                </a:lnTo>
                <a:lnTo>
                  <a:pt x="1136383" y="1619722"/>
                </a:lnTo>
                <a:lnTo>
                  <a:pt x="1133137" y="1616492"/>
                </a:lnTo>
                <a:lnTo>
                  <a:pt x="1117932" y="1597409"/>
                </a:lnTo>
                <a:moveTo>
                  <a:pt x="1054170" y="1771158"/>
                </a:moveTo>
                <a:lnTo>
                  <a:pt x="1066565" y="1783850"/>
                </a:lnTo>
                <a:lnTo>
                  <a:pt x="1081999" y="1789334"/>
                </a:lnTo>
                <a:lnTo>
                  <a:pt x="1099002" y="1790835"/>
                </a:lnTo>
                <a:lnTo>
                  <a:pt x="1115693" y="1786143"/>
                </a:lnTo>
                <a:lnTo>
                  <a:pt x="1124445" y="1780604"/>
                </a:lnTo>
                <a:lnTo>
                  <a:pt x="1132475" y="1775234"/>
                </a:lnTo>
                <a:lnTo>
                  <a:pt x="1142028" y="1763456"/>
                </a:lnTo>
                <a:lnTo>
                  <a:pt x="1147589" y="1753188"/>
                </a:lnTo>
                <a:lnTo>
                  <a:pt x="1150864" y="1739110"/>
                </a:lnTo>
                <a:lnTo>
                  <a:pt x="1150400" y="1731781"/>
                </a:lnTo>
                <a:lnTo>
                  <a:pt x="1148785" y="1685358"/>
                </a:lnTo>
                <a:lnTo>
                  <a:pt x="1146393" y="1653370"/>
                </a:lnTo>
                <a:moveTo>
                  <a:pt x="1027356" y="1745486"/>
                </a:moveTo>
                <a:lnTo>
                  <a:pt x="1046316" y="1763434"/>
                </a:lnTo>
                <a:moveTo>
                  <a:pt x="990287" y="1724567"/>
                </a:moveTo>
                <a:lnTo>
                  <a:pt x="1010954" y="1732360"/>
                </a:lnTo>
                <a:lnTo>
                  <a:pt x="1019303" y="1738653"/>
                </a:lnTo>
                <a:moveTo>
                  <a:pt x="962428" y="1721893"/>
                </a:moveTo>
                <a:lnTo>
                  <a:pt x="981397" y="1722762"/>
                </a:lnTo>
                <a:moveTo>
                  <a:pt x="924956" y="1734189"/>
                </a:moveTo>
                <a:lnTo>
                  <a:pt x="928186" y="1732947"/>
                </a:lnTo>
                <a:lnTo>
                  <a:pt x="950963" y="1724156"/>
                </a:lnTo>
                <a:moveTo>
                  <a:pt x="858238" y="1767113"/>
                </a:moveTo>
                <a:lnTo>
                  <a:pt x="886684" y="1752814"/>
                </a:lnTo>
                <a:lnTo>
                  <a:pt x="914672" y="1738752"/>
                </a:lnTo>
                <a:moveTo>
                  <a:pt x="790668" y="1796328"/>
                </a:moveTo>
                <a:lnTo>
                  <a:pt x="820279" y="1783697"/>
                </a:lnTo>
                <a:lnTo>
                  <a:pt x="847924" y="1771905"/>
                </a:lnTo>
                <a:moveTo>
                  <a:pt x="703481" y="1811228"/>
                </a:moveTo>
                <a:lnTo>
                  <a:pt x="739217" y="1811754"/>
                </a:lnTo>
                <a:lnTo>
                  <a:pt x="745006" y="1812340"/>
                </a:lnTo>
                <a:lnTo>
                  <a:pt x="767410" y="1806932"/>
                </a:lnTo>
                <a:lnTo>
                  <a:pt x="779287" y="1801401"/>
                </a:lnTo>
                <a:moveTo>
                  <a:pt x="660768" y="1644099"/>
                </a:moveTo>
                <a:lnTo>
                  <a:pt x="650148" y="1653965"/>
                </a:lnTo>
                <a:lnTo>
                  <a:pt x="642949" y="1657880"/>
                </a:lnTo>
                <a:lnTo>
                  <a:pt x="630037" y="1664912"/>
                </a:lnTo>
                <a:lnTo>
                  <a:pt x="610223" y="1676734"/>
                </a:lnTo>
                <a:lnTo>
                  <a:pt x="603786" y="1683393"/>
                </a:lnTo>
                <a:lnTo>
                  <a:pt x="593936" y="1701698"/>
                </a:lnTo>
                <a:lnTo>
                  <a:pt x="589472" y="1717848"/>
                </a:lnTo>
                <a:lnTo>
                  <a:pt x="587925" y="1757659"/>
                </a:lnTo>
                <a:lnTo>
                  <a:pt x="589899" y="1762946"/>
                </a:lnTo>
                <a:lnTo>
                  <a:pt x="596953" y="1781930"/>
                </a:lnTo>
                <a:lnTo>
                  <a:pt x="603405" y="1794362"/>
                </a:lnTo>
                <a:lnTo>
                  <a:pt x="621909" y="1805462"/>
                </a:lnTo>
                <a:lnTo>
                  <a:pt x="630540" y="1808432"/>
                </a:lnTo>
                <a:lnTo>
                  <a:pt x="637617" y="1810893"/>
                </a:lnTo>
                <a:lnTo>
                  <a:pt x="692557" y="1811122"/>
                </a:lnTo>
                <a:moveTo>
                  <a:pt x="669521" y="1580444"/>
                </a:moveTo>
                <a:lnTo>
                  <a:pt x="669833" y="1582882"/>
                </a:lnTo>
                <a:lnTo>
                  <a:pt x="673162" y="1609827"/>
                </a:lnTo>
                <a:lnTo>
                  <a:pt x="672766" y="1611236"/>
                </a:lnTo>
                <a:lnTo>
                  <a:pt x="672012" y="1613925"/>
                </a:lnTo>
                <a:lnTo>
                  <a:pt x="668591" y="1626060"/>
                </a:lnTo>
                <a:lnTo>
                  <a:pt x="665072" y="1637076"/>
                </a:lnTo>
                <a:moveTo>
                  <a:pt x="957096" y="1136802"/>
                </a:moveTo>
                <a:lnTo>
                  <a:pt x="930997" y="1134463"/>
                </a:lnTo>
                <a:lnTo>
                  <a:pt x="901569" y="1134143"/>
                </a:lnTo>
                <a:lnTo>
                  <a:pt x="894104" y="1135507"/>
                </a:lnTo>
                <a:lnTo>
                  <a:pt x="889601" y="1137365"/>
                </a:lnTo>
                <a:lnTo>
                  <a:pt x="885503" y="1140154"/>
                </a:lnTo>
                <a:lnTo>
                  <a:pt x="882555" y="1150270"/>
                </a:lnTo>
                <a:lnTo>
                  <a:pt x="881245" y="1160669"/>
                </a:lnTo>
                <a:lnTo>
                  <a:pt x="879142" y="1172888"/>
                </a:lnTo>
                <a:lnTo>
                  <a:pt x="874785" y="1187316"/>
                </a:lnTo>
                <a:lnTo>
                  <a:pt x="866809" y="1199405"/>
                </a:lnTo>
                <a:moveTo>
                  <a:pt x="981778" y="1138942"/>
                </a:moveTo>
                <a:lnTo>
                  <a:pt x="968012" y="1137762"/>
                </a:lnTo>
                <a:moveTo>
                  <a:pt x="1049562" y="1174602"/>
                </a:moveTo>
                <a:lnTo>
                  <a:pt x="1026959" y="1163480"/>
                </a:lnTo>
                <a:lnTo>
                  <a:pt x="1023402" y="1161354"/>
                </a:lnTo>
                <a:lnTo>
                  <a:pt x="991681" y="1142500"/>
                </a:lnTo>
                <a:moveTo>
                  <a:pt x="634303" y="1481907"/>
                </a:moveTo>
                <a:lnTo>
                  <a:pt x="596099" y="1499573"/>
                </a:lnTo>
                <a:moveTo>
                  <a:pt x="751687" y="1554216"/>
                </a:moveTo>
                <a:lnTo>
                  <a:pt x="751459" y="1553386"/>
                </a:lnTo>
                <a:lnTo>
                  <a:pt x="744237" y="1520804"/>
                </a:lnTo>
                <a:lnTo>
                  <a:pt x="736230" y="1488763"/>
                </a:lnTo>
                <a:lnTo>
                  <a:pt x="736299" y="1487940"/>
                </a:lnTo>
                <a:lnTo>
                  <a:pt x="736604" y="1487034"/>
                </a:lnTo>
                <a:lnTo>
                  <a:pt x="737023" y="1486325"/>
                </a:lnTo>
                <a:lnTo>
                  <a:pt x="737838" y="1485762"/>
                </a:lnTo>
                <a:lnTo>
                  <a:pt x="793479" y="1470457"/>
                </a:lnTo>
                <a:lnTo>
                  <a:pt x="795719" y="1468941"/>
                </a:lnTo>
                <a:lnTo>
                  <a:pt x="798453" y="1466184"/>
                </a:lnTo>
                <a:moveTo>
                  <a:pt x="668629" y="1645196"/>
                </a:moveTo>
                <a:lnTo>
                  <a:pt x="698469" y="1659061"/>
                </a:lnTo>
                <a:moveTo>
                  <a:pt x="699314" y="1804456"/>
                </a:moveTo>
                <a:lnTo>
                  <a:pt x="699672" y="1774426"/>
                </a:lnTo>
                <a:lnTo>
                  <a:pt x="700030" y="1734029"/>
                </a:lnTo>
                <a:lnTo>
                  <a:pt x="667974" y="1733457"/>
                </a:lnTo>
                <a:moveTo>
                  <a:pt x="784764" y="1791323"/>
                </a:moveTo>
                <a:lnTo>
                  <a:pt x="780490" y="1763708"/>
                </a:lnTo>
                <a:moveTo>
                  <a:pt x="787811" y="1811396"/>
                </a:moveTo>
                <a:lnTo>
                  <a:pt x="786638" y="1803679"/>
                </a:lnTo>
                <a:moveTo>
                  <a:pt x="1046415" y="1769490"/>
                </a:moveTo>
                <a:lnTo>
                  <a:pt x="1026167" y="1790370"/>
                </a:lnTo>
                <a:lnTo>
                  <a:pt x="1023592" y="1793006"/>
                </a:lnTo>
                <a:moveTo>
                  <a:pt x="1028871" y="1737685"/>
                </a:moveTo>
                <a:lnTo>
                  <a:pt x="1050720" y="1714771"/>
                </a:lnTo>
                <a:lnTo>
                  <a:pt x="1056220" y="1712927"/>
                </a:lnTo>
                <a:lnTo>
                  <a:pt x="1072712" y="1713986"/>
                </a:lnTo>
                <a:moveTo>
                  <a:pt x="988314" y="1717170"/>
                </a:moveTo>
                <a:lnTo>
                  <a:pt x="994294" y="1681442"/>
                </a:lnTo>
                <a:lnTo>
                  <a:pt x="997874" y="1654414"/>
                </a:lnTo>
                <a:lnTo>
                  <a:pt x="996663" y="1649066"/>
                </a:lnTo>
                <a:lnTo>
                  <a:pt x="992603" y="1645943"/>
                </a:lnTo>
                <a:lnTo>
                  <a:pt x="981724" y="1643597"/>
                </a:lnTo>
                <a:lnTo>
                  <a:pt x="974023" y="1641867"/>
                </a:lnTo>
                <a:moveTo>
                  <a:pt x="1150240" y="1648480"/>
                </a:moveTo>
                <a:lnTo>
                  <a:pt x="1166824" y="1644176"/>
                </a:lnTo>
                <a:moveTo>
                  <a:pt x="1117925" y="1592062"/>
                </a:moveTo>
                <a:lnTo>
                  <a:pt x="1132376" y="1573626"/>
                </a:lnTo>
                <a:lnTo>
                  <a:pt x="1142888" y="1565361"/>
                </a:lnTo>
                <a:moveTo>
                  <a:pt x="1084116" y="1587110"/>
                </a:moveTo>
                <a:lnTo>
                  <a:pt x="1075242" y="1619745"/>
                </a:lnTo>
                <a:lnTo>
                  <a:pt x="1072149" y="1628925"/>
                </a:lnTo>
                <a:moveTo>
                  <a:pt x="1048891" y="1568446"/>
                </a:moveTo>
                <a:lnTo>
                  <a:pt x="1055900" y="1536992"/>
                </a:lnTo>
                <a:lnTo>
                  <a:pt x="1059709" y="1519905"/>
                </a:lnTo>
                <a:lnTo>
                  <a:pt x="1068195" y="1504502"/>
                </a:lnTo>
                <a:lnTo>
                  <a:pt x="1087781" y="1493623"/>
                </a:lnTo>
                <a:lnTo>
                  <a:pt x="1124514" y="1488756"/>
                </a:lnTo>
                <a:moveTo>
                  <a:pt x="1022587" y="1323539"/>
                </a:moveTo>
                <a:lnTo>
                  <a:pt x="1010421" y="1292359"/>
                </a:lnTo>
                <a:lnTo>
                  <a:pt x="996305" y="1253805"/>
                </a:lnTo>
                <a:lnTo>
                  <a:pt x="1008456" y="1247040"/>
                </a:lnTo>
                <a:moveTo>
                  <a:pt x="1057416" y="1173596"/>
                </a:moveTo>
                <a:lnTo>
                  <a:pt x="1072705" y="1139437"/>
                </a:lnTo>
                <a:moveTo>
                  <a:pt x="960669" y="1143879"/>
                </a:moveTo>
                <a:lnTo>
                  <a:pt x="957332" y="1172964"/>
                </a:lnTo>
                <a:lnTo>
                  <a:pt x="954818" y="1188352"/>
                </a:lnTo>
                <a:moveTo>
                  <a:pt x="867951" y="1208113"/>
                </a:moveTo>
                <a:lnTo>
                  <a:pt x="891803" y="1229306"/>
                </a:lnTo>
                <a:moveTo>
                  <a:pt x="781328" y="969361"/>
                </a:moveTo>
                <a:lnTo>
                  <a:pt x="779531" y="968622"/>
                </a:lnTo>
                <a:lnTo>
                  <a:pt x="747718" y="955664"/>
                </a:lnTo>
                <a:lnTo>
                  <a:pt x="745943" y="954932"/>
                </a:lnTo>
                <a:lnTo>
                  <a:pt x="723592" y="941860"/>
                </a:lnTo>
                <a:lnTo>
                  <a:pt x="709278" y="931218"/>
                </a:lnTo>
                <a:lnTo>
                  <a:pt x="691209" y="908280"/>
                </a:lnTo>
                <a:lnTo>
                  <a:pt x="677344" y="877893"/>
                </a:lnTo>
                <a:lnTo>
                  <a:pt x="700541" y="855839"/>
                </a:lnTo>
                <a:lnTo>
                  <a:pt x="722724" y="835827"/>
                </a:lnTo>
                <a:moveTo>
                  <a:pt x="858543" y="1000152"/>
                </a:moveTo>
                <a:lnTo>
                  <a:pt x="825398" y="986958"/>
                </a:lnTo>
                <a:lnTo>
                  <a:pt x="793144" y="974114"/>
                </a:lnTo>
                <a:lnTo>
                  <a:pt x="791780" y="973573"/>
                </a:lnTo>
                <a:moveTo>
                  <a:pt x="968934" y="1027858"/>
                </a:moveTo>
                <a:lnTo>
                  <a:pt x="956311" y="1028239"/>
                </a:lnTo>
                <a:lnTo>
                  <a:pt x="933031" y="1025276"/>
                </a:lnTo>
                <a:lnTo>
                  <a:pt x="903923" y="1015586"/>
                </a:lnTo>
                <a:lnTo>
                  <a:pt x="868568" y="1003816"/>
                </a:lnTo>
                <a:moveTo>
                  <a:pt x="728910" y="836078"/>
                </a:moveTo>
                <a:lnTo>
                  <a:pt x="729862" y="837038"/>
                </a:lnTo>
                <a:lnTo>
                  <a:pt x="752830" y="858040"/>
                </a:lnTo>
                <a:lnTo>
                  <a:pt x="758391" y="868469"/>
                </a:lnTo>
                <a:moveTo>
                  <a:pt x="860120" y="1007968"/>
                </a:moveTo>
                <a:lnTo>
                  <a:pt x="853348" y="1027394"/>
                </a:lnTo>
                <a:moveTo>
                  <a:pt x="975683" y="1023394"/>
                </a:moveTo>
                <a:lnTo>
                  <a:pt x="975737" y="1021482"/>
                </a:lnTo>
                <a:lnTo>
                  <a:pt x="976331" y="994538"/>
                </a:lnTo>
                <a:lnTo>
                  <a:pt x="976948" y="967799"/>
                </a:lnTo>
                <a:lnTo>
                  <a:pt x="974617" y="962543"/>
                </a:lnTo>
                <a:lnTo>
                  <a:pt x="972225" y="958330"/>
                </a:lnTo>
                <a:lnTo>
                  <a:pt x="904151" y="936985"/>
                </a:lnTo>
                <a:moveTo>
                  <a:pt x="1066915" y="953622"/>
                </a:moveTo>
                <a:lnTo>
                  <a:pt x="1052350" y="958193"/>
                </a:lnTo>
                <a:lnTo>
                  <a:pt x="1046690" y="949958"/>
                </a:lnTo>
                <a:lnTo>
                  <a:pt x="1050110" y="943688"/>
                </a:lnTo>
                <a:lnTo>
                  <a:pt x="1060295" y="930113"/>
                </a:lnTo>
                <a:moveTo>
                  <a:pt x="1030418" y="893448"/>
                </a:moveTo>
                <a:lnTo>
                  <a:pt x="1040032" y="874640"/>
                </a:lnTo>
                <a:moveTo>
                  <a:pt x="953653" y="869406"/>
                </a:moveTo>
                <a:lnTo>
                  <a:pt x="960554" y="844237"/>
                </a:lnTo>
                <a:lnTo>
                  <a:pt x="964325" y="835133"/>
                </a:lnTo>
                <a:lnTo>
                  <a:pt x="972621" y="825695"/>
                </a:lnTo>
                <a:lnTo>
                  <a:pt x="998705" y="811190"/>
                </a:lnTo>
                <a:moveTo>
                  <a:pt x="1000205" y="727013"/>
                </a:moveTo>
                <a:lnTo>
                  <a:pt x="925207" y="757401"/>
                </a:lnTo>
                <a:lnTo>
                  <a:pt x="900426" y="765338"/>
                </a:lnTo>
                <a:lnTo>
                  <a:pt x="889358" y="767845"/>
                </a:lnTo>
                <a:moveTo>
                  <a:pt x="864851" y="702849"/>
                </a:moveTo>
                <a:lnTo>
                  <a:pt x="862040" y="704449"/>
                </a:lnTo>
                <a:lnTo>
                  <a:pt x="861499" y="704753"/>
                </a:lnTo>
                <a:moveTo>
                  <a:pt x="689761" y="276080"/>
                </a:moveTo>
                <a:lnTo>
                  <a:pt x="689723" y="277238"/>
                </a:lnTo>
                <a:lnTo>
                  <a:pt x="689563" y="288413"/>
                </a:lnTo>
                <a:moveTo>
                  <a:pt x="628407" y="353066"/>
                </a:moveTo>
                <a:lnTo>
                  <a:pt x="644671" y="362109"/>
                </a:lnTo>
                <a:lnTo>
                  <a:pt x="663937" y="365019"/>
                </a:lnTo>
                <a:lnTo>
                  <a:pt x="731119" y="366687"/>
                </a:lnTo>
                <a:lnTo>
                  <a:pt x="761651" y="367936"/>
                </a:lnTo>
                <a:moveTo>
                  <a:pt x="844298" y="327485"/>
                </a:moveTo>
                <a:lnTo>
                  <a:pt x="846019" y="273231"/>
                </a:lnTo>
                <a:moveTo>
                  <a:pt x="842370" y="387781"/>
                </a:moveTo>
                <a:lnTo>
                  <a:pt x="843018" y="367456"/>
                </a:lnTo>
                <a:lnTo>
                  <a:pt x="843947" y="338455"/>
                </a:lnTo>
                <a:moveTo>
                  <a:pt x="837434" y="331561"/>
                </a:moveTo>
                <a:lnTo>
                  <a:pt x="835720" y="331515"/>
                </a:lnTo>
                <a:lnTo>
                  <a:pt x="806056" y="330753"/>
                </a:lnTo>
                <a:lnTo>
                  <a:pt x="774686" y="329892"/>
                </a:lnTo>
                <a:moveTo>
                  <a:pt x="2702247" y="2558512"/>
                </a:moveTo>
                <a:lnTo>
                  <a:pt x="2675195" y="2551892"/>
                </a:lnTo>
                <a:lnTo>
                  <a:pt x="2648426" y="2545889"/>
                </a:lnTo>
                <a:moveTo>
                  <a:pt x="2830615" y="2611952"/>
                </a:moveTo>
                <a:lnTo>
                  <a:pt x="2817490" y="2604631"/>
                </a:lnTo>
                <a:lnTo>
                  <a:pt x="2800388" y="2595802"/>
                </a:lnTo>
                <a:lnTo>
                  <a:pt x="2784657" y="2588428"/>
                </a:lnTo>
                <a:lnTo>
                  <a:pt x="2769116" y="2581328"/>
                </a:lnTo>
                <a:lnTo>
                  <a:pt x="2748022" y="2573024"/>
                </a:lnTo>
                <a:lnTo>
                  <a:pt x="2726144" y="2565277"/>
                </a:lnTo>
                <a:lnTo>
                  <a:pt x="2713384" y="2561514"/>
                </a:lnTo>
                <a:moveTo>
                  <a:pt x="3135392" y="2662893"/>
                </a:moveTo>
                <a:lnTo>
                  <a:pt x="3126867" y="2670526"/>
                </a:lnTo>
                <a:lnTo>
                  <a:pt x="3116606" y="2677930"/>
                </a:lnTo>
                <a:lnTo>
                  <a:pt x="3106749" y="2684131"/>
                </a:lnTo>
                <a:lnTo>
                  <a:pt x="3095596" y="2690355"/>
                </a:lnTo>
                <a:lnTo>
                  <a:pt x="3085807" y="2694949"/>
                </a:lnTo>
                <a:lnTo>
                  <a:pt x="3074327" y="2699580"/>
                </a:lnTo>
                <a:lnTo>
                  <a:pt x="3062519" y="2703115"/>
                </a:lnTo>
                <a:lnTo>
                  <a:pt x="3051031" y="2705347"/>
                </a:lnTo>
                <a:lnTo>
                  <a:pt x="3036733" y="2707274"/>
                </a:lnTo>
                <a:lnTo>
                  <a:pt x="3023866" y="2708150"/>
                </a:lnTo>
                <a:lnTo>
                  <a:pt x="3012401" y="2707838"/>
                </a:lnTo>
                <a:lnTo>
                  <a:pt x="3002993" y="2707122"/>
                </a:lnTo>
                <a:lnTo>
                  <a:pt x="2993699" y="2705850"/>
                </a:lnTo>
                <a:lnTo>
                  <a:pt x="2982470" y="2703724"/>
                </a:lnTo>
                <a:lnTo>
                  <a:pt x="2970183" y="2700121"/>
                </a:lnTo>
                <a:lnTo>
                  <a:pt x="2959495" y="2696206"/>
                </a:lnTo>
                <a:lnTo>
                  <a:pt x="2948609" y="2691383"/>
                </a:lnTo>
                <a:lnTo>
                  <a:pt x="2938728" y="2686142"/>
                </a:lnTo>
                <a:lnTo>
                  <a:pt x="2929991" y="2680657"/>
                </a:lnTo>
                <a:lnTo>
                  <a:pt x="2879042" y="2644069"/>
                </a:lnTo>
                <a:lnTo>
                  <a:pt x="2870015" y="2637807"/>
                </a:lnTo>
                <a:lnTo>
                  <a:pt x="2854330" y="2626845"/>
                </a:lnTo>
                <a:lnTo>
                  <a:pt x="2840092" y="2617688"/>
                </a:lnTo>
                <a:moveTo>
                  <a:pt x="768614" y="1091849"/>
                </a:moveTo>
                <a:lnTo>
                  <a:pt x="768606" y="1094621"/>
                </a:lnTo>
                <a:lnTo>
                  <a:pt x="768477" y="1133876"/>
                </a:lnTo>
                <a:lnTo>
                  <a:pt x="768698" y="1136489"/>
                </a:lnTo>
                <a:lnTo>
                  <a:pt x="769338" y="1144397"/>
                </a:lnTo>
                <a:lnTo>
                  <a:pt x="775683" y="1180307"/>
                </a:lnTo>
                <a:lnTo>
                  <a:pt x="788123" y="1211526"/>
                </a:lnTo>
                <a:lnTo>
                  <a:pt x="789746" y="1215601"/>
                </a:lnTo>
                <a:lnTo>
                  <a:pt x="791513" y="1219341"/>
                </a:lnTo>
                <a:lnTo>
                  <a:pt x="804715" y="1244564"/>
                </a:lnTo>
                <a:moveTo>
                  <a:pt x="782837" y="977428"/>
                </a:moveTo>
                <a:lnTo>
                  <a:pt x="773383" y="1005050"/>
                </a:lnTo>
                <a:lnTo>
                  <a:pt x="770397" y="1027119"/>
                </a:lnTo>
                <a:lnTo>
                  <a:pt x="769391" y="1050072"/>
                </a:lnTo>
                <a:lnTo>
                  <a:pt x="768713" y="1071059"/>
                </a:lnTo>
                <a:lnTo>
                  <a:pt x="768683" y="1075859"/>
                </a:lnTo>
                <a:moveTo>
                  <a:pt x="865384" y="853234"/>
                </a:moveTo>
                <a:lnTo>
                  <a:pt x="806216" y="936642"/>
                </a:lnTo>
                <a:lnTo>
                  <a:pt x="787857" y="966816"/>
                </a:lnTo>
                <a:moveTo>
                  <a:pt x="883446" y="774510"/>
                </a:moveTo>
                <a:lnTo>
                  <a:pt x="881625" y="803763"/>
                </a:lnTo>
                <a:lnTo>
                  <a:pt x="876095" y="827234"/>
                </a:lnTo>
                <a:lnTo>
                  <a:pt x="870488" y="843132"/>
                </a:lnTo>
                <a:moveTo>
                  <a:pt x="858802" y="713567"/>
                </a:moveTo>
                <a:lnTo>
                  <a:pt x="860585" y="717163"/>
                </a:lnTo>
                <a:lnTo>
                  <a:pt x="870488" y="737944"/>
                </a:lnTo>
                <a:lnTo>
                  <a:pt x="875303" y="747520"/>
                </a:lnTo>
                <a:lnTo>
                  <a:pt x="882128" y="766009"/>
                </a:lnTo>
                <a:moveTo>
                  <a:pt x="804921" y="586272"/>
                </a:moveTo>
                <a:lnTo>
                  <a:pt x="805896" y="592191"/>
                </a:lnTo>
                <a:lnTo>
                  <a:pt x="806574" y="596290"/>
                </a:lnTo>
                <a:lnTo>
                  <a:pt x="815350" y="632711"/>
                </a:lnTo>
                <a:lnTo>
                  <a:pt x="818092" y="638775"/>
                </a:lnTo>
                <a:lnTo>
                  <a:pt x="826769" y="656730"/>
                </a:lnTo>
                <a:lnTo>
                  <a:pt x="838203" y="678769"/>
                </a:lnTo>
                <a:lnTo>
                  <a:pt x="848480" y="696640"/>
                </a:lnTo>
                <a:lnTo>
                  <a:pt x="853736" y="704700"/>
                </a:lnTo>
                <a:moveTo>
                  <a:pt x="749889" y="449752"/>
                </a:moveTo>
                <a:lnTo>
                  <a:pt x="759556" y="454826"/>
                </a:lnTo>
                <a:lnTo>
                  <a:pt x="765338" y="458863"/>
                </a:lnTo>
                <a:lnTo>
                  <a:pt x="768462" y="461050"/>
                </a:lnTo>
                <a:lnTo>
                  <a:pt x="776247" y="470214"/>
                </a:lnTo>
                <a:lnTo>
                  <a:pt x="786120" y="486234"/>
                </a:lnTo>
                <a:lnTo>
                  <a:pt x="788558" y="494309"/>
                </a:lnTo>
                <a:lnTo>
                  <a:pt x="792671" y="507884"/>
                </a:lnTo>
                <a:lnTo>
                  <a:pt x="794423" y="521170"/>
                </a:lnTo>
                <a:lnTo>
                  <a:pt x="795322" y="527996"/>
                </a:lnTo>
                <a:lnTo>
                  <a:pt x="803138" y="575447"/>
                </a:lnTo>
                <a:moveTo>
                  <a:pt x="488657" y="475866"/>
                </a:moveTo>
                <a:lnTo>
                  <a:pt x="498141" y="474190"/>
                </a:lnTo>
                <a:lnTo>
                  <a:pt x="583835" y="460189"/>
                </a:lnTo>
                <a:lnTo>
                  <a:pt x="593205" y="458551"/>
                </a:lnTo>
                <a:lnTo>
                  <a:pt x="631896" y="453272"/>
                </a:lnTo>
                <a:lnTo>
                  <a:pt x="710954" y="442051"/>
                </a:lnTo>
                <a:lnTo>
                  <a:pt x="716523" y="441974"/>
                </a:lnTo>
                <a:lnTo>
                  <a:pt x="733678" y="444473"/>
                </a:lnTo>
                <a:lnTo>
                  <a:pt x="740458" y="446080"/>
                </a:lnTo>
                <a:moveTo>
                  <a:pt x="811381" y="1254346"/>
                </a:moveTo>
                <a:lnTo>
                  <a:pt x="832406" y="1278068"/>
                </a:lnTo>
                <a:lnTo>
                  <a:pt x="838082" y="1283827"/>
                </a:lnTo>
                <a:lnTo>
                  <a:pt x="859732" y="1305827"/>
                </a:lnTo>
                <a:lnTo>
                  <a:pt x="880726" y="1332421"/>
                </a:lnTo>
                <a:lnTo>
                  <a:pt x="882661" y="1334722"/>
                </a:lnTo>
                <a:lnTo>
                  <a:pt x="893220" y="1352114"/>
                </a:lnTo>
                <a:lnTo>
                  <a:pt x="896511" y="1357538"/>
                </a:lnTo>
                <a:lnTo>
                  <a:pt x="902689" y="1376735"/>
                </a:lnTo>
                <a:lnTo>
                  <a:pt x="909492" y="1394560"/>
                </a:lnTo>
                <a:lnTo>
                  <a:pt x="909888" y="1400640"/>
                </a:lnTo>
                <a:lnTo>
                  <a:pt x="913072" y="1427081"/>
                </a:lnTo>
                <a:lnTo>
                  <a:pt x="913491" y="1430555"/>
                </a:lnTo>
                <a:moveTo>
                  <a:pt x="685724" y="269231"/>
                </a:moveTo>
                <a:lnTo>
                  <a:pt x="648160" y="267997"/>
                </a:lnTo>
                <a:lnTo>
                  <a:pt x="609850" y="266900"/>
                </a:lnTo>
                <a:lnTo>
                  <a:pt x="569208" y="265674"/>
                </a:lnTo>
                <a:lnTo>
                  <a:pt x="555435" y="272804"/>
                </a:lnTo>
                <a:lnTo>
                  <a:pt x="542713" y="283050"/>
                </a:lnTo>
                <a:moveTo>
                  <a:pt x="770541" y="325527"/>
                </a:moveTo>
                <a:lnTo>
                  <a:pt x="771654" y="278563"/>
                </a:lnTo>
                <a:lnTo>
                  <a:pt x="769863" y="273878"/>
                </a:lnTo>
                <a:lnTo>
                  <a:pt x="765178" y="271600"/>
                </a:lnTo>
                <a:lnTo>
                  <a:pt x="733732" y="270648"/>
                </a:lnTo>
                <a:lnTo>
                  <a:pt x="696678" y="269574"/>
                </a:lnTo>
                <a:moveTo>
                  <a:pt x="768759" y="361575"/>
                </a:moveTo>
                <a:lnTo>
                  <a:pt x="770023" y="338927"/>
                </a:lnTo>
                <a:lnTo>
                  <a:pt x="770145" y="336436"/>
                </a:lnTo>
                <a:moveTo>
                  <a:pt x="749615" y="441898"/>
                </a:moveTo>
                <a:lnTo>
                  <a:pt x="749783" y="441662"/>
                </a:lnTo>
                <a:lnTo>
                  <a:pt x="757027" y="426754"/>
                </a:lnTo>
                <a:lnTo>
                  <a:pt x="764836" y="404670"/>
                </a:lnTo>
                <a:lnTo>
                  <a:pt x="767167" y="387895"/>
                </a:lnTo>
                <a:lnTo>
                  <a:pt x="768111" y="372545"/>
                </a:lnTo>
                <a:moveTo>
                  <a:pt x="730639" y="828323"/>
                </a:moveTo>
                <a:lnTo>
                  <a:pt x="752982" y="806079"/>
                </a:lnTo>
                <a:lnTo>
                  <a:pt x="780620" y="783957"/>
                </a:lnTo>
                <a:lnTo>
                  <a:pt x="837198" y="827775"/>
                </a:lnTo>
                <a:lnTo>
                  <a:pt x="862314" y="845776"/>
                </a:lnTo>
                <a:lnTo>
                  <a:pt x="863716" y="846789"/>
                </a:lnTo>
                <a:moveTo>
                  <a:pt x="1031690" y="901196"/>
                </a:moveTo>
                <a:lnTo>
                  <a:pt x="1052693" y="908235"/>
                </a:lnTo>
                <a:lnTo>
                  <a:pt x="1055146" y="909667"/>
                </a:lnTo>
                <a:lnTo>
                  <a:pt x="1057157" y="911548"/>
                </a:lnTo>
                <a:lnTo>
                  <a:pt x="1059625" y="916561"/>
                </a:lnTo>
                <a:lnTo>
                  <a:pt x="1061034" y="919463"/>
                </a:lnTo>
                <a:moveTo>
                  <a:pt x="955885" y="877108"/>
                </a:moveTo>
                <a:lnTo>
                  <a:pt x="988146" y="886661"/>
                </a:lnTo>
                <a:lnTo>
                  <a:pt x="1021452" y="897592"/>
                </a:lnTo>
                <a:moveTo>
                  <a:pt x="874449" y="852350"/>
                </a:moveTo>
                <a:lnTo>
                  <a:pt x="908707" y="863442"/>
                </a:lnTo>
                <a:lnTo>
                  <a:pt x="912927" y="864813"/>
                </a:lnTo>
                <a:lnTo>
                  <a:pt x="945387" y="874061"/>
                </a:lnTo>
                <a:moveTo>
                  <a:pt x="1072865" y="958840"/>
                </a:moveTo>
                <a:lnTo>
                  <a:pt x="1075409" y="968637"/>
                </a:lnTo>
                <a:lnTo>
                  <a:pt x="1076537" y="991254"/>
                </a:lnTo>
                <a:lnTo>
                  <a:pt x="1077268" y="1017163"/>
                </a:lnTo>
                <a:lnTo>
                  <a:pt x="1074899" y="1023783"/>
                </a:lnTo>
                <a:lnTo>
                  <a:pt x="1070000" y="1027416"/>
                </a:lnTo>
                <a:lnTo>
                  <a:pt x="1009964" y="1027592"/>
                </a:lnTo>
                <a:lnTo>
                  <a:pt x="979873" y="1027683"/>
                </a:lnTo>
                <a:moveTo>
                  <a:pt x="1065102" y="931012"/>
                </a:moveTo>
                <a:lnTo>
                  <a:pt x="1069985" y="948221"/>
                </a:lnTo>
                <a:moveTo>
                  <a:pt x="1334448" y="1240618"/>
                </a:moveTo>
                <a:lnTo>
                  <a:pt x="1331538" y="1277634"/>
                </a:lnTo>
                <a:lnTo>
                  <a:pt x="1281732" y="1289731"/>
                </a:lnTo>
                <a:moveTo>
                  <a:pt x="1270983" y="1292336"/>
                </a:moveTo>
                <a:lnTo>
                  <a:pt x="1212981" y="1306368"/>
                </a:lnTo>
                <a:lnTo>
                  <a:pt x="1210962" y="1303268"/>
                </a:lnTo>
                <a:lnTo>
                  <a:pt x="1206406" y="1247337"/>
                </a:lnTo>
                <a:lnTo>
                  <a:pt x="1206871" y="1145547"/>
                </a:lnTo>
                <a:lnTo>
                  <a:pt x="1208204" y="1138196"/>
                </a:lnTo>
                <a:lnTo>
                  <a:pt x="1214085" y="1135697"/>
                </a:lnTo>
                <a:lnTo>
                  <a:pt x="1267677" y="1136466"/>
                </a:lnTo>
                <a:moveTo>
                  <a:pt x="1269322" y="1264691"/>
                </a:moveTo>
                <a:lnTo>
                  <a:pt x="1274251" y="1287080"/>
                </a:lnTo>
                <a:moveTo>
                  <a:pt x="1278548" y="1136223"/>
                </a:moveTo>
                <a:lnTo>
                  <a:pt x="1302255" y="1134813"/>
                </a:lnTo>
                <a:lnTo>
                  <a:pt x="1332360" y="1135225"/>
                </a:lnTo>
                <a:lnTo>
                  <a:pt x="1338104" y="1137822"/>
                </a:lnTo>
                <a:lnTo>
                  <a:pt x="1340009" y="1144732"/>
                </a:lnTo>
                <a:lnTo>
                  <a:pt x="1335926" y="1188817"/>
                </a:lnTo>
                <a:lnTo>
                  <a:pt x="1334981" y="1229847"/>
                </a:lnTo>
                <a:moveTo>
                  <a:pt x="1424148" y="1011350"/>
                </a:moveTo>
                <a:lnTo>
                  <a:pt x="1418907" y="1081976"/>
                </a:lnTo>
                <a:moveTo>
                  <a:pt x="1443277" y="873787"/>
                </a:moveTo>
                <a:lnTo>
                  <a:pt x="1435133" y="893151"/>
                </a:lnTo>
                <a:lnTo>
                  <a:pt x="1432193" y="916089"/>
                </a:lnTo>
                <a:lnTo>
                  <a:pt x="1430745" y="934920"/>
                </a:lnTo>
                <a:lnTo>
                  <a:pt x="1425032" y="1000426"/>
                </a:lnTo>
                <a:moveTo>
                  <a:pt x="1500000" y="1246126"/>
                </a:moveTo>
                <a:lnTo>
                  <a:pt x="1530410" y="1253515"/>
                </a:lnTo>
                <a:lnTo>
                  <a:pt x="1571653" y="1266230"/>
                </a:lnTo>
                <a:lnTo>
                  <a:pt x="1616721" y="1287994"/>
                </a:lnTo>
                <a:lnTo>
                  <a:pt x="1667357" y="1316454"/>
                </a:lnTo>
                <a:lnTo>
                  <a:pt x="1656303" y="1342256"/>
                </a:lnTo>
                <a:lnTo>
                  <a:pt x="1636923" y="1361689"/>
                </a:lnTo>
                <a:lnTo>
                  <a:pt x="1622830" y="1369726"/>
                </a:lnTo>
                <a:moveTo>
                  <a:pt x="1420164" y="1237388"/>
                </a:moveTo>
                <a:lnTo>
                  <a:pt x="1454574" y="1240534"/>
                </a:lnTo>
                <a:lnTo>
                  <a:pt x="1489167" y="1244496"/>
                </a:lnTo>
                <a:moveTo>
                  <a:pt x="1341738" y="1236527"/>
                </a:moveTo>
                <a:lnTo>
                  <a:pt x="1372987" y="1235438"/>
                </a:lnTo>
                <a:lnTo>
                  <a:pt x="1408874" y="1236665"/>
                </a:lnTo>
                <a:moveTo>
                  <a:pt x="1618222" y="1378388"/>
                </a:moveTo>
                <a:lnTo>
                  <a:pt x="1619311" y="1385114"/>
                </a:lnTo>
                <a:lnTo>
                  <a:pt x="1619341" y="1394781"/>
                </a:lnTo>
                <a:lnTo>
                  <a:pt x="1615502" y="1476369"/>
                </a:lnTo>
                <a:lnTo>
                  <a:pt x="1615289" y="1480902"/>
                </a:lnTo>
                <a:lnTo>
                  <a:pt x="1614016" y="1483377"/>
                </a:lnTo>
                <a:lnTo>
                  <a:pt x="1612988" y="1485373"/>
                </a:lnTo>
                <a:lnTo>
                  <a:pt x="1610055" y="1487087"/>
                </a:lnTo>
                <a:lnTo>
                  <a:pt x="1604951" y="1488535"/>
                </a:lnTo>
                <a:lnTo>
                  <a:pt x="1576940" y="1488146"/>
                </a:lnTo>
                <a:lnTo>
                  <a:pt x="1534143" y="1486219"/>
                </a:lnTo>
                <a:lnTo>
                  <a:pt x="1495764" y="1484535"/>
                </a:lnTo>
                <a:lnTo>
                  <a:pt x="1471501" y="1483476"/>
                </a:lnTo>
                <a:moveTo>
                  <a:pt x="1671806" y="1180620"/>
                </a:moveTo>
                <a:lnTo>
                  <a:pt x="1655458" y="1208402"/>
                </a:lnTo>
                <a:lnTo>
                  <a:pt x="1653066" y="1211114"/>
                </a:lnTo>
                <a:lnTo>
                  <a:pt x="1651047" y="1211830"/>
                </a:lnTo>
                <a:lnTo>
                  <a:pt x="1647901" y="1211975"/>
                </a:lnTo>
                <a:lnTo>
                  <a:pt x="1644107" y="1211160"/>
                </a:lnTo>
                <a:lnTo>
                  <a:pt x="1606063" y="1191856"/>
                </a:lnTo>
                <a:moveTo>
                  <a:pt x="1710154" y="1250148"/>
                </a:moveTo>
                <a:lnTo>
                  <a:pt x="1730959" y="1219159"/>
                </a:lnTo>
                <a:moveTo>
                  <a:pt x="1490523" y="1405165"/>
                </a:moveTo>
                <a:lnTo>
                  <a:pt x="1497699" y="1377184"/>
                </a:lnTo>
                <a:lnTo>
                  <a:pt x="1499802" y="1345357"/>
                </a:lnTo>
                <a:lnTo>
                  <a:pt x="1500792" y="1339407"/>
                </a:lnTo>
                <a:lnTo>
                  <a:pt x="1507488" y="1337396"/>
                </a:lnTo>
                <a:lnTo>
                  <a:pt x="1531629" y="1338340"/>
                </a:lnTo>
                <a:lnTo>
                  <a:pt x="1572438" y="1340778"/>
                </a:lnTo>
                <a:lnTo>
                  <a:pt x="1580917" y="1341898"/>
                </a:lnTo>
                <a:lnTo>
                  <a:pt x="1590134" y="1343932"/>
                </a:lnTo>
                <a:lnTo>
                  <a:pt x="1601089" y="1351344"/>
                </a:lnTo>
                <a:lnTo>
                  <a:pt x="1610307" y="1361179"/>
                </a:lnTo>
                <a:lnTo>
                  <a:pt x="1614900" y="1369322"/>
                </a:lnTo>
                <a:moveTo>
                  <a:pt x="1467852" y="1478906"/>
                </a:moveTo>
                <a:lnTo>
                  <a:pt x="1473421" y="1448046"/>
                </a:lnTo>
                <a:lnTo>
                  <a:pt x="1487118" y="1415540"/>
                </a:lnTo>
                <a:moveTo>
                  <a:pt x="1413521" y="1241555"/>
                </a:moveTo>
                <a:lnTo>
                  <a:pt x="1418633" y="1340070"/>
                </a:lnTo>
                <a:moveTo>
                  <a:pt x="1418374" y="1093387"/>
                </a:moveTo>
                <a:lnTo>
                  <a:pt x="1418298" y="1096777"/>
                </a:lnTo>
                <a:lnTo>
                  <a:pt x="1414862" y="1174228"/>
                </a:lnTo>
                <a:lnTo>
                  <a:pt x="1414055" y="1192542"/>
                </a:lnTo>
                <a:lnTo>
                  <a:pt x="1413323" y="1230090"/>
                </a:lnTo>
                <a:moveTo>
                  <a:pt x="1441014" y="1617772"/>
                </a:moveTo>
                <a:lnTo>
                  <a:pt x="1448899" y="1628978"/>
                </a:lnTo>
                <a:lnTo>
                  <a:pt x="1462139" y="1643818"/>
                </a:lnTo>
                <a:lnTo>
                  <a:pt x="1477077" y="1657126"/>
                </a:lnTo>
                <a:lnTo>
                  <a:pt x="1480993" y="1659396"/>
                </a:lnTo>
                <a:lnTo>
                  <a:pt x="1501942" y="1671425"/>
                </a:lnTo>
                <a:lnTo>
                  <a:pt x="1520659" y="1678532"/>
                </a:lnTo>
                <a:lnTo>
                  <a:pt x="1540969" y="1683103"/>
                </a:lnTo>
                <a:lnTo>
                  <a:pt x="1573200" y="1686005"/>
                </a:lnTo>
                <a:moveTo>
                  <a:pt x="1415944" y="1558505"/>
                </a:moveTo>
                <a:lnTo>
                  <a:pt x="1427348" y="1590051"/>
                </a:lnTo>
                <a:lnTo>
                  <a:pt x="1435880" y="1608791"/>
                </a:lnTo>
                <a:moveTo>
                  <a:pt x="1394614" y="1497524"/>
                </a:moveTo>
                <a:lnTo>
                  <a:pt x="1405233" y="1528780"/>
                </a:lnTo>
                <a:lnTo>
                  <a:pt x="1412219" y="1548190"/>
                </a:lnTo>
                <a:moveTo>
                  <a:pt x="1392275" y="1443048"/>
                </a:moveTo>
                <a:lnTo>
                  <a:pt x="1389152" y="1461895"/>
                </a:lnTo>
                <a:lnTo>
                  <a:pt x="1390310" y="1474586"/>
                </a:lnTo>
                <a:lnTo>
                  <a:pt x="1391909" y="1486196"/>
                </a:lnTo>
                <a:moveTo>
                  <a:pt x="1418694" y="1351146"/>
                </a:moveTo>
                <a:lnTo>
                  <a:pt x="1418473" y="1356913"/>
                </a:lnTo>
                <a:lnTo>
                  <a:pt x="1416652" y="1370351"/>
                </a:lnTo>
                <a:lnTo>
                  <a:pt x="1412996" y="1382471"/>
                </a:lnTo>
                <a:lnTo>
                  <a:pt x="1401767" y="1407572"/>
                </a:lnTo>
                <a:lnTo>
                  <a:pt x="1394629" y="1432414"/>
                </a:lnTo>
                <a:moveTo>
                  <a:pt x="1673794" y="1690843"/>
                </a:moveTo>
                <a:lnTo>
                  <a:pt x="1639712" y="1688413"/>
                </a:lnTo>
                <a:lnTo>
                  <a:pt x="1625999" y="1687346"/>
                </a:lnTo>
                <a:lnTo>
                  <a:pt x="1618046" y="1686836"/>
                </a:lnTo>
                <a:lnTo>
                  <a:pt x="1585655" y="1684528"/>
                </a:lnTo>
                <a:lnTo>
                  <a:pt x="1584421" y="1684444"/>
                </a:lnTo>
                <a:moveTo>
                  <a:pt x="1768599" y="1676795"/>
                </a:moveTo>
                <a:lnTo>
                  <a:pt x="1759213" y="1680863"/>
                </a:lnTo>
                <a:lnTo>
                  <a:pt x="1742218" y="1686912"/>
                </a:lnTo>
                <a:lnTo>
                  <a:pt x="1729206" y="1690096"/>
                </a:lnTo>
                <a:lnTo>
                  <a:pt x="1715251" y="1691696"/>
                </a:lnTo>
                <a:lnTo>
                  <a:pt x="1704928" y="1692184"/>
                </a:lnTo>
                <a:lnTo>
                  <a:pt x="1684528" y="1691422"/>
                </a:lnTo>
                <a:moveTo>
                  <a:pt x="1527904" y="813773"/>
                </a:moveTo>
                <a:lnTo>
                  <a:pt x="1500632" y="820576"/>
                </a:lnTo>
                <a:lnTo>
                  <a:pt x="1492161" y="825482"/>
                </a:lnTo>
                <a:lnTo>
                  <a:pt x="1474617" y="835476"/>
                </a:lnTo>
                <a:lnTo>
                  <a:pt x="1471821" y="838097"/>
                </a:lnTo>
                <a:lnTo>
                  <a:pt x="1458962" y="850103"/>
                </a:lnTo>
                <a:lnTo>
                  <a:pt x="1449135" y="863541"/>
                </a:lnTo>
                <a:moveTo>
                  <a:pt x="1672270" y="816340"/>
                </a:moveTo>
                <a:lnTo>
                  <a:pt x="1645471" y="811190"/>
                </a:lnTo>
                <a:lnTo>
                  <a:pt x="1601546" y="807602"/>
                </a:lnTo>
                <a:lnTo>
                  <a:pt x="1576536" y="807869"/>
                </a:lnTo>
                <a:lnTo>
                  <a:pt x="1555206" y="809690"/>
                </a:lnTo>
                <a:moveTo>
                  <a:pt x="1807381" y="875432"/>
                </a:moveTo>
                <a:lnTo>
                  <a:pt x="1765430" y="850895"/>
                </a:lnTo>
                <a:lnTo>
                  <a:pt x="1722731" y="831225"/>
                </a:lnTo>
                <a:lnTo>
                  <a:pt x="1683301" y="819098"/>
                </a:lnTo>
                <a:moveTo>
                  <a:pt x="1920080" y="941921"/>
                </a:moveTo>
                <a:lnTo>
                  <a:pt x="1885228" y="923029"/>
                </a:lnTo>
                <a:lnTo>
                  <a:pt x="1865673" y="911145"/>
                </a:lnTo>
                <a:lnTo>
                  <a:pt x="1816766" y="881069"/>
                </a:lnTo>
                <a:moveTo>
                  <a:pt x="2077702" y="979927"/>
                </a:moveTo>
                <a:lnTo>
                  <a:pt x="2038493" y="975904"/>
                </a:lnTo>
                <a:lnTo>
                  <a:pt x="1984139" y="964630"/>
                </a:lnTo>
                <a:lnTo>
                  <a:pt x="1955656" y="955450"/>
                </a:lnTo>
                <a:lnTo>
                  <a:pt x="1929580" y="946202"/>
                </a:lnTo>
                <a:moveTo>
                  <a:pt x="857370" y="1657118"/>
                </a:moveTo>
                <a:lnTo>
                  <a:pt x="856258" y="1657789"/>
                </a:lnTo>
                <a:lnTo>
                  <a:pt x="843742" y="1665338"/>
                </a:lnTo>
                <a:lnTo>
                  <a:pt x="791270" y="1679393"/>
                </a:lnTo>
                <a:lnTo>
                  <a:pt x="755100" y="1565590"/>
                </a:lnTo>
                <a:lnTo>
                  <a:pt x="754910" y="1565003"/>
                </a:lnTo>
                <a:moveTo>
                  <a:pt x="1388687" y="1436063"/>
                </a:moveTo>
                <a:lnTo>
                  <a:pt x="1355496" y="1434653"/>
                </a:lnTo>
                <a:lnTo>
                  <a:pt x="1332452" y="1434410"/>
                </a:lnTo>
                <a:lnTo>
                  <a:pt x="1246042" y="1456867"/>
                </a:lnTo>
                <a:lnTo>
                  <a:pt x="1248381" y="1494202"/>
                </a:lnTo>
                <a:lnTo>
                  <a:pt x="1274876" y="1601622"/>
                </a:lnTo>
                <a:lnTo>
                  <a:pt x="1274823" y="1622160"/>
                </a:lnTo>
                <a:lnTo>
                  <a:pt x="1336748" y="1587537"/>
                </a:lnTo>
                <a:moveTo>
                  <a:pt x="1499405" y="1789837"/>
                </a:moveTo>
                <a:lnTo>
                  <a:pt x="1536969" y="1791551"/>
                </a:lnTo>
                <a:lnTo>
                  <a:pt x="1568949" y="1793022"/>
                </a:lnTo>
                <a:lnTo>
                  <a:pt x="1575660" y="1764835"/>
                </a:lnTo>
                <a:lnTo>
                  <a:pt x="1577077" y="1724499"/>
                </a:lnTo>
                <a:lnTo>
                  <a:pt x="1579683" y="1690835"/>
                </a:lnTo>
                <a:moveTo>
                  <a:pt x="1392229" y="1783172"/>
                </a:moveTo>
                <a:lnTo>
                  <a:pt x="1456212" y="1786805"/>
                </a:lnTo>
                <a:lnTo>
                  <a:pt x="1488352" y="1789174"/>
                </a:lnTo>
                <a:moveTo>
                  <a:pt x="1434013" y="1614321"/>
                </a:moveTo>
                <a:lnTo>
                  <a:pt x="1405507" y="1629565"/>
                </a:lnTo>
                <a:lnTo>
                  <a:pt x="1293395" y="1688123"/>
                </a:lnTo>
                <a:lnTo>
                  <a:pt x="1304014" y="1725001"/>
                </a:lnTo>
                <a:lnTo>
                  <a:pt x="1315159" y="1763685"/>
                </a:lnTo>
                <a:lnTo>
                  <a:pt x="1321779" y="1772956"/>
                </a:lnTo>
                <a:lnTo>
                  <a:pt x="1327942" y="1777999"/>
                </a:lnTo>
                <a:lnTo>
                  <a:pt x="1336360" y="1780528"/>
                </a:lnTo>
                <a:lnTo>
                  <a:pt x="1342591" y="1780825"/>
                </a:lnTo>
                <a:lnTo>
                  <a:pt x="1381305" y="1782615"/>
                </a:lnTo>
                <a:moveTo>
                  <a:pt x="2160013" y="1495444"/>
                </a:moveTo>
                <a:lnTo>
                  <a:pt x="2216888" y="1515571"/>
                </a:lnTo>
                <a:lnTo>
                  <a:pt x="2205126" y="1547375"/>
                </a:lnTo>
                <a:lnTo>
                  <a:pt x="2130600" y="1639757"/>
                </a:lnTo>
                <a:lnTo>
                  <a:pt x="2114222" y="1656151"/>
                </a:lnTo>
                <a:lnTo>
                  <a:pt x="2098110" y="1663319"/>
                </a:lnTo>
                <a:lnTo>
                  <a:pt x="2058558" y="1662939"/>
                </a:lnTo>
                <a:moveTo>
                  <a:pt x="2078974" y="1462443"/>
                </a:moveTo>
                <a:lnTo>
                  <a:pt x="2149752" y="1491498"/>
                </a:lnTo>
                <a:moveTo>
                  <a:pt x="1900876" y="1648449"/>
                </a:moveTo>
                <a:lnTo>
                  <a:pt x="1916614" y="1627774"/>
                </a:lnTo>
                <a:moveTo>
                  <a:pt x="1867395" y="1574883"/>
                </a:moveTo>
                <a:lnTo>
                  <a:pt x="1840999" y="1550971"/>
                </a:lnTo>
                <a:lnTo>
                  <a:pt x="1821238" y="1533214"/>
                </a:lnTo>
                <a:lnTo>
                  <a:pt x="1817224" y="1522861"/>
                </a:lnTo>
                <a:lnTo>
                  <a:pt x="1900754" y="1428056"/>
                </a:lnTo>
                <a:lnTo>
                  <a:pt x="1909339" y="1428041"/>
                </a:lnTo>
                <a:lnTo>
                  <a:pt x="1914801" y="1431065"/>
                </a:lnTo>
                <a:lnTo>
                  <a:pt x="1929854" y="1439430"/>
                </a:lnTo>
                <a:lnTo>
                  <a:pt x="1960257" y="1457187"/>
                </a:lnTo>
                <a:moveTo>
                  <a:pt x="1915967" y="1618016"/>
                </a:moveTo>
                <a:lnTo>
                  <a:pt x="1875622" y="1582257"/>
                </a:lnTo>
                <a:moveTo>
                  <a:pt x="1968690" y="1656098"/>
                </a:moveTo>
                <a:lnTo>
                  <a:pt x="1950841" y="1650803"/>
                </a:lnTo>
                <a:lnTo>
                  <a:pt x="1924156" y="1625527"/>
                </a:lnTo>
                <a:moveTo>
                  <a:pt x="2047543" y="1662771"/>
                </a:moveTo>
                <a:lnTo>
                  <a:pt x="2009453" y="1662009"/>
                </a:lnTo>
                <a:lnTo>
                  <a:pt x="1978837" y="1658261"/>
                </a:lnTo>
                <a:moveTo>
                  <a:pt x="1909430" y="1211625"/>
                </a:moveTo>
                <a:lnTo>
                  <a:pt x="1845966" y="1185343"/>
                </a:lnTo>
                <a:lnTo>
                  <a:pt x="1798430" y="1254856"/>
                </a:lnTo>
                <a:moveTo>
                  <a:pt x="2007914" y="1253599"/>
                </a:moveTo>
                <a:lnTo>
                  <a:pt x="1950102" y="1228948"/>
                </a:lnTo>
                <a:lnTo>
                  <a:pt x="1919631" y="1215913"/>
                </a:lnTo>
                <a:moveTo>
                  <a:pt x="2193059" y="1400480"/>
                </a:moveTo>
                <a:lnTo>
                  <a:pt x="2252761" y="1418458"/>
                </a:lnTo>
                <a:lnTo>
                  <a:pt x="2258238" y="1417955"/>
                </a:lnTo>
                <a:lnTo>
                  <a:pt x="2262359" y="1413072"/>
                </a:lnTo>
                <a:lnTo>
                  <a:pt x="2273002" y="1335941"/>
                </a:lnTo>
                <a:lnTo>
                  <a:pt x="2274518" y="1315913"/>
                </a:lnTo>
                <a:lnTo>
                  <a:pt x="2271135" y="1297303"/>
                </a:lnTo>
                <a:lnTo>
                  <a:pt x="2263243" y="1281153"/>
                </a:lnTo>
                <a:lnTo>
                  <a:pt x="2252692" y="1268469"/>
                </a:lnTo>
                <a:moveTo>
                  <a:pt x="2150156" y="1376796"/>
                </a:moveTo>
                <a:lnTo>
                  <a:pt x="2170610" y="1391056"/>
                </a:lnTo>
                <a:lnTo>
                  <a:pt x="2182311" y="1396381"/>
                </a:lnTo>
                <a:moveTo>
                  <a:pt x="2016568" y="1310223"/>
                </a:moveTo>
                <a:lnTo>
                  <a:pt x="2037159" y="1313095"/>
                </a:lnTo>
                <a:lnTo>
                  <a:pt x="2058101" y="1317650"/>
                </a:lnTo>
                <a:lnTo>
                  <a:pt x="2089631" y="1328285"/>
                </a:lnTo>
                <a:lnTo>
                  <a:pt x="2110642" y="1341776"/>
                </a:lnTo>
                <a:lnTo>
                  <a:pt x="2122282" y="1352533"/>
                </a:lnTo>
                <a:lnTo>
                  <a:pt x="2141761" y="1370145"/>
                </a:lnTo>
                <a:moveTo>
                  <a:pt x="1946621" y="1148754"/>
                </a:moveTo>
                <a:lnTo>
                  <a:pt x="1872331" y="1115982"/>
                </a:lnTo>
                <a:lnTo>
                  <a:pt x="1858992" y="1059084"/>
                </a:lnTo>
                <a:lnTo>
                  <a:pt x="1905035" y="979698"/>
                </a:lnTo>
                <a:lnTo>
                  <a:pt x="1922548" y="951093"/>
                </a:lnTo>
                <a:moveTo>
                  <a:pt x="2017696" y="1179774"/>
                </a:moveTo>
                <a:lnTo>
                  <a:pt x="1984703" y="1165513"/>
                </a:lnTo>
                <a:lnTo>
                  <a:pt x="1956669" y="1153180"/>
                </a:lnTo>
                <a:moveTo>
                  <a:pt x="2245326" y="1261765"/>
                </a:moveTo>
                <a:lnTo>
                  <a:pt x="2234272" y="1254292"/>
                </a:lnTo>
                <a:lnTo>
                  <a:pt x="2211540" y="1245258"/>
                </a:lnTo>
                <a:lnTo>
                  <a:pt x="2184345" y="1236162"/>
                </a:lnTo>
                <a:lnTo>
                  <a:pt x="2056814" y="1194142"/>
                </a:lnTo>
                <a:lnTo>
                  <a:pt x="2028528" y="1184033"/>
                </a:lnTo>
                <a:moveTo>
                  <a:pt x="2232406" y="1131835"/>
                </a:moveTo>
                <a:lnTo>
                  <a:pt x="2215357" y="1150925"/>
                </a:lnTo>
                <a:lnTo>
                  <a:pt x="2207533" y="1158642"/>
                </a:lnTo>
                <a:lnTo>
                  <a:pt x="2202795" y="1160630"/>
                </a:lnTo>
                <a:lnTo>
                  <a:pt x="2198773" y="1160234"/>
                </a:lnTo>
                <a:moveTo>
                  <a:pt x="2120400" y="1132391"/>
                </a:moveTo>
                <a:lnTo>
                  <a:pt x="2142629" y="1076064"/>
                </a:lnTo>
                <a:lnTo>
                  <a:pt x="2148327" y="1068439"/>
                </a:lnTo>
                <a:lnTo>
                  <a:pt x="2232002" y="1053020"/>
                </a:lnTo>
                <a:lnTo>
                  <a:pt x="2243810" y="1086775"/>
                </a:lnTo>
                <a:lnTo>
                  <a:pt x="2248289" y="1110809"/>
                </a:lnTo>
                <a:lnTo>
                  <a:pt x="2241235" y="1121155"/>
                </a:lnTo>
                <a:moveTo>
                  <a:pt x="641403" y="1485922"/>
                </a:moveTo>
                <a:lnTo>
                  <a:pt x="663000" y="1526456"/>
                </a:lnTo>
                <a:lnTo>
                  <a:pt x="664584" y="1533107"/>
                </a:lnTo>
                <a:lnTo>
                  <a:pt x="668111" y="1568880"/>
                </a:lnTo>
                <a:lnTo>
                  <a:pt x="668165" y="1569353"/>
                </a:lnTo>
                <a:moveTo>
                  <a:pt x="600305" y="1413636"/>
                </a:moveTo>
                <a:lnTo>
                  <a:pt x="618824" y="1445082"/>
                </a:lnTo>
                <a:lnTo>
                  <a:pt x="636147" y="1476262"/>
                </a:lnTo>
                <a:moveTo>
                  <a:pt x="1675394" y="1978654"/>
                </a:moveTo>
                <a:lnTo>
                  <a:pt x="1569955" y="1982075"/>
                </a:lnTo>
                <a:lnTo>
                  <a:pt x="1502232" y="1983019"/>
                </a:lnTo>
                <a:lnTo>
                  <a:pt x="1482151" y="1988382"/>
                </a:lnTo>
                <a:lnTo>
                  <a:pt x="1459998" y="2004974"/>
                </a:lnTo>
                <a:lnTo>
                  <a:pt x="1449737" y="2017932"/>
                </a:lnTo>
                <a:lnTo>
                  <a:pt x="1441555" y="2033709"/>
                </a:lnTo>
                <a:lnTo>
                  <a:pt x="1438386" y="2052609"/>
                </a:lnTo>
                <a:lnTo>
                  <a:pt x="1440024" y="2067052"/>
                </a:lnTo>
                <a:lnTo>
                  <a:pt x="1441014" y="2075874"/>
                </a:lnTo>
                <a:lnTo>
                  <a:pt x="1446842" y="2099489"/>
                </a:lnTo>
                <a:lnTo>
                  <a:pt x="1447444" y="2101965"/>
                </a:lnTo>
                <a:moveTo>
                  <a:pt x="1449965" y="2112676"/>
                </a:moveTo>
                <a:lnTo>
                  <a:pt x="1454970" y="2134729"/>
                </a:lnTo>
                <a:lnTo>
                  <a:pt x="1462078" y="2166085"/>
                </a:lnTo>
                <a:lnTo>
                  <a:pt x="1471006" y="2205454"/>
                </a:lnTo>
                <a:lnTo>
                  <a:pt x="1472362" y="2211716"/>
                </a:lnTo>
                <a:lnTo>
                  <a:pt x="1478410" y="2234097"/>
                </a:lnTo>
                <a:lnTo>
                  <a:pt x="1485548" y="2245250"/>
                </a:lnTo>
                <a:lnTo>
                  <a:pt x="1492465" y="2254063"/>
                </a:lnTo>
                <a:lnTo>
                  <a:pt x="1500540" y="2262359"/>
                </a:lnTo>
                <a:lnTo>
                  <a:pt x="1506513" y="2267471"/>
                </a:lnTo>
                <a:lnTo>
                  <a:pt x="1521528" y="2274975"/>
                </a:lnTo>
                <a:lnTo>
                  <a:pt x="1540892" y="2282044"/>
                </a:lnTo>
                <a:lnTo>
                  <a:pt x="1557286" y="2289190"/>
                </a:lnTo>
                <a:lnTo>
                  <a:pt x="1564317" y="2293341"/>
                </a:lnTo>
                <a:lnTo>
                  <a:pt x="1571280" y="2298346"/>
                </a:lnTo>
                <a:lnTo>
                  <a:pt x="1581846" y="2310405"/>
                </a:lnTo>
                <a:lnTo>
                  <a:pt x="1585099" y="2315662"/>
                </a:lnTo>
                <a:lnTo>
                  <a:pt x="1588207" y="2322068"/>
                </a:lnTo>
                <a:lnTo>
                  <a:pt x="1589982" y="2325519"/>
                </a:lnTo>
                <a:lnTo>
                  <a:pt x="1592702" y="2333625"/>
                </a:lnTo>
                <a:lnTo>
                  <a:pt x="1596571" y="2345349"/>
                </a:lnTo>
                <a:lnTo>
                  <a:pt x="1600304" y="2357187"/>
                </a:lnTo>
                <a:lnTo>
                  <a:pt x="1608303" y="2382052"/>
                </a:lnTo>
                <a:moveTo>
                  <a:pt x="988268" y="2301553"/>
                </a:moveTo>
                <a:lnTo>
                  <a:pt x="987963" y="2302330"/>
                </a:lnTo>
                <a:lnTo>
                  <a:pt x="980970" y="2324712"/>
                </a:lnTo>
                <a:lnTo>
                  <a:pt x="976346" y="2346400"/>
                </a:lnTo>
                <a:lnTo>
                  <a:pt x="975843" y="2351451"/>
                </a:lnTo>
                <a:lnTo>
                  <a:pt x="972911" y="2392450"/>
                </a:lnTo>
                <a:lnTo>
                  <a:pt x="971296" y="2421520"/>
                </a:lnTo>
                <a:lnTo>
                  <a:pt x="971273" y="2422586"/>
                </a:lnTo>
                <a:moveTo>
                  <a:pt x="1022838" y="2176262"/>
                </a:moveTo>
                <a:lnTo>
                  <a:pt x="1022952" y="2192640"/>
                </a:lnTo>
                <a:lnTo>
                  <a:pt x="1021574" y="2208653"/>
                </a:lnTo>
                <a:lnTo>
                  <a:pt x="1020827" y="2214702"/>
                </a:lnTo>
                <a:lnTo>
                  <a:pt x="1014938" y="2233350"/>
                </a:lnTo>
                <a:lnTo>
                  <a:pt x="993304" y="2289555"/>
                </a:lnTo>
                <a:lnTo>
                  <a:pt x="992946" y="2290370"/>
                </a:lnTo>
                <a:moveTo>
                  <a:pt x="932368" y="2060112"/>
                </a:moveTo>
                <a:lnTo>
                  <a:pt x="959236" y="2074289"/>
                </a:lnTo>
                <a:lnTo>
                  <a:pt x="984406" y="2095391"/>
                </a:lnTo>
                <a:lnTo>
                  <a:pt x="997676" y="2110619"/>
                </a:lnTo>
                <a:lnTo>
                  <a:pt x="1015296" y="2140885"/>
                </a:lnTo>
                <a:lnTo>
                  <a:pt x="1020781" y="2159846"/>
                </a:lnTo>
                <a:lnTo>
                  <a:pt x="1021916" y="2166290"/>
                </a:lnTo>
                <a:moveTo>
                  <a:pt x="558048" y="2099215"/>
                </a:moveTo>
                <a:lnTo>
                  <a:pt x="513095" y="2112896"/>
                </a:lnTo>
                <a:lnTo>
                  <a:pt x="491277" y="2117665"/>
                </a:lnTo>
                <a:lnTo>
                  <a:pt x="472301" y="2120811"/>
                </a:lnTo>
                <a:lnTo>
                  <a:pt x="448054" y="2120057"/>
                </a:lnTo>
                <a:lnTo>
                  <a:pt x="430989" y="2116759"/>
                </a:lnTo>
                <a:lnTo>
                  <a:pt x="413148" y="2111548"/>
                </a:lnTo>
                <a:lnTo>
                  <a:pt x="395863" y="2103991"/>
                </a:lnTo>
                <a:lnTo>
                  <a:pt x="328628" y="2058048"/>
                </a:lnTo>
                <a:lnTo>
                  <a:pt x="320286" y="2051093"/>
                </a:lnTo>
                <a:lnTo>
                  <a:pt x="299291" y="2036329"/>
                </a:lnTo>
                <a:lnTo>
                  <a:pt x="268355" y="2013415"/>
                </a:lnTo>
                <a:lnTo>
                  <a:pt x="255854" y="2005515"/>
                </a:lnTo>
                <a:lnTo>
                  <a:pt x="237130" y="1995505"/>
                </a:lnTo>
                <a:lnTo>
                  <a:pt x="214756" y="1984886"/>
                </a:lnTo>
                <a:lnTo>
                  <a:pt x="191887" y="1977649"/>
                </a:lnTo>
                <a:lnTo>
                  <a:pt x="174655" y="1974182"/>
                </a:lnTo>
                <a:lnTo>
                  <a:pt x="168416" y="1973299"/>
                </a:lnTo>
                <a:lnTo>
                  <a:pt x="137960" y="1972255"/>
                </a:lnTo>
                <a:lnTo>
                  <a:pt x="135469" y="1972430"/>
                </a:lnTo>
                <a:lnTo>
                  <a:pt x="105889" y="1974579"/>
                </a:lnTo>
                <a:lnTo>
                  <a:pt x="80064" y="1978898"/>
                </a:lnTo>
                <a:lnTo>
                  <a:pt x="67708" y="1982273"/>
                </a:lnTo>
                <a:lnTo>
                  <a:pt x="48214" y="1990294"/>
                </a:lnTo>
                <a:lnTo>
                  <a:pt x="28095" y="1999847"/>
                </a:lnTo>
                <a:lnTo>
                  <a:pt x="11732" y="2014252"/>
                </a:lnTo>
                <a:lnTo>
                  <a:pt x="1645" y="2023927"/>
                </a:lnTo>
                <a:lnTo>
                  <a:pt x="0" y="2025420"/>
                </a:lnTo>
                <a:moveTo>
                  <a:pt x="715327" y="2055252"/>
                </a:moveTo>
                <a:lnTo>
                  <a:pt x="704243" y="2057530"/>
                </a:lnTo>
                <a:lnTo>
                  <a:pt x="672431" y="2065978"/>
                </a:lnTo>
                <a:lnTo>
                  <a:pt x="606399" y="2084093"/>
                </a:lnTo>
                <a:lnTo>
                  <a:pt x="573429" y="2094469"/>
                </a:lnTo>
                <a:lnTo>
                  <a:pt x="572644" y="2094720"/>
                </a:lnTo>
                <a:lnTo>
                  <a:pt x="569086" y="2095825"/>
                </a:lnTo>
                <a:moveTo>
                  <a:pt x="2152860" y="1802506"/>
                </a:moveTo>
                <a:lnTo>
                  <a:pt x="2129389" y="1850849"/>
                </a:lnTo>
                <a:lnTo>
                  <a:pt x="2128848" y="1860859"/>
                </a:lnTo>
                <a:lnTo>
                  <a:pt x="2130212" y="1866854"/>
                </a:lnTo>
                <a:lnTo>
                  <a:pt x="2238515" y="1885548"/>
                </a:lnTo>
                <a:lnTo>
                  <a:pt x="2244343" y="1850019"/>
                </a:lnTo>
                <a:lnTo>
                  <a:pt x="2248106" y="1826822"/>
                </a:lnTo>
                <a:moveTo>
                  <a:pt x="2193821" y="1738995"/>
                </a:moveTo>
                <a:lnTo>
                  <a:pt x="2174807" y="1763936"/>
                </a:lnTo>
                <a:lnTo>
                  <a:pt x="2158200" y="1792542"/>
                </a:lnTo>
                <a:moveTo>
                  <a:pt x="2298026" y="1732939"/>
                </a:moveTo>
                <a:lnTo>
                  <a:pt x="2246560" y="1674198"/>
                </a:lnTo>
                <a:lnTo>
                  <a:pt x="2200708" y="1730288"/>
                </a:lnTo>
                <a:moveTo>
                  <a:pt x="2305027" y="1735819"/>
                </a:moveTo>
                <a:lnTo>
                  <a:pt x="2323302" y="1724003"/>
                </a:lnTo>
                <a:lnTo>
                  <a:pt x="2340923" y="1716264"/>
                </a:lnTo>
                <a:moveTo>
                  <a:pt x="2251268" y="1815997"/>
                </a:moveTo>
                <a:lnTo>
                  <a:pt x="2271425" y="1771303"/>
                </a:lnTo>
                <a:lnTo>
                  <a:pt x="2297965" y="1741845"/>
                </a:lnTo>
                <a:moveTo>
                  <a:pt x="2520430" y="1703275"/>
                </a:moveTo>
                <a:lnTo>
                  <a:pt x="2552220" y="1699017"/>
                </a:lnTo>
                <a:lnTo>
                  <a:pt x="2571874" y="1693372"/>
                </a:lnTo>
                <a:lnTo>
                  <a:pt x="2582455" y="1683941"/>
                </a:lnTo>
                <a:lnTo>
                  <a:pt x="2560798" y="1578410"/>
                </a:lnTo>
                <a:lnTo>
                  <a:pt x="2558741" y="1574327"/>
                </a:lnTo>
                <a:lnTo>
                  <a:pt x="2555282" y="1570495"/>
                </a:lnTo>
                <a:lnTo>
                  <a:pt x="2502963" y="1567410"/>
                </a:lnTo>
                <a:lnTo>
                  <a:pt x="2456478" y="1561941"/>
                </a:lnTo>
                <a:moveTo>
                  <a:pt x="2350757" y="1712539"/>
                </a:moveTo>
                <a:lnTo>
                  <a:pt x="2385975" y="1701287"/>
                </a:lnTo>
                <a:lnTo>
                  <a:pt x="2426098" y="1700479"/>
                </a:lnTo>
                <a:lnTo>
                  <a:pt x="2508836" y="1703778"/>
                </a:lnTo>
                <a:moveTo>
                  <a:pt x="2508150" y="1773558"/>
                </a:moveTo>
                <a:lnTo>
                  <a:pt x="2433350" y="1769284"/>
                </a:lnTo>
                <a:lnTo>
                  <a:pt x="2412858" y="1769528"/>
                </a:lnTo>
                <a:lnTo>
                  <a:pt x="2401287" y="1770191"/>
                </a:lnTo>
                <a:lnTo>
                  <a:pt x="2390355" y="1773428"/>
                </a:lnTo>
                <a:lnTo>
                  <a:pt x="2371379" y="1780406"/>
                </a:lnTo>
                <a:lnTo>
                  <a:pt x="2357392" y="1788748"/>
                </a:lnTo>
                <a:lnTo>
                  <a:pt x="2344236" y="1798743"/>
                </a:lnTo>
                <a:lnTo>
                  <a:pt x="2332543" y="1813521"/>
                </a:lnTo>
                <a:lnTo>
                  <a:pt x="2320331" y="1835560"/>
                </a:lnTo>
                <a:lnTo>
                  <a:pt x="2318351" y="1843101"/>
                </a:lnTo>
                <a:moveTo>
                  <a:pt x="2647977" y="1756524"/>
                </a:moveTo>
                <a:lnTo>
                  <a:pt x="2623607" y="1762817"/>
                </a:lnTo>
                <a:lnTo>
                  <a:pt x="2619341" y="1763723"/>
                </a:lnTo>
                <a:lnTo>
                  <a:pt x="2609339" y="1765826"/>
                </a:lnTo>
                <a:lnTo>
                  <a:pt x="2579446" y="1770473"/>
                </a:lnTo>
                <a:lnTo>
                  <a:pt x="2576841" y="1770876"/>
                </a:lnTo>
                <a:lnTo>
                  <a:pt x="2544145" y="1774358"/>
                </a:lnTo>
                <a:lnTo>
                  <a:pt x="2519158" y="1773962"/>
                </a:lnTo>
                <a:moveTo>
                  <a:pt x="2771981" y="1721817"/>
                </a:moveTo>
                <a:lnTo>
                  <a:pt x="2659198" y="1753500"/>
                </a:lnTo>
                <a:moveTo>
                  <a:pt x="2322845" y="1663198"/>
                </a:moveTo>
                <a:lnTo>
                  <a:pt x="2342149" y="1708455"/>
                </a:lnTo>
                <a:moveTo>
                  <a:pt x="2446049" y="1560158"/>
                </a:moveTo>
                <a:lnTo>
                  <a:pt x="2343437" y="1536725"/>
                </a:lnTo>
                <a:lnTo>
                  <a:pt x="2334676" y="1539826"/>
                </a:lnTo>
                <a:lnTo>
                  <a:pt x="2288710" y="1624948"/>
                </a:lnTo>
                <a:lnTo>
                  <a:pt x="2307236" y="1640694"/>
                </a:lnTo>
                <a:lnTo>
                  <a:pt x="2318077" y="1654947"/>
                </a:lnTo>
                <a:moveTo>
                  <a:pt x="2387476" y="1633206"/>
                </a:moveTo>
                <a:lnTo>
                  <a:pt x="2466343" y="1637563"/>
                </a:lnTo>
                <a:lnTo>
                  <a:pt x="2499382" y="1637967"/>
                </a:lnTo>
                <a:lnTo>
                  <a:pt x="2502826" y="1639704"/>
                </a:lnTo>
                <a:lnTo>
                  <a:pt x="2505385" y="1644793"/>
                </a:lnTo>
                <a:lnTo>
                  <a:pt x="2512805" y="1697051"/>
                </a:lnTo>
                <a:moveTo>
                  <a:pt x="2327012" y="1656798"/>
                </a:moveTo>
                <a:lnTo>
                  <a:pt x="2352578" y="1643208"/>
                </a:lnTo>
                <a:lnTo>
                  <a:pt x="2378654" y="1634463"/>
                </a:lnTo>
                <a:moveTo>
                  <a:pt x="2845882" y="1969254"/>
                </a:moveTo>
                <a:lnTo>
                  <a:pt x="2798849" y="1964310"/>
                </a:lnTo>
                <a:lnTo>
                  <a:pt x="2792153" y="1962367"/>
                </a:lnTo>
                <a:lnTo>
                  <a:pt x="2789936" y="1957286"/>
                </a:lnTo>
                <a:lnTo>
                  <a:pt x="2791330" y="1890828"/>
                </a:lnTo>
                <a:moveTo>
                  <a:pt x="2930905" y="1796724"/>
                </a:moveTo>
                <a:lnTo>
                  <a:pt x="2922990" y="1819707"/>
                </a:lnTo>
                <a:lnTo>
                  <a:pt x="2917002" y="1846568"/>
                </a:lnTo>
                <a:lnTo>
                  <a:pt x="2916301" y="1887933"/>
                </a:lnTo>
                <a:lnTo>
                  <a:pt x="2914755" y="1977953"/>
                </a:lnTo>
                <a:lnTo>
                  <a:pt x="2856775" y="1970518"/>
                </a:lnTo>
                <a:moveTo>
                  <a:pt x="2972750" y="1736047"/>
                </a:moveTo>
                <a:lnTo>
                  <a:pt x="2953065" y="1763297"/>
                </a:lnTo>
                <a:lnTo>
                  <a:pt x="2935628" y="1787460"/>
                </a:lnTo>
                <a:moveTo>
                  <a:pt x="3338614" y="2021116"/>
                </a:moveTo>
                <a:lnTo>
                  <a:pt x="3335895" y="2021535"/>
                </a:lnTo>
                <a:lnTo>
                  <a:pt x="3331827" y="2022190"/>
                </a:lnTo>
                <a:lnTo>
                  <a:pt x="3273778" y="2014230"/>
                </a:lnTo>
                <a:lnTo>
                  <a:pt x="3221855" y="2009057"/>
                </a:lnTo>
                <a:lnTo>
                  <a:pt x="3217452" y="2007511"/>
                </a:lnTo>
                <a:lnTo>
                  <a:pt x="3215570" y="2003892"/>
                </a:lnTo>
                <a:lnTo>
                  <a:pt x="3210710" y="1960432"/>
                </a:lnTo>
                <a:lnTo>
                  <a:pt x="3205743" y="1954406"/>
                </a:lnTo>
                <a:lnTo>
                  <a:pt x="3200586" y="1951847"/>
                </a:lnTo>
                <a:lnTo>
                  <a:pt x="3175310" y="1953728"/>
                </a:lnTo>
                <a:lnTo>
                  <a:pt x="3136626" y="1956608"/>
                </a:lnTo>
                <a:lnTo>
                  <a:pt x="3097744" y="1959061"/>
                </a:lnTo>
                <a:lnTo>
                  <a:pt x="3073923" y="1963609"/>
                </a:lnTo>
                <a:lnTo>
                  <a:pt x="3059792" y="1969795"/>
                </a:lnTo>
                <a:lnTo>
                  <a:pt x="3054650" y="1972042"/>
                </a:lnTo>
                <a:lnTo>
                  <a:pt x="3046651" y="1976491"/>
                </a:lnTo>
                <a:lnTo>
                  <a:pt x="3041509" y="1978479"/>
                </a:lnTo>
                <a:lnTo>
                  <a:pt x="3025032" y="1984307"/>
                </a:lnTo>
                <a:lnTo>
                  <a:pt x="3003839" y="1986485"/>
                </a:lnTo>
                <a:lnTo>
                  <a:pt x="2997394" y="1986874"/>
                </a:lnTo>
                <a:lnTo>
                  <a:pt x="2991749" y="1986013"/>
                </a:lnTo>
                <a:lnTo>
                  <a:pt x="2988443" y="1983941"/>
                </a:lnTo>
                <a:lnTo>
                  <a:pt x="2987277" y="1975660"/>
                </a:lnTo>
                <a:lnTo>
                  <a:pt x="2988808" y="1889647"/>
                </a:lnTo>
                <a:lnTo>
                  <a:pt x="2989273" y="1874327"/>
                </a:lnTo>
                <a:lnTo>
                  <a:pt x="2990850" y="1865658"/>
                </a:lnTo>
                <a:moveTo>
                  <a:pt x="2852745" y="1965369"/>
                </a:moveTo>
                <a:lnTo>
                  <a:pt x="2855678" y="1784611"/>
                </a:lnTo>
                <a:lnTo>
                  <a:pt x="2868248" y="1777428"/>
                </a:lnTo>
                <a:lnTo>
                  <a:pt x="2910032" y="1784429"/>
                </a:lnTo>
                <a:lnTo>
                  <a:pt x="2928376" y="1791346"/>
                </a:lnTo>
                <a:moveTo>
                  <a:pt x="2437990" y="1387910"/>
                </a:moveTo>
                <a:lnTo>
                  <a:pt x="2383689" y="1389792"/>
                </a:lnTo>
                <a:lnTo>
                  <a:pt x="2380376" y="1390637"/>
                </a:lnTo>
                <a:lnTo>
                  <a:pt x="2377770" y="1392839"/>
                </a:lnTo>
                <a:lnTo>
                  <a:pt x="2376026" y="1395795"/>
                </a:lnTo>
                <a:lnTo>
                  <a:pt x="2368058" y="1437259"/>
                </a:lnTo>
                <a:lnTo>
                  <a:pt x="2368088" y="1439795"/>
                </a:lnTo>
                <a:lnTo>
                  <a:pt x="2368873" y="1442507"/>
                </a:lnTo>
                <a:lnTo>
                  <a:pt x="2370648" y="1444968"/>
                </a:lnTo>
                <a:lnTo>
                  <a:pt x="2372666" y="1446354"/>
                </a:lnTo>
                <a:lnTo>
                  <a:pt x="2375371" y="1447444"/>
                </a:lnTo>
                <a:lnTo>
                  <a:pt x="2431751" y="1458360"/>
                </a:lnTo>
                <a:moveTo>
                  <a:pt x="2442538" y="1460478"/>
                </a:moveTo>
                <a:lnTo>
                  <a:pt x="2473931" y="1466748"/>
                </a:lnTo>
                <a:lnTo>
                  <a:pt x="2483750" y="1468812"/>
                </a:lnTo>
                <a:lnTo>
                  <a:pt x="2493349" y="1471166"/>
                </a:lnTo>
                <a:lnTo>
                  <a:pt x="2506650" y="1474335"/>
                </a:lnTo>
                <a:lnTo>
                  <a:pt x="2520484" y="1477055"/>
                </a:lnTo>
                <a:lnTo>
                  <a:pt x="2529602" y="1478471"/>
                </a:lnTo>
                <a:lnTo>
                  <a:pt x="2537289" y="1479424"/>
                </a:lnTo>
                <a:lnTo>
                  <a:pt x="2546278" y="1480109"/>
                </a:lnTo>
                <a:lnTo>
                  <a:pt x="2554680" y="1480483"/>
                </a:lnTo>
                <a:lnTo>
                  <a:pt x="2565787" y="1480772"/>
                </a:lnTo>
                <a:lnTo>
                  <a:pt x="2576110" y="1480742"/>
                </a:lnTo>
                <a:lnTo>
                  <a:pt x="2584017" y="1480376"/>
                </a:lnTo>
                <a:lnTo>
                  <a:pt x="2588085" y="1479507"/>
                </a:lnTo>
                <a:lnTo>
                  <a:pt x="2590820" y="1478098"/>
                </a:lnTo>
                <a:lnTo>
                  <a:pt x="2592473" y="1476163"/>
                </a:lnTo>
                <a:lnTo>
                  <a:pt x="2593455" y="1474503"/>
                </a:lnTo>
                <a:lnTo>
                  <a:pt x="2594377" y="1472606"/>
                </a:lnTo>
                <a:lnTo>
                  <a:pt x="2594850" y="1470275"/>
                </a:lnTo>
                <a:lnTo>
                  <a:pt x="2594735" y="1468004"/>
                </a:lnTo>
                <a:lnTo>
                  <a:pt x="2593989" y="1464249"/>
                </a:lnTo>
                <a:lnTo>
                  <a:pt x="2582173" y="1428361"/>
                </a:lnTo>
                <a:lnTo>
                  <a:pt x="2581092" y="1425931"/>
                </a:lnTo>
                <a:lnTo>
                  <a:pt x="2579987" y="1424339"/>
                </a:lnTo>
                <a:lnTo>
                  <a:pt x="2578593" y="1422945"/>
                </a:lnTo>
                <a:lnTo>
                  <a:pt x="2577351" y="1422267"/>
                </a:lnTo>
                <a:lnTo>
                  <a:pt x="2575919" y="1421619"/>
                </a:lnTo>
                <a:lnTo>
                  <a:pt x="2573740" y="1421017"/>
                </a:lnTo>
                <a:lnTo>
                  <a:pt x="2519928" y="1412927"/>
                </a:lnTo>
                <a:lnTo>
                  <a:pt x="2518343" y="1412493"/>
                </a:lnTo>
                <a:lnTo>
                  <a:pt x="2516614" y="1411632"/>
                </a:lnTo>
                <a:lnTo>
                  <a:pt x="2515022" y="1410528"/>
                </a:lnTo>
                <a:lnTo>
                  <a:pt x="2514009" y="1409415"/>
                </a:lnTo>
                <a:lnTo>
                  <a:pt x="2513270" y="1408029"/>
                </a:lnTo>
                <a:lnTo>
                  <a:pt x="2512782" y="1406658"/>
                </a:lnTo>
                <a:lnTo>
                  <a:pt x="2512348" y="1404334"/>
                </a:lnTo>
                <a:lnTo>
                  <a:pt x="2509963" y="1309766"/>
                </a:lnTo>
                <a:lnTo>
                  <a:pt x="2509712" y="1306818"/>
                </a:lnTo>
                <a:lnTo>
                  <a:pt x="2508851" y="1304075"/>
                </a:lnTo>
                <a:lnTo>
                  <a:pt x="2507511" y="1302239"/>
                </a:lnTo>
                <a:lnTo>
                  <a:pt x="2503793" y="1299596"/>
                </a:lnTo>
                <a:lnTo>
                  <a:pt x="2501630" y="1298735"/>
                </a:lnTo>
                <a:lnTo>
                  <a:pt x="2449104" y="1284512"/>
                </a:lnTo>
                <a:moveTo>
                  <a:pt x="2436108" y="1172979"/>
                </a:moveTo>
                <a:lnTo>
                  <a:pt x="2395048" y="1173924"/>
                </a:lnTo>
                <a:lnTo>
                  <a:pt x="2392739" y="1173764"/>
                </a:lnTo>
                <a:lnTo>
                  <a:pt x="2390972" y="1173169"/>
                </a:lnTo>
                <a:lnTo>
                  <a:pt x="2389113" y="1172255"/>
                </a:lnTo>
                <a:lnTo>
                  <a:pt x="2387994" y="1171273"/>
                </a:lnTo>
                <a:lnTo>
                  <a:pt x="2387079" y="1169909"/>
                </a:lnTo>
                <a:lnTo>
                  <a:pt x="2386569" y="1168408"/>
                </a:lnTo>
                <a:lnTo>
                  <a:pt x="2386180" y="1166412"/>
                </a:lnTo>
                <a:lnTo>
                  <a:pt x="2386127" y="1164599"/>
                </a:lnTo>
                <a:lnTo>
                  <a:pt x="2389944" y="1142881"/>
                </a:lnTo>
                <a:moveTo>
                  <a:pt x="2391848" y="1132094"/>
                </a:moveTo>
                <a:lnTo>
                  <a:pt x="2394857" y="1115251"/>
                </a:lnTo>
                <a:lnTo>
                  <a:pt x="2395672" y="1112661"/>
                </a:lnTo>
                <a:lnTo>
                  <a:pt x="2396724" y="1111023"/>
                </a:lnTo>
                <a:lnTo>
                  <a:pt x="2398209" y="1109773"/>
                </a:lnTo>
                <a:lnTo>
                  <a:pt x="2399824" y="1108943"/>
                </a:lnTo>
                <a:lnTo>
                  <a:pt x="2401949" y="1108494"/>
                </a:lnTo>
                <a:lnTo>
                  <a:pt x="2403808" y="1108364"/>
                </a:lnTo>
                <a:lnTo>
                  <a:pt x="2433907" y="1111053"/>
                </a:lnTo>
                <a:moveTo>
                  <a:pt x="2821703" y="1333282"/>
                </a:moveTo>
                <a:lnTo>
                  <a:pt x="2847192" y="1315502"/>
                </a:lnTo>
                <a:moveTo>
                  <a:pt x="2655397" y="1218206"/>
                </a:moveTo>
                <a:lnTo>
                  <a:pt x="2653926" y="1242020"/>
                </a:lnTo>
                <a:lnTo>
                  <a:pt x="2651839" y="1272964"/>
                </a:lnTo>
                <a:lnTo>
                  <a:pt x="2651984" y="1285846"/>
                </a:lnTo>
                <a:lnTo>
                  <a:pt x="2656501" y="1295383"/>
                </a:lnTo>
                <a:lnTo>
                  <a:pt x="2665742" y="1310627"/>
                </a:lnTo>
                <a:lnTo>
                  <a:pt x="2674929" y="1332368"/>
                </a:lnTo>
                <a:lnTo>
                  <a:pt x="2679995" y="1350499"/>
                </a:lnTo>
                <a:lnTo>
                  <a:pt x="2682097" y="1353729"/>
                </a:lnTo>
                <a:lnTo>
                  <a:pt x="2685807" y="1355245"/>
                </a:lnTo>
                <a:lnTo>
                  <a:pt x="2800228" y="1345814"/>
                </a:lnTo>
                <a:moveTo>
                  <a:pt x="2658870" y="1179538"/>
                </a:moveTo>
                <a:lnTo>
                  <a:pt x="2656273" y="1207145"/>
                </a:lnTo>
                <a:moveTo>
                  <a:pt x="3018792" y="1203100"/>
                </a:moveTo>
                <a:lnTo>
                  <a:pt x="3011830" y="1194858"/>
                </a:lnTo>
                <a:lnTo>
                  <a:pt x="3001629" y="1184269"/>
                </a:lnTo>
                <a:lnTo>
                  <a:pt x="2983537" y="1176605"/>
                </a:lnTo>
                <a:lnTo>
                  <a:pt x="2968720" y="1174305"/>
                </a:lnTo>
                <a:lnTo>
                  <a:pt x="2956684" y="1173985"/>
                </a:lnTo>
                <a:lnTo>
                  <a:pt x="2934699" y="1177016"/>
                </a:lnTo>
                <a:moveTo>
                  <a:pt x="3051092" y="1255168"/>
                </a:moveTo>
                <a:lnTo>
                  <a:pt x="3026380" y="1212501"/>
                </a:lnTo>
                <a:moveTo>
                  <a:pt x="3138066" y="1532520"/>
                </a:moveTo>
                <a:lnTo>
                  <a:pt x="3125862" y="1537518"/>
                </a:lnTo>
                <a:lnTo>
                  <a:pt x="3108242" y="1551816"/>
                </a:lnTo>
                <a:lnTo>
                  <a:pt x="3047573" y="1613437"/>
                </a:lnTo>
                <a:lnTo>
                  <a:pt x="3039292" y="1618679"/>
                </a:lnTo>
                <a:lnTo>
                  <a:pt x="3036992" y="1620103"/>
                </a:lnTo>
                <a:lnTo>
                  <a:pt x="3028863" y="1618785"/>
                </a:lnTo>
                <a:lnTo>
                  <a:pt x="2995672" y="1576399"/>
                </a:lnTo>
                <a:lnTo>
                  <a:pt x="3075591" y="1496518"/>
                </a:lnTo>
                <a:lnTo>
                  <a:pt x="3107708" y="1476491"/>
                </a:lnTo>
                <a:lnTo>
                  <a:pt x="3125786" y="1472979"/>
                </a:lnTo>
                <a:moveTo>
                  <a:pt x="3164865" y="1526114"/>
                </a:moveTo>
                <a:lnTo>
                  <a:pt x="3149249" y="1529130"/>
                </a:lnTo>
                <a:moveTo>
                  <a:pt x="3103709" y="1411358"/>
                </a:moveTo>
                <a:lnTo>
                  <a:pt x="3070282" y="1422122"/>
                </a:lnTo>
                <a:lnTo>
                  <a:pt x="3048121" y="1435621"/>
                </a:lnTo>
                <a:lnTo>
                  <a:pt x="2977222" y="1499200"/>
                </a:lnTo>
                <a:lnTo>
                  <a:pt x="2972628" y="1500898"/>
                </a:lnTo>
                <a:lnTo>
                  <a:pt x="2968850" y="1501020"/>
                </a:lnTo>
                <a:lnTo>
                  <a:pt x="2966221" y="1500099"/>
                </a:lnTo>
                <a:lnTo>
                  <a:pt x="2931431" y="1461560"/>
                </a:lnTo>
                <a:lnTo>
                  <a:pt x="2931400" y="1456319"/>
                </a:lnTo>
                <a:lnTo>
                  <a:pt x="2932901" y="1451816"/>
                </a:lnTo>
                <a:lnTo>
                  <a:pt x="3020560" y="1378205"/>
                </a:lnTo>
                <a:lnTo>
                  <a:pt x="3056699" y="1358970"/>
                </a:lnTo>
                <a:lnTo>
                  <a:pt x="3081084" y="1348152"/>
                </a:lnTo>
                <a:moveTo>
                  <a:pt x="3156768" y="1397196"/>
                </a:moveTo>
                <a:lnTo>
                  <a:pt x="3114618" y="1408181"/>
                </a:lnTo>
                <a:moveTo>
                  <a:pt x="2832444" y="916881"/>
                </a:moveTo>
                <a:lnTo>
                  <a:pt x="2833122" y="944168"/>
                </a:lnTo>
                <a:lnTo>
                  <a:pt x="2834485" y="951954"/>
                </a:lnTo>
                <a:lnTo>
                  <a:pt x="2842758" y="981465"/>
                </a:lnTo>
                <a:lnTo>
                  <a:pt x="2845646" y="984040"/>
                </a:lnTo>
                <a:lnTo>
                  <a:pt x="2849523" y="984474"/>
                </a:lnTo>
                <a:lnTo>
                  <a:pt x="2901911" y="985290"/>
                </a:lnTo>
                <a:moveTo>
                  <a:pt x="2364401" y="791689"/>
                </a:moveTo>
                <a:lnTo>
                  <a:pt x="2355404" y="805706"/>
                </a:lnTo>
                <a:lnTo>
                  <a:pt x="2354033" y="809956"/>
                </a:lnTo>
                <a:lnTo>
                  <a:pt x="2353363" y="813529"/>
                </a:lnTo>
                <a:lnTo>
                  <a:pt x="2354482" y="817818"/>
                </a:lnTo>
                <a:lnTo>
                  <a:pt x="2357971" y="821322"/>
                </a:lnTo>
                <a:lnTo>
                  <a:pt x="2360691" y="822861"/>
                </a:lnTo>
                <a:lnTo>
                  <a:pt x="2407290" y="849196"/>
                </a:lnTo>
                <a:moveTo>
                  <a:pt x="2370701" y="780932"/>
                </a:moveTo>
                <a:lnTo>
                  <a:pt x="2370023" y="782174"/>
                </a:lnTo>
                <a:moveTo>
                  <a:pt x="2390759" y="709873"/>
                </a:moveTo>
                <a:lnTo>
                  <a:pt x="2381054" y="755321"/>
                </a:lnTo>
                <a:lnTo>
                  <a:pt x="2378006" y="766580"/>
                </a:lnTo>
                <a:lnTo>
                  <a:pt x="2375767" y="771143"/>
                </a:lnTo>
                <a:moveTo>
                  <a:pt x="2416736" y="854628"/>
                </a:moveTo>
                <a:lnTo>
                  <a:pt x="2429435" y="862063"/>
                </a:lnTo>
                <a:lnTo>
                  <a:pt x="2436481" y="866207"/>
                </a:lnTo>
                <a:lnTo>
                  <a:pt x="2447939" y="871105"/>
                </a:lnTo>
                <a:lnTo>
                  <a:pt x="2458703" y="875074"/>
                </a:lnTo>
                <a:lnTo>
                  <a:pt x="2464340" y="876453"/>
                </a:lnTo>
                <a:lnTo>
                  <a:pt x="2467501" y="876415"/>
                </a:lnTo>
                <a:lnTo>
                  <a:pt x="2471021" y="873627"/>
                </a:lnTo>
                <a:lnTo>
                  <a:pt x="2494728" y="847360"/>
                </a:lnTo>
                <a:moveTo>
                  <a:pt x="2573512" y="578952"/>
                </a:moveTo>
                <a:lnTo>
                  <a:pt x="2571249" y="551977"/>
                </a:lnTo>
                <a:lnTo>
                  <a:pt x="2570975" y="547726"/>
                </a:lnTo>
                <a:lnTo>
                  <a:pt x="2569711" y="542515"/>
                </a:lnTo>
                <a:lnTo>
                  <a:pt x="2563936" y="537693"/>
                </a:lnTo>
                <a:lnTo>
                  <a:pt x="2534996" y="527219"/>
                </a:lnTo>
                <a:lnTo>
                  <a:pt x="2528856" y="525375"/>
                </a:lnTo>
                <a:lnTo>
                  <a:pt x="2517284" y="524689"/>
                </a:lnTo>
                <a:lnTo>
                  <a:pt x="2510261" y="524270"/>
                </a:lnTo>
                <a:moveTo>
                  <a:pt x="2577184" y="622648"/>
                </a:moveTo>
                <a:lnTo>
                  <a:pt x="2574434" y="589891"/>
                </a:lnTo>
                <a:moveTo>
                  <a:pt x="2581587" y="648495"/>
                </a:moveTo>
                <a:lnTo>
                  <a:pt x="2578601" y="633199"/>
                </a:lnTo>
                <a:moveTo>
                  <a:pt x="2583766" y="686988"/>
                </a:moveTo>
                <a:lnTo>
                  <a:pt x="2582783" y="659206"/>
                </a:lnTo>
                <a:moveTo>
                  <a:pt x="2581465" y="733762"/>
                </a:moveTo>
                <a:lnTo>
                  <a:pt x="2583689" y="701676"/>
                </a:lnTo>
                <a:moveTo>
                  <a:pt x="2553835" y="785632"/>
                </a:moveTo>
                <a:lnTo>
                  <a:pt x="2561994" y="778220"/>
                </a:lnTo>
                <a:lnTo>
                  <a:pt x="2569733" y="766496"/>
                </a:lnTo>
                <a:lnTo>
                  <a:pt x="2577138" y="752297"/>
                </a:lnTo>
                <a:lnTo>
                  <a:pt x="2579591" y="744214"/>
                </a:lnTo>
                <a:moveTo>
                  <a:pt x="2502155" y="839262"/>
                </a:moveTo>
                <a:lnTo>
                  <a:pt x="2528056" y="811533"/>
                </a:lnTo>
                <a:lnTo>
                  <a:pt x="2545501" y="793662"/>
                </a:lnTo>
                <a:moveTo>
                  <a:pt x="2507000" y="849516"/>
                </a:moveTo>
                <a:lnTo>
                  <a:pt x="2502391" y="845280"/>
                </a:lnTo>
                <a:moveTo>
                  <a:pt x="2340367" y="606330"/>
                </a:moveTo>
                <a:lnTo>
                  <a:pt x="2338043" y="616851"/>
                </a:lnTo>
                <a:lnTo>
                  <a:pt x="2336824" y="629100"/>
                </a:lnTo>
                <a:lnTo>
                  <a:pt x="2338531" y="639681"/>
                </a:lnTo>
                <a:lnTo>
                  <a:pt x="2340542" y="649364"/>
                </a:lnTo>
                <a:lnTo>
                  <a:pt x="2343185" y="660676"/>
                </a:lnTo>
                <a:lnTo>
                  <a:pt x="2347992" y="670930"/>
                </a:lnTo>
                <a:lnTo>
                  <a:pt x="2354467" y="679744"/>
                </a:lnTo>
                <a:moveTo>
                  <a:pt x="2353766" y="541616"/>
                </a:moveTo>
                <a:lnTo>
                  <a:pt x="2352654" y="555984"/>
                </a:lnTo>
                <a:lnTo>
                  <a:pt x="2349439" y="573490"/>
                </a:lnTo>
                <a:lnTo>
                  <a:pt x="2343048" y="595650"/>
                </a:lnTo>
                <a:moveTo>
                  <a:pt x="2354361" y="532490"/>
                </a:moveTo>
                <a:lnTo>
                  <a:pt x="2354353" y="532642"/>
                </a:lnTo>
                <a:moveTo>
                  <a:pt x="2353949" y="686013"/>
                </a:moveTo>
                <a:lnTo>
                  <a:pt x="2343916" y="695315"/>
                </a:lnTo>
                <a:lnTo>
                  <a:pt x="2332033" y="705866"/>
                </a:lnTo>
                <a:lnTo>
                  <a:pt x="2319059" y="714626"/>
                </a:lnTo>
                <a:lnTo>
                  <a:pt x="2305873" y="720743"/>
                </a:lnTo>
                <a:lnTo>
                  <a:pt x="2288702" y="724248"/>
                </a:lnTo>
                <a:lnTo>
                  <a:pt x="2283126" y="724720"/>
                </a:lnTo>
                <a:lnTo>
                  <a:pt x="2279035" y="724088"/>
                </a:lnTo>
                <a:lnTo>
                  <a:pt x="2275668" y="722153"/>
                </a:lnTo>
                <a:lnTo>
                  <a:pt x="2273984" y="717635"/>
                </a:lnTo>
                <a:lnTo>
                  <a:pt x="2268842" y="674358"/>
                </a:lnTo>
                <a:moveTo>
                  <a:pt x="2388054" y="702438"/>
                </a:moveTo>
                <a:lnTo>
                  <a:pt x="2385533" y="701874"/>
                </a:lnTo>
                <a:lnTo>
                  <a:pt x="2375325" y="696290"/>
                </a:lnTo>
                <a:lnTo>
                  <a:pt x="2365940" y="690173"/>
                </a:lnTo>
                <a:lnTo>
                  <a:pt x="2363426" y="686851"/>
                </a:lnTo>
                <a:moveTo>
                  <a:pt x="2447733" y="700952"/>
                </a:moveTo>
                <a:lnTo>
                  <a:pt x="2438287" y="702940"/>
                </a:lnTo>
                <a:lnTo>
                  <a:pt x="2414237" y="706452"/>
                </a:lnTo>
                <a:lnTo>
                  <a:pt x="2404418" y="705386"/>
                </a:lnTo>
                <a:lnTo>
                  <a:pt x="2398537" y="704449"/>
                </a:lnTo>
                <a:moveTo>
                  <a:pt x="2507899" y="693982"/>
                </a:moveTo>
                <a:lnTo>
                  <a:pt x="2492717" y="693555"/>
                </a:lnTo>
                <a:lnTo>
                  <a:pt x="2481541" y="694629"/>
                </a:lnTo>
                <a:lnTo>
                  <a:pt x="2458497" y="698842"/>
                </a:lnTo>
                <a:moveTo>
                  <a:pt x="2577237" y="694698"/>
                </a:moveTo>
                <a:lnTo>
                  <a:pt x="2518755" y="694180"/>
                </a:lnTo>
                <a:moveTo>
                  <a:pt x="2370038" y="773032"/>
                </a:moveTo>
                <a:lnTo>
                  <a:pt x="2359320" y="767555"/>
                </a:lnTo>
                <a:lnTo>
                  <a:pt x="2354772" y="766649"/>
                </a:lnTo>
                <a:lnTo>
                  <a:pt x="2351321" y="769566"/>
                </a:lnTo>
                <a:lnTo>
                  <a:pt x="2349264" y="773032"/>
                </a:lnTo>
                <a:lnTo>
                  <a:pt x="2350315" y="777184"/>
                </a:lnTo>
                <a:lnTo>
                  <a:pt x="2352951" y="779485"/>
                </a:lnTo>
                <a:lnTo>
                  <a:pt x="2362976" y="785747"/>
                </a:lnTo>
                <a:moveTo>
                  <a:pt x="2565787" y="491270"/>
                </a:moveTo>
                <a:lnTo>
                  <a:pt x="2571668" y="494500"/>
                </a:lnTo>
                <a:lnTo>
                  <a:pt x="2587201" y="502750"/>
                </a:lnTo>
                <a:lnTo>
                  <a:pt x="2603016" y="514634"/>
                </a:lnTo>
                <a:lnTo>
                  <a:pt x="2612767" y="523600"/>
                </a:lnTo>
                <a:lnTo>
                  <a:pt x="2622647" y="534318"/>
                </a:lnTo>
                <a:lnTo>
                  <a:pt x="2631872" y="547688"/>
                </a:lnTo>
                <a:lnTo>
                  <a:pt x="2638980" y="561103"/>
                </a:lnTo>
                <a:lnTo>
                  <a:pt x="2647588" y="584132"/>
                </a:lnTo>
                <a:lnTo>
                  <a:pt x="2654642" y="617925"/>
                </a:lnTo>
                <a:lnTo>
                  <a:pt x="2651397" y="689952"/>
                </a:lnTo>
                <a:moveTo>
                  <a:pt x="2367395" y="527554"/>
                </a:moveTo>
                <a:lnTo>
                  <a:pt x="2360950" y="527843"/>
                </a:lnTo>
                <a:moveTo>
                  <a:pt x="2499169" y="523813"/>
                </a:moveTo>
                <a:lnTo>
                  <a:pt x="2444511" y="522534"/>
                </a:lnTo>
                <a:lnTo>
                  <a:pt x="2440816" y="522922"/>
                </a:lnTo>
                <a:lnTo>
                  <a:pt x="2436618" y="525596"/>
                </a:lnTo>
                <a:lnTo>
                  <a:pt x="2434844" y="530959"/>
                </a:lnTo>
                <a:lnTo>
                  <a:pt x="2434539" y="534638"/>
                </a:lnTo>
                <a:lnTo>
                  <a:pt x="2429580" y="557873"/>
                </a:lnTo>
                <a:moveTo>
                  <a:pt x="2631522" y="436710"/>
                </a:moveTo>
                <a:lnTo>
                  <a:pt x="2604806" y="420393"/>
                </a:lnTo>
                <a:moveTo>
                  <a:pt x="2688146" y="462406"/>
                </a:moveTo>
                <a:lnTo>
                  <a:pt x="2641288" y="442500"/>
                </a:lnTo>
                <a:moveTo>
                  <a:pt x="2732840" y="483865"/>
                </a:moveTo>
                <a:lnTo>
                  <a:pt x="2725824" y="479355"/>
                </a:lnTo>
                <a:lnTo>
                  <a:pt x="2698346" y="466900"/>
                </a:lnTo>
                <a:moveTo>
                  <a:pt x="2744000" y="538638"/>
                </a:moveTo>
                <a:lnTo>
                  <a:pt x="2745257" y="491574"/>
                </a:lnTo>
                <a:lnTo>
                  <a:pt x="2742218" y="489723"/>
                </a:lnTo>
                <a:moveTo>
                  <a:pt x="2742423" y="589457"/>
                </a:moveTo>
                <a:lnTo>
                  <a:pt x="2743680" y="549608"/>
                </a:lnTo>
                <a:moveTo>
                  <a:pt x="2741479" y="615297"/>
                </a:moveTo>
                <a:lnTo>
                  <a:pt x="2742042" y="600449"/>
                </a:lnTo>
                <a:moveTo>
                  <a:pt x="2709407" y="666039"/>
                </a:moveTo>
                <a:lnTo>
                  <a:pt x="2729023" y="646934"/>
                </a:lnTo>
                <a:lnTo>
                  <a:pt x="2735407" y="634966"/>
                </a:lnTo>
                <a:lnTo>
                  <a:pt x="2739422" y="625192"/>
                </a:lnTo>
                <a:moveTo>
                  <a:pt x="2661940" y="697684"/>
                </a:moveTo>
                <a:lnTo>
                  <a:pt x="2682371" y="690180"/>
                </a:lnTo>
                <a:lnTo>
                  <a:pt x="2701218" y="673611"/>
                </a:lnTo>
                <a:moveTo>
                  <a:pt x="2814801" y="201897"/>
                </a:moveTo>
                <a:lnTo>
                  <a:pt x="2822320" y="187476"/>
                </a:lnTo>
                <a:lnTo>
                  <a:pt x="2824415" y="151253"/>
                </a:lnTo>
                <a:lnTo>
                  <a:pt x="2820057" y="68378"/>
                </a:lnTo>
                <a:lnTo>
                  <a:pt x="2735270" y="68561"/>
                </a:lnTo>
                <a:moveTo>
                  <a:pt x="2809544" y="230220"/>
                </a:moveTo>
                <a:lnTo>
                  <a:pt x="2812043" y="211198"/>
                </a:lnTo>
                <a:moveTo>
                  <a:pt x="2742164" y="285115"/>
                </a:moveTo>
                <a:lnTo>
                  <a:pt x="2721337" y="293228"/>
                </a:lnTo>
                <a:lnTo>
                  <a:pt x="2691780" y="309857"/>
                </a:lnTo>
                <a:lnTo>
                  <a:pt x="2661681" y="333138"/>
                </a:lnTo>
                <a:lnTo>
                  <a:pt x="2651085" y="342736"/>
                </a:lnTo>
                <a:lnTo>
                  <a:pt x="2641905" y="351047"/>
                </a:lnTo>
                <a:lnTo>
                  <a:pt x="2636337" y="358467"/>
                </a:lnTo>
                <a:moveTo>
                  <a:pt x="2859350" y="274815"/>
                </a:moveTo>
                <a:lnTo>
                  <a:pt x="2833183" y="271981"/>
                </a:lnTo>
                <a:lnTo>
                  <a:pt x="2810344" y="271783"/>
                </a:lnTo>
                <a:lnTo>
                  <a:pt x="2790660" y="272423"/>
                </a:lnTo>
                <a:lnTo>
                  <a:pt x="2752212" y="281938"/>
                </a:lnTo>
                <a:moveTo>
                  <a:pt x="2921276" y="292946"/>
                </a:moveTo>
                <a:lnTo>
                  <a:pt x="2904334" y="285427"/>
                </a:lnTo>
                <a:lnTo>
                  <a:pt x="2887460" y="280605"/>
                </a:lnTo>
                <a:lnTo>
                  <a:pt x="2869985" y="276613"/>
                </a:lnTo>
                <a:moveTo>
                  <a:pt x="2977283" y="329565"/>
                </a:moveTo>
                <a:lnTo>
                  <a:pt x="2959502" y="316805"/>
                </a:lnTo>
                <a:lnTo>
                  <a:pt x="2946247" y="306254"/>
                </a:lnTo>
                <a:lnTo>
                  <a:pt x="2931034" y="297783"/>
                </a:lnTo>
                <a:moveTo>
                  <a:pt x="3018313" y="376194"/>
                </a:moveTo>
                <a:lnTo>
                  <a:pt x="3001439" y="356403"/>
                </a:lnTo>
                <a:lnTo>
                  <a:pt x="2996297" y="350369"/>
                </a:lnTo>
                <a:lnTo>
                  <a:pt x="2985121" y="336779"/>
                </a:lnTo>
                <a:moveTo>
                  <a:pt x="3458451" y="276042"/>
                </a:moveTo>
                <a:lnTo>
                  <a:pt x="3449820" y="275676"/>
                </a:lnTo>
                <a:lnTo>
                  <a:pt x="3447748" y="275783"/>
                </a:lnTo>
                <a:lnTo>
                  <a:pt x="3402216" y="278091"/>
                </a:lnTo>
                <a:lnTo>
                  <a:pt x="3366678" y="279363"/>
                </a:lnTo>
                <a:lnTo>
                  <a:pt x="3333731" y="280551"/>
                </a:lnTo>
                <a:lnTo>
                  <a:pt x="3312934" y="285564"/>
                </a:lnTo>
                <a:lnTo>
                  <a:pt x="3299626" y="289198"/>
                </a:lnTo>
                <a:lnTo>
                  <a:pt x="3291894" y="292245"/>
                </a:lnTo>
                <a:lnTo>
                  <a:pt x="3262649" y="303557"/>
                </a:lnTo>
                <a:lnTo>
                  <a:pt x="3252334" y="311686"/>
                </a:lnTo>
                <a:lnTo>
                  <a:pt x="3235727" y="324766"/>
                </a:lnTo>
                <a:lnTo>
                  <a:pt x="3096723" y="443719"/>
                </a:lnTo>
                <a:lnTo>
                  <a:pt x="3075546" y="461834"/>
                </a:lnTo>
                <a:moveTo>
                  <a:pt x="3066602" y="783461"/>
                </a:moveTo>
                <a:lnTo>
                  <a:pt x="3117238" y="779416"/>
                </a:lnTo>
                <a:lnTo>
                  <a:pt x="3152410" y="776453"/>
                </a:lnTo>
                <a:lnTo>
                  <a:pt x="3186942" y="774305"/>
                </a:lnTo>
                <a:moveTo>
                  <a:pt x="3066564" y="469803"/>
                </a:moveTo>
                <a:lnTo>
                  <a:pt x="3043657" y="490843"/>
                </a:lnTo>
                <a:lnTo>
                  <a:pt x="3019036" y="513453"/>
                </a:lnTo>
                <a:moveTo>
                  <a:pt x="3029366" y="785815"/>
                </a:moveTo>
                <a:lnTo>
                  <a:pt x="3055587" y="784231"/>
                </a:lnTo>
                <a:moveTo>
                  <a:pt x="2970373" y="771692"/>
                </a:moveTo>
                <a:lnTo>
                  <a:pt x="2980261" y="777908"/>
                </a:lnTo>
                <a:lnTo>
                  <a:pt x="2999832" y="784216"/>
                </a:lnTo>
                <a:lnTo>
                  <a:pt x="3018785" y="785709"/>
                </a:lnTo>
                <a:moveTo>
                  <a:pt x="2958299" y="567197"/>
                </a:moveTo>
                <a:lnTo>
                  <a:pt x="2892793" y="629671"/>
                </a:lnTo>
                <a:lnTo>
                  <a:pt x="2890660" y="633435"/>
                </a:lnTo>
                <a:lnTo>
                  <a:pt x="2882211" y="653005"/>
                </a:lnTo>
                <a:lnTo>
                  <a:pt x="2883240" y="677199"/>
                </a:lnTo>
                <a:lnTo>
                  <a:pt x="2901439" y="701043"/>
                </a:lnTo>
                <a:lnTo>
                  <a:pt x="2961658" y="764881"/>
                </a:lnTo>
                <a:moveTo>
                  <a:pt x="3010893" y="520850"/>
                </a:moveTo>
                <a:lnTo>
                  <a:pt x="2992297" y="537586"/>
                </a:lnTo>
                <a:lnTo>
                  <a:pt x="2966602" y="559663"/>
                </a:lnTo>
                <a:moveTo>
                  <a:pt x="2733609" y="2485175"/>
                </a:moveTo>
                <a:lnTo>
                  <a:pt x="2748761" y="2439917"/>
                </a:lnTo>
                <a:lnTo>
                  <a:pt x="2750163" y="2437464"/>
                </a:lnTo>
                <a:lnTo>
                  <a:pt x="2752022" y="2434973"/>
                </a:lnTo>
                <a:lnTo>
                  <a:pt x="2753644" y="2434204"/>
                </a:lnTo>
                <a:lnTo>
                  <a:pt x="2755610" y="2433602"/>
                </a:lnTo>
                <a:lnTo>
                  <a:pt x="2759114" y="2433236"/>
                </a:lnTo>
                <a:lnTo>
                  <a:pt x="2813871" y="2435613"/>
                </a:lnTo>
                <a:moveTo>
                  <a:pt x="2710580" y="2556204"/>
                </a:moveTo>
                <a:lnTo>
                  <a:pt x="2720750" y="2524559"/>
                </a:lnTo>
                <a:lnTo>
                  <a:pt x="2730181" y="2495566"/>
                </a:lnTo>
                <a:moveTo>
                  <a:pt x="2661765" y="2688222"/>
                </a:moveTo>
                <a:lnTo>
                  <a:pt x="2660104" y="2685548"/>
                </a:lnTo>
                <a:lnTo>
                  <a:pt x="2660028" y="2681991"/>
                </a:lnTo>
                <a:lnTo>
                  <a:pt x="2662672" y="2668568"/>
                </a:lnTo>
                <a:lnTo>
                  <a:pt x="2665041" y="2661514"/>
                </a:lnTo>
                <a:lnTo>
                  <a:pt x="2675576" y="2635872"/>
                </a:lnTo>
                <a:lnTo>
                  <a:pt x="2692298" y="2599603"/>
                </a:lnTo>
                <a:lnTo>
                  <a:pt x="2706467" y="2567044"/>
                </a:lnTo>
                <a:moveTo>
                  <a:pt x="2817078" y="2440237"/>
                </a:moveTo>
                <a:lnTo>
                  <a:pt x="2797577" y="2500114"/>
                </a:lnTo>
                <a:lnTo>
                  <a:pt x="2797097" y="2503641"/>
                </a:lnTo>
                <a:lnTo>
                  <a:pt x="2797234" y="2506337"/>
                </a:lnTo>
                <a:lnTo>
                  <a:pt x="2798232" y="2509552"/>
                </a:lnTo>
                <a:lnTo>
                  <a:pt x="2800540" y="2512218"/>
                </a:lnTo>
                <a:lnTo>
                  <a:pt x="2803679" y="2514374"/>
                </a:lnTo>
                <a:lnTo>
                  <a:pt x="2806992" y="2515837"/>
                </a:lnTo>
                <a:lnTo>
                  <a:pt x="2810542" y="2517048"/>
                </a:lnTo>
                <a:lnTo>
                  <a:pt x="2815852" y="2519394"/>
                </a:lnTo>
                <a:lnTo>
                  <a:pt x="2820819" y="2521725"/>
                </a:lnTo>
                <a:lnTo>
                  <a:pt x="2831674" y="2527401"/>
                </a:lnTo>
                <a:lnTo>
                  <a:pt x="2841928" y="2533434"/>
                </a:lnTo>
                <a:lnTo>
                  <a:pt x="2851755" y="2539620"/>
                </a:lnTo>
                <a:lnTo>
                  <a:pt x="2860950" y="2546567"/>
                </a:lnTo>
                <a:lnTo>
                  <a:pt x="2869596" y="2553515"/>
                </a:lnTo>
                <a:lnTo>
                  <a:pt x="2882310" y="2564622"/>
                </a:lnTo>
                <a:moveTo>
                  <a:pt x="2912294" y="2219890"/>
                </a:moveTo>
                <a:lnTo>
                  <a:pt x="2910131" y="2158078"/>
                </a:lnTo>
                <a:lnTo>
                  <a:pt x="2879515" y="2155298"/>
                </a:lnTo>
                <a:moveTo>
                  <a:pt x="2909788" y="2287392"/>
                </a:moveTo>
                <a:lnTo>
                  <a:pt x="2912249" y="2231149"/>
                </a:lnTo>
                <a:moveTo>
                  <a:pt x="2905994" y="2348754"/>
                </a:moveTo>
                <a:lnTo>
                  <a:pt x="2909194" y="2298422"/>
                </a:lnTo>
                <a:moveTo>
                  <a:pt x="2905667" y="2224201"/>
                </a:moveTo>
                <a:lnTo>
                  <a:pt x="2811784" y="2221680"/>
                </a:lnTo>
                <a:lnTo>
                  <a:pt x="2801386" y="2274114"/>
                </a:lnTo>
                <a:lnTo>
                  <a:pt x="2801340" y="2287095"/>
                </a:lnTo>
                <a:lnTo>
                  <a:pt x="2808676" y="2288664"/>
                </a:lnTo>
                <a:lnTo>
                  <a:pt x="2902757" y="2293768"/>
                </a:lnTo>
                <a:moveTo>
                  <a:pt x="2968476" y="2225557"/>
                </a:moveTo>
                <a:lnTo>
                  <a:pt x="2916728" y="2224468"/>
                </a:lnTo>
                <a:moveTo>
                  <a:pt x="2655770" y="2144899"/>
                </a:moveTo>
                <a:lnTo>
                  <a:pt x="2709468" y="2148998"/>
                </a:lnTo>
                <a:lnTo>
                  <a:pt x="2717063" y="2148426"/>
                </a:lnTo>
                <a:lnTo>
                  <a:pt x="2722830" y="2142759"/>
                </a:lnTo>
                <a:lnTo>
                  <a:pt x="2716020" y="2063822"/>
                </a:lnTo>
                <a:lnTo>
                  <a:pt x="2712523" y="2056052"/>
                </a:lnTo>
                <a:lnTo>
                  <a:pt x="2703069" y="2052647"/>
                </a:lnTo>
                <a:lnTo>
                  <a:pt x="2657042" y="2043581"/>
                </a:lnTo>
                <a:lnTo>
                  <a:pt x="2493570" y="2016919"/>
                </a:lnTo>
                <a:lnTo>
                  <a:pt x="2486790" y="2018755"/>
                </a:lnTo>
                <a:lnTo>
                  <a:pt x="2482539" y="2024704"/>
                </a:lnTo>
                <a:lnTo>
                  <a:pt x="2480292" y="2046629"/>
                </a:lnTo>
                <a:lnTo>
                  <a:pt x="2481450" y="2064767"/>
                </a:lnTo>
                <a:lnTo>
                  <a:pt x="2489814" y="2082935"/>
                </a:lnTo>
                <a:moveTo>
                  <a:pt x="2588443" y="2139765"/>
                </a:moveTo>
                <a:lnTo>
                  <a:pt x="2644831" y="2144069"/>
                </a:lnTo>
                <a:moveTo>
                  <a:pt x="2807198" y="2147520"/>
                </a:moveTo>
                <a:lnTo>
                  <a:pt x="2804311" y="2076536"/>
                </a:lnTo>
                <a:lnTo>
                  <a:pt x="2877572" y="2083613"/>
                </a:lnTo>
                <a:lnTo>
                  <a:pt x="2877420" y="2090020"/>
                </a:lnTo>
                <a:moveTo>
                  <a:pt x="2410641" y="2084070"/>
                </a:moveTo>
                <a:lnTo>
                  <a:pt x="2411914" y="2081526"/>
                </a:lnTo>
                <a:lnTo>
                  <a:pt x="2417155" y="2067707"/>
                </a:lnTo>
                <a:lnTo>
                  <a:pt x="2419608" y="2055161"/>
                </a:lnTo>
                <a:lnTo>
                  <a:pt x="2424971" y="2013872"/>
                </a:lnTo>
                <a:lnTo>
                  <a:pt x="2424118" y="2008554"/>
                </a:lnTo>
                <a:lnTo>
                  <a:pt x="2419471" y="2004174"/>
                </a:lnTo>
                <a:lnTo>
                  <a:pt x="2396206" y="2000845"/>
                </a:lnTo>
                <a:lnTo>
                  <a:pt x="2370259" y="1997120"/>
                </a:lnTo>
                <a:lnTo>
                  <a:pt x="2366062" y="1999420"/>
                </a:lnTo>
                <a:lnTo>
                  <a:pt x="2364165" y="2003275"/>
                </a:lnTo>
                <a:lnTo>
                  <a:pt x="2354399" y="2064409"/>
                </a:lnTo>
                <a:moveTo>
                  <a:pt x="2497165" y="2087316"/>
                </a:moveTo>
                <a:lnTo>
                  <a:pt x="2509819" y="2086043"/>
                </a:lnTo>
                <a:lnTo>
                  <a:pt x="2529625" y="2086401"/>
                </a:lnTo>
                <a:lnTo>
                  <a:pt x="2585830" y="2095825"/>
                </a:lnTo>
                <a:lnTo>
                  <a:pt x="2582333" y="2132505"/>
                </a:lnTo>
                <a:moveTo>
                  <a:pt x="2492031" y="2081915"/>
                </a:moveTo>
                <a:lnTo>
                  <a:pt x="2483857" y="2064157"/>
                </a:lnTo>
                <a:lnTo>
                  <a:pt x="2482745" y="2046674"/>
                </a:lnTo>
                <a:lnTo>
                  <a:pt x="2484901" y="2025588"/>
                </a:lnTo>
                <a:lnTo>
                  <a:pt x="2488268" y="2020872"/>
                </a:lnTo>
                <a:lnTo>
                  <a:pt x="2493692" y="2019402"/>
                </a:lnTo>
                <a:lnTo>
                  <a:pt x="2656615" y="2045973"/>
                </a:lnTo>
                <a:lnTo>
                  <a:pt x="2702414" y="2055008"/>
                </a:lnTo>
                <a:lnTo>
                  <a:pt x="2710725" y="2058002"/>
                </a:lnTo>
                <a:lnTo>
                  <a:pt x="2713628" y="2064447"/>
                </a:lnTo>
                <a:lnTo>
                  <a:pt x="2720301" y="2141829"/>
                </a:lnTo>
                <a:lnTo>
                  <a:pt x="2715997" y="2146065"/>
                </a:lnTo>
                <a:lnTo>
                  <a:pt x="2709468" y="2146560"/>
                </a:lnTo>
                <a:lnTo>
                  <a:pt x="2655953" y="2142469"/>
                </a:lnTo>
                <a:moveTo>
                  <a:pt x="2455450" y="2123150"/>
                </a:moveTo>
                <a:lnTo>
                  <a:pt x="2474441" y="2101256"/>
                </a:lnTo>
                <a:lnTo>
                  <a:pt x="2489860" y="2090157"/>
                </a:lnTo>
                <a:moveTo>
                  <a:pt x="2126913" y="2334874"/>
                </a:moveTo>
                <a:lnTo>
                  <a:pt x="2126007" y="2335240"/>
                </a:lnTo>
                <a:lnTo>
                  <a:pt x="2084459" y="2334714"/>
                </a:lnTo>
                <a:lnTo>
                  <a:pt x="2081884" y="2334158"/>
                </a:lnTo>
                <a:lnTo>
                  <a:pt x="2078860" y="2331568"/>
                </a:lnTo>
                <a:lnTo>
                  <a:pt x="2078068" y="2329625"/>
                </a:lnTo>
                <a:lnTo>
                  <a:pt x="2077709" y="2326251"/>
                </a:lnTo>
                <a:lnTo>
                  <a:pt x="2080254" y="2268522"/>
                </a:lnTo>
                <a:lnTo>
                  <a:pt x="2081419" y="2264736"/>
                </a:lnTo>
                <a:lnTo>
                  <a:pt x="2082798" y="2262017"/>
                </a:lnTo>
                <a:lnTo>
                  <a:pt x="2085830" y="2260325"/>
                </a:lnTo>
                <a:lnTo>
                  <a:pt x="2090081" y="2259663"/>
                </a:lnTo>
                <a:lnTo>
                  <a:pt x="2128399" y="2261582"/>
                </a:lnTo>
                <a:moveTo>
                  <a:pt x="2141936" y="2331690"/>
                </a:moveTo>
                <a:lnTo>
                  <a:pt x="2137175" y="2331636"/>
                </a:lnTo>
                <a:moveTo>
                  <a:pt x="2132520" y="2266130"/>
                </a:moveTo>
                <a:lnTo>
                  <a:pt x="2131141" y="2326578"/>
                </a:lnTo>
                <a:moveTo>
                  <a:pt x="2139818" y="2459183"/>
                </a:moveTo>
                <a:lnTo>
                  <a:pt x="2139140" y="2449218"/>
                </a:lnTo>
                <a:lnTo>
                  <a:pt x="2138500" y="2441372"/>
                </a:lnTo>
                <a:lnTo>
                  <a:pt x="2136809" y="2436085"/>
                </a:lnTo>
                <a:lnTo>
                  <a:pt x="2132688" y="2432634"/>
                </a:lnTo>
                <a:lnTo>
                  <a:pt x="2126266" y="2431560"/>
                </a:lnTo>
                <a:lnTo>
                  <a:pt x="2079012" y="2431530"/>
                </a:lnTo>
                <a:lnTo>
                  <a:pt x="2072758" y="2432581"/>
                </a:lnTo>
                <a:lnTo>
                  <a:pt x="2069200" y="2436489"/>
                </a:lnTo>
                <a:lnTo>
                  <a:pt x="2068698" y="2440587"/>
                </a:lnTo>
                <a:lnTo>
                  <a:pt x="2069871" y="2478029"/>
                </a:lnTo>
                <a:lnTo>
                  <a:pt x="2072918" y="2515311"/>
                </a:lnTo>
                <a:lnTo>
                  <a:pt x="2075561" y="2544747"/>
                </a:lnTo>
                <a:lnTo>
                  <a:pt x="2076041" y="2550460"/>
                </a:lnTo>
                <a:lnTo>
                  <a:pt x="2077930" y="2572209"/>
                </a:lnTo>
                <a:lnTo>
                  <a:pt x="2088771" y="2699154"/>
                </a:lnTo>
                <a:lnTo>
                  <a:pt x="2090599" y="2703062"/>
                </a:lnTo>
                <a:moveTo>
                  <a:pt x="2161247" y="2687955"/>
                </a:moveTo>
                <a:lnTo>
                  <a:pt x="2155968" y="2642134"/>
                </a:lnTo>
                <a:lnTo>
                  <a:pt x="2151237" y="2606992"/>
                </a:lnTo>
                <a:lnTo>
                  <a:pt x="2148175" y="2579835"/>
                </a:lnTo>
                <a:lnTo>
                  <a:pt x="2145989" y="2556638"/>
                </a:lnTo>
                <a:lnTo>
                  <a:pt x="2145471" y="2549226"/>
                </a:lnTo>
                <a:lnTo>
                  <a:pt x="2144747" y="2539727"/>
                </a:lnTo>
                <a:lnTo>
                  <a:pt x="2140519" y="2470130"/>
                </a:lnTo>
                <a:moveTo>
                  <a:pt x="1024156" y="1994065"/>
                </a:moveTo>
                <a:lnTo>
                  <a:pt x="1026479" y="1932132"/>
                </a:lnTo>
                <a:lnTo>
                  <a:pt x="1026982" y="1927995"/>
                </a:lnTo>
                <a:lnTo>
                  <a:pt x="1028041" y="1924620"/>
                </a:lnTo>
                <a:lnTo>
                  <a:pt x="1030159" y="1920652"/>
                </a:lnTo>
                <a:lnTo>
                  <a:pt x="1035072" y="1919509"/>
                </a:lnTo>
                <a:lnTo>
                  <a:pt x="1060585" y="1918861"/>
                </a:lnTo>
                <a:lnTo>
                  <a:pt x="1183507" y="1912523"/>
                </a:lnTo>
                <a:lnTo>
                  <a:pt x="1218321" y="1909446"/>
                </a:lnTo>
                <a:lnTo>
                  <a:pt x="1223029" y="1913795"/>
                </a:lnTo>
                <a:lnTo>
                  <a:pt x="1223653" y="1915753"/>
                </a:lnTo>
                <a:lnTo>
                  <a:pt x="1234090" y="1962443"/>
                </a:lnTo>
                <a:lnTo>
                  <a:pt x="1233054" y="1980581"/>
                </a:lnTo>
                <a:lnTo>
                  <a:pt x="1226883" y="1990927"/>
                </a:lnTo>
                <a:moveTo>
                  <a:pt x="1272202" y="2129046"/>
                </a:moveTo>
                <a:lnTo>
                  <a:pt x="1267646" y="2093395"/>
                </a:lnTo>
                <a:lnTo>
                  <a:pt x="1262169" y="2050506"/>
                </a:lnTo>
                <a:lnTo>
                  <a:pt x="1254368" y="2027012"/>
                </a:lnTo>
                <a:lnTo>
                  <a:pt x="1248198" y="2016187"/>
                </a:lnTo>
                <a:lnTo>
                  <a:pt x="1238950" y="2005149"/>
                </a:lnTo>
                <a:lnTo>
                  <a:pt x="1229915" y="1997638"/>
                </a:lnTo>
                <a:moveTo>
                  <a:pt x="1231781" y="2230303"/>
                </a:moveTo>
                <a:lnTo>
                  <a:pt x="1259922" y="2200822"/>
                </a:lnTo>
                <a:lnTo>
                  <a:pt x="1262847" y="2197082"/>
                </a:lnTo>
                <a:lnTo>
                  <a:pt x="1270069" y="2185685"/>
                </a:lnTo>
                <a:lnTo>
                  <a:pt x="1275912" y="2169353"/>
                </a:lnTo>
                <a:lnTo>
                  <a:pt x="1273390" y="2140176"/>
                </a:lnTo>
                <a:moveTo>
                  <a:pt x="1178616" y="2288717"/>
                </a:moveTo>
                <a:lnTo>
                  <a:pt x="1200685" y="2264188"/>
                </a:lnTo>
                <a:lnTo>
                  <a:pt x="1224293" y="2238333"/>
                </a:lnTo>
                <a:moveTo>
                  <a:pt x="997273" y="2298849"/>
                </a:moveTo>
                <a:lnTo>
                  <a:pt x="998072" y="2299024"/>
                </a:lnTo>
                <a:lnTo>
                  <a:pt x="1040573" y="2309560"/>
                </a:lnTo>
                <a:lnTo>
                  <a:pt x="1091597" y="2321109"/>
                </a:lnTo>
                <a:lnTo>
                  <a:pt x="1108395" y="2324750"/>
                </a:lnTo>
                <a:lnTo>
                  <a:pt x="1119501" y="2325656"/>
                </a:lnTo>
                <a:lnTo>
                  <a:pt x="1133785" y="2324148"/>
                </a:lnTo>
                <a:lnTo>
                  <a:pt x="1137853" y="2322685"/>
                </a:lnTo>
                <a:lnTo>
                  <a:pt x="1153553" y="2315014"/>
                </a:lnTo>
                <a:lnTo>
                  <a:pt x="1171044" y="2296846"/>
                </a:lnTo>
                <a:moveTo>
                  <a:pt x="718496" y="1977428"/>
                </a:moveTo>
                <a:lnTo>
                  <a:pt x="716553" y="1929313"/>
                </a:lnTo>
                <a:lnTo>
                  <a:pt x="582372" y="1925314"/>
                </a:lnTo>
                <a:moveTo>
                  <a:pt x="721642" y="2049569"/>
                </a:moveTo>
                <a:lnTo>
                  <a:pt x="721627" y="2048754"/>
                </a:lnTo>
                <a:lnTo>
                  <a:pt x="720896" y="2019494"/>
                </a:lnTo>
                <a:lnTo>
                  <a:pt x="719052" y="1988359"/>
                </a:lnTo>
                <a:moveTo>
                  <a:pt x="865255" y="2041654"/>
                </a:moveTo>
                <a:lnTo>
                  <a:pt x="867121" y="2018366"/>
                </a:lnTo>
                <a:lnTo>
                  <a:pt x="870237" y="2006467"/>
                </a:lnTo>
                <a:lnTo>
                  <a:pt x="874343" y="1981336"/>
                </a:lnTo>
                <a:lnTo>
                  <a:pt x="879599" y="1945151"/>
                </a:lnTo>
                <a:lnTo>
                  <a:pt x="874769" y="1923005"/>
                </a:lnTo>
                <a:lnTo>
                  <a:pt x="835263" y="1923432"/>
                </a:lnTo>
                <a:lnTo>
                  <a:pt x="795322" y="1925108"/>
                </a:lnTo>
                <a:lnTo>
                  <a:pt x="795261" y="2003351"/>
                </a:lnTo>
                <a:lnTo>
                  <a:pt x="796046" y="2040329"/>
                </a:lnTo>
                <a:moveTo>
                  <a:pt x="853378" y="1774289"/>
                </a:moveTo>
                <a:lnTo>
                  <a:pt x="864158" y="1804517"/>
                </a:lnTo>
                <a:moveTo>
                  <a:pt x="843871" y="1751016"/>
                </a:moveTo>
                <a:lnTo>
                  <a:pt x="849249" y="1763609"/>
                </a:lnTo>
                <a:lnTo>
                  <a:pt x="849326" y="1763807"/>
                </a:lnTo>
                <a:moveTo>
                  <a:pt x="664302" y="1573863"/>
                </a:moveTo>
                <a:lnTo>
                  <a:pt x="622008" y="1575531"/>
                </a:lnTo>
                <a:lnTo>
                  <a:pt x="587049" y="1576925"/>
                </a:lnTo>
                <a:lnTo>
                  <a:pt x="555923" y="1574266"/>
                </a:lnTo>
                <a:lnTo>
                  <a:pt x="546492" y="1573474"/>
                </a:lnTo>
                <a:moveTo>
                  <a:pt x="746286" y="1560021"/>
                </a:moveTo>
                <a:lnTo>
                  <a:pt x="714466" y="1567799"/>
                </a:lnTo>
                <a:lnTo>
                  <a:pt x="675341" y="1572926"/>
                </a:lnTo>
                <a:moveTo>
                  <a:pt x="824286" y="1543658"/>
                </a:moveTo>
                <a:lnTo>
                  <a:pt x="757370" y="1557530"/>
                </a:lnTo>
                <a:moveTo>
                  <a:pt x="1848594" y="1697326"/>
                </a:moveTo>
                <a:lnTo>
                  <a:pt x="1822731" y="1725062"/>
                </a:lnTo>
                <a:moveTo>
                  <a:pt x="2441913" y="1105507"/>
                </a:moveTo>
                <a:lnTo>
                  <a:pt x="2442279" y="1103816"/>
                </a:lnTo>
                <a:lnTo>
                  <a:pt x="2443604" y="1098545"/>
                </a:lnTo>
                <a:lnTo>
                  <a:pt x="2445250" y="1092923"/>
                </a:lnTo>
                <a:lnTo>
                  <a:pt x="2447862" y="1085990"/>
                </a:lnTo>
                <a:lnTo>
                  <a:pt x="2450331" y="1079797"/>
                </a:lnTo>
                <a:lnTo>
                  <a:pt x="2452890" y="1074274"/>
                </a:lnTo>
                <a:lnTo>
                  <a:pt x="2455709" y="1068987"/>
                </a:lnTo>
                <a:lnTo>
                  <a:pt x="2458779" y="1063457"/>
                </a:lnTo>
                <a:lnTo>
                  <a:pt x="2462207" y="1058177"/>
                </a:lnTo>
                <a:lnTo>
                  <a:pt x="2470450" y="1046606"/>
                </a:lnTo>
                <a:lnTo>
                  <a:pt x="2471607" y="1044435"/>
                </a:lnTo>
                <a:lnTo>
                  <a:pt x="2472217" y="1043026"/>
                </a:lnTo>
                <a:lnTo>
                  <a:pt x="2472560" y="1041487"/>
                </a:lnTo>
                <a:lnTo>
                  <a:pt x="2472758" y="1039628"/>
                </a:lnTo>
                <a:lnTo>
                  <a:pt x="2472552" y="1037434"/>
                </a:lnTo>
                <a:lnTo>
                  <a:pt x="2471684" y="1035606"/>
                </a:lnTo>
                <a:lnTo>
                  <a:pt x="2470686" y="1034158"/>
                </a:lnTo>
                <a:lnTo>
                  <a:pt x="2469185" y="1032566"/>
                </a:lnTo>
                <a:lnTo>
                  <a:pt x="2466359" y="1030608"/>
                </a:lnTo>
                <a:lnTo>
                  <a:pt x="2458893" y="1025672"/>
                </a:lnTo>
                <a:lnTo>
                  <a:pt x="2449317" y="1019943"/>
                </a:lnTo>
                <a:lnTo>
                  <a:pt x="2440831" y="1015304"/>
                </a:lnTo>
                <a:lnTo>
                  <a:pt x="2431385" y="1010627"/>
                </a:lnTo>
                <a:lnTo>
                  <a:pt x="2405972" y="999428"/>
                </a:lnTo>
                <a:lnTo>
                  <a:pt x="2402574" y="997646"/>
                </a:lnTo>
                <a:lnTo>
                  <a:pt x="2358070" y="978464"/>
                </a:lnTo>
                <a:moveTo>
                  <a:pt x="2442446" y="1168286"/>
                </a:moveTo>
                <a:lnTo>
                  <a:pt x="2439018" y="1135255"/>
                </a:lnTo>
                <a:lnTo>
                  <a:pt x="2438980" y="1128765"/>
                </a:lnTo>
                <a:lnTo>
                  <a:pt x="2439445" y="1122602"/>
                </a:lnTo>
                <a:lnTo>
                  <a:pt x="2439955" y="1116393"/>
                </a:lnTo>
                <a:lnTo>
                  <a:pt x="2440001" y="1116089"/>
                </a:lnTo>
                <a:moveTo>
                  <a:pt x="2449302" y="1239415"/>
                </a:moveTo>
                <a:lnTo>
                  <a:pt x="2449417" y="1234912"/>
                </a:lnTo>
                <a:lnTo>
                  <a:pt x="2449119" y="1224598"/>
                </a:lnTo>
                <a:lnTo>
                  <a:pt x="2448472" y="1216652"/>
                </a:lnTo>
                <a:lnTo>
                  <a:pt x="2447398" y="1208364"/>
                </a:lnTo>
                <a:lnTo>
                  <a:pt x="2443688" y="1179119"/>
                </a:lnTo>
                <a:moveTo>
                  <a:pt x="2444983" y="1279157"/>
                </a:moveTo>
                <a:lnTo>
                  <a:pt x="2447398" y="1262078"/>
                </a:lnTo>
                <a:lnTo>
                  <a:pt x="2448327" y="1254628"/>
                </a:lnTo>
                <a:lnTo>
                  <a:pt x="2448723" y="1250544"/>
                </a:lnTo>
                <a:moveTo>
                  <a:pt x="2639170" y="2550925"/>
                </a:moveTo>
                <a:lnTo>
                  <a:pt x="2624704" y="2593105"/>
                </a:lnTo>
                <a:lnTo>
                  <a:pt x="2618945" y="2617193"/>
                </a:lnTo>
                <a:lnTo>
                  <a:pt x="2607442" y="2676277"/>
                </a:lnTo>
                <a:lnTo>
                  <a:pt x="2606429" y="2688115"/>
                </a:lnTo>
                <a:moveTo>
                  <a:pt x="2738401" y="2351809"/>
                </a:moveTo>
                <a:lnTo>
                  <a:pt x="2721512" y="2391216"/>
                </a:lnTo>
                <a:lnTo>
                  <a:pt x="2703900" y="2426395"/>
                </a:lnTo>
                <a:lnTo>
                  <a:pt x="2690919" y="2450559"/>
                </a:lnTo>
                <a:lnTo>
                  <a:pt x="2664378" y="2495101"/>
                </a:lnTo>
                <a:lnTo>
                  <a:pt x="2663121" y="2497836"/>
                </a:lnTo>
                <a:lnTo>
                  <a:pt x="2653401" y="2518777"/>
                </a:lnTo>
                <a:lnTo>
                  <a:pt x="2643680" y="2539734"/>
                </a:lnTo>
                <a:moveTo>
                  <a:pt x="2763334" y="2215647"/>
                </a:moveTo>
                <a:lnTo>
                  <a:pt x="2756143" y="2282516"/>
                </a:lnTo>
                <a:lnTo>
                  <a:pt x="2741639" y="2341776"/>
                </a:lnTo>
                <a:moveTo>
                  <a:pt x="2760767" y="2157073"/>
                </a:moveTo>
                <a:lnTo>
                  <a:pt x="2763601" y="2204494"/>
                </a:lnTo>
                <a:moveTo>
                  <a:pt x="2747603" y="2021078"/>
                </a:moveTo>
                <a:lnTo>
                  <a:pt x="2748022" y="2025207"/>
                </a:lnTo>
                <a:lnTo>
                  <a:pt x="2759922" y="2146240"/>
                </a:lnTo>
                <a:moveTo>
                  <a:pt x="2995870" y="1862398"/>
                </a:moveTo>
                <a:lnTo>
                  <a:pt x="3003046" y="1864081"/>
                </a:lnTo>
                <a:moveTo>
                  <a:pt x="1853264" y="308022"/>
                </a:moveTo>
                <a:lnTo>
                  <a:pt x="1875957" y="292085"/>
                </a:lnTo>
                <a:lnTo>
                  <a:pt x="1882829" y="289198"/>
                </a:lnTo>
                <a:lnTo>
                  <a:pt x="1891810" y="287179"/>
                </a:lnTo>
                <a:lnTo>
                  <a:pt x="1893730" y="286752"/>
                </a:lnTo>
                <a:lnTo>
                  <a:pt x="1904783" y="287293"/>
                </a:lnTo>
                <a:lnTo>
                  <a:pt x="1915639" y="289274"/>
                </a:lnTo>
                <a:lnTo>
                  <a:pt x="1923584" y="291917"/>
                </a:lnTo>
                <a:lnTo>
                  <a:pt x="1929062" y="293730"/>
                </a:lnTo>
                <a:lnTo>
                  <a:pt x="1932071" y="294728"/>
                </a:lnTo>
                <a:lnTo>
                  <a:pt x="1942111" y="299352"/>
                </a:lnTo>
                <a:lnTo>
                  <a:pt x="1943856" y="299878"/>
                </a:lnTo>
                <a:lnTo>
                  <a:pt x="1955206" y="304434"/>
                </a:lnTo>
                <a:lnTo>
                  <a:pt x="1970991" y="310749"/>
                </a:lnTo>
                <a:lnTo>
                  <a:pt x="1998156" y="321635"/>
                </a:lnTo>
                <a:lnTo>
                  <a:pt x="2008783" y="325893"/>
                </a:lnTo>
                <a:lnTo>
                  <a:pt x="2012538" y="327531"/>
                </a:lnTo>
                <a:lnTo>
                  <a:pt x="2015494" y="328735"/>
                </a:lnTo>
                <a:lnTo>
                  <a:pt x="2039628" y="339521"/>
                </a:lnTo>
                <a:lnTo>
                  <a:pt x="2052746" y="347680"/>
                </a:lnTo>
                <a:lnTo>
                  <a:pt x="2061125" y="354681"/>
                </a:lnTo>
                <a:lnTo>
                  <a:pt x="2072362" y="367845"/>
                </a:lnTo>
                <a:lnTo>
                  <a:pt x="2077694" y="374686"/>
                </a:lnTo>
                <a:lnTo>
                  <a:pt x="2084162" y="387567"/>
                </a:lnTo>
                <a:lnTo>
                  <a:pt x="2086950" y="397471"/>
                </a:lnTo>
                <a:lnTo>
                  <a:pt x="2089784" y="408585"/>
                </a:lnTo>
                <a:lnTo>
                  <a:pt x="2091643" y="419060"/>
                </a:lnTo>
                <a:lnTo>
                  <a:pt x="2095657" y="432574"/>
                </a:lnTo>
                <a:lnTo>
                  <a:pt x="2100708" y="442378"/>
                </a:lnTo>
                <a:lnTo>
                  <a:pt x="2102468" y="445814"/>
                </a:lnTo>
                <a:lnTo>
                  <a:pt x="2112028" y="456296"/>
                </a:lnTo>
                <a:lnTo>
                  <a:pt x="2121436" y="464752"/>
                </a:lnTo>
                <a:lnTo>
                  <a:pt x="2130920" y="470222"/>
                </a:lnTo>
                <a:lnTo>
                  <a:pt x="2139521" y="472956"/>
                </a:lnTo>
                <a:lnTo>
                  <a:pt x="2174997" y="475729"/>
                </a:lnTo>
                <a:lnTo>
                  <a:pt x="2185769" y="476659"/>
                </a:lnTo>
                <a:lnTo>
                  <a:pt x="2196533" y="477588"/>
                </a:lnTo>
                <a:lnTo>
                  <a:pt x="2204258" y="477969"/>
                </a:lnTo>
                <a:moveTo>
                  <a:pt x="2655008" y="1762047"/>
                </a:moveTo>
                <a:lnTo>
                  <a:pt x="2658718" y="1771166"/>
                </a:lnTo>
                <a:lnTo>
                  <a:pt x="2665856" y="1786432"/>
                </a:lnTo>
                <a:lnTo>
                  <a:pt x="2673116" y="1801386"/>
                </a:lnTo>
                <a:lnTo>
                  <a:pt x="2682691" y="1820415"/>
                </a:lnTo>
                <a:lnTo>
                  <a:pt x="2692732" y="1838051"/>
                </a:lnTo>
                <a:lnTo>
                  <a:pt x="2712234" y="1871973"/>
                </a:lnTo>
                <a:lnTo>
                  <a:pt x="2717216" y="1881199"/>
                </a:lnTo>
                <a:lnTo>
                  <a:pt x="2721680" y="1890325"/>
                </a:lnTo>
                <a:lnTo>
                  <a:pt x="2727507" y="1904380"/>
                </a:lnTo>
                <a:lnTo>
                  <a:pt x="2731156" y="1914702"/>
                </a:lnTo>
                <a:lnTo>
                  <a:pt x="2734706" y="1925961"/>
                </a:lnTo>
                <a:lnTo>
                  <a:pt x="2736443" y="1933252"/>
                </a:lnTo>
                <a:lnTo>
                  <a:pt x="2737952" y="1941365"/>
                </a:lnTo>
                <a:lnTo>
                  <a:pt x="2739490" y="1950780"/>
                </a:lnTo>
                <a:lnTo>
                  <a:pt x="2739886" y="1953576"/>
                </a:lnTo>
                <a:moveTo>
                  <a:pt x="2746811" y="2013430"/>
                </a:moveTo>
                <a:lnTo>
                  <a:pt x="2746826" y="2013582"/>
                </a:lnTo>
                <a:moveTo>
                  <a:pt x="2661521" y="1140230"/>
                </a:moveTo>
                <a:lnTo>
                  <a:pt x="2661399" y="1142134"/>
                </a:lnTo>
                <a:lnTo>
                  <a:pt x="2660653" y="1157903"/>
                </a:lnTo>
                <a:lnTo>
                  <a:pt x="2660295" y="1162413"/>
                </a:lnTo>
                <a:lnTo>
                  <a:pt x="2660013" y="1166016"/>
                </a:lnTo>
                <a:lnTo>
                  <a:pt x="2659815" y="1168584"/>
                </a:lnTo>
                <a:moveTo>
                  <a:pt x="2681290" y="1062619"/>
                </a:moveTo>
                <a:lnTo>
                  <a:pt x="2674106" y="1077527"/>
                </a:lnTo>
                <a:lnTo>
                  <a:pt x="2665315" y="1100655"/>
                </a:lnTo>
                <a:lnTo>
                  <a:pt x="2661712" y="1117460"/>
                </a:lnTo>
                <a:lnTo>
                  <a:pt x="2661818" y="1129527"/>
                </a:lnTo>
                <a:moveTo>
                  <a:pt x="2694636" y="1004807"/>
                </a:moveTo>
                <a:lnTo>
                  <a:pt x="2695878" y="1009408"/>
                </a:lnTo>
                <a:lnTo>
                  <a:pt x="2695779" y="1013316"/>
                </a:lnTo>
                <a:lnTo>
                  <a:pt x="2695459" y="1020058"/>
                </a:lnTo>
                <a:lnTo>
                  <a:pt x="2685114" y="1052746"/>
                </a:lnTo>
                <a:moveTo>
                  <a:pt x="2654002" y="952853"/>
                </a:moveTo>
                <a:lnTo>
                  <a:pt x="2686607" y="989563"/>
                </a:lnTo>
                <a:lnTo>
                  <a:pt x="2690728" y="994804"/>
                </a:lnTo>
                <a:lnTo>
                  <a:pt x="2690873" y="995086"/>
                </a:lnTo>
                <a:moveTo>
                  <a:pt x="2611853" y="908806"/>
                </a:moveTo>
                <a:lnTo>
                  <a:pt x="2646651" y="944884"/>
                </a:lnTo>
                <a:moveTo>
                  <a:pt x="1018923" y="2004966"/>
                </a:moveTo>
                <a:lnTo>
                  <a:pt x="1018747" y="2005332"/>
                </a:lnTo>
                <a:lnTo>
                  <a:pt x="1019113" y="2021969"/>
                </a:lnTo>
                <a:lnTo>
                  <a:pt x="1019182" y="2025451"/>
                </a:lnTo>
                <a:lnTo>
                  <a:pt x="1020164" y="2030303"/>
                </a:lnTo>
                <a:lnTo>
                  <a:pt x="1025360" y="2056143"/>
                </a:lnTo>
                <a:lnTo>
                  <a:pt x="1025367" y="2056296"/>
                </a:lnTo>
                <a:lnTo>
                  <a:pt x="1023531" y="2061110"/>
                </a:lnTo>
                <a:lnTo>
                  <a:pt x="1009103" y="2067989"/>
                </a:lnTo>
                <a:lnTo>
                  <a:pt x="1003755" y="2066618"/>
                </a:lnTo>
                <a:lnTo>
                  <a:pt x="976689" y="2044709"/>
                </a:lnTo>
                <a:lnTo>
                  <a:pt x="973055" y="2040138"/>
                </a:lnTo>
                <a:lnTo>
                  <a:pt x="972027" y="2036923"/>
                </a:lnTo>
                <a:lnTo>
                  <a:pt x="966077" y="2018458"/>
                </a:lnTo>
                <a:lnTo>
                  <a:pt x="945585" y="2013818"/>
                </a:lnTo>
                <a:lnTo>
                  <a:pt x="944968" y="2013681"/>
                </a:lnTo>
                <a:moveTo>
                  <a:pt x="3078783" y="1304540"/>
                </a:moveTo>
                <a:lnTo>
                  <a:pt x="3117094" y="1293852"/>
                </a:lnTo>
                <a:lnTo>
                  <a:pt x="3162961" y="1283850"/>
                </a:lnTo>
                <a:lnTo>
                  <a:pt x="3185967" y="1280650"/>
                </a:lnTo>
                <a:lnTo>
                  <a:pt x="3209011" y="1280102"/>
                </a:lnTo>
                <a:moveTo>
                  <a:pt x="3008127" y="1341235"/>
                </a:moveTo>
                <a:lnTo>
                  <a:pt x="3068393" y="1308775"/>
                </a:lnTo>
                <a:moveTo>
                  <a:pt x="966938" y="2426913"/>
                </a:moveTo>
                <a:lnTo>
                  <a:pt x="965803" y="2426921"/>
                </a:lnTo>
                <a:lnTo>
                  <a:pt x="881366" y="2425664"/>
                </a:lnTo>
                <a:lnTo>
                  <a:pt x="867509" y="2424841"/>
                </a:lnTo>
                <a:lnTo>
                  <a:pt x="850209" y="2424331"/>
                </a:lnTo>
                <a:lnTo>
                  <a:pt x="735789" y="2417597"/>
                </a:lnTo>
                <a:lnTo>
                  <a:pt x="727996" y="2417018"/>
                </a:lnTo>
                <a:lnTo>
                  <a:pt x="708539" y="2415631"/>
                </a:lnTo>
                <a:lnTo>
                  <a:pt x="697798" y="2414489"/>
                </a:lnTo>
                <a:lnTo>
                  <a:pt x="672583" y="2411997"/>
                </a:lnTo>
                <a:moveTo>
                  <a:pt x="1166976" y="2432787"/>
                </a:moveTo>
                <a:lnTo>
                  <a:pt x="1158566" y="2432490"/>
                </a:lnTo>
                <a:lnTo>
                  <a:pt x="1131073" y="2431461"/>
                </a:lnTo>
                <a:lnTo>
                  <a:pt x="1089601" y="2430128"/>
                </a:lnTo>
                <a:lnTo>
                  <a:pt x="977855" y="2427020"/>
                </a:lnTo>
                <a:moveTo>
                  <a:pt x="639529" y="2420278"/>
                </a:moveTo>
                <a:lnTo>
                  <a:pt x="638143" y="2447710"/>
                </a:lnTo>
                <a:lnTo>
                  <a:pt x="635354" y="2516378"/>
                </a:lnTo>
                <a:lnTo>
                  <a:pt x="635134" y="2520781"/>
                </a:lnTo>
                <a:lnTo>
                  <a:pt x="632368" y="2558588"/>
                </a:lnTo>
                <a:lnTo>
                  <a:pt x="628940" y="2630608"/>
                </a:lnTo>
                <a:lnTo>
                  <a:pt x="628491" y="2667539"/>
                </a:lnTo>
                <a:lnTo>
                  <a:pt x="622038" y="2799847"/>
                </a:lnTo>
                <a:moveTo>
                  <a:pt x="635773" y="2408234"/>
                </a:moveTo>
                <a:lnTo>
                  <a:pt x="617597" y="2406208"/>
                </a:lnTo>
                <a:moveTo>
                  <a:pt x="662733" y="2411000"/>
                </a:moveTo>
                <a:lnTo>
                  <a:pt x="646972" y="2409415"/>
                </a:lnTo>
                <a:moveTo>
                  <a:pt x="608837" y="2405202"/>
                </a:moveTo>
                <a:lnTo>
                  <a:pt x="558025" y="2400373"/>
                </a:lnTo>
                <a:lnTo>
                  <a:pt x="357233" y="2380010"/>
                </a:lnTo>
                <a:lnTo>
                  <a:pt x="285191" y="2373299"/>
                </a:lnTo>
                <a:lnTo>
                  <a:pt x="199436" y="2365361"/>
                </a:lnTo>
                <a:lnTo>
                  <a:pt x="133633" y="2360287"/>
                </a:lnTo>
                <a:lnTo>
                  <a:pt x="109477" y="2359807"/>
                </a:lnTo>
                <a:moveTo>
                  <a:pt x="641045" y="2386546"/>
                </a:moveTo>
                <a:lnTo>
                  <a:pt x="640283" y="2404364"/>
                </a:lnTo>
                <a:moveTo>
                  <a:pt x="639750" y="1102605"/>
                </a:moveTo>
                <a:lnTo>
                  <a:pt x="634974" y="1103931"/>
                </a:lnTo>
                <a:lnTo>
                  <a:pt x="610292" y="1112097"/>
                </a:lnTo>
                <a:moveTo>
                  <a:pt x="764062" y="1081618"/>
                </a:moveTo>
                <a:lnTo>
                  <a:pt x="745936" y="1082360"/>
                </a:lnTo>
                <a:lnTo>
                  <a:pt x="719543" y="1084623"/>
                </a:lnTo>
                <a:lnTo>
                  <a:pt x="709172" y="1085503"/>
                </a:lnTo>
                <a:lnTo>
                  <a:pt x="687171" y="1088577"/>
                </a:lnTo>
                <a:lnTo>
                  <a:pt x="685095" y="1088859"/>
                </a:lnTo>
                <a:lnTo>
                  <a:pt x="661301" y="1095094"/>
                </a:lnTo>
                <a:lnTo>
                  <a:pt x="657412" y="1096240"/>
                </a:lnTo>
                <a:lnTo>
                  <a:pt x="645429" y="1099634"/>
                </a:lnTo>
                <a:moveTo>
                  <a:pt x="927295" y="1080452"/>
                </a:moveTo>
                <a:lnTo>
                  <a:pt x="775386" y="1081351"/>
                </a:lnTo>
                <a:moveTo>
                  <a:pt x="529306" y="1931248"/>
                </a:moveTo>
                <a:lnTo>
                  <a:pt x="528658" y="1942439"/>
                </a:lnTo>
                <a:lnTo>
                  <a:pt x="529390" y="1974327"/>
                </a:lnTo>
                <a:lnTo>
                  <a:pt x="535743" y="2018160"/>
                </a:lnTo>
                <a:moveTo>
                  <a:pt x="640596" y="2288108"/>
                </a:moveTo>
                <a:lnTo>
                  <a:pt x="640695" y="2289098"/>
                </a:lnTo>
                <a:lnTo>
                  <a:pt x="642729" y="2315227"/>
                </a:lnTo>
                <a:lnTo>
                  <a:pt x="643056" y="2326212"/>
                </a:lnTo>
                <a:lnTo>
                  <a:pt x="643048" y="2340984"/>
                </a:lnTo>
                <a:lnTo>
                  <a:pt x="642614" y="2349957"/>
                </a:lnTo>
                <a:lnTo>
                  <a:pt x="642614" y="2352090"/>
                </a:lnTo>
                <a:lnTo>
                  <a:pt x="641563" y="2374449"/>
                </a:lnTo>
                <a:moveTo>
                  <a:pt x="565392" y="2104601"/>
                </a:moveTo>
                <a:lnTo>
                  <a:pt x="589944" y="2152578"/>
                </a:lnTo>
                <a:lnTo>
                  <a:pt x="600274" y="2172857"/>
                </a:lnTo>
                <a:lnTo>
                  <a:pt x="616660" y="2205210"/>
                </a:lnTo>
                <a:lnTo>
                  <a:pt x="629100" y="2234425"/>
                </a:lnTo>
                <a:lnTo>
                  <a:pt x="638942" y="2277702"/>
                </a:lnTo>
                <a:moveTo>
                  <a:pt x="538409" y="2029450"/>
                </a:moveTo>
                <a:lnTo>
                  <a:pt x="548891" y="2060912"/>
                </a:lnTo>
                <a:lnTo>
                  <a:pt x="560730" y="2093882"/>
                </a:lnTo>
                <a:moveTo>
                  <a:pt x="2286516" y="1476658"/>
                </a:moveTo>
                <a:lnTo>
                  <a:pt x="2272453" y="1473154"/>
                </a:lnTo>
                <a:moveTo>
                  <a:pt x="2299100" y="1479622"/>
                </a:moveTo>
                <a:lnTo>
                  <a:pt x="2298979" y="1479599"/>
                </a:lnTo>
                <a:moveTo>
                  <a:pt x="2326098" y="1484787"/>
                </a:moveTo>
                <a:lnTo>
                  <a:pt x="2312782" y="1482395"/>
                </a:lnTo>
                <a:moveTo>
                  <a:pt x="2422998" y="1503450"/>
                </a:moveTo>
                <a:lnTo>
                  <a:pt x="2354132" y="1490096"/>
                </a:lnTo>
                <a:moveTo>
                  <a:pt x="1788199" y="2379903"/>
                </a:moveTo>
                <a:lnTo>
                  <a:pt x="1787879" y="2375988"/>
                </a:lnTo>
                <a:lnTo>
                  <a:pt x="1787758" y="2374457"/>
                </a:lnTo>
                <a:moveTo>
                  <a:pt x="1687468" y="1875081"/>
                </a:moveTo>
                <a:lnTo>
                  <a:pt x="1687430" y="1875485"/>
                </a:lnTo>
                <a:lnTo>
                  <a:pt x="1685190" y="1904075"/>
                </a:lnTo>
                <a:lnTo>
                  <a:pt x="1679751" y="1974441"/>
                </a:lnTo>
                <a:moveTo>
                  <a:pt x="1688580" y="1859998"/>
                </a:moveTo>
                <a:lnTo>
                  <a:pt x="1688550" y="1860531"/>
                </a:lnTo>
                <a:moveTo>
                  <a:pt x="2344015" y="1488146"/>
                </a:moveTo>
                <a:lnTo>
                  <a:pt x="2332756" y="1485975"/>
                </a:lnTo>
                <a:moveTo>
                  <a:pt x="3051656" y="1271273"/>
                </a:moveTo>
                <a:lnTo>
                  <a:pt x="3043931" y="1274114"/>
                </a:lnTo>
                <a:lnTo>
                  <a:pt x="3040686" y="1275181"/>
                </a:lnTo>
                <a:lnTo>
                  <a:pt x="3038881" y="1275394"/>
                </a:lnTo>
                <a:lnTo>
                  <a:pt x="3037624" y="1275264"/>
                </a:lnTo>
                <a:lnTo>
                  <a:pt x="3036451" y="1274792"/>
                </a:lnTo>
                <a:lnTo>
                  <a:pt x="3035719" y="1274145"/>
                </a:lnTo>
                <a:lnTo>
                  <a:pt x="3035239" y="1273139"/>
                </a:lnTo>
                <a:lnTo>
                  <a:pt x="3034980" y="1271806"/>
                </a:lnTo>
                <a:lnTo>
                  <a:pt x="3035041" y="1270640"/>
                </a:lnTo>
                <a:lnTo>
                  <a:pt x="3035384" y="1269528"/>
                </a:lnTo>
                <a:lnTo>
                  <a:pt x="3035895" y="1268919"/>
                </a:lnTo>
                <a:lnTo>
                  <a:pt x="3036771" y="1268378"/>
                </a:lnTo>
                <a:lnTo>
                  <a:pt x="3038096" y="1267806"/>
                </a:lnTo>
                <a:lnTo>
                  <a:pt x="3047893" y="1264135"/>
                </a:lnTo>
                <a:moveTo>
                  <a:pt x="3058664" y="1259846"/>
                </a:moveTo>
                <a:lnTo>
                  <a:pt x="3077587" y="1251824"/>
                </a:lnTo>
                <a:lnTo>
                  <a:pt x="3079835" y="1250979"/>
                </a:lnTo>
                <a:lnTo>
                  <a:pt x="3081114" y="1250910"/>
                </a:lnTo>
                <a:lnTo>
                  <a:pt x="3082661" y="1251618"/>
                </a:lnTo>
                <a:lnTo>
                  <a:pt x="3083933" y="1252693"/>
                </a:lnTo>
                <a:lnTo>
                  <a:pt x="3084855" y="1254605"/>
                </a:lnTo>
                <a:lnTo>
                  <a:pt x="3084931" y="1255991"/>
                </a:lnTo>
                <a:lnTo>
                  <a:pt x="3084405" y="1257271"/>
                </a:lnTo>
                <a:lnTo>
                  <a:pt x="3083468" y="1258261"/>
                </a:lnTo>
                <a:lnTo>
                  <a:pt x="3081762" y="1259305"/>
                </a:lnTo>
                <a:lnTo>
                  <a:pt x="3062283" y="1267167"/>
                </a:lnTo>
                <a:moveTo>
                  <a:pt x="3056410" y="1265216"/>
                </a:moveTo>
                <a:lnTo>
                  <a:pt x="3056356" y="1265072"/>
                </a:lnTo>
                <a:moveTo>
                  <a:pt x="3072087" y="1299520"/>
                </a:moveTo>
                <a:lnTo>
                  <a:pt x="3061681" y="1275706"/>
                </a:lnTo>
                <a:lnTo>
                  <a:pt x="3061262" y="1274952"/>
                </a:lnTo>
                <a:moveTo>
                  <a:pt x="3085319" y="1339277"/>
                </a:moveTo>
                <a:lnTo>
                  <a:pt x="3076064" y="1310192"/>
                </a:lnTo>
                <a:moveTo>
                  <a:pt x="3108653" y="1405157"/>
                </a:moveTo>
                <a:lnTo>
                  <a:pt x="3088847" y="1349722"/>
                </a:lnTo>
                <a:moveTo>
                  <a:pt x="3130463" y="1464691"/>
                </a:moveTo>
                <a:lnTo>
                  <a:pt x="3112500" y="1415769"/>
                </a:lnTo>
                <a:moveTo>
                  <a:pt x="3144175" y="1525786"/>
                </a:moveTo>
                <a:lnTo>
                  <a:pt x="3133685" y="1475820"/>
                </a:lnTo>
                <a:moveTo>
                  <a:pt x="3157324" y="1593730"/>
                </a:moveTo>
                <a:lnTo>
                  <a:pt x="3146430" y="1537053"/>
                </a:lnTo>
                <a:moveTo>
                  <a:pt x="2347360" y="974533"/>
                </a:moveTo>
                <a:lnTo>
                  <a:pt x="2328947" y="969018"/>
                </a:lnTo>
                <a:lnTo>
                  <a:pt x="2308295" y="967030"/>
                </a:lnTo>
                <a:lnTo>
                  <a:pt x="2286523" y="967410"/>
                </a:lnTo>
                <a:moveTo>
                  <a:pt x="2827957" y="910337"/>
                </a:moveTo>
                <a:lnTo>
                  <a:pt x="2824011" y="910497"/>
                </a:lnTo>
                <a:lnTo>
                  <a:pt x="2801195" y="911868"/>
                </a:lnTo>
                <a:lnTo>
                  <a:pt x="2766023" y="923432"/>
                </a:lnTo>
                <a:lnTo>
                  <a:pt x="2747611" y="931690"/>
                </a:lnTo>
                <a:moveTo>
                  <a:pt x="1629077" y="2444754"/>
                </a:moveTo>
                <a:lnTo>
                  <a:pt x="1638119" y="2470709"/>
                </a:lnTo>
                <a:lnTo>
                  <a:pt x="1642256" y="2481511"/>
                </a:lnTo>
                <a:lnTo>
                  <a:pt x="1645303" y="2488618"/>
                </a:lnTo>
                <a:lnTo>
                  <a:pt x="1647695" y="2493494"/>
                </a:lnTo>
                <a:lnTo>
                  <a:pt x="1650125" y="2497592"/>
                </a:lnTo>
                <a:lnTo>
                  <a:pt x="1653584" y="2502338"/>
                </a:lnTo>
                <a:lnTo>
                  <a:pt x="1657835" y="2507122"/>
                </a:lnTo>
                <a:lnTo>
                  <a:pt x="1662390" y="2511937"/>
                </a:lnTo>
                <a:lnTo>
                  <a:pt x="1668812" y="2518237"/>
                </a:lnTo>
                <a:lnTo>
                  <a:pt x="1675935" y="2525374"/>
                </a:lnTo>
                <a:lnTo>
                  <a:pt x="1678174" y="2527888"/>
                </a:lnTo>
                <a:lnTo>
                  <a:pt x="1692100" y="2542378"/>
                </a:lnTo>
                <a:lnTo>
                  <a:pt x="1694796" y="2544922"/>
                </a:lnTo>
                <a:lnTo>
                  <a:pt x="1696792" y="2546644"/>
                </a:lnTo>
                <a:lnTo>
                  <a:pt x="1706475" y="2556280"/>
                </a:lnTo>
                <a:lnTo>
                  <a:pt x="1728132" y="2578334"/>
                </a:lnTo>
                <a:lnTo>
                  <a:pt x="1744503" y="2595010"/>
                </a:lnTo>
                <a:moveTo>
                  <a:pt x="989975" y="1133838"/>
                </a:moveTo>
                <a:lnTo>
                  <a:pt x="988832" y="1135210"/>
                </a:lnTo>
                <a:moveTo>
                  <a:pt x="1949440" y="1042660"/>
                </a:moveTo>
                <a:lnTo>
                  <a:pt x="1947893" y="1043940"/>
                </a:lnTo>
                <a:lnTo>
                  <a:pt x="1942462" y="1050582"/>
                </a:lnTo>
                <a:lnTo>
                  <a:pt x="1937761" y="1056768"/>
                </a:lnTo>
                <a:lnTo>
                  <a:pt x="1937220" y="1060211"/>
                </a:lnTo>
                <a:lnTo>
                  <a:pt x="1938714" y="1063579"/>
                </a:lnTo>
                <a:lnTo>
                  <a:pt x="1941174" y="1065933"/>
                </a:lnTo>
                <a:lnTo>
                  <a:pt x="1944915" y="1067890"/>
                </a:lnTo>
                <a:lnTo>
                  <a:pt x="1954551" y="1071280"/>
                </a:lnTo>
                <a:lnTo>
                  <a:pt x="1971341" y="1077413"/>
                </a:lnTo>
                <a:moveTo>
                  <a:pt x="1979926" y="1073444"/>
                </a:moveTo>
                <a:lnTo>
                  <a:pt x="1985762" y="1057713"/>
                </a:lnTo>
                <a:lnTo>
                  <a:pt x="1986881" y="1052312"/>
                </a:lnTo>
                <a:lnTo>
                  <a:pt x="1986561" y="1048716"/>
                </a:lnTo>
                <a:lnTo>
                  <a:pt x="1983004" y="1046027"/>
                </a:lnTo>
                <a:lnTo>
                  <a:pt x="1976742" y="1043963"/>
                </a:lnTo>
                <a:lnTo>
                  <a:pt x="1967951" y="1041799"/>
                </a:lnTo>
                <a:lnTo>
                  <a:pt x="1960066" y="1040687"/>
                </a:lnTo>
                <a:lnTo>
                  <a:pt x="1953576" y="1041106"/>
                </a:lnTo>
                <a:lnTo>
                  <a:pt x="1950696" y="1041982"/>
                </a:lnTo>
                <a:moveTo>
                  <a:pt x="1954391" y="1147284"/>
                </a:moveTo>
                <a:lnTo>
                  <a:pt x="1966069" y="1115845"/>
                </a:lnTo>
                <a:lnTo>
                  <a:pt x="1975782" y="1085526"/>
                </a:lnTo>
                <a:lnTo>
                  <a:pt x="1976399" y="1083629"/>
                </a:lnTo>
                <a:moveTo>
                  <a:pt x="2899816" y="1377694"/>
                </a:moveTo>
                <a:lnTo>
                  <a:pt x="2914016" y="1395855"/>
                </a:lnTo>
                <a:lnTo>
                  <a:pt x="2920849" y="1408524"/>
                </a:lnTo>
                <a:lnTo>
                  <a:pt x="2937296" y="1396610"/>
                </a:lnTo>
                <a:lnTo>
                  <a:pt x="2963677" y="1373916"/>
                </a:lnTo>
                <a:lnTo>
                  <a:pt x="2983339" y="1358452"/>
                </a:lnTo>
                <a:lnTo>
                  <a:pt x="2990614" y="1353157"/>
                </a:lnTo>
                <a:lnTo>
                  <a:pt x="2999298" y="1346819"/>
                </a:lnTo>
                <a:moveTo>
                  <a:pt x="2893052" y="1369002"/>
                </a:moveTo>
                <a:lnTo>
                  <a:pt x="2893143" y="1369124"/>
                </a:lnTo>
                <a:moveTo>
                  <a:pt x="2853454" y="1316393"/>
                </a:moveTo>
                <a:lnTo>
                  <a:pt x="2886752" y="1360737"/>
                </a:lnTo>
                <a:moveTo>
                  <a:pt x="2811845" y="1264051"/>
                </a:moveTo>
                <a:lnTo>
                  <a:pt x="2846651" y="1307625"/>
                </a:lnTo>
                <a:moveTo>
                  <a:pt x="2769718" y="1149173"/>
                </a:moveTo>
                <a:lnTo>
                  <a:pt x="2769832" y="1170876"/>
                </a:lnTo>
                <a:lnTo>
                  <a:pt x="2771661" y="1189616"/>
                </a:lnTo>
                <a:lnTo>
                  <a:pt x="2776864" y="1206452"/>
                </a:lnTo>
                <a:lnTo>
                  <a:pt x="2784771" y="1225542"/>
                </a:lnTo>
                <a:lnTo>
                  <a:pt x="2793951" y="1242843"/>
                </a:lnTo>
                <a:lnTo>
                  <a:pt x="2804936" y="1255686"/>
                </a:lnTo>
                <a:moveTo>
                  <a:pt x="2745189" y="940893"/>
                </a:moveTo>
                <a:lnTo>
                  <a:pt x="2761392" y="962946"/>
                </a:lnTo>
                <a:lnTo>
                  <a:pt x="2769924" y="986905"/>
                </a:lnTo>
                <a:lnTo>
                  <a:pt x="2775538" y="1010124"/>
                </a:lnTo>
                <a:lnTo>
                  <a:pt x="2776285" y="1028323"/>
                </a:lnTo>
                <a:lnTo>
                  <a:pt x="2774914" y="1048632"/>
                </a:lnTo>
                <a:lnTo>
                  <a:pt x="2770472" y="1130418"/>
                </a:lnTo>
                <a:moveTo>
                  <a:pt x="2673184" y="845989"/>
                </a:moveTo>
                <a:lnTo>
                  <a:pt x="2688344" y="873520"/>
                </a:lnTo>
                <a:lnTo>
                  <a:pt x="2710436" y="903854"/>
                </a:lnTo>
                <a:lnTo>
                  <a:pt x="2738393" y="932719"/>
                </a:lnTo>
                <a:moveTo>
                  <a:pt x="2651161" y="706566"/>
                </a:moveTo>
                <a:lnTo>
                  <a:pt x="2651687" y="756852"/>
                </a:lnTo>
                <a:lnTo>
                  <a:pt x="2653256" y="779470"/>
                </a:lnTo>
                <a:lnTo>
                  <a:pt x="2659106" y="808517"/>
                </a:lnTo>
                <a:lnTo>
                  <a:pt x="2668789" y="835415"/>
                </a:lnTo>
                <a:moveTo>
                  <a:pt x="1963555" y="872278"/>
                </a:moveTo>
                <a:lnTo>
                  <a:pt x="1965079" y="869848"/>
                </a:lnTo>
                <a:lnTo>
                  <a:pt x="1968629" y="869239"/>
                </a:lnTo>
                <a:lnTo>
                  <a:pt x="2016766" y="883835"/>
                </a:lnTo>
                <a:moveTo>
                  <a:pt x="2022746" y="888664"/>
                </a:moveTo>
                <a:lnTo>
                  <a:pt x="2023356" y="890272"/>
                </a:lnTo>
                <a:lnTo>
                  <a:pt x="2022655" y="895696"/>
                </a:lnTo>
                <a:lnTo>
                  <a:pt x="2018915" y="896534"/>
                </a:lnTo>
                <a:lnTo>
                  <a:pt x="2011533" y="891422"/>
                </a:lnTo>
                <a:lnTo>
                  <a:pt x="2005408" y="889159"/>
                </a:lnTo>
                <a:lnTo>
                  <a:pt x="1964881" y="877215"/>
                </a:lnTo>
                <a:lnTo>
                  <a:pt x="1963091" y="875127"/>
                </a:lnTo>
                <a:lnTo>
                  <a:pt x="1963380" y="872773"/>
                </a:lnTo>
                <a:moveTo>
                  <a:pt x="926205" y="654696"/>
                </a:moveTo>
                <a:lnTo>
                  <a:pt x="928171" y="662047"/>
                </a:lnTo>
                <a:lnTo>
                  <a:pt x="929359" y="668058"/>
                </a:lnTo>
                <a:lnTo>
                  <a:pt x="928613" y="669856"/>
                </a:lnTo>
                <a:lnTo>
                  <a:pt x="926959" y="671798"/>
                </a:lnTo>
                <a:lnTo>
                  <a:pt x="924057" y="673208"/>
                </a:lnTo>
                <a:lnTo>
                  <a:pt x="917407" y="676278"/>
                </a:lnTo>
                <a:lnTo>
                  <a:pt x="884063" y="693014"/>
                </a:lnTo>
                <a:moveTo>
                  <a:pt x="882136" y="690325"/>
                </a:moveTo>
                <a:lnTo>
                  <a:pt x="885952" y="686691"/>
                </a:lnTo>
                <a:lnTo>
                  <a:pt x="891902" y="681039"/>
                </a:lnTo>
                <a:lnTo>
                  <a:pt x="918008" y="653813"/>
                </a:lnTo>
                <a:lnTo>
                  <a:pt x="921025" y="652434"/>
                </a:lnTo>
                <a:lnTo>
                  <a:pt x="923851" y="652319"/>
                </a:lnTo>
                <a:lnTo>
                  <a:pt x="925840" y="654110"/>
                </a:lnTo>
                <a:moveTo>
                  <a:pt x="1956996" y="1694240"/>
                </a:moveTo>
                <a:lnTo>
                  <a:pt x="1952723" y="1692359"/>
                </a:lnTo>
                <a:lnTo>
                  <a:pt x="1951230" y="1690332"/>
                </a:lnTo>
                <a:lnTo>
                  <a:pt x="1951306" y="1687796"/>
                </a:lnTo>
                <a:lnTo>
                  <a:pt x="1952311" y="1685373"/>
                </a:lnTo>
                <a:lnTo>
                  <a:pt x="1954993" y="1682875"/>
                </a:lnTo>
                <a:lnTo>
                  <a:pt x="1960013" y="1680422"/>
                </a:lnTo>
                <a:lnTo>
                  <a:pt x="1963891" y="1679835"/>
                </a:lnTo>
                <a:moveTo>
                  <a:pt x="1968210" y="1681412"/>
                </a:moveTo>
                <a:lnTo>
                  <a:pt x="1969680" y="1684680"/>
                </a:lnTo>
                <a:lnTo>
                  <a:pt x="1968979" y="1690508"/>
                </a:lnTo>
                <a:lnTo>
                  <a:pt x="1967730" y="1692922"/>
                </a:lnTo>
                <a:lnTo>
                  <a:pt x="1965544" y="1694537"/>
                </a:lnTo>
                <a:lnTo>
                  <a:pt x="1961514" y="1694964"/>
                </a:lnTo>
                <a:lnTo>
                  <a:pt x="1957309" y="1694332"/>
                </a:lnTo>
                <a:moveTo>
                  <a:pt x="2875652" y="2150735"/>
                </a:moveTo>
                <a:lnTo>
                  <a:pt x="2879324" y="2101020"/>
                </a:lnTo>
                <a:moveTo>
                  <a:pt x="2571287" y="2528673"/>
                </a:moveTo>
                <a:lnTo>
                  <a:pt x="2572125" y="2494050"/>
                </a:lnTo>
                <a:lnTo>
                  <a:pt x="2573466" y="2428704"/>
                </a:lnTo>
                <a:lnTo>
                  <a:pt x="2509171" y="2427195"/>
                </a:lnTo>
                <a:moveTo>
                  <a:pt x="2564348" y="2675157"/>
                </a:moveTo>
                <a:lnTo>
                  <a:pt x="2566374" y="2671234"/>
                </a:lnTo>
                <a:lnTo>
                  <a:pt x="2567463" y="2633267"/>
                </a:lnTo>
                <a:lnTo>
                  <a:pt x="2567882" y="2618153"/>
                </a:lnTo>
                <a:lnTo>
                  <a:pt x="2571455" y="2609803"/>
                </a:lnTo>
                <a:lnTo>
                  <a:pt x="2571874" y="2575058"/>
                </a:lnTo>
                <a:lnTo>
                  <a:pt x="2571257" y="2539978"/>
                </a:lnTo>
                <a:moveTo>
                  <a:pt x="2746750" y="2012820"/>
                </a:moveTo>
                <a:lnTo>
                  <a:pt x="2746773" y="2012965"/>
                </a:lnTo>
                <a:moveTo>
                  <a:pt x="2746240" y="2008257"/>
                </a:moveTo>
                <a:lnTo>
                  <a:pt x="2746263" y="2008402"/>
                </a:lnTo>
                <a:moveTo>
                  <a:pt x="2443216" y="1315152"/>
                </a:moveTo>
                <a:lnTo>
                  <a:pt x="2443185" y="1312432"/>
                </a:lnTo>
                <a:lnTo>
                  <a:pt x="2443208" y="1304509"/>
                </a:lnTo>
                <a:lnTo>
                  <a:pt x="2443436" y="1295810"/>
                </a:lnTo>
                <a:lnTo>
                  <a:pt x="2443718" y="1290165"/>
                </a:lnTo>
                <a:moveTo>
                  <a:pt x="2444632" y="1383461"/>
                </a:moveTo>
                <a:lnTo>
                  <a:pt x="2443398" y="1326068"/>
                </a:lnTo>
                <a:moveTo>
                  <a:pt x="2439597" y="1453028"/>
                </a:moveTo>
                <a:lnTo>
                  <a:pt x="2442507" y="1437525"/>
                </a:lnTo>
                <a:lnTo>
                  <a:pt x="2444015" y="1426015"/>
                </a:lnTo>
                <a:lnTo>
                  <a:pt x="2444808" y="1417285"/>
                </a:lnTo>
                <a:lnTo>
                  <a:pt x="2445082" y="1410154"/>
                </a:lnTo>
                <a:lnTo>
                  <a:pt x="2445097" y="1401188"/>
                </a:lnTo>
                <a:lnTo>
                  <a:pt x="2444907" y="1394400"/>
                </a:lnTo>
                <a:moveTo>
                  <a:pt x="2430425" y="1500540"/>
                </a:moveTo>
                <a:lnTo>
                  <a:pt x="2430897" y="1498225"/>
                </a:lnTo>
                <a:lnTo>
                  <a:pt x="2437533" y="1463837"/>
                </a:lnTo>
                <a:moveTo>
                  <a:pt x="2973093" y="1728125"/>
                </a:moveTo>
                <a:lnTo>
                  <a:pt x="2959289" y="1718694"/>
                </a:lnTo>
                <a:lnTo>
                  <a:pt x="2942941" y="1712241"/>
                </a:lnTo>
                <a:lnTo>
                  <a:pt x="2918846" y="1704395"/>
                </a:lnTo>
                <a:lnTo>
                  <a:pt x="2887971" y="1700731"/>
                </a:lnTo>
                <a:lnTo>
                  <a:pt x="2852502" y="1701546"/>
                </a:lnTo>
                <a:lnTo>
                  <a:pt x="2821116" y="1708280"/>
                </a:lnTo>
                <a:lnTo>
                  <a:pt x="2782569" y="1718877"/>
                </a:lnTo>
                <a:moveTo>
                  <a:pt x="3037456" y="1786348"/>
                </a:moveTo>
                <a:lnTo>
                  <a:pt x="3033206" y="1780170"/>
                </a:lnTo>
                <a:lnTo>
                  <a:pt x="3025047" y="1770983"/>
                </a:lnTo>
                <a:lnTo>
                  <a:pt x="3021680" y="1767220"/>
                </a:lnTo>
                <a:lnTo>
                  <a:pt x="3017193" y="1762169"/>
                </a:lnTo>
                <a:lnTo>
                  <a:pt x="2996365" y="1745364"/>
                </a:lnTo>
                <a:lnTo>
                  <a:pt x="2982143" y="1734623"/>
                </a:lnTo>
                <a:moveTo>
                  <a:pt x="1905652" y="1812965"/>
                </a:moveTo>
                <a:lnTo>
                  <a:pt x="1901919" y="1819174"/>
                </a:lnTo>
                <a:lnTo>
                  <a:pt x="1893974" y="1821809"/>
                </a:lnTo>
                <a:lnTo>
                  <a:pt x="1891109" y="1818359"/>
                </a:lnTo>
                <a:lnTo>
                  <a:pt x="1892420" y="1813110"/>
                </a:lnTo>
                <a:lnTo>
                  <a:pt x="1897554" y="1806543"/>
                </a:lnTo>
                <a:moveTo>
                  <a:pt x="943033" y="1769932"/>
                </a:moveTo>
                <a:lnTo>
                  <a:pt x="954079" y="1751976"/>
                </a:lnTo>
                <a:lnTo>
                  <a:pt x="957446" y="1727706"/>
                </a:lnTo>
                <a:moveTo>
                  <a:pt x="1336482" y="2378814"/>
                </a:moveTo>
                <a:lnTo>
                  <a:pt x="1336992" y="2380269"/>
                </a:lnTo>
                <a:lnTo>
                  <a:pt x="1336741" y="2387308"/>
                </a:lnTo>
                <a:lnTo>
                  <a:pt x="1336832" y="2393913"/>
                </a:lnTo>
                <a:lnTo>
                  <a:pt x="1336367" y="2403504"/>
                </a:lnTo>
                <a:lnTo>
                  <a:pt x="1336246" y="2412835"/>
                </a:lnTo>
                <a:lnTo>
                  <a:pt x="1335522" y="2434546"/>
                </a:lnTo>
                <a:moveTo>
                  <a:pt x="1335522" y="2434546"/>
                </a:moveTo>
                <a:lnTo>
                  <a:pt x="1335545" y="2435659"/>
                </a:lnTo>
                <a:moveTo>
                  <a:pt x="1323844" y="2500159"/>
                </a:moveTo>
                <a:lnTo>
                  <a:pt x="1313529" y="2622487"/>
                </a:lnTo>
                <a:moveTo>
                  <a:pt x="1746240" y="2593303"/>
                </a:moveTo>
                <a:lnTo>
                  <a:pt x="1729869" y="2576628"/>
                </a:lnTo>
                <a:lnTo>
                  <a:pt x="1708212" y="2554559"/>
                </a:lnTo>
                <a:lnTo>
                  <a:pt x="1698453" y="2544846"/>
                </a:lnTo>
                <a:lnTo>
                  <a:pt x="1696427" y="2543109"/>
                </a:lnTo>
                <a:lnTo>
                  <a:pt x="1693821" y="2540641"/>
                </a:lnTo>
                <a:lnTo>
                  <a:pt x="1679957" y="2526228"/>
                </a:lnTo>
                <a:lnTo>
                  <a:pt x="1677702" y="2523699"/>
                </a:lnTo>
                <a:lnTo>
                  <a:pt x="1670534" y="2516500"/>
                </a:lnTo>
                <a:lnTo>
                  <a:pt x="1664127" y="2510230"/>
                </a:lnTo>
                <a:lnTo>
                  <a:pt x="1659632" y="2505477"/>
                </a:lnTo>
                <a:lnTo>
                  <a:pt x="1655488" y="2500814"/>
                </a:lnTo>
                <a:lnTo>
                  <a:pt x="1652167" y="2496251"/>
                </a:lnTo>
                <a:lnTo>
                  <a:pt x="1649843" y="2492336"/>
                </a:lnTo>
                <a:lnTo>
                  <a:pt x="1647512" y="2487597"/>
                </a:lnTo>
                <a:lnTo>
                  <a:pt x="1644511" y="2480597"/>
                </a:lnTo>
                <a:lnTo>
                  <a:pt x="1640405" y="2469871"/>
                </a:lnTo>
                <a:lnTo>
                  <a:pt x="1631385" y="2443955"/>
                </a:lnTo>
                <a:moveTo>
                  <a:pt x="2221886" y="185057"/>
                </a:moveTo>
                <a:lnTo>
                  <a:pt x="2221086" y="207584"/>
                </a:lnTo>
                <a:moveTo>
                  <a:pt x="2223432" y="106871"/>
                </a:moveTo>
                <a:lnTo>
                  <a:pt x="2220880" y="178921"/>
                </a:lnTo>
                <a:moveTo>
                  <a:pt x="2236420" y="210391"/>
                </a:moveTo>
                <a:lnTo>
                  <a:pt x="2237091" y="189864"/>
                </a:lnTo>
                <a:moveTo>
                  <a:pt x="2238508" y="183812"/>
                </a:moveTo>
                <a:lnTo>
                  <a:pt x="2240854" y="111945"/>
                </a:lnTo>
                <a:moveTo>
                  <a:pt x="2565269" y="483347"/>
                </a:moveTo>
                <a:lnTo>
                  <a:pt x="2597767" y="424011"/>
                </a:lnTo>
                <a:moveTo>
                  <a:pt x="2603267" y="414360"/>
                </a:moveTo>
                <a:lnTo>
                  <a:pt x="2619638" y="386745"/>
                </a:lnTo>
                <a:lnTo>
                  <a:pt x="2631949" y="368744"/>
                </a:lnTo>
                <a:moveTo>
                  <a:pt x="3175066" y="651070"/>
                </a:moveTo>
                <a:lnTo>
                  <a:pt x="3153355" y="604121"/>
                </a:lnTo>
                <a:lnTo>
                  <a:pt x="3117596" y="543071"/>
                </a:lnTo>
                <a:lnTo>
                  <a:pt x="3075972" y="471242"/>
                </a:lnTo>
                <a:moveTo>
                  <a:pt x="3069794" y="460943"/>
                </a:moveTo>
                <a:lnTo>
                  <a:pt x="3054299" y="435972"/>
                </a:lnTo>
                <a:lnTo>
                  <a:pt x="3046819" y="423981"/>
                </a:lnTo>
                <a:lnTo>
                  <a:pt x="3025100" y="385930"/>
                </a:lnTo>
                <a:moveTo>
                  <a:pt x="677877" y="158604"/>
                </a:moveTo>
                <a:lnTo>
                  <a:pt x="718153" y="158818"/>
                </a:lnTo>
                <a:lnTo>
                  <a:pt x="755321" y="159778"/>
                </a:lnTo>
                <a:lnTo>
                  <a:pt x="829557" y="161880"/>
                </a:lnTo>
                <a:lnTo>
                  <a:pt x="897783" y="163548"/>
                </a:lnTo>
                <a:lnTo>
                  <a:pt x="950323" y="164630"/>
                </a:lnTo>
                <a:lnTo>
                  <a:pt x="972568" y="164333"/>
                </a:lnTo>
                <a:lnTo>
                  <a:pt x="1006170" y="164821"/>
                </a:lnTo>
                <a:lnTo>
                  <a:pt x="1069764" y="162406"/>
                </a:lnTo>
                <a:lnTo>
                  <a:pt x="1104776" y="160555"/>
                </a:lnTo>
                <a:lnTo>
                  <a:pt x="1146751" y="157515"/>
                </a:lnTo>
                <a:lnTo>
                  <a:pt x="1190218" y="153447"/>
                </a:lnTo>
                <a:lnTo>
                  <a:pt x="1236748" y="148739"/>
                </a:lnTo>
                <a:lnTo>
                  <a:pt x="1265696" y="145014"/>
                </a:lnTo>
                <a:lnTo>
                  <a:pt x="1336565" y="135499"/>
                </a:lnTo>
                <a:lnTo>
                  <a:pt x="1360585" y="131767"/>
                </a:lnTo>
                <a:moveTo>
                  <a:pt x="1359122" y="120972"/>
                </a:moveTo>
                <a:lnTo>
                  <a:pt x="1334432" y="124415"/>
                </a:lnTo>
                <a:lnTo>
                  <a:pt x="1262741" y="134326"/>
                </a:lnTo>
                <a:lnTo>
                  <a:pt x="1236733" y="137564"/>
                </a:lnTo>
                <a:lnTo>
                  <a:pt x="1189449" y="142752"/>
                </a:lnTo>
                <a:lnTo>
                  <a:pt x="1147299" y="146812"/>
                </a:lnTo>
                <a:lnTo>
                  <a:pt x="1105576" y="149242"/>
                </a:lnTo>
                <a:lnTo>
                  <a:pt x="1077390" y="150926"/>
                </a:lnTo>
                <a:lnTo>
                  <a:pt x="1031903" y="152998"/>
                </a:lnTo>
                <a:lnTo>
                  <a:pt x="1008730" y="153569"/>
                </a:lnTo>
                <a:lnTo>
                  <a:pt x="1006422" y="153493"/>
                </a:lnTo>
                <a:lnTo>
                  <a:pt x="975280" y="154049"/>
                </a:lnTo>
                <a:lnTo>
                  <a:pt x="956060" y="154315"/>
                </a:lnTo>
                <a:lnTo>
                  <a:pt x="898659" y="153318"/>
                </a:lnTo>
                <a:lnTo>
                  <a:pt x="755443" y="148945"/>
                </a:lnTo>
                <a:lnTo>
                  <a:pt x="716477" y="148076"/>
                </a:lnTo>
                <a:lnTo>
                  <a:pt x="686699" y="147558"/>
                </a:lnTo>
                <a:moveTo>
                  <a:pt x="2315890" y="1949158"/>
                </a:moveTo>
                <a:lnTo>
                  <a:pt x="2367585" y="1957255"/>
                </a:lnTo>
                <a:lnTo>
                  <a:pt x="2432528" y="1967692"/>
                </a:lnTo>
                <a:lnTo>
                  <a:pt x="2571501" y="1988740"/>
                </a:lnTo>
                <a:lnTo>
                  <a:pt x="2656113" y="2003603"/>
                </a:lnTo>
                <a:moveTo>
                  <a:pt x="2073523" y="1838329"/>
                </a:moveTo>
                <a:lnTo>
                  <a:pt x="2072971" y="1839612"/>
                </a:lnTo>
                <a:lnTo>
                  <a:pt x="2062687" y="1868027"/>
                </a:lnTo>
                <a:lnTo>
                  <a:pt x="2055705" y="1892096"/>
                </a:lnTo>
                <a:moveTo>
                  <a:pt x="834852" y="1542820"/>
                </a:moveTo>
                <a:lnTo>
                  <a:pt x="869559" y="1527195"/>
                </a:lnTo>
                <a:lnTo>
                  <a:pt x="884155" y="1514260"/>
                </a:lnTo>
                <a:lnTo>
                  <a:pt x="903275" y="1493052"/>
                </a:lnTo>
                <a:lnTo>
                  <a:pt x="909004" y="1477336"/>
                </a:lnTo>
                <a:lnTo>
                  <a:pt x="911716" y="1467989"/>
                </a:lnTo>
                <a:lnTo>
                  <a:pt x="914024" y="1454109"/>
                </a:lnTo>
                <a:lnTo>
                  <a:pt x="915799" y="1441090"/>
                </a:lnTo>
                <a:lnTo>
                  <a:pt x="915883" y="1440435"/>
                </a:lnTo>
                <a:moveTo>
                  <a:pt x="1176834" y="1396884"/>
                </a:moveTo>
                <a:lnTo>
                  <a:pt x="1178418" y="1396564"/>
                </a:lnTo>
                <a:lnTo>
                  <a:pt x="1181961" y="1395711"/>
                </a:lnTo>
                <a:lnTo>
                  <a:pt x="1185579" y="1394819"/>
                </a:lnTo>
                <a:moveTo>
                  <a:pt x="1185800" y="1394766"/>
                </a:moveTo>
                <a:lnTo>
                  <a:pt x="1289022" y="1369498"/>
                </a:lnTo>
                <a:moveTo>
                  <a:pt x="1299680" y="1366877"/>
                </a:moveTo>
                <a:lnTo>
                  <a:pt x="1346271" y="1355397"/>
                </a:lnTo>
                <a:lnTo>
                  <a:pt x="1377771" y="1350841"/>
                </a:lnTo>
                <a:lnTo>
                  <a:pt x="1406162" y="1347413"/>
                </a:lnTo>
                <a:lnTo>
                  <a:pt x="1414489" y="1346987"/>
                </a:lnTo>
                <a:moveTo>
                  <a:pt x="1160867" y="1405096"/>
                </a:moveTo>
                <a:lnTo>
                  <a:pt x="1239255" y="1745627"/>
                </a:lnTo>
                <a:moveTo>
                  <a:pt x="2110398" y="1905804"/>
                </a:moveTo>
                <a:lnTo>
                  <a:pt x="2075477" y="1899756"/>
                </a:lnTo>
                <a:lnTo>
                  <a:pt x="2075203" y="1899718"/>
                </a:lnTo>
                <a:moveTo>
                  <a:pt x="2299527" y="1937144"/>
                </a:moveTo>
                <a:lnTo>
                  <a:pt x="2251192" y="1929580"/>
                </a:lnTo>
                <a:lnTo>
                  <a:pt x="2192122" y="1920134"/>
                </a:lnTo>
                <a:lnTo>
                  <a:pt x="2156433" y="1913879"/>
                </a:lnTo>
                <a:moveTo>
                  <a:pt x="2306909" y="1932619"/>
                </a:moveTo>
                <a:lnTo>
                  <a:pt x="2310725" y="1900784"/>
                </a:lnTo>
                <a:lnTo>
                  <a:pt x="2318313" y="1854963"/>
                </a:lnTo>
                <a:moveTo>
                  <a:pt x="2320712" y="1843719"/>
                </a:moveTo>
                <a:lnTo>
                  <a:pt x="2322617" y="1836474"/>
                </a:lnTo>
                <a:lnTo>
                  <a:pt x="2334585" y="1814877"/>
                </a:lnTo>
                <a:lnTo>
                  <a:pt x="2345958" y="1800495"/>
                </a:lnTo>
                <a:lnTo>
                  <a:pt x="2358764" y="1790774"/>
                </a:lnTo>
                <a:lnTo>
                  <a:pt x="2372430" y="1782615"/>
                </a:lnTo>
                <a:lnTo>
                  <a:pt x="2391117" y="1775744"/>
                </a:lnTo>
                <a:lnTo>
                  <a:pt x="2401713" y="1772613"/>
                </a:lnTo>
                <a:lnTo>
                  <a:pt x="2412950" y="1771966"/>
                </a:lnTo>
                <a:lnTo>
                  <a:pt x="2433289" y="1771722"/>
                </a:lnTo>
                <a:lnTo>
                  <a:pt x="2508006" y="1775996"/>
                </a:lnTo>
                <a:moveTo>
                  <a:pt x="2218282" y="2454025"/>
                </a:moveTo>
                <a:lnTo>
                  <a:pt x="2217711" y="2449097"/>
                </a:lnTo>
                <a:lnTo>
                  <a:pt x="2218595" y="2430623"/>
                </a:lnTo>
                <a:lnTo>
                  <a:pt x="2220514" y="2395909"/>
                </a:lnTo>
                <a:moveTo>
                  <a:pt x="1414329" y="1085876"/>
                </a:moveTo>
                <a:lnTo>
                  <a:pt x="1391620" y="1083911"/>
                </a:lnTo>
                <a:lnTo>
                  <a:pt x="1342279" y="1081199"/>
                </a:lnTo>
                <a:lnTo>
                  <a:pt x="1294652" y="1080460"/>
                </a:lnTo>
                <a:moveTo>
                  <a:pt x="2088268" y="982600"/>
                </a:moveTo>
                <a:lnTo>
                  <a:pt x="2121969" y="980216"/>
                </a:lnTo>
                <a:lnTo>
                  <a:pt x="2144389" y="979172"/>
                </a:lnTo>
                <a:moveTo>
                  <a:pt x="2155450" y="978510"/>
                </a:moveTo>
                <a:lnTo>
                  <a:pt x="2220530" y="973756"/>
                </a:lnTo>
                <a:lnTo>
                  <a:pt x="2237479" y="972522"/>
                </a:lnTo>
                <a:moveTo>
                  <a:pt x="2257492" y="1469459"/>
                </a:moveTo>
                <a:lnTo>
                  <a:pt x="2103671" y="1419677"/>
                </a:lnTo>
                <a:moveTo>
                  <a:pt x="2093623" y="1415898"/>
                </a:moveTo>
                <a:lnTo>
                  <a:pt x="2038889" y="1392831"/>
                </a:lnTo>
                <a:lnTo>
                  <a:pt x="2019715" y="1384764"/>
                </a:lnTo>
                <a:lnTo>
                  <a:pt x="2005218" y="1378654"/>
                </a:lnTo>
                <a:lnTo>
                  <a:pt x="2004540" y="1378365"/>
                </a:lnTo>
                <a:moveTo>
                  <a:pt x="1144701" y="1117795"/>
                </a:moveTo>
                <a:lnTo>
                  <a:pt x="1147474" y="1107755"/>
                </a:lnTo>
                <a:lnTo>
                  <a:pt x="1149760" y="1099588"/>
                </a:lnTo>
                <a:moveTo>
                  <a:pt x="1149805" y="1099436"/>
                </a:moveTo>
                <a:lnTo>
                  <a:pt x="1152175" y="1092153"/>
                </a:lnTo>
                <a:moveTo>
                  <a:pt x="1342713" y="2152342"/>
                </a:moveTo>
                <a:lnTo>
                  <a:pt x="1343231" y="2151329"/>
                </a:lnTo>
                <a:lnTo>
                  <a:pt x="1344511" y="2143749"/>
                </a:lnTo>
                <a:lnTo>
                  <a:pt x="1345181" y="2138020"/>
                </a:lnTo>
                <a:lnTo>
                  <a:pt x="1345943" y="2135110"/>
                </a:lnTo>
                <a:moveTo>
                  <a:pt x="1345943" y="2135110"/>
                </a:moveTo>
                <a:lnTo>
                  <a:pt x="1346415" y="2133830"/>
                </a:lnTo>
                <a:lnTo>
                  <a:pt x="1347467" y="2131537"/>
                </a:lnTo>
                <a:lnTo>
                  <a:pt x="1350879" y="2126563"/>
                </a:lnTo>
                <a:moveTo>
                  <a:pt x="1350826" y="2126654"/>
                </a:moveTo>
                <a:lnTo>
                  <a:pt x="1350879" y="2126563"/>
                </a:lnTo>
                <a:moveTo>
                  <a:pt x="985899" y="2294134"/>
                </a:moveTo>
                <a:lnTo>
                  <a:pt x="985503" y="2294057"/>
                </a:lnTo>
                <a:lnTo>
                  <a:pt x="922244" y="2283865"/>
                </a:lnTo>
                <a:lnTo>
                  <a:pt x="900929" y="2283446"/>
                </a:lnTo>
                <a:lnTo>
                  <a:pt x="892039" y="2283270"/>
                </a:lnTo>
                <a:lnTo>
                  <a:pt x="864158" y="2285289"/>
                </a:lnTo>
                <a:lnTo>
                  <a:pt x="852700" y="2285624"/>
                </a:lnTo>
                <a:lnTo>
                  <a:pt x="839788" y="2286120"/>
                </a:lnTo>
                <a:lnTo>
                  <a:pt x="814740" y="2285670"/>
                </a:lnTo>
                <a:lnTo>
                  <a:pt x="808098" y="2284954"/>
                </a:lnTo>
                <a:lnTo>
                  <a:pt x="800922" y="2284185"/>
                </a:lnTo>
                <a:lnTo>
                  <a:pt x="794035" y="2283164"/>
                </a:lnTo>
                <a:lnTo>
                  <a:pt x="791171" y="2282737"/>
                </a:lnTo>
                <a:lnTo>
                  <a:pt x="782258" y="2280993"/>
                </a:lnTo>
                <a:lnTo>
                  <a:pt x="751535" y="2276346"/>
                </a:lnTo>
                <a:lnTo>
                  <a:pt x="737259" y="2274997"/>
                </a:lnTo>
                <a:lnTo>
                  <a:pt x="718549" y="2275470"/>
                </a:lnTo>
                <a:lnTo>
                  <a:pt x="701478" y="2275790"/>
                </a:lnTo>
                <a:lnTo>
                  <a:pt x="678639" y="2279119"/>
                </a:lnTo>
                <a:lnTo>
                  <a:pt x="648168" y="2280909"/>
                </a:lnTo>
                <a:lnTo>
                  <a:pt x="646857" y="2280955"/>
                </a:lnTo>
                <a:moveTo>
                  <a:pt x="802567" y="2047246"/>
                </a:moveTo>
                <a:lnTo>
                  <a:pt x="858299" y="2048091"/>
                </a:lnTo>
                <a:moveTo>
                  <a:pt x="868888" y="2048670"/>
                </a:moveTo>
                <a:lnTo>
                  <a:pt x="877184" y="2049447"/>
                </a:lnTo>
                <a:lnTo>
                  <a:pt x="894484" y="2051542"/>
                </a:lnTo>
                <a:lnTo>
                  <a:pt x="912752" y="2054475"/>
                </a:lnTo>
                <a:lnTo>
                  <a:pt x="923128" y="2056783"/>
                </a:lnTo>
                <a:moveTo>
                  <a:pt x="2268530" y="1558764"/>
                </a:moveTo>
                <a:lnTo>
                  <a:pt x="2270960" y="1551489"/>
                </a:lnTo>
                <a:lnTo>
                  <a:pt x="2294073" y="1493372"/>
                </a:lnTo>
                <a:lnTo>
                  <a:pt x="2295025" y="1489159"/>
                </a:lnTo>
                <a:lnTo>
                  <a:pt x="2294979" y="1486265"/>
                </a:lnTo>
                <a:moveTo>
                  <a:pt x="2314184" y="1412775"/>
                </a:moveTo>
                <a:lnTo>
                  <a:pt x="2315167" y="1418024"/>
                </a:lnTo>
                <a:lnTo>
                  <a:pt x="2313658" y="1429184"/>
                </a:lnTo>
                <a:lnTo>
                  <a:pt x="2303191" y="1470229"/>
                </a:lnTo>
                <a:lnTo>
                  <a:pt x="2302475" y="1473748"/>
                </a:lnTo>
                <a:lnTo>
                  <a:pt x="2302643" y="1475241"/>
                </a:lnTo>
                <a:moveTo>
                  <a:pt x="1299371" y="1850917"/>
                </a:moveTo>
                <a:lnTo>
                  <a:pt x="1370046" y="1849508"/>
                </a:lnTo>
                <a:lnTo>
                  <a:pt x="1437114" y="1850856"/>
                </a:lnTo>
                <a:lnTo>
                  <a:pt x="1503679" y="1854178"/>
                </a:lnTo>
                <a:lnTo>
                  <a:pt x="1597154" y="1860924"/>
                </a:lnTo>
                <a:moveTo>
                  <a:pt x="1647627" y="1864607"/>
                </a:moveTo>
                <a:lnTo>
                  <a:pt x="1683834" y="1867022"/>
                </a:lnTo>
                <a:moveTo>
                  <a:pt x="1989279" y="1896806"/>
                </a:moveTo>
                <a:lnTo>
                  <a:pt x="2010217" y="1900243"/>
                </a:lnTo>
                <a:moveTo>
                  <a:pt x="1964310" y="1891681"/>
                </a:moveTo>
                <a:lnTo>
                  <a:pt x="1983453" y="1894644"/>
                </a:lnTo>
                <a:moveTo>
                  <a:pt x="2125554" y="1907217"/>
                </a:moveTo>
                <a:lnTo>
                  <a:pt x="2114241" y="1905235"/>
                </a:lnTo>
                <a:moveTo>
                  <a:pt x="2150430" y="1912828"/>
                </a:moveTo>
                <a:lnTo>
                  <a:pt x="2131347" y="1909468"/>
                </a:lnTo>
                <a:moveTo>
                  <a:pt x="1273017" y="2444640"/>
                </a:moveTo>
                <a:lnTo>
                  <a:pt x="1321916" y="2446567"/>
                </a:lnTo>
                <a:moveTo>
                  <a:pt x="1322130" y="2446575"/>
                </a:moveTo>
                <a:lnTo>
                  <a:pt x="1322404" y="2446583"/>
                </a:lnTo>
                <a:moveTo>
                  <a:pt x="2057606" y="1902696"/>
                </a:moveTo>
                <a:lnTo>
                  <a:pt x="2057537" y="1902559"/>
                </a:lnTo>
                <a:moveTo>
                  <a:pt x="2055732" y="1905873"/>
                </a:moveTo>
                <a:lnTo>
                  <a:pt x="2055884" y="1905903"/>
                </a:lnTo>
                <a:moveTo>
                  <a:pt x="2243646" y="973288"/>
                </a:moveTo>
                <a:lnTo>
                  <a:pt x="2254006" y="972526"/>
                </a:lnTo>
                <a:lnTo>
                  <a:pt x="2257796" y="972111"/>
                </a:lnTo>
                <a:moveTo>
                  <a:pt x="953173" y="1867692"/>
                </a:moveTo>
                <a:lnTo>
                  <a:pt x="1034608" y="1864020"/>
                </a:lnTo>
                <a:lnTo>
                  <a:pt x="1086737" y="1860889"/>
                </a:lnTo>
                <a:moveTo>
                  <a:pt x="1092961" y="1862954"/>
                </a:moveTo>
                <a:lnTo>
                  <a:pt x="1097272" y="1862695"/>
                </a:lnTo>
                <a:lnTo>
                  <a:pt x="1149859" y="1859655"/>
                </a:lnTo>
                <a:lnTo>
                  <a:pt x="1164721" y="1858924"/>
                </a:lnTo>
                <a:moveTo>
                  <a:pt x="1167410" y="1859952"/>
                </a:moveTo>
                <a:lnTo>
                  <a:pt x="1218271" y="1855142"/>
                </a:lnTo>
                <a:moveTo>
                  <a:pt x="1151245" y="1841677"/>
                </a:moveTo>
                <a:lnTo>
                  <a:pt x="1147954" y="1841852"/>
                </a:lnTo>
                <a:lnTo>
                  <a:pt x="1093090" y="1844686"/>
                </a:lnTo>
                <a:lnTo>
                  <a:pt x="1034615" y="1848167"/>
                </a:lnTo>
                <a:lnTo>
                  <a:pt x="952487" y="1852494"/>
                </a:lnTo>
                <a:moveTo>
                  <a:pt x="1229165" y="1836276"/>
                </a:moveTo>
                <a:lnTo>
                  <a:pt x="1157267" y="1840131"/>
                </a:lnTo>
                <a:moveTo>
                  <a:pt x="1630528" y="2437799"/>
                </a:moveTo>
                <a:lnTo>
                  <a:pt x="1624750" y="2421227"/>
                </a:lnTo>
                <a:moveTo>
                  <a:pt x="2747550" y="1999900"/>
                </a:moveTo>
                <a:lnTo>
                  <a:pt x="2747162" y="1997310"/>
                </a:lnTo>
                <a:lnTo>
                  <a:pt x="2745227" y="1977694"/>
                </a:lnTo>
                <a:lnTo>
                  <a:pt x="2743078" y="1959297"/>
                </a:lnTo>
                <a:moveTo>
                  <a:pt x="1323139" y="2439925"/>
                </a:moveTo>
                <a:lnTo>
                  <a:pt x="1322884" y="2439917"/>
                </a:lnTo>
                <a:moveTo>
                  <a:pt x="1322659" y="2439913"/>
                </a:moveTo>
                <a:lnTo>
                  <a:pt x="1300598" y="2439270"/>
                </a:lnTo>
                <a:moveTo>
                  <a:pt x="1223105" y="2435575"/>
                </a:moveTo>
                <a:lnTo>
                  <a:pt x="1214237" y="2435209"/>
                </a:lnTo>
                <a:lnTo>
                  <a:pt x="1190713" y="2433777"/>
                </a:lnTo>
                <a:lnTo>
                  <a:pt x="1167205" y="2432802"/>
                </a:lnTo>
                <a:moveTo>
                  <a:pt x="1166984" y="2435224"/>
                </a:moveTo>
                <a:lnTo>
                  <a:pt x="1184299" y="2436801"/>
                </a:lnTo>
                <a:lnTo>
                  <a:pt x="1193555" y="2437997"/>
                </a:lnTo>
                <a:lnTo>
                  <a:pt x="1196122" y="2438188"/>
                </a:lnTo>
                <a:moveTo>
                  <a:pt x="1344656" y="1835072"/>
                </a:moveTo>
                <a:lnTo>
                  <a:pt x="1289030" y="1835903"/>
                </a:lnTo>
                <a:moveTo>
                  <a:pt x="1288801" y="1835903"/>
                </a:moveTo>
                <a:lnTo>
                  <a:pt x="1285708" y="1835956"/>
                </a:lnTo>
                <a:lnTo>
                  <a:pt x="1282288" y="1836009"/>
                </a:lnTo>
                <a:lnTo>
                  <a:pt x="1278167" y="1836070"/>
                </a:lnTo>
                <a:moveTo>
                  <a:pt x="1419878" y="2440427"/>
                </a:moveTo>
                <a:lnTo>
                  <a:pt x="1407937" y="2439978"/>
                </a:lnTo>
                <a:lnTo>
                  <a:pt x="1392732" y="2440504"/>
                </a:lnTo>
                <a:lnTo>
                  <a:pt x="1361941" y="2440565"/>
                </a:lnTo>
                <a:lnTo>
                  <a:pt x="1357461" y="2440488"/>
                </a:lnTo>
                <a:lnTo>
                  <a:pt x="1350068" y="2440412"/>
                </a:lnTo>
                <a:moveTo>
                  <a:pt x="1425881" y="2447647"/>
                </a:moveTo>
                <a:lnTo>
                  <a:pt x="1432364" y="2447331"/>
                </a:lnTo>
                <a:lnTo>
                  <a:pt x="1443035" y="2446847"/>
                </a:lnTo>
                <a:lnTo>
                  <a:pt x="1455351" y="2445737"/>
                </a:lnTo>
                <a:lnTo>
                  <a:pt x="1475234" y="2443781"/>
                </a:lnTo>
                <a:moveTo>
                  <a:pt x="1475478" y="2443756"/>
                </a:moveTo>
                <a:lnTo>
                  <a:pt x="1484943" y="2442755"/>
                </a:lnTo>
                <a:moveTo>
                  <a:pt x="1974213" y="2379690"/>
                </a:moveTo>
                <a:lnTo>
                  <a:pt x="1950986" y="2377169"/>
                </a:lnTo>
                <a:lnTo>
                  <a:pt x="1905378" y="2367791"/>
                </a:lnTo>
                <a:lnTo>
                  <a:pt x="1876209" y="2363765"/>
                </a:lnTo>
                <a:moveTo>
                  <a:pt x="1858810" y="2362371"/>
                </a:moveTo>
                <a:lnTo>
                  <a:pt x="1829321" y="2362565"/>
                </a:lnTo>
                <a:lnTo>
                  <a:pt x="1810428" y="2362695"/>
                </a:lnTo>
                <a:lnTo>
                  <a:pt x="1797920" y="2363837"/>
                </a:lnTo>
                <a:lnTo>
                  <a:pt x="1791349" y="2364976"/>
                </a:lnTo>
                <a:moveTo>
                  <a:pt x="1780345" y="2366694"/>
                </a:moveTo>
                <a:lnTo>
                  <a:pt x="1758017" y="2369764"/>
                </a:lnTo>
                <a:lnTo>
                  <a:pt x="1729206" y="2374799"/>
                </a:lnTo>
                <a:lnTo>
                  <a:pt x="1707861" y="2379957"/>
                </a:lnTo>
                <a:lnTo>
                  <a:pt x="1704098" y="2381176"/>
                </a:lnTo>
                <a:moveTo>
                  <a:pt x="1698297" y="2383050"/>
                </a:moveTo>
                <a:lnTo>
                  <a:pt x="1675051" y="2390576"/>
                </a:lnTo>
                <a:lnTo>
                  <a:pt x="1673741" y="2390999"/>
                </a:lnTo>
                <a:moveTo>
                  <a:pt x="1917490" y="2387422"/>
                </a:moveTo>
                <a:lnTo>
                  <a:pt x="1959929" y="2389578"/>
                </a:lnTo>
                <a:moveTo>
                  <a:pt x="1362994" y="132654"/>
                </a:moveTo>
                <a:lnTo>
                  <a:pt x="1459810" y="119871"/>
                </a:lnTo>
                <a:lnTo>
                  <a:pt x="1763430" y="78666"/>
                </a:lnTo>
                <a:moveTo>
                  <a:pt x="1384490" y="2118458"/>
                </a:moveTo>
                <a:lnTo>
                  <a:pt x="1396952" y="2116553"/>
                </a:lnTo>
                <a:lnTo>
                  <a:pt x="1440626" y="2109887"/>
                </a:lnTo>
                <a:lnTo>
                  <a:pt x="1444526" y="2109293"/>
                </a:lnTo>
                <a:moveTo>
                  <a:pt x="1349683" y="2123760"/>
                </a:moveTo>
                <a:lnTo>
                  <a:pt x="1349836" y="2123737"/>
                </a:lnTo>
                <a:moveTo>
                  <a:pt x="1354513" y="2123143"/>
                </a:moveTo>
                <a:lnTo>
                  <a:pt x="1369094" y="2120743"/>
                </a:lnTo>
                <a:lnTo>
                  <a:pt x="1378456" y="2119364"/>
                </a:lnTo>
                <a:moveTo>
                  <a:pt x="1332322" y="2115433"/>
                </a:moveTo>
                <a:lnTo>
                  <a:pt x="1325131" y="2073383"/>
                </a:lnTo>
                <a:lnTo>
                  <a:pt x="1315510" y="2021223"/>
                </a:lnTo>
                <a:lnTo>
                  <a:pt x="1307103" y="1985415"/>
                </a:lnTo>
                <a:moveTo>
                  <a:pt x="1287910" y="1948289"/>
                </a:moveTo>
                <a:lnTo>
                  <a:pt x="1305934" y="2024674"/>
                </a:lnTo>
                <a:moveTo>
                  <a:pt x="1268789" y="1872583"/>
                </a:moveTo>
                <a:lnTo>
                  <a:pt x="1285320" y="1942637"/>
                </a:lnTo>
                <a:moveTo>
                  <a:pt x="1303584" y="2132303"/>
                </a:moveTo>
                <a:lnTo>
                  <a:pt x="1318622" y="2129953"/>
                </a:lnTo>
                <a:moveTo>
                  <a:pt x="1616553" y="2399870"/>
                </a:moveTo>
                <a:lnTo>
                  <a:pt x="1612485" y="2387110"/>
                </a:lnTo>
                <a:moveTo>
                  <a:pt x="1610626" y="2381305"/>
                </a:moveTo>
                <a:lnTo>
                  <a:pt x="1602620" y="2356440"/>
                </a:lnTo>
                <a:lnTo>
                  <a:pt x="1598887" y="2344602"/>
                </a:lnTo>
                <a:lnTo>
                  <a:pt x="1595017" y="2332863"/>
                </a:lnTo>
                <a:lnTo>
                  <a:pt x="1592237" y="2324575"/>
                </a:lnTo>
                <a:lnTo>
                  <a:pt x="1590386" y="2320971"/>
                </a:lnTo>
                <a:lnTo>
                  <a:pt x="1587232" y="2314489"/>
                </a:lnTo>
                <a:lnTo>
                  <a:pt x="1583812" y="2308958"/>
                </a:lnTo>
                <a:lnTo>
                  <a:pt x="1572926" y="2296533"/>
                </a:lnTo>
                <a:lnTo>
                  <a:pt x="1565658" y="2291300"/>
                </a:lnTo>
                <a:lnTo>
                  <a:pt x="1558398" y="2287011"/>
                </a:lnTo>
                <a:lnTo>
                  <a:pt x="1541791" y="2279774"/>
                </a:lnTo>
                <a:lnTo>
                  <a:pt x="1522488" y="2272735"/>
                </a:lnTo>
                <a:lnTo>
                  <a:pt x="1507869" y="2265429"/>
                </a:lnTo>
                <a:lnTo>
                  <a:pt x="1502216" y="2260577"/>
                </a:lnTo>
                <a:lnTo>
                  <a:pt x="1494309" y="2252464"/>
                </a:lnTo>
                <a:lnTo>
                  <a:pt x="1487544" y="2243833"/>
                </a:lnTo>
                <a:lnTo>
                  <a:pt x="1480665" y="2233091"/>
                </a:lnTo>
                <a:lnTo>
                  <a:pt x="1474739" y="2211137"/>
                </a:lnTo>
                <a:lnTo>
                  <a:pt x="1473383" y="2204921"/>
                </a:lnTo>
                <a:lnTo>
                  <a:pt x="1464455" y="2165551"/>
                </a:lnTo>
                <a:lnTo>
                  <a:pt x="1457347" y="2134196"/>
                </a:lnTo>
                <a:lnTo>
                  <a:pt x="1452342" y="2112135"/>
                </a:lnTo>
                <a:moveTo>
                  <a:pt x="887255" y="197174"/>
                </a:moveTo>
                <a:lnTo>
                  <a:pt x="933252" y="207831"/>
                </a:lnTo>
                <a:moveTo>
                  <a:pt x="1871455" y="53089"/>
                </a:moveTo>
                <a:lnTo>
                  <a:pt x="1762634" y="66451"/>
                </a:lnTo>
                <a:lnTo>
                  <a:pt x="1457796" y="107686"/>
                </a:lnTo>
                <a:lnTo>
                  <a:pt x="1438889" y="110231"/>
                </a:lnTo>
                <a:moveTo>
                  <a:pt x="1432688" y="109835"/>
                </a:moveTo>
                <a:lnTo>
                  <a:pt x="1361255" y="119448"/>
                </a:lnTo>
                <a:moveTo>
                  <a:pt x="1342744" y="2198683"/>
                </a:moveTo>
                <a:lnTo>
                  <a:pt x="1337960" y="2156787"/>
                </a:lnTo>
                <a:moveTo>
                  <a:pt x="1335107" y="2344583"/>
                </a:moveTo>
                <a:lnTo>
                  <a:pt x="1334362" y="2353664"/>
                </a:lnTo>
                <a:lnTo>
                  <a:pt x="1333356" y="2363683"/>
                </a:lnTo>
                <a:lnTo>
                  <a:pt x="1332671" y="2371268"/>
                </a:lnTo>
                <a:moveTo>
                  <a:pt x="1329827" y="2414355"/>
                </a:moveTo>
                <a:lnTo>
                  <a:pt x="1329534" y="2425702"/>
                </a:lnTo>
                <a:lnTo>
                  <a:pt x="1329016" y="2434287"/>
                </a:lnTo>
                <a:moveTo>
                  <a:pt x="1329001" y="2434516"/>
                </a:moveTo>
                <a:lnTo>
                  <a:pt x="1328989" y="2434748"/>
                </a:lnTo>
                <a:moveTo>
                  <a:pt x="984246" y="41776"/>
                </a:moveTo>
                <a:lnTo>
                  <a:pt x="983888" y="70618"/>
                </a:lnTo>
                <a:moveTo>
                  <a:pt x="989051" y="332005"/>
                </a:moveTo>
                <a:lnTo>
                  <a:pt x="991292" y="308402"/>
                </a:lnTo>
                <a:lnTo>
                  <a:pt x="992984" y="288703"/>
                </a:lnTo>
                <a:lnTo>
                  <a:pt x="993983" y="268496"/>
                </a:lnTo>
                <a:moveTo>
                  <a:pt x="985526" y="370210"/>
                </a:moveTo>
                <a:lnTo>
                  <a:pt x="986691" y="359576"/>
                </a:lnTo>
                <a:moveTo>
                  <a:pt x="987263" y="353538"/>
                </a:moveTo>
                <a:lnTo>
                  <a:pt x="988520" y="338066"/>
                </a:lnTo>
                <a:moveTo>
                  <a:pt x="981770" y="437579"/>
                </a:moveTo>
                <a:lnTo>
                  <a:pt x="985038" y="376164"/>
                </a:lnTo>
                <a:moveTo>
                  <a:pt x="981153" y="452308"/>
                </a:moveTo>
                <a:lnTo>
                  <a:pt x="981488" y="443658"/>
                </a:lnTo>
                <a:moveTo>
                  <a:pt x="979157" y="538044"/>
                </a:moveTo>
                <a:lnTo>
                  <a:pt x="979591" y="517361"/>
                </a:lnTo>
                <a:lnTo>
                  <a:pt x="980140" y="484117"/>
                </a:lnTo>
                <a:lnTo>
                  <a:pt x="980940" y="458399"/>
                </a:lnTo>
                <a:moveTo>
                  <a:pt x="1011487" y="712927"/>
                </a:moveTo>
                <a:lnTo>
                  <a:pt x="1001531" y="693205"/>
                </a:lnTo>
                <a:lnTo>
                  <a:pt x="992862" y="669551"/>
                </a:lnTo>
                <a:lnTo>
                  <a:pt x="988055" y="651596"/>
                </a:lnTo>
                <a:lnTo>
                  <a:pt x="984924" y="638341"/>
                </a:lnTo>
                <a:lnTo>
                  <a:pt x="980673" y="613438"/>
                </a:lnTo>
                <a:lnTo>
                  <a:pt x="978456" y="585693"/>
                </a:lnTo>
                <a:lnTo>
                  <a:pt x="978510" y="567030"/>
                </a:lnTo>
                <a:lnTo>
                  <a:pt x="979028" y="544138"/>
                </a:lnTo>
                <a:moveTo>
                  <a:pt x="1055999" y="786249"/>
                </a:moveTo>
                <a:lnTo>
                  <a:pt x="1043102" y="766473"/>
                </a:lnTo>
                <a:lnTo>
                  <a:pt x="1028772" y="742934"/>
                </a:lnTo>
                <a:lnTo>
                  <a:pt x="1018001" y="724895"/>
                </a:lnTo>
                <a:moveTo>
                  <a:pt x="1156159" y="1088390"/>
                </a:moveTo>
                <a:lnTo>
                  <a:pt x="1156311" y="1088390"/>
                </a:lnTo>
                <a:moveTo>
                  <a:pt x="1156303" y="1088390"/>
                </a:moveTo>
                <a:lnTo>
                  <a:pt x="1183895" y="1087598"/>
                </a:lnTo>
                <a:lnTo>
                  <a:pt x="1238241" y="1087887"/>
                </a:lnTo>
                <a:lnTo>
                  <a:pt x="1294332" y="1082928"/>
                </a:lnTo>
                <a:moveTo>
                  <a:pt x="1141803" y="1213754"/>
                </a:moveTo>
                <a:lnTo>
                  <a:pt x="1140915" y="1202072"/>
                </a:lnTo>
                <a:lnTo>
                  <a:pt x="1140001" y="1170016"/>
                </a:lnTo>
                <a:lnTo>
                  <a:pt x="1139064" y="1149379"/>
                </a:lnTo>
                <a:lnTo>
                  <a:pt x="1139693" y="1122175"/>
                </a:lnTo>
                <a:moveTo>
                  <a:pt x="1140001" y="1292755"/>
                </a:moveTo>
                <a:lnTo>
                  <a:pt x="1143201" y="1316401"/>
                </a:lnTo>
                <a:lnTo>
                  <a:pt x="1147391" y="1340138"/>
                </a:lnTo>
                <a:lnTo>
                  <a:pt x="1152914" y="1371158"/>
                </a:lnTo>
                <a:lnTo>
                  <a:pt x="1157111" y="1389060"/>
                </a:lnTo>
                <a:moveTo>
                  <a:pt x="1187550" y="1480035"/>
                </a:moveTo>
                <a:lnTo>
                  <a:pt x="1170069" y="1402978"/>
                </a:lnTo>
                <a:moveTo>
                  <a:pt x="1239380" y="1751830"/>
                </a:moveTo>
                <a:lnTo>
                  <a:pt x="1245962" y="1782928"/>
                </a:lnTo>
                <a:moveTo>
                  <a:pt x="1305713" y="1979484"/>
                </a:moveTo>
                <a:lnTo>
                  <a:pt x="1296252" y="1939201"/>
                </a:lnTo>
                <a:lnTo>
                  <a:pt x="1293730" y="1928947"/>
                </a:lnTo>
                <a:moveTo>
                  <a:pt x="1293490" y="1922743"/>
                </a:moveTo>
                <a:lnTo>
                  <a:pt x="1286813" y="1894282"/>
                </a:lnTo>
                <a:moveTo>
                  <a:pt x="1307298" y="2030608"/>
                </a:moveTo>
                <a:lnTo>
                  <a:pt x="1316576" y="2072369"/>
                </a:lnTo>
                <a:lnTo>
                  <a:pt x="1323402" y="2116957"/>
                </a:lnTo>
                <a:moveTo>
                  <a:pt x="1344633" y="2341833"/>
                </a:moveTo>
                <a:lnTo>
                  <a:pt x="1345014" y="2333389"/>
                </a:lnTo>
                <a:moveTo>
                  <a:pt x="1345204" y="2327866"/>
                </a:moveTo>
                <a:lnTo>
                  <a:pt x="1345631" y="2313902"/>
                </a:lnTo>
                <a:lnTo>
                  <a:pt x="1346118" y="2293730"/>
                </a:lnTo>
                <a:lnTo>
                  <a:pt x="1346111" y="2244434"/>
                </a:lnTo>
                <a:moveTo>
                  <a:pt x="1345913" y="2238523"/>
                </a:moveTo>
                <a:lnTo>
                  <a:pt x="1344976" y="2224841"/>
                </a:lnTo>
                <a:lnTo>
                  <a:pt x="1343330" y="2204707"/>
                </a:lnTo>
                <a:moveTo>
                  <a:pt x="1337342" y="2152121"/>
                </a:moveTo>
                <a:lnTo>
                  <a:pt x="1334996" y="2133305"/>
                </a:lnTo>
                <a:moveTo>
                  <a:pt x="1337342" y="2279698"/>
                </a:moveTo>
                <a:lnTo>
                  <a:pt x="1337480" y="2286211"/>
                </a:lnTo>
                <a:moveTo>
                  <a:pt x="1336390" y="2292330"/>
                </a:moveTo>
                <a:lnTo>
                  <a:pt x="1336466" y="2295859"/>
                </a:lnTo>
                <a:lnTo>
                  <a:pt x="1336040" y="2327003"/>
                </a:lnTo>
                <a:moveTo>
                  <a:pt x="1335722" y="2333019"/>
                </a:moveTo>
                <a:lnTo>
                  <a:pt x="1335432" y="2338512"/>
                </a:lnTo>
                <a:lnTo>
                  <a:pt x="1335130" y="2344259"/>
                </a:lnTo>
                <a:moveTo>
                  <a:pt x="1341030" y="2434844"/>
                </a:moveTo>
                <a:lnTo>
                  <a:pt x="1341041" y="2434565"/>
                </a:lnTo>
                <a:moveTo>
                  <a:pt x="1341049" y="2434345"/>
                </a:moveTo>
                <a:lnTo>
                  <a:pt x="1342027" y="2402864"/>
                </a:lnTo>
                <a:moveTo>
                  <a:pt x="1331271" y="2379195"/>
                </a:moveTo>
                <a:lnTo>
                  <a:pt x="1330806" y="2399824"/>
                </a:lnTo>
                <a:moveTo>
                  <a:pt x="1335118" y="2440260"/>
                </a:moveTo>
                <a:lnTo>
                  <a:pt x="1334966" y="2440260"/>
                </a:lnTo>
                <a:moveTo>
                  <a:pt x="1337091" y="2442599"/>
                </a:moveTo>
                <a:lnTo>
                  <a:pt x="1337183" y="2442720"/>
                </a:lnTo>
                <a:moveTo>
                  <a:pt x="1327573" y="2453252"/>
                </a:moveTo>
                <a:lnTo>
                  <a:pt x="1327565" y="2453404"/>
                </a:lnTo>
                <a:moveTo>
                  <a:pt x="1327565" y="2453347"/>
                </a:moveTo>
                <a:lnTo>
                  <a:pt x="1324343" y="2494084"/>
                </a:lnTo>
                <a:moveTo>
                  <a:pt x="1794248" y="2387197"/>
                </a:moveTo>
                <a:lnTo>
                  <a:pt x="1833297" y="2383712"/>
                </a:lnTo>
                <a:lnTo>
                  <a:pt x="1859282" y="2385030"/>
                </a:lnTo>
                <a:lnTo>
                  <a:pt x="1890728" y="2386066"/>
                </a:lnTo>
                <a:lnTo>
                  <a:pt x="1911407" y="2387117"/>
                </a:lnTo>
                <a:moveTo>
                  <a:pt x="799573" y="580277"/>
                </a:moveTo>
                <a:lnTo>
                  <a:pt x="798796" y="580384"/>
                </a:lnTo>
                <a:lnTo>
                  <a:pt x="775417" y="582829"/>
                </a:lnTo>
                <a:lnTo>
                  <a:pt x="772179" y="581481"/>
                </a:lnTo>
                <a:lnTo>
                  <a:pt x="769048" y="579614"/>
                </a:lnTo>
                <a:moveTo>
                  <a:pt x="765849" y="570778"/>
                </a:moveTo>
                <a:lnTo>
                  <a:pt x="764523" y="553576"/>
                </a:lnTo>
                <a:moveTo>
                  <a:pt x="763845" y="542729"/>
                </a:moveTo>
                <a:lnTo>
                  <a:pt x="763761" y="541037"/>
                </a:lnTo>
                <a:moveTo>
                  <a:pt x="757347" y="547292"/>
                </a:moveTo>
                <a:lnTo>
                  <a:pt x="701249" y="549577"/>
                </a:lnTo>
                <a:lnTo>
                  <a:pt x="701851" y="573832"/>
                </a:lnTo>
                <a:moveTo>
                  <a:pt x="702064" y="584764"/>
                </a:moveTo>
                <a:lnTo>
                  <a:pt x="702148" y="590493"/>
                </a:lnTo>
                <a:moveTo>
                  <a:pt x="708798" y="580292"/>
                </a:moveTo>
                <a:lnTo>
                  <a:pt x="759572" y="577893"/>
                </a:lnTo>
                <a:moveTo>
                  <a:pt x="1122655" y="1077946"/>
                </a:moveTo>
                <a:lnTo>
                  <a:pt x="1099817" y="1078312"/>
                </a:lnTo>
                <a:lnTo>
                  <a:pt x="1093662" y="1078357"/>
                </a:lnTo>
                <a:moveTo>
                  <a:pt x="1123684" y="1039239"/>
                </a:moveTo>
                <a:lnTo>
                  <a:pt x="1122533" y="1050384"/>
                </a:lnTo>
                <a:lnTo>
                  <a:pt x="1120301" y="1059015"/>
                </a:lnTo>
                <a:lnTo>
                  <a:pt x="1117757" y="1064546"/>
                </a:lnTo>
                <a:lnTo>
                  <a:pt x="1114024" y="1068667"/>
                </a:lnTo>
                <a:lnTo>
                  <a:pt x="1106787" y="1072194"/>
                </a:lnTo>
                <a:lnTo>
                  <a:pt x="1100708" y="1075234"/>
                </a:lnTo>
                <a:lnTo>
                  <a:pt x="1093639" y="1075828"/>
                </a:lnTo>
                <a:moveTo>
                  <a:pt x="1079172" y="1096655"/>
                </a:moveTo>
                <a:lnTo>
                  <a:pt x="1098476" y="1094538"/>
                </a:lnTo>
                <a:lnTo>
                  <a:pt x="1107861" y="1097227"/>
                </a:lnTo>
                <a:lnTo>
                  <a:pt x="1113803" y="1098857"/>
                </a:lnTo>
                <a:lnTo>
                  <a:pt x="1115814" y="1099939"/>
                </a:lnTo>
                <a:lnTo>
                  <a:pt x="1120225" y="1102171"/>
                </a:lnTo>
                <a:lnTo>
                  <a:pt x="1123828" y="1105591"/>
                </a:lnTo>
                <a:lnTo>
                  <a:pt x="1125040" y="1106886"/>
                </a:lnTo>
                <a:moveTo>
                  <a:pt x="933358" y="1084177"/>
                </a:moveTo>
                <a:lnTo>
                  <a:pt x="990820" y="1085815"/>
                </a:lnTo>
                <a:lnTo>
                  <a:pt x="998263" y="1086089"/>
                </a:lnTo>
                <a:moveTo>
                  <a:pt x="1004220" y="1089975"/>
                </a:moveTo>
                <a:lnTo>
                  <a:pt x="1041384" y="1091357"/>
                </a:lnTo>
                <a:lnTo>
                  <a:pt x="1075967" y="1093170"/>
                </a:lnTo>
                <a:moveTo>
                  <a:pt x="978197" y="313480"/>
                </a:moveTo>
                <a:lnTo>
                  <a:pt x="976613" y="372598"/>
                </a:lnTo>
                <a:lnTo>
                  <a:pt x="974929" y="411000"/>
                </a:lnTo>
                <a:lnTo>
                  <a:pt x="972705" y="455245"/>
                </a:lnTo>
                <a:lnTo>
                  <a:pt x="970770" y="508913"/>
                </a:lnTo>
                <a:lnTo>
                  <a:pt x="970153" y="523173"/>
                </a:lnTo>
                <a:lnTo>
                  <a:pt x="970145" y="556243"/>
                </a:lnTo>
                <a:lnTo>
                  <a:pt x="969833" y="583195"/>
                </a:lnTo>
                <a:lnTo>
                  <a:pt x="971090" y="603009"/>
                </a:lnTo>
                <a:lnTo>
                  <a:pt x="972895" y="623295"/>
                </a:lnTo>
                <a:lnTo>
                  <a:pt x="976963" y="647406"/>
                </a:lnTo>
                <a:lnTo>
                  <a:pt x="981206" y="661141"/>
                </a:lnTo>
                <a:lnTo>
                  <a:pt x="986973" y="679294"/>
                </a:lnTo>
                <a:lnTo>
                  <a:pt x="997973" y="708006"/>
                </a:lnTo>
                <a:lnTo>
                  <a:pt x="1002129" y="717650"/>
                </a:lnTo>
                <a:moveTo>
                  <a:pt x="977596" y="235202"/>
                </a:moveTo>
                <a:lnTo>
                  <a:pt x="977123" y="307351"/>
                </a:lnTo>
                <a:moveTo>
                  <a:pt x="1008642" y="730346"/>
                </a:moveTo>
                <a:lnTo>
                  <a:pt x="1016698" y="744161"/>
                </a:lnTo>
                <a:lnTo>
                  <a:pt x="1037586" y="775882"/>
                </a:lnTo>
                <a:lnTo>
                  <a:pt x="1074282" y="829900"/>
                </a:lnTo>
                <a:lnTo>
                  <a:pt x="1094004" y="861606"/>
                </a:lnTo>
                <a:lnTo>
                  <a:pt x="1109172" y="895399"/>
                </a:lnTo>
                <a:lnTo>
                  <a:pt x="1121246" y="934105"/>
                </a:lnTo>
                <a:lnTo>
                  <a:pt x="1125695" y="953447"/>
                </a:lnTo>
                <a:lnTo>
                  <a:pt x="1126658" y="960379"/>
                </a:lnTo>
                <a:moveTo>
                  <a:pt x="1125082" y="966748"/>
                </a:moveTo>
                <a:lnTo>
                  <a:pt x="1125912" y="972760"/>
                </a:lnTo>
                <a:lnTo>
                  <a:pt x="1127342" y="993420"/>
                </a:lnTo>
                <a:lnTo>
                  <a:pt x="1127965" y="1018307"/>
                </a:lnTo>
                <a:lnTo>
                  <a:pt x="1127378" y="1038163"/>
                </a:lnTo>
                <a:moveTo>
                  <a:pt x="997021" y="206010"/>
                </a:moveTo>
                <a:lnTo>
                  <a:pt x="997448" y="199634"/>
                </a:lnTo>
                <a:lnTo>
                  <a:pt x="997615" y="183797"/>
                </a:lnTo>
                <a:lnTo>
                  <a:pt x="999581" y="131424"/>
                </a:lnTo>
                <a:moveTo>
                  <a:pt x="1684611" y="1851870"/>
                </a:moveTo>
                <a:lnTo>
                  <a:pt x="1505385" y="1838775"/>
                </a:lnTo>
                <a:lnTo>
                  <a:pt x="1447444" y="1836527"/>
                </a:lnTo>
                <a:lnTo>
                  <a:pt x="1371394" y="1834790"/>
                </a:lnTo>
                <a:lnTo>
                  <a:pt x="1357164" y="1834897"/>
                </a:lnTo>
                <a:moveTo>
                  <a:pt x="2366747" y="480544"/>
                </a:moveTo>
                <a:lnTo>
                  <a:pt x="2373443" y="480353"/>
                </a:lnTo>
                <a:lnTo>
                  <a:pt x="2406315" y="480231"/>
                </a:lnTo>
                <a:lnTo>
                  <a:pt x="2469566" y="480475"/>
                </a:lnTo>
                <a:lnTo>
                  <a:pt x="2505827" y="480567"/>
                </a:lnTo>
                <a:lnTo>
                  <a:pt x="2521238" y="481092"/>
                </a:lnTo>
                <a:lnTo>
                  <a:pt x="2533777" y="482479"/>
                </a:lnTo>
                <a:lnTo>
                  <a:pt x="2548624" y="485473"/>
                </a:lnTo>
                <a:lnTo>
                  <a:pt x="2556478" y="487507"/>
                </a:lnTo>
                <a:moveTo>
                  <a:pt x="2225055" y="222267"/>
                </a:moveTo>
                <a:lnTo>
                  <a:pt x="2226601" y="228460"/>
                </a:lnTo>
                <a:lnTo>
                  <a:pt x="2230326" y="230372"/>
                </a:lnTo>
                <a:moveTo>
                  <a:pt x="2260112" y="228430"/>
                </a:moveTo>
                <a:lnTo>
                  <a:pt x="2257156" y="227325"/>
                </a:lnTo>
                <a:lnTo>
                  <a:pt x="2252456" y="226099"/>
                </a:lnTo>
                <a:lnTo>
                  <a:pt x="2247329" y="223189"/>
                </a:lnTo>
                <a:lnTo>
                  <a:pt x="2244389" y="221604"/>
                </a:lnTo>
                <a:lnTo>
                  <a:pt x="2241105" y="217765"/>
                </a:lnTo>
                <a:lnTo>
                  <a:pt x="2240321" y="216462"/>
                </a:lnTo>
                <a:moveTo>
                  <a:pt x="2159983" y="72637"/>
                </a:moveTo>
                <a:lnTo>
                  <a:pt x="2188108" y="78350"/>
                </a:lnTo>
                <a:lnTo>
                  <a:pt x="2196145" y="79805"/>
                </a:lnTo>
                <a:lnTo>
                  <a:pt x="2202688" y="81534"/>
                </a:lnTo>
                <a:lnTo>
                  <a:pt x="2208379" y="83652"/>
                </a:lnTo>
                <a:lnTo>
                  <a:pt x="2212851" y="85678"/>
                </a:lnTo>
                <a:lnTo>
                  <a:pt x="2216629" y="87842"/>
                </a:lnTo>
                <a:lnTo>
                  <a:pt x="2218732" y="89883"/>
                </a:lnTo>
                <a:lnTo>
                  <a:pt x="2220225" y="91910"/>
                </a:lnTo>
                <a:lnTo>
                  <a:pt x="2222358" y="96861"/>
                </a:lnTo>
                <a:lnTo>
                  <a:pt x="2221253" y="104281"/>
                </a:lnTo>
                <a:moveTo>
                  <a:pt x="2241205" y="470648"/>
                </a:moveTo>
                <a:lnTo>
                  <a:pt x="2236520" y="467075"/>
                </a:lnTo>
                <a:lnTo>
                  <a:pt x="2235750" y="466489"/>
                </a:lnTo>
                <a:lnTo>
                  <a:pt x="2233350" y="462931"/>
                </a:lnTo>
                <a:lnTo>
                  <a:pt x="2232939" y="461750"/>
                </a:lnTo>
                <a:moveTo>
                  <a:pt x="2345463" y="522069"/>
                </a:moveTo>
                <a:lnTo>
                  <a:pt x="2335918" y="521825"/>
                </a:lnTo>
                <a:lnTo>
                  <a:pt x="2331880" y="523402"/>
                </a:lnTo>
                <a:lnTo>
                  <a:pt x="2329427" y="525946"/>
                </a:lnTo>
                <a:lnTo>
                  <a:pt x="2328620" y="529664"/>
                </a:lnTo>
                <a:lnTo>
                  <a:pt x="2329580" y="533747"/>
                </a:lnTo>
                <a:lnTo>
                  <a:pt x="2333008" y="536246"/>
                </a:lnTo>
                <a:lnTo>
                  <a:pt x="2349797" y="537107"/>
                </a:lnTo>
                <a:moveTo>
                  <a:pt x="2243536" y="109591"/>
                </a:moveTo>
                <a:lnTo>
                  <a:pt x="2245303" y="99200"/>
                </a:lnTo>
                <a:lnTo>
                  <a:pt x="2248228" y="94302"/>
                </a:lnTo>
                <a:lnTo>
                  <a:pt x="2251016" y="88566"/>
                </a:lnTo>
                <a:lnTo>
                  <a:pt x="2253081" y="86181"/>
                </a:lnTo>
                <a:lnTo>
                  <a:pt x="2257964" y="83317"/>
                </a:lnTo>
                <a:lnTo>
                  <a:pt x="2264401" y="80353"/>
                </a:lnTo>
                <a:lnTo>
                  <a:pt x="2271729" y="77497"/>
                </a:lnTo>
                <a:lnTo>
                  <a:pt x="2283926" y="73993"/>
                </a:lnTo>
                <a:lnTo>
                  <a:pt x="2295383" y="71121"/>
                </a:lnTo>
                <a:lnTo>
                  <a:pt x="2323409" y="61895"/>
                </a:lnTo>
                <a:moveTo>
                  <a:pt x="1243551" y="1786920"/>
                </a:moveTo>
                <a:lnTo>
                  <a:pt x="1248807" y="1799047"/>
                </a:lnTo>
                <a:lnTo>
                  <a:pt x="1248983" y="1804799"/>
                </a:lnTo>
                <a:lnTo>
                  <a:pt x="1248160" y="1809872"/>
                </a:lnTo>
                <a:lnTo>
                  <a:pt x="1246362" y="1814946"/>
                </a:lnTo>
                <a:lnTo>
                  <a:pt x="1244854" y="1819364"/>
                </a:lnTo>
                <a:lnTo>
                  <a:pt x="1243300" y="1824072"/>
                </a:lnTo>
                <a:lnTo>
                  <a:pt x="1243041" y="1824864"/>
                </a:lnTo>
                <a:lnTo>
                  <a:pt x="1241289" y="1828323"/>
                </a:lnTo>
                <a:lnTo>
                  <a:pt x="1238721" y="1832025"/>
                </a:lnTo>
                <a:lnTo>
                  <a:pt x="1234958" y="1834737"/>
                </a:lnTo>
                <a:lnTo>
                  <a:pt x="1231401" y="1834935"/>
                </a:lnTo>
                <a:moveTo>
                  <a:pt x="1289959" y="1891064"/>
                </a:moveTo>
                <a:lnTo>
                  <a:pt x="1287194" y="1867547"/>
                </a:lnTo>
                <a:lnTo>
                  <a:pt x="1288710" y="1862748"/>
                </a:lnTo>
                <a:lnTo>
                  <a:pt x="1289883" y="1860386"/>
                </a:lnTo>
                <a:lnTo>
                  <a:pt x="1291239" y="1858246"/>
                </a:lnTo>
                <a:lnTo>
                  <a:pt x="1292062" y="1857408"/>
                </a:lnTo>
                <a:lnTo>
                  <a:pt x="1293722" y="1855823"/>
                </a:lnTo>
                <a:moveTo>
                  <a:pt x="1293844" y="1855701"/>
                </a:moveTo>
                <a:lnTo>
                  <a:pt x="1294423" y="1855100"/>
                </a:lnTo>
                <a:lnTo>
                  <a:pt x="1295536" y="1854109"/>
                </a:lnTo>
                <a:moveTo>
                  <a:pt x="1220835" y="1856296"/>
                </a:moveTo>
                <a:lnTo>
                  <a:pt x="1242203" y="1857202"/>
                </a:lnTo>
                <a:lnTo>
                  <a:pt x="1251618" y="1859823"/>
                </a:lnTo>
                <a:lnTo>
                  <a:pt x="1258238" y="1862184"/>
                </a:lnTo>
                <a:lnTo>
                  <a:pt x="1260402" y="1862977"/>
                </a:lnTo>
                <a:lnTo>
                  <a:pt x="1263617" y="1864294"/>
                </a:lnTo>
                <a:lnTo>
                  <a:pt x="1265811" y="1865589"/>
                </a:lnTo>
                <a:lnTo>
                  <a:pt x="1267532" y="1867570"/>
                </a:lnTo>
                <a:lnTo>
                  <a:pt x="1266390" y="1871250"/>
                </a:lnTo>
                <a:moveTo>
                  <a:pt x="1539597" y="1114108"/>
                </a:moveTo>
                <a:lnTo>
                  <a:pt x="1536977" y="1113247"/>
                </a:lnTo>
                <a:lnTo>
                  <a:pt x="1509545" y="1104212"/>
                </a:lnTo>
                <a:lnTo>
                  <a:pt x="1468652" y="1094195"/>
                </a:lnTo>
                <a:lnTo>
                  <a:pt x="1425679" y="1087293"/>
                </a:lnTo>
                <a:moveTo>
                  <a:pt x="623638" y="1862131"/>
                </a:moveTo>
                <a:lnTo>
                  <a:pt x="599710" y="1865917"/>
                </a:lnTo>
                <a:lnTo>
                  <a:pt x="546461" y="1866793"/>
                </a:lnTo>
                <a:lnTo>
                  <a:pt x="541274" y="1867433"/>
                </a:lnTo>
                <a:lnTo>
                  <a:pt x="538516" y="1868827"/>
                </a:lnTo>
                <a:lnTo>
                  <a:pt x="536291" y="1870236"/>
                </a:lnTo>
                <a:lnTo>
                  <a:pt x="533480" y="1873504"/>
                </a:lnTo>
                <a:moveTo>
                  <a:pt x="1792526" y="1255862"/>
                </a:moveTo>
                <a:lnTo>
                  <a:pt x="1764096" y="1234966"/>
                </a:lnTo>
                <a:lnTo>
                  <a:pt x="1738287" y="1216150"/>
                </a:lnTo>
                <a:moveTo>
                  <a:pt x="1729222" y="1209766"/>
                </a:moveTo>
                <a:lnTo>
                  <a:pt x="1711868" y="1197966"/>
                </a:lnTo>
                <a:lnTo>
                  <a:pt x="1697166" y="1187956"/>
                </a:lnTo>
                <a:lnTo>
                  <a:pt x="1680993" y="1178281"/>
                </a:lnTo>
                <a:moveTo>
                  <a:pt x="1778997" y="1673863"/>
                </a:moveTo>
                <a:lnTo>
                  <a:pt x="1780216" y="1673055"/>
                </a:lnTo>
                <a:lnTo>
                  <a:pt x="1804898" y="1652845"/>
                </a:lnTo>
                <a:lnTo>
                  <a:pt x="1867829" y="1584360"/>
                </a:lnTo>
                <a:moveTo>
                  <a:pt x="1875348" y="1576270"/>
                </a:moveTo>
                <a:lnTo>
                  <a:pt x="1898072" y="1552114"/>
                </a:lnTo>
                <a:lnTo>
                  <a:pt x="1921299" y="1525695"/>
                </a:lnTo>
                <a:lnTo>
                  <a:pt x="1939430" y="1503412"/>
                </a:lnTo>
                <a:lnTo>
                  <a:pt x="1959731" y="1473009"/>
                </a:lnTo>
                <a:lnTo>
                  <a:pt x="1964378" y="1464378"/>
                </a:lnTo>
                <a:moveTo>
                  <a:pt x="1969307" y="1454254"/>
                </a:moveTo>
                <a:lnTo>
                  <a:pt x="1983271" y="1422594"/>
                </a:lnTo>
                <a:lnTo>
                  <a:pt x="1985906" y="1415014"/>
                </a:lnTo>
                <a:lnTo>
                  <a:pt x="1988893" y="1407183"/>
                </a:lnTo>
                <a:lnTo>
                  <a:pt x="1998095" y="1382974"/>
                </a:lnTo>
                <a:moveTo>
                  <a:pt x="1671737" y="1172568"/>
                </a:moveTo>
                <a:lnTo>
                  <a:pt x="1670998" y="1172103"/>
                </a:lnTo>
                <a:lnTo>
                  <a:pt x="1652624" y="1161826"/>
                </a:lnTo>
                <a:lnTo>
                  <a:pt x="1630113" y="1150384"/>
                </a:lnTo>
                <a:lnTo>
                  <a:pt x="1606307" y="1139293"/>
                </a:lnTo>
                <a:lnTo>
                  <a:pt x="1581161" y="1128308"/>
                </a:lnTo>
                <a:lnTo>
                  <a:pt x="1549988" y="1117597"/>
                </a:lnTo>
                <a:moveTo>
                  <a:pt x="1492740" y="2440785"/>
                </a:moveTo>
                <a:lnTo>
                  <a:pt x="1510710" y="2438081"/>
                </a:lnTo>
                <a:lnTo>
                  <a:pt x="1538790" y="2433472"/>
                </a:lnTo>
                <a:moveTo>
                  <a:pt x="2777953" y="1727173"/>
                </a:moveTo>
                <a:lnTo>
                  <a:pt x="2786752" y="1756936"/>
                </a:lnTo>
                <a:lnTo>
                  <a:pt x="2792320" y="1786828"/>
                </a:lnTo>
                <a:lnTo>
                  <a:pt x="2789471" y="1843216"/>
                </a:lnTo>
                <a:lnTo>
                  <a:pt x="2789068" y="1879789"/>
                </a:lnTo>
                <a:moveTo>
                  <a:pt x="2783217" y="1721231"/>
                </a:moveTo>
                <a:lnTo>
                  <a:pt x="2821695" y="1710642"/>
                </a:lnTo>
                <a:lnTo>
                  <a:pt x="2852791" y="1703984"/>
                </a:lnTo>
                <a:lnTo>
                  <a:pt x="2887849" y="1703169"/>
                </a:lnTo>
                <a:lnTo>
                  <a:pt x="2918313" y="1706787"/>
                </a:lnTo>
                <a:lnTo>
                  <a:pt x="2942118" y="1714542"/>
                </a:lnTo>
                <a:lnTo>
                  <a:pt x="2958146" y="1720857"/>
                </a:lnTo>
                <a:lnTo>
                  <a:pt x="2971714" y="1730136"/>
                </a:lnTo>
                <a:moveTo>
                  <a:pt x="2788892" y="1890774"/>
                </a:moveTo>
                <a:lnTo>
                  <a:pt x="2787483" y="1957773"/>
                </a:lnTo>
                <a:lnTo>
                  <a:pt x="2790370" y="1964393"/>
                </a:lnTo>
                <a:lnTo>
                  <a:pt x="2798377" y="1966717"/>
                </a:lnTo>
                <a:lnTo>
                  <a:pt x="2845630" y="1971676"/>
                </a:lnTo>
                <a:moveTo>
                  <a:pt x="2839048" y="912455"/>
                </a:moveTo>
                <a:lnTo>
                  <a:pt x="2861095" y="912105"/>
                </a:lnTo>
                <a:lnTo>
                  <a:pt x="2882509" y="911769"/>
                </a:lnTo>
                <a:lnTo>
                  <a:pt x="2884360" y="911762"/>
                </a:lnTo>
                <a:lnTo>
                  <a:pt x="2934013" y="915098"/>
                </a:lnTo>
                <a:lnTo>
                  <a:pt x="2945851" y="916355"/>
                </a:lnTo>
                <a:moveTo>
                  <a:pt x="2956684" y="917605"/>
                </a:moveTo>
                <a:lnTo>
                  <a:pt x="2980893" y="920667"/>
                </a:lnTo>
                <a:lnTo>
                  <a:pt x="3046887" y="929009"/>
                </a:lnTo>
                <a:lnTo>
                  <a:pt x="3058314" y="930616"/>
                </a:lnTo>
                <a:lnTo>
                  <a:pt x="3076826" y="933770"/>
                </a:lnTo>
                <a:lnTo>
                  <a:pt x="3089090" y="936329"/>
                </a:lnTo>
                <a:lnTo>
                  <a:pt x="3094469" y="937739"/>
                </a:lnTo>
                <a:lnTo>
                  <a:pt x="3110298" y="941883"/>
                </a:lnTo>
                <a:lnTo>
                  <a:pt x="3130318" y="949394"/>
                </a:lnTo>
                <a:lnTo>
                  <a:pt x="3145067" y="954353"/>
                </a:lnTo>
                <a:moveTo>
                  <a:pt x="2212138" y="484151"/>
                </a:moveTo>
                <a:lnTo>
                  <a:pt x="2212081" y="485107"/>
                </a:lnTo>
                <a:lnTo>
                  <a:pt x="2206353" y="667464"/>
                </a:lnTo>
                <a:lnTo>
                  <a:pt x="2206779" y="710931"/>
                </a:lnTo>
                <a:lnTo>
                  <a:pt x="2210946" y="766481"/>
                </a:lnTo>
                <a:lnTo>
                  <a:pt x="2214412" y="792260"/>
                </a:lnTo>
                <a:lnTo>
                  <a:pt x="2224156" y="840862"/>
                </a:lnTo>
                <a:lnTo>
                  <a:pt x="2231850" y="871966"/>
                </a:lnTo>
                <a:lnTo>
                  <a:pt x="2250590" y="929374"/>
                </a:lnTo>
                <a:lnTo>
                  <a:pt x="2261034" y="961362"/>
                </a:lnTo>
                <a:lnTo>
                  <a:pt x="2261624" y="963160"/>
                </a:lnTo>
                <a:moveTo>
                  <a:pt x="2267277" y="979911"/>
                </a:moveTo>
                <a:lnTo>
                  <a:pt x="2284307" y="1029626"/>
                </a:lnTo>
                <a:lnTo>
                  <a:pt x="2292602" y="1055359"/>
                </a:lnTo>
                <a:lnTo>
                  <a:pt x="2300319" y="1084040"/>
                </a:lnTo>
                <a:lnTo>
                  <a:pt x="2306383" y="1109812"/>
                </a:lnTo>
                <a:lnTo>
                  <a:pt x="2315068" y="1155938"/>
                </a:lnTo>
                <a:lnTo>
                  <a:pt x="2318739" y="1180757"/>
                </a:lnTo>
                <a:lnTo>
                  <a:pt x="2321726" y="1206764"/>
                </a:lnTo>
                <a:lnTo>
                  <a:pt x="2324133" y="1238112"/>
                </a:lnTo>
                <a:lnTo>
                  <a:pt x="2325001" y="1265300"/>
                </a:lnTo>
                <a:lnTo>
                  <a:pt x="2325253" y="1292435"/>
                </a:lnTo>
                <a:lnTo>
                  <a:pt x="2324323" y="1320080"/>
                </a:lnTo>
                <a:lnTo>
                  <a:pt x="2323687" y="1327725"/>
                </a:lnTo>
                <a:moveTo>
                  <a:pt x="2321969" y="1333694"/>
                </a:moveTo>
                <a:lnTo>
                  <a:pt x="2320530" y="1350963"/>
                </a:lnTo>
                <a:lnTo>
                  <a:pt x="2317101" y="1375836"/>
                </a:lnTo>
                <a:lnTo>
                  <a:pt x="2311746" y="1405949"/>
                </a:lnTo>
                <a:moveTo>
                  <a:pt x="2308204" y="1411899"/>
                </a:moveTo>
                <a:lnTo>
                  <a:pt x="2304044" y="1435095"/>
                </a:lnTo>
                <a:moveTo>
                  <a:pt x="638447" y="2380848"/>
                </a:moveTo>
                <a:lnTo>
                  <a:pt x="635575" y="2385510"/>
                </a:lnTo>
                <a:lnTo>
                  <a:pt x="632422" y="2391254"/>
                </a:lnTo>
                <a:lnTo>
                  <a:pt x="628643" y="2396465"/>
                </a:lnTo>
                <a:lnTo>
                  <a:pt x="624865" y="2399382"/>
                </a:lnTo>
                <a:lnTo>
                  <a:pt x="620827" y="2401454"/>
                </a:lnTo>
                <a:lnTo>
                  <a:pt x="617376" y="2403397"/>
                </a:lnTo>
                <a:moveTo>
                  <a:pt x="663472" y="2408181"/>
                </a:moveTo>
                <a:lnTo>
                  <a:pt x="662154" y="2407404"/>
                </a:lnTo>
                <a:lnTo>
                  <a:pt x="655481" y="2401919"/>
                </a:lnTo>
                <a:lnTo>
                  <a:pt x="650072" y="2395330"/>
                </a:lnTo>
                <a:lnTo>
                  <a:pt x="646964" y="2389083"/>
                </a:lnTo>
                <a:lnTo>
                  <a:pt x="646225" y="2386348"/>
                </a:lnTo>
                <a:moveTo>
                  <a:pt x="2288961" y="2551504"/>
                </a:moveTo>
                <a:lnTo>
                  <a:pt x="2303237" y="2557255"/>
                </a:lnTo>
                <a:lnTo>
                  <a:pt x="2319730" y="2556257"/>
                </a:lnTo>
                <a:lnTo>
                  <a:pt x="2334585" y="2555016"/>
                </a:lnTo>
                <a:lnTo>
                  <a:pt x="2347733" y="2552875"/>
                </a:lnTo>
                <a:lnTo>
                  <a:pt x="2373177" y="2549058"/>
                </a:lnTo>
                <a:lnTo>
                  <a:pt x="2443878" y="2539887"/>
                </a:lnTo>
                <a:lnTo>
                  <a:pt x="2479233" y="2535102"/>
                </a:lnTo>
                <a:lnTo>
                  <a:pt x="2495482" y="2533381"/>
                </a:lnTo>
                <a:lnTo>
                  <a:pt x="2511281" y="2532969"/>
                </a:lnTo>
                <a:lnTo>
                  <a:pt x="2523980" y="2533807"/>
                </a:lnTo>
                <a:lnTo>
                  <a:pt x="2564393" y="2535179"/>
                </a:lnTo>
                <a:moveTo>
                  <a:pt x="2575599" y="2536062"/>
                </a:moveTo>
                <a:lnTo>
                  <a:pt x="2589860" y="2537784"/>
                </a:lnTo>
                <a:lnTo>
                  <a:pt x="2598133" y="2539140"/>
                </a:lnTo>
                <a:lnTo>
                  <a:pt x="2606345" y="2540488"/>
                </a:lnTo>
                <a:lnTo>
                  <a:pt x="2636222" y="2545905"/>
                </a:lnTo>
                <a:moveTo>
                  <a:pt x="2508211" y="2171806"/>
                </a:moveTo>
                <a:lnTo>
                  <a:pt x="2522373" y="2146590"/>
                </a:lnTo>
                <a:moveTo>
                  <a:pt x="2217147" y="2054566"/>
                </a:moveTo>
                <a:lnTo>
                  <a:pt x="2226692" y="1985053"/>
                </a:lnTo>
                <a:moveTo>
                  <a:pt x="2356806" y="2064790"/>
                </a:moveTo>
                <a:lnTo>
                  <a:pt x="2366511" y="2004022"/>
                </a:lnTo>
                <a:lnTo>
                  <a:pt x="2367905" y="2001188"/>
                </a:lnTo>
                <a:lnTo>
                  <a:pt x="2370716" y="1999649"/>
                </a:lnTo>
                <a:lnTo>
                  <a:pt x="2395855" y="2003252"/>
                </a:lnTo>
                <a:lnTo>
                  <a:pt x="2418358" y="2006475"/>
                </a:lnTo>
                <a:lnTo>
                  <a:pt x="2421847" y="2009758"/>
                </a:lnTo>
                <a:lnTo>
                  <a:pt x="2422503" y="2013902"/>
                </a:lnTo>
                <a:lnTo>
                  <a:pt x="2417200" y="2054764"/>
                </a:lnTo>
                <a:lnTo>
                  <a:pt x="2414808" y="2067037"/>
                </a:lnTo>
                <a:lnTo>
                  <a:pt x="2409674" y="2080551"/>
                </a:lnTo>
                <a:lnTo>
                  <a:pt x="2408463" y="2082981"/>
                </a:lnTo>
                <a:moveTo>
                  <a:pt x="2651351" y="2209750"/>
                </a:moveTo>
                <a:lnTo>
                  <a:pt x="2646316" y="2274434"/>
                </a:lnTo>
                <a:lnTo>
                  <a:pt x="2493699" y="2269939"/>
                </a:lnTo>
                <a:lnTo>
                  <a:pt x="2490904" y="2345752"/>
                </a:lnTo>
                <a:lnTo>
                  <a:pt x="2691109" y="2347718"/>
                </a:lnTo>
                <a:lnTo>
                  <a:pt x="2716134" y="2284307"/>
                </a:lnTo>
                <a:lnTo>
                  <a:pt x="2722076" y="2215167"/>
                </a:lnTo>
                <a:moveTo>
                  <a:pt x="1326022" y="2413932"/>
                </a:moveTo>
                <a:lnTo>
                  <a:pt x="1325908" y="2414580"/>
                </a:lnTo>
                <a:lnTo>
                  <a:pt x="1322480" y="2423150"/>
                </a:lnTo>
                <a:lnTo>
                  <a:pt x="1318526" y="2428673"/>
                </a:lnTo>
                <a:lnTo>
                  <a:pt x="1315586" y="2431743"/>
                </a:lnTo>
                <a:lnTo>
                  <a:pt x="1305911" y="2436695"/>
                </a:lnTo>
                <a:lnTo>
                  <a:pt x="1300693" y="2435819"/>
                </a:lnTo>
                <a:moveTo>
                  <a:pt x="1347752" y="2446933"/>
                </a:moveTo>
                <a:lnTo>
                  <a:pt x="1350864" y="2446979"/>
                </a:lnTo>
                <a:moveTo>
                  <a:pt x="1351078" y="2446979"/>
                </a:moveTo>
                <a:lnTo>
                  <a:pt x="1362276" y="2446925"/>
                </a:lnTo>
                <a:lnTo>
                  <a:pt x="1368370" y="2446895"/>
                </a:lnTo>
                <a:lnTo>
                  <a:pt x="1385587" y="2446628"/>
                </a:lnTo>
                <a:lnTo>
                  <a:pt x="1407602" y="2446225"/>
                </a:lnTo>
                <a:lnTo>
                  <a:pt x="1419696" y="2445505"/>
                </a:lnTo>
                <a:moveTo>
                  <a:pt x="677702" y="163640"/>
                </a:moveTo>
                <a:lnTo>
                  <a:pt x="696077" y="166550"/>
                </a:lnTo>
                <a:lnTo>
                  <a:pt x="733633" y="169391"/>
                </a:lnTo>
                <a:lnTo>
                  <a:pt x="762505" y="172317"/>
                </a:lnTo>
                <a:lnTo>
                  <a:pt x="802201" y="178022"/>
                </a:lnTo>
                <a:lnTo>
                  <a:pt x="849128" y="187575"/>
                </a:lnTo>
                <a:lnTo>
                  <a:pt x="881344" y="195742"/>
                </a:lnTo>
                <a:moveTo>
                  <a:pt x="1358676" y="116062"/>
                </a:moveTo>
                <a:lnTo>
                  <a:pt x="1307579" y="120705"/>
                </a:lnTo>
                <a:lnTo>
                  <a:pt x="1298933" y="120865"/>
                </a:lnTo>
                <a:lnTo>
                  <a:pt x="1270282" y="122587"/>
                </a:lnTo>
                <a:lnTo>
                  <a:pt x="1225588" y="124697"/>
                </a:lnTo>
                <a:lnTo>
                  <a:pt x="1158749" y="124514"/>
                </a:lnTo>
                <a:lnTo>
                  <a:pt x="1122587" y="124164"/>
                </a:lnTo>
                <a:lnTo>
                  <a:pt x="1100678" y="124172"/>
                </a:lnTo>
                <a:lnTo>
                  <a:pt x="1042725" y="122153"/>
                </a:lnTo>
                <a:moveTo>
                  <a:pt x="2759442" y="2208790"/>
                </a:moveTo>
                <a:lnTo>
                  <a:pt x="2726662" y="2208417"/>
                </a:lnTo>
                <a:moveTo>
                  <a:pt x="2715936" y="2207937"/>
                </a:moveTo>
                <a:lnTo>
                  <a:pt x="2658558" y="2203565"/>
                </a:lnTo>
                <a:moveTo>
                  <a:pt x="2349645" y="2068347"/>
                </a:moveTo>
                <a:lnTo>
                  <a:pt x="2322312" y="2066603"/>
                </a:lnTo>
                <a:lnTo>
                  <a:pt x="2291505" y="2065109"/>
                </a:lnTo>
                <a:moveTo>
                  <a:pt x="2279721" y="2064561"/>
                </a:moveTo>
                <a:lnTo>
                  <a:pt x="2259708" y="2063677"/>
                </a:lnTo>
                <a:lnTo>
                  <a:pt x="2249348" y="2062420"/>
                </a:lnTo>
                <a:lnTo>
                  <a:pt x="2227287" y="2060028"/>
                </a:lnTo>
                <a:lnTo>
                  <a:pt x="2220834" y="2059297"/>
                </a:lnTo>
                <a:moveTo>
                  <a:pt x="2209956" y="2058261"/>
                </a:moveTo>
                <a:lnTo>
                  <a:pt x="2196739" y="2057225"/>
                </a:lnTo>
                <a:lnTo>
                  <a:pt x="2175995" y="2055960"/>
                </a:lnTo>
                <a:lnTo>
                  <a:pt x="2087102" y="2051001"/>
                </a:lnTo>
                <a:lnTo>
                  <a:pt x="2080757" y="2187704"/>
                </a:lnTo>
                <a:lnTo>
                  <a:pt x="2147367" y="2195924"/>
                </a:lnTo>
                <a:moveTo>
                  <a:pt x="2647596" y="2202757"/>
                </a:moveTo>
                <a:lnTo>
                  <a:pt x="2583796" y="2198156"/>
                </a:lnTo>
                <a:moveTo>
                  <a:pt x="2572811" y="2197051"/>
                </a:moveTo>
                <a:lnTo>
                  <a:pt x="2540907" y="2192907"/>
                </a:lnTo>
                <a:lnTo>
                  <a:pt x="2531309" y="2189129"/>
                </a:lnTo>
                <a:lnTo>
                  <a:pt x="2522815" y="2185792"/>
                </a:lnTo>
                <a:lnTo>
                  <a:pt x="2509704" y="2177763"/>
                </a:lnTo>
                <a:moveTo>
                  <a:pt x="2500281" y="2172240"/>
                </a:moveTo>
                <a:lnTo>
                  <a:pt x="2483453" y="2162778"/>
                </a:lnTo>
                <a:lnTo>
                  <a:pt x="2475203" y="2153340"/>
                </a:lnTo>
                <a:lnTo>
                  <a:pt x="2473748" y="2151672"/>
                </a:lnTo>
                <a:lnTo>
                  <a:pt x="2454856" y="2130044"/>
                </a:lnTo>
                <a:moveTo>
                  <a:pt x="2447901" y="2121322"/>
                </a:moveTo>
                <a:lnTo>
                  <a:pt x="2436001" y="2105180"/>
                </a:lnTo>
                <a:lnTo>
                  <a:pt x="2412173" y="2089989"/>
                </a:lnTo>
                <a:moveTo>
                  <a:pt x="2402879" y="2084962"/>
                </a:moveTo>
                <a:lnTo>
                  <a:pt x="2384741" y="2076719"/>
                </a:lnTo>
                <a:lnTo>
                  <a:pt x="2371105" y="2071646"/>
                </a:lnTo>
                <a:lnTo>
                  <a:pt x="2360249" y="2069657"/>
                </a:lnTo>
                <a:moveTo>
                  <a:pt x="2220842" y="2384779"/>
                </a:moveTo>
                <a:lnTo>
                  <a:pt x="2220865" y="2381572"/>
                </a:lnTo>
                <a:lnTo>
                  <a:pt x="2221726" y="2345882"/>
                </a:lnTo>
                <a:lnTo>
                  <a:pt x="2225535" y="2300974"/>
                </a:lnTo>
                <a:lnTo>
                  <a:pt x="2230029" y="2269574"/>
                </a:lnTo>
                <a:moveTo>
                  <a:pt x="2231949" y="2259030"/>
                </a:moveTo>
                <a:lnTo>
                  <a:pt x="2244244" y="2205126"/>
                </a:lnTo>
                <a:moveTo>
                  <a:pt x="2247200" y="2194926"/>
                </a:moveTo>
                <a:lnTo>
                  <a:pt x="2258787" y="2163563"/>
                </a:lnTo>
                <a:lnTo>
                  <a:pt x="2270777" y="2131103"/>
                </a:lnTo>
                <a:lnTo>
                  <a:pt x="2278220" y="2100769"/>
                </a:lnTo>
                <a:lnTo>
                  <a:pt x="2285411" y="2072194"/>
                </a:lnTo>
                <a:moveTo>
                  <a:pt x="2287773" y="2060546"/>
                </a:moveTo>
                <a:lnTo>
                  <a:pt x="2304022" y="1954315"/>
                </a:lnTo>
                <a:lnTo>
                  <a:pt x="2304425" y="1951687"/>
                </a:lnTo>
                <a:moveTo>
                  <a:pt x="2719653" y="2214961"/>
                </a:moveTo>
                <a:lnTo>
                  <a:pt x="2713742" y="2283743"/>
                </a:lnTo>
                <a:lnTo>
                  <a:pt x="2689464" y="2345265"/>
                </a:lnTo>
                <a:lnTo>
                  <a:pt x="2493433" y="2343345"/>
                </a:lnTo>
                <a:lnTo>
                  <a:pt x="2496046" y="2272453"/>
                </a:lnTo>
                <a:lnTo>
                  <a:pt x="2648571" y="2276932"/>
                </a:lnTo>
                <a:lnTo>
                  <a:pt x="2653782" y="2209941"/>
                </a:lnTo>
                <a:moveTo>
                  <a:pt x="672347" y="2414420"/>
                </a:moveTo>
                <a:lnTo>
                  <a:pt x="697554" y="2416911"/>
                </a:lnTo>
                <a:lnTo>
                  <a:pt x="708326" y="2418054"/>
                </a:lnTo>
                <a:lnTo>
                  <a:pt x="727813" y="2419455"/>
                </a:lnTo>
                <a:lnTo>
                  <a:pt x="735621" y="2420034"/>
                </a:lnTo>
                <a:lnTo>
                  <a:pt x="850103" y="2426769"/>
                </a:lnTo>
                <a:lnTo>
                  <a:pt x="867403" y="2427279"/>
                </a:lnTo>
                <a:lnTo>
                  <a:pt x="881275" y="2428102"/>
                </a:lnTo>
                <a:lnTo>
                  <a:pt x="965788" y="2429359"/>
                </a:lnTo>
                <a:lnTo>
                  <a:pt x="966961" y="2429351"/>
                </a:lnTo>
                <a:moveTo>
                  <a:pt x="2158604" y="2196846"/>
                </a:moveTo>
                <a:lnTo>
                  <a:pt x="2190279" y="2198103"/>
                </a:lnTo>
                <a:lnTo>
                  <a:pt x="2238363" y="2200007"/>
                </a:lnTo>
                <a:moveTo>
                  <a:pt x="2154604" y="2189746"/>
                </a:moveTo>
                <a:lnTo>
                  <a:pt x="2156707" y="2128208"/>
                </a:lnTo>
                <a:moveTo>
                  <a:pt x="3118899" y="1335019"/>
                </a:moveTo>
                <a:lnTo>
                  <a:pt x="3091018" y="1342142"/>
                </a:lnTo>
                <a:moveTo>
                  <a:pt x="3080094" y="1345928"/>
                </a:moveTo>
                <a:lnTo>
                  <a:pt x="3055633" y="1356776"/>
                </a:lnTo>
                <a:lnTo>
                  <a:pt x="3019189" y="1376178"/>
                </a:lnTo>
                <a:lnTo>
                  <a:pt x="2930798" y="1450400"/>
                </a:lnTo>
                <a:lnTo>
                  <a:pt x="2928962" y="1455938"/>
                </a:lnTo>
                <a:lnTo>
                  <a:pt x="2928993" y="1462504"/>
                </a:lnTo>
                <a:lnTo>
                  <a:pt x="2964835" y="1502201"/>
                </a:lnTo>
                <a:lnTo>
                  <a:pt x="2968469" y="1503473"/>
                </a:lnTo>
                <a:lnTo>
                  <a:pt x="2973100" y="1503321"/>
                </a:lnTo>
                <a:lnTo>
                  <a:pt x="2978501" y="1501333"/>
                </a:lnTo>
                <a:lnTo>
                  <a:pt x="3049584" y="1437586"/>
                </a:lnTo>
                <a:lnTo>
                  <a:pt x="3071303" y="1424346"/>
                </a:lnTo>
                <a:lnTo>
                  <a:pt x="3104456" y="1413674"/>
                </a:lnTo>
                <a:moveTo>
                  <a:pt x="3187072" y="1458855"/>
                </a:moveTo>
                <a:lnTo>
                  <a:pt x="3136565" y="1468431"/>
                </a:lnTo>
                <a:moveTo>
                  <a:pt x="3125321" y="1470587"/>
                </a:moveTo>
                <a:lnTo>
                  <a:pt x="3106794" y="1474190"/>
                </a:lnTo>
                <a:lnTo>
                  <a:pt x="3074068" y="1494598"/>
                </a:lnTo>
                <a:lnTo>
                  <a:pt x="2992427" y="1576201"/>
                </a:lnTo>
                <a:lnTo>
                  <a:pt x="3027538" y="1621040"/>
                </a:lnTo>
                <a:lnTo>
                  <a:pt x="3037510" y="1622663"/>
                </a:lnTo>
                <a:lnTo>
                  <a:pt x="3040587" y="1620735"/>
                </a:lnTo>
                <a:lnTo>
                  <a:pt x="3049112" y="1615342"/>
                </a:lnTo>
                <a:lnTo>
                  <a:pt x="3109887" y="1553629"/>
                </a:lnTo>
                <a:lnTo>
                  <a:pt x="3127111" y="1539635"/>
                </a:lnTo>
                <a:lnTo>
                  <a:pt x="3138987" y="1534783"/>
                </a:lnTo>
                <a:moveTo>
                  <a:pt x="2834843" y="1428590"/>
                </a:moveTo>
                <a:lnTo>
                  <a:pt x="2842857" y="1423135"/>
                </a:lnTo>
                <a:lnTo>
                  <a:pt x="2847657" y="1419852"/>
                </a:lnTo>
                <a:lnTo>
                  <a:pt x="2892755" y="1379020"/>
                </a:lnTo>
                <a:lnTo>
                  <a:pt x="2894057" y="1377534"/>
                </a:lnTo>
                <a:moveTo>
                  <a:pt x="2902170" y="1369779"/>
                </a:moveTo>
                <a:lnTo>
                  <a:pt x="2920948" y="1354986"/>
                </a:lnTo>
                <a:lnTo>
                  <a:pt x="2923127" y="1353089"/>
                </a:lnTo>
                <a:lnTo>
                  <a:pt x="2924277" y="1351268"/>
                </a:lnTo>
                <a:lnTo>
                  <a:pt x="2924673" y="1349226"/>
                </a:lnTo>
                <a:lnTo>
                  <a:pt x="2924567" y="1347680"/>
                </a:lnTo>
                <a:lnTo>
                  <a:pt x="2923950" y="1346194"/>
                </a:lnTo>
                <a:lnTo>
                  <a:pt x="2922914" y="1344709"/>
                </a:lnTo>
                <a:lnTo>
                  <a:pt x="2921649" y="1343642"/>
                </a:lnTo>
                <a:lnTo>
                  <a:pt x="2919874" y="1342934"/>
                </a:lnTo>
                <a:lnTo>
                  <a:pt x="2917939" y="1342926"/>
                </a:lnTo>
                <a:lnTo>
                  <a:pt x="2915593" y="1343711"/>
                </a:lnTo>
                <a:lnTo>
                  <a:pt x="2913589" y="1344945"/>
                </a:lnTo>
                <a:lnTo>
                  <a:pt x="2894651" y="1360029"/>
                </a:lnTo>
                <a:moveTo>
                  <a:pt x="2913468" y="1263015"/>
                </a:moveTo>
                <a:lnTo>
                  <a:pt x="2854787" y="1307008"/>
                </a:lnTo>
                <a:moveTo>
                  <a:pt x="2599755" y="920157"/>
                </a:moveTo>
                <a:lnTo>
                  <a:pt x="2606238" y="909438"/>
                </a:lnTo>
                <a:moveTo>
                  <a:pt x="2613087" y="900480"/>
                </a:moveTo>
                <a:lnTo>
                  <a:pt x="2630737" y="882547"/>
                </a:lnTo>
                <a:lnTo>
                  <a:pt x="2667547" y="845060"/>
                </a:lnTo>
                <a:moveTo>
                  <a:pt x="2675508" y="927028"/>
                </a:moveTo>
                <a:lnTo>
                  <a:pt x="2654833" y="943384"/>
                </a:lnTo>
                <a:moveTo>
                  <a:pt x="2720232" y="980048"/>
                </a:moveTo>
                <a:lnTo>
                  <a:pt x="2698704" y="995459"/>
                </a:lnTo>
                <a:moveTo>
                  <a:pt x="2734463" y="1050841"/>
                </a:moveTo>
                <a:lnTo>
                  <a:pt x="2724567" y="1058071"/>
                </a:lnTo>
                <a:lnTo>
                  <a:pt x="2718739" y="1060311"/>
                </a:lnTo>
                <a:lnTo>
                  <a:pt x="2712310" y="1060722"/>
                </a:lnTo>
                <a:lnTo>
                  <a:pt x="2690568" y="1058299"/>
                </a:lnTo>
                <a:moveTo>
                  <a:pt x="2668484" y="1136413"/>
                </a:moveTo>
                <a:lnTo>
                  <a:pt x="2722601" y="1140237"/>
                </a:lnTo>
                <a:moveTo>
                  <a:pt x="2728056" y="1123508"/>
                </a:moveTo>
                <a:lnTo>
                  <a:pt x="2727408" y="1132741"/>
                </a:lnTo>
                <a:moveTo>
                  <a:pt x="2726570" y="1145303"/>
                </a:moveTo>
                <a:lnTo>
                  <a:pt x="2726060" y="1153348"/>
                </a:lnTo>
                <a:moveTo>
                  <a:pt x="2595809" y="1163617"/>
                </a:moveTo>
                <a:lnTo>
                  <a:pt x="2610398" y="1168332"/>
                </a:lnTo>
                <a:lnTo>
                  <a:pt x="2618450" y="1169810"/>
                </a:lnTo>
                <a:lnTo>
                  <a:pt x="2626395" y="1171273"/>
                </a:lnTo>
                <a:lnTo>
                  <a:pt x="2654231" y="1174708"/>
                </a:lnTo>
                <a:lnTo>
                  <a:pt x="2654894" y="1174784"/>
                </a:lnTo>
                <a:moveTo>
                  <a:pt x="2599375" y="1131309"/>
                </a:moveTo>
                <a:lnTo>
                  <a:pt x="2593181" y="1150103"/>
                </a:lnTo>
                <a:lnTo>
                  <a:pt x="2591513" y="1155168"/>
                </a:lnTo>
                <a:moveTo>
                  <a:pt x="2588085" y="1165582"/>
                </a:moveTo>
                <a:lnTo>
                  <a:pt x="2587079" y="1168622"/>
                </a:lnTo>
                <a:lnTo>
                  <a:pt x="2583126" y="1180620"/>
                </a:lnTo>
                <a:moveTo>
                  <a:pt x="2814214" y="1330486"/>
                </a:moveTo>
                <a:lnTo>
                  <a:pt x="2771508" y="1279835"/>
                </a:lnTo>
                <a:moveTo>
                  <a:pt x="2765673" y="1271295"/>
                </a:moveTo>
                <a:lnTo>
                  <a:pt x="2752479" y="1247931"/>
                </a:lnTo>
                <a:lnTo>
                  <a:pt x="2741227" y="1222762"/>
                </a:lnTo>
                <a:lnTo>
                  <a:pt x="2737007" y="1217947"/>
                </a:lnTo>
                <a:lnTo>
                  <a:pt x="2732276" y="1216172"/>
                </a:lnTo>
                <a:lnTo>
                  <a:pt x="2662588" y="1211929"/>
                </a:lnTo>
                <a:moveTo>
                  <a:pt x="2729054" y="1284177"/>
                </a:moveTo>
                <a:lnTo>
                  <a:pt x="2751557" y="1282509"/>
                </a:lnTo>
                <a:lnTo>
                  <a:pt x="2761118" y="1280963"/>
                </a:lnTo>
                <a:lnTo>
                  <a:pt x="2762633" y="1280307"/>
                </a:lnTo>
                <a:moveTo>
                  <a:pt x="2807053" y="1355397"/>
                </a:moveTo>
                <a:lnTo>
                  <a:pt x="2807046" y="1349988"/>
                </a:lnTo>
                <a:lnTo>
                  <a:pt x="2807046" y="1349790"/>
                </a:lnTo>
                <a:moveTo>
                  <a:pt x="2973283" y="1303725"/>
                </a:moveTo>
                <a:lnTo>
                  <a:pt x="2998803" y="1338904"/>
                </a:lnTo>
                <a:moveTo>
                  <a:pt x="2814420" y="1256532"/>
                </a:moveTo>
                <a:lnTo>
                  <a:pt x="2864309" y="1216782"/>
                </a:lnTo>
                <a:lnTo>
                  <a:pt x="2900220" y="1192481"/>
                </a:lnTo>
                <a:lnTo>
                  <a:pt x="2925633" y="1181938"/>
                </a:lnTo>
                <a:moveTo>
                  <a:pt x="2935026" y="1179431"/>
                </a:moveTo>
                <a:lnTo>
                  <a:pt x="2956821" y="1176422"/>
                </a:lnTo>
                <a:lnTo>
                  <a:pt x="2968507" y="1176742"/>
                </a:lnTo>
                <a:lnTo>
                  <a:pt x="2982867" y="1178967"/>
                </a:lnTo>
                <a:lnTo>
                  <a:pt x="3000212" y="1186326"/>
                </a:lnTo>
                <a:lnTo>
                  <a:pt x="3010017" y="1196488"/>
                </a:lnTo>
                <a:lnTo>
                  <a:pt x="3016934" y="1204677"/>
                </a:lnTo>
                <a:moveTo>
                  <a:pt x="2977138" y="1237167"/>
                </a:moveTo>
                <a:lnTo>
                  <a:pt x="2989547" y="1226426"/>
                </a:lnTo>
                <a:lnTo>
                  <a:pt x="3016918" y="1212432"/>
                </a:lnTo>
                <a:moveTo>
                  <a:pt x="3027614" y="1206642"/>
                </a:moveTo>
                <a:lnTo>
                  <a:pt x="3066587" y="1184299"/>
                </a:lnTo>
                <a:moveTo>
                  <a:pt x="2928292" y="1058894"/>
                </a:moveTo>
                <a:lnTo>
                  <a:pt x="2927995" y="1077573"/>
                </a:lnTo>
                <a:lnTo>
                  <a:pt x="2929282" y="1099459"/>
                </a:lnTo>
                <a:lnTo>
                  <a:pt x="2930006" y="1113636"/>
                </a:lnTo>
                <a:lnTo>
                  <a:pt x="2925291" y="1134333"/>
                </a:lnTo>
                <a:lnTo>
                  <a:pt x="2923493" y="1152365"/>
                </a:lnTo>
                <a:lnTo>
                  <a:pt x="2927523" y="1174023"/>
                </a:lnTo>
                <a:moveTo>
                  <a:pt x="2901942" y="982852"/>
                </a:moveTo>
                <a:lnTo>
                  <a:pt x="2849675" y="982037"/>
                </a:lnTo>
                <a:lnTo>
                  <a:pt x="2846682" y="981709"/>
                </a:lnTo>
                <a:lnTo>
                  <a:pt x="2844907" y="980125"/>
                </a:lnTo>
                <a:lnTo>
                  <a:pt x="2836862" y="951420"/>
                </a:lnTo>
                <a:lnTo>
                  <a:pt x="2835559" y="943924"/>
                </a:lnTo>
                <a:lnTo>
                  <a:pt x="2834881" y="916820"/>
                </a:lnTo>
                <a:moveTo>
                  <a:pt x="2953065" y="910170"/>
                </a:moveTo>
                <a:lnTo>
                  <a:pt x="2958253" y="804936"/>
                </a:lnTo>
                <a:lnTo>
                  <a:pt x="2961300" y="791285"/>
                </a:lnTo>
                <a:lnTo>
                  <a:pt x="2965277" y="773802"/>
                </a:lnTo>
                <a:moveTo>
                  <a:pt x="3022487" y="853470"/>
                </a:moveTo>
                <a:lnTo>
                  <a:pt x="3023988" y="816355"/>
                </a:lnTo>
                <a:lnTo>
                  <a:pt x="3025146" y="790249"/>
                </a:lnTo>
                <a:moveTo>
                  <a:pt x="3058383" y="757941"/>
                </a:moveTo>
                <a:lnTo>
                  <a:pt x="3059457" y="777215"/>
                </a:lnTo>
                <a:moveTo>
                  <a:pt x="3018274" y="523440"/>
                </a:moveTo>
                <a:lnTo>
                  <a:pt x="3085259" y="628140"/>
                </a:lnTo>
                <a:lnTo>
                  <a:pt x="3096739" y="659419"/>
                </a:lnTo>
                <a:moveTo>
                  <a:pt x="3100014" y="670031"/>
                </a:moveTo>
                <a:lnTo>
                  <a:pt x="3105575" y="692390"/>
                </a:lnTo>
                <a:lnTo>
                  <a:pt x="3108333" y="703481"/>
                </a:lnTo>
                <a:moveTo>
                  <a:pt x="3093958" y="664584"/>
                </a:moveTo>
                <a:lnTo>
                  <a:pt x="3068789" y="670488"/>
                </a:lnTo>
                <a:lnTo>
                  <a:pt x="3043284" y="684970"/>
                </a:lnTo>
                <a:lnTo>
                  <a:pt x="3011814" y="713499"/>
                </a:lnTo>
                <a:lnTo>
                  <a:pt x="2984550" y="684398"/>
                </a:lnTo>
                <a:lnTo>
                  <a:pt x="2966953" y="665605"/>
                </a:lnTo>
                <a:lnTo>
                  <a:pt x="3008036" y="628125"/>
                </a:lnTo>
                <a:lnTo>
                  <a:pt x="2985137" y="594065"/>
                </a:lnTo>
                <a:lnTo>
                  <a:pt x="2967768" y="568233"/>
                </a:lnTo>
                <a:moveTo>
                  <a:pt x="3025946" y="378304"/>
                </a:moveTo>
                <a:lnTo>
                  <a:pt x="3078859" y="328696"/>
                </a:lnTo>
                <a:moveTo>
                  <a:pt x="3086889" y="321277"/>
                </a:moveTo>
                <a:lnTo>
                  <a:pt x="3142652" y="270351"/>
                </a:lnTo>
                <a:lnTo>
                  <a:pt x="3154231" y="255702"/>
                </a:lnTo>
                <a:lnTo>
                  <a:pt x="3158017" y="247627"/>
                </a:lnTo>
                <a:lnTo>
                  <a:pt x="3162146" y="231888"/>
                </a:lnTo>
                <a:lnTo>
                  <a:pt x="3160249" y="214466"/>
                </a:lnTo>
                <a:lnTo>
                  <a:pt x="3157788" y="205927"/>
                </a:lnTo>
                <a:lnTo>
                  <a:pt x="3152433" y="197219"/>
                </a:lnTo>
                <a:lnTo>
                  <a:pt x="3139932" y="182227"/>
                </a:lnTo>
                <a:lnTo>
                  <a:pt x="3113925" y="170938"/>
                </a:lnTo>
                <a:lnTo>
                  <a:pt x="3089700" y="164348"/>
                </a:lnTo>
                <a:moveTo>
                  <a:pt x="3079576" y="162497"/>
                </a:moveTo>
                <a:lnTo>
                  <a:pt x="3017421" y="156464"/>
                </a:lnTo>
                <a:moveTo>
                  <a:pt x="3006558" y="155291"/>
                </a:moveTo>
                <a:lnTo>
                  <a:pt x="2950498" y="148495"/>
                </a:lnTo>
                <a:lnTo>
                  <a:pt x="2932048" y="150232"/>
                </a:lnTo>
                <a:lnTo>
                  <a:pt x="2920339" y="154681"/>
                </a:lnTo>
                <a:lnTo>
                  <a:pt x="2906345" y="161568"/>
                </a:lnTo>
                <a:moveTo>
                  <a:pt x="2898834" y="167555"/>
                </a:moveTo>
                <a:lnTo>
                  <a:pt x="2894004" y="173756"/>
                </a:lnTo>
                <a:lnTo>
                  <a:pt x="2888397" y="182304"/>
                </a:lnTo>
                <a:lnTo>
                  <a:pt x="2884192" y="189731"/>
                </a:lnTo>
                <a:lnTo>
                  <a:pt x="2880718" y="198484"/>
                </a:lnTo>
                <a:lnTo>
                  <a:pt x="2878730" y="206102"/>
                </a:lnTo>
                <a:lnTo>
                  <a:pt x="2864386" y="271006"/>
                </a:lnTo>
                <a:moveTo>
                  <a:pt x="2943932" y="226122"/>
                </a:moveTo>
                <a:lnTo>
                  <a:pt x="2940595" y="241921"/>
                </a:lnTo>
                <a:lnTo>
                  <a:pt x="2935864" y="263449"/>
                </a:lnTo>
                <a:lnTo>
                  <a:pt x="2926685" y="290577"/>
                </a:lnTo>
                <a:moveTo>
                  <a:pt x="3010466" y="162962"/>
                </a:moveTo>
                <a:lnTo>
                  <a:pt x="3012066" y="218085"/>
                </a:lnTo>
                <a:moveTo>
                  <a:pt x="3011319" y="228308"/>
                </a:moveTo>
                <a:lnTo>
                  <a:pt x="3000654" y="291933"/>
                </a:lnTo>
                <a:lnTo>
                  <a:pt x="2998498" y="302125"/>
                </a:lnTo>
                <a:lnTo>
                  <a:pt x="2993394" y="313339"/>
                </a:lnTo>
                <a:lnTo>
                  <a:pt x="2983186" y="328498"/>
                </a:lnTo>
                <a:moveTo>
                  <a:pt x="3081869" y="233694"/>
                </a:moveTo>
                <a:lnTo>
                  <a:pt x="3019051" y="222823"/>
                </a:lnTo>
                <a:moveTo>
                  <a:pt x="3067585" y="308341"/>
                </a:moveTo>
                <a:lnTo>
                  <a:pt x="3077412" y="320545"/>
                </a:lnTo>
                <a:moveTo>
                  <a:pt x="3086622" y="159442"/>
                </a:moveTo>
                <a:lnTo>
                  <a:pt x="3099595" y="90996"/>
                </a:lnTo>
                <a:moveTo>
                  <a:pt x="3010824" y="80102"/>
                </a:moveTo>
                <a:lnTo>
                  <a:pt x="2883964" y="74252"/>
                </a:lnTo>
                <a:lnTo>
                  <a:pt x="2883605" y="119029"/>
                </a:lnTo>
                <a:lnTo>
                  <a:pt x="2884024" y="128895"/>
                </a:lnTo>
                <a:lnTo>
                  <a:pt x="2884786" y="133793"/>
                </a:lnTo>
                <a:lnTo>
                  <a:pt x="2886005" y="138889"/>
                </a:lnTo>
                <a:lnTo>
                  <a:pt x="2887323" y="143049"/>
                </a:lnTo>
                <a:lnTo>
                  <a:pt x="2889372" y="146835"/>
                </a:lnTo>
                <a:lnTo>
                  <a:pt x="2898849" y="161393"/>
                </a:lnTo>
                <a:moveTo>
                  <a:pt x="2747101" y="279005"/>
                </a:moveTo>
                <a:lnTo>
                  <a:pt x="2735811" y="240710"/>
                </a:lnTo>
                <a:lnTo>
                  <a:pt x="2730524" y="205256"/>
                </a:lnTo>
                <a:moveTo>
                  <a:pt x="2727378" y="185983"/>
                </a:moveTo>
                <a:lnTo>
                  <a:pt x="2730082" y="139430"/>
                </a:lnTo>
                <a:moveTo>
                  <a:pt x="2730456" y="128521"/>
                </a:moveTo>
                <a:lnTo>
                  <a:pt x="2730981" y="75356"/>
                </a:lnTo>
                <a:moveTo>
                  <a:pt x="2720446" y="189868"/>
                </a:moveTo>
                <a:lnTo>
                  <a:pt x="2663311" y="186928"/>
                </a:lnTo>
                <a:lnTo>
                  <a:pt x="2667265" y="75211"/>
                </a:lnTo>
                <a:lnTo>
                  <a:pt x="2667319" y="72065"/>
                </a:lnTo>
                <a:lnTo>
                  <a:pt x="2724285" y="71105"/>
                </a:lnTo>
                <a:moveTo>
                  <a:pt x="2806040" y="203832"/>
                </a:moveTo>
                <a:lnTo>
                  <a:pt x="2734584" y="198636"/>
                </a:lnTo>
                <a:moveTo>
                  <a:pt x="2753119" y="134212"/>
                </a:moveTo>
                <a:lnTo>
                  <a:pt x="2734752" y="133008"/>
                </a:lnTo>
                <a:moveTo>
                  <a:pt x="2264089" y="231926"/>
                </a:moveTo>
                <a:lnTo>
                  <a:pt x="2293265" y="232909"/>
                </a:lnTo>
                <a:lnTo>
                  <a:pt x="2317025" y="232894"/>
                </a:lnTo>
                <a:lnTo>
                  <a:pt x="2339292" y="230814"/>
                </a:lnTo>
                <a:lnTo>
                  <a:pt x="2345912" y="229588"/>
                </a:lnTo>
                <a:moveTo>
                  <a:pt x="2537449" y="274952"/>
                </a:moveTo>
                <a:lnTo>
                  <a:pt x="2578486" y="313864"/>
                </a:lnTo>
                <a:lnTo>
                  <a:pt x="2608089" y="340763"/>
                </a:lnTo>
                <a:lnTo>
                  <a:pt x="2628802" y="360692"/>
                </a:lnTo>
                <a:moveTo>
                  <a:pt x="2356516" y="228156"/>
                </a:moveTo>
                <a:lnTo>
                  <a:pt x="2384771" y="225566"/>
                </a:lnTo>
                <a:lnTo>
                  <a:pt x="2395482" y="224370"/>
                </a:lnTo>
                <a:lnTo>
                  <a:pt x="2414961" y="223242"/>
                </a:lnTo>
                <a:moveTo>
                  <a:pt x="2424948" y="223478"/>
                </a:moveTo>
                <a:lnTo>
                  <a:pt x="2442271" y="225268"/>
                </a:lnTo>
                <a:lnTo>
                  <a:pt x="2452784" y="226602"/>
                </a:lnTo>
                <a:lnTo>
                  <a:pt x="2469215" y="232566"/>
                </a:lnTo>
                <a:lnTo>
                  <a:pt x="2480566" y="236977"/>
                </a:lnTo>
                <a:moveTo>
                  <a:pt x="2490378" y="241243"/>
                </a:moveTo>
                <a:lnTo>
                  <a:pt x="2499596" y="245738"/>
                </a:lnTo>
                <a:lnTo>
                  <a:pt x="2513932" y="254933"/>
                </a:lnTo>
                <a:lnTo>
                  <a:pt x="2529526" y="267913"/>
                </a:lnTo>
                <a:moveTo>
                  <a:pt x="2352052" y="221703"/>
                </a:moveTo>
                <a:lnTo>
                  <a:pt x="2356356" y="114245"/>
                </a:lnTo>
                <a:lnTo>
                  <a:pt x="2356897" y="113392"/>
                </a:lnTo>
                <a:lnTo>
                  <a:pt x="2358627" y="110749"/>
                </a:lnTo>
                <a:lnTo>
                  <a:pt x="2362535" y="108410"/>
                </a:lnTo>
                <a:lnTo>
                  <a:pt x="2386790" y="103740"/>
                </a:lnTo>
                <a:lnTo>
                  <a:pt x="2416561" y="98636"/>
                </a:lnTo>
                <a:lnTo>
                  <a:pt x="2421192" y="99931"/>
                </a:lnTo>
                <a:lnTo>
                  <a:pt x="2421573" y="100785"/>
                </a:lnTo>
                <a:lnTo>
                  <a:pt x="2423097" y="104114"/>
                </a:lnTo>
                <a:lnTo>
                  <a:pt x="2423356" y="107648"/>
                </a:lnTo>
                <a:lnTo>
                  <a:pt x="2418945" y="216538"/>
                </a:lnTo>
                <a:moveTo>
                  <a:pt x="2489098" y="232780"/>
                </a:moveTo>
                <a:lnTo>
                  <a:pt x="2490393" y="228369"/>
                </a:lnTo>
                <a:lnTo>
                  <a:pt x="2492260" y="221848"/>
                </a:lnTo>
                <a:lnTo>
                  <a:pt x="2493753" y="177817"/>
                </a:lnTo>
                <a:lnTo>
                  <a:pt x="2494552" y="154186"/>
                </a:lnTo>
                <a:moveTo>
                  <a:pt x="2494888" y="143247"/>
                </a:moveTo>
                <a:lnTo>
                  <a:pt x="2495741" y="112356"/>
                </a:lnTo>
                <a:lnTo>
                  <a:pt x="2496289" y="92550"/>
                </a:lnTo>
                <a:lnTo>
                  <a:pt x="2496373" y="89632"/>
                </a:lnTo>
                <a:lnTo>
                  <a:pt x="2497607" y="86912"/>
                </a:lnTo>
                <a:lnTo>
                  <a:pt x="2500167" y="83713"/>
                </a:lnTo>
                <a:lnTo>
                  <a:pt x="2503031" y="81580"/>
                </a:lnTo>
                <a:lnTo>
                  <a:pt x="2564477" y="77733"/>
                </a:lnTo>
                <a:lnTo>
                  <a:pt x="2595604" y="75783"/>
                </a:lnTo>
                <a:lnTo>
                  <a:pt x="2595817" y="182113"/>
                </a:lnTo>
                <a:lnTo>
                  <a:pt x="2594004" y="188482"/>
                </a:lnTo>
                <a:lnTo>
                  <a:pt x="2589768" y="202316"/>
                </a:lnTo>
                <a:lnTo>
                  <a:pt x="2584466" y="212615"/>
                </a:lnTo>
                <a:lnTo>
                  <a:pt x="2573619" y="223928"/>
                </a:lnTo>
                <a:moveTo>
                  <a:pt x="2566244" y="231980"/>
                </a:moveTo>
                <a:lnTo>
                  <a:pt x="2546331" y="254879"/>
                </a:lnTo>
                <a:lnTo>
                  <a:pt x="2537037" y="265567"/>
                </a:lnTo>
                <a:moveTo>
                  <a:pt x="2528681" y="148541"/>
                </a:moveTo>
                <a:lnTo>
                  <a:pt x="2499017" y="147627"/>
                </a:lnTo>
                <a:moveTo>
                  <a:pt x="2560318" y="219814"/>
                </a:moveTo>
                <a:lnTo>
                  <a:pt x="2565879" y="225611"/>
                </a:lnTo>
                <a:moveTo>
                  <a:pt x="2359503" y="429504"/>
                </a:moveTo>
                <a:lnTo>
                  <a:pt x="2364942" y="376605"/>
                </a:lnTo>
                <a:lnTo>
                  <a:pt x="2368690" y="370503"/>
                </a:lnTo>
                <a:lnTo>
                  <a:pt x="2454223" y="375234"/>
                </a:lnTo>
                <a:lnTo>
                  <a:pt x="2457370" y="375798"/>
                </a:lnTo>
                <a:lnTo>
                  <a:pt x="2488352" y="378403"/>
                </a:lnTo>
                <a:moveTo>
                  <a:pt x="2499656" y="380224"/>
                </a:moveTo>
                <a:lnTo>
                  <a:pt x="2557728" y="395871"/>
                </a:lnTo>
                <a:moveTo>
                  <a:pt x="2568088" y="400327"/>
                </a:moveTo>
                <a:lnTo>
                  <a:pt x="2594042" y="416599"/>
                </a:lnTo>
                <a:moveTo>
                  <a:pt x="2455777" y="436825"/>
                </a:moveTo>
                <a:lnTo>
                  <a:pt x="2468179" y="431835"/>
                </a:lnTo>
                <a:lnTo>
                  <a:pt x="2493105" y="384269"/>
                </a:lnTo>
                <a:moveTo>
                  <a:pt x="2579797" y="369353"/>
                </a:moveTo>
                <a:lnTo>
                  <a:pt x="2565879" y="390980"/>
                </a:lnTo>
                <a:moveTo>
                  <a:pt x="2560013" y="401104"/>
                </a:moveTo>
                <a:lnTo>
                  <a:pt x="2538873" y="441418"/>
                </a:lnTo>
                <a:moveTo>
                  <a:pt x="2343635" y="436909"/>
                </a:moveTo>
                <a:lnTo>
                  <a:pt x="2351618" y="436589"/>
                </a:lnTo>
                <a:moveTo>
                  <a:pt x="2365742" y="436269"/>
                </a:moveTo>
                <a:lnTo>
                  <a:pt x="2389997" y="436040"/>
                </a:lnTo>
                <a:moveTo>
                  <a:pt x="2623097" y="468058"/>
                </a:moveTo>
                <a:lnTo>
                  <a:pt x="2634219" y="446332"/>
                </a:lnTo>
                <a:moveTo>
                  <a:pt x="2639399" y="436215"/>
                </a:moveTo>
                <a:lnTo>
                  <a:pt x="2643315" y="428559"/>
                </a:lnTo>
                <a:moveTo>
                  <a:pt x="2679233" y="527432"/>
                </a:moveTo>
                <a:lnTo>
                  <a:pt x="2692183" y="471661"/>
                </a:lnTo>
                <a:moveTo>
                  <a:pt x="2743017" y="478365"/>
                </a:moveTo>
                <a:lnTo>
                  <a:pt x="2739498" y="482395"/>
                </a:lnTo>
                <a:moveTo>
                  <a:pt x="2699169" y="595307"/>
                </a:moveTo>
                <a:lnTo>
                  <a:pt x="2735476" y="595985"/>
                </a:lnTo>
                <a:moveTo>
                  <a:pt x="2747695" y="619943"/>
                </a:moveTo>
                <a:lnTo>
                  <a:pt x="2745318" y="619700"/>
                </a:lnTo>
                <a:moveTo>
                  <a:pt x="2695741" y="661560"/>
                </a:moveTo>
                <a:lnTo>
                  <a:pt x="2699854" y="665811"/>
                </a:lnTo>
                <a:moveTo>
                  <a:pt x="2748137" y="545646"/>
                </a:moveTo>
                <a:lnTo>
                  <a:pt x="2800517" y="550202"/>
                </a:lnTo>
                <a:moveTo>
                  <a:pt x="2812188" y="550034"/>
                </a:moveTo>
                <a:lnTo>
                  <a:pt x="2834211" y="547634"/>
                </a:lnTo>
                <a:lnTo>
                  <a:pt x="2845630" y="541769"/>
                </a:lnTo>
                <a:lnTo>
                  <a:pt x="2896411" y="497730"/>
                </a:lnTo>
                <a:moveTo>
                  <a:pt x="2904669" y="490257"/>
                </a:moveTo>
                <a:lnTo>
                  <a:pt x="2920895" y="474975"/>
                </a:lnTo>
                <a:lnTo>
                  <a:pt x="2961902" y="431500"/>
                </a:lnTo>
                <a:moveTo>
                  <a:pt x="2969611" y="424697"/>
                </a:moveTo>
                <a:lnTo>
                  <a:pt x="2994042" y="407404"/>
                </a:lnTo>
                <a:lnTo>
                  <a:pt x="3017337" y="386242"/>
                </a:lnTo>
                <a:moveTo>
                  <a:pt x="2884840" y="400586"/>
                </a:moveTo>
                <a:lnTo>
                  <a:pt x="2933678" y="404555"/>
                </a:lnTo>
                <a:lnTo>
                  <a:pt x="2952014" y="417841"/>
                </a:lnTo>
                <a:lnTo>
                  <a:pt x="2959701" y="423928"/>
                </a:lnTo>
                <a:moveTo>
                  <a:pt x="2884794" y="475524"/>
                </a:moveTo>
                <a:lnTo>
                  <a:pt x="2895192" y="489426"/>
                </a:lnTo>
                <a:moveTo>
                  <a:pt x="2809042" y="485198"/>
                </a:moveTo>
                <a:lnTo>
                  <a:pt x="2806711" y="522069"/>
                </a:lnTo>
                <a:lnTo>
                  <a:pt x="2805309" y="543445"/>
                </a:lnTo>
                <a:moveTo>
                  <a:pt x="2804897" y="554750"/>
                </a:moveTo>
                <a:lnTo>
                  <a:pt x="2804844" y="569597"/>
                </a:lnTo>
                <a:moveTo>
                  <a:pt x="2453804" y="695261"/>
                </a:moveTo>
                <a:lnTo>
                  <a:pt x="2448845" y="636223"/>
                </a:lnTo>
                <a:moveTo>
                  <a:pt x="2447268" y="624971"/>
                </a:moveTo>
                <a:lnTo>
                  <a:pt x="2443741" y="606864"/>
                </a:lnTo>
                <a:lnTo>
                  <a:pt x="2432246" y="566237"/>
                </a:lnTo>
                <a:moveTo>
                  <a:pt x="2431964" y="558383"/>
                </a:moveTo>
                <a:lnTo>
                  <a:pt x="2436961" y="534989"/>
                </a:lnTo>
                <a:lnTo>
                  <a:pt x="2437251" y="531446"/>
                </a:lnTo>
                <a:lnTo>
                  <a:pt x="2438660" y="527180"/>
                </a:lnTo>
                <a:lnTo>
                  <a:pt x="2441639" y="525284"/>
                </a:lnTo>
                <a:lnTo>
                  <a:pt x="2444617" y="524971"/>
                </a:lnTo>
                <a:lnTo>
                  <a:pt x="2499108" y="526251"/>
                </a:lnTo>
                <a:moveTo>
                  <a:pt x="2453576" y="776400"/>
                </a:moveTo>
                <a:lnTo>
                  <a:pt x="2414298" y="845471"/>
                </a:lnTo>
                <a:moveTo>
                  <a:pt x="2539643" y="776697"/>
                </a:moveTo>
                <a:lnTo>
                  <a:pt x="2544412" y="784330"/>
                </a:lnTo>
                <a:moveTo>
                  <a:pt x="2551428" y="793829"/>
                </a:moveTo>
                <a:lnTo>
                  <a:pt x="2557629" y="800899"/>
                </a:lnTo>
                <a:moveTo>
                  <a:pt x="2607724" y="754795"/>
                </a:moveTo>
                <a:lnTo>
                  <a:pt x="2607655" y="744244"/>
                </a:lnTo>
                <a:lnTo>
                  <a:pt x="2605355" y="740984"/>
                </a:lnTo>
                <a:lnTo>
                  <a:pt x="2601508" y="739605"/>
                </a:lnTo>
                <a:lnTo>
                  <a:pt x="2585381" y="738310"/>
                </a:lnTo>
                <a:moveTo>
                  <a:pt x="2514222" y="714040"/>
                </a:moveTo>
                <a:lnTo>
                  <a:pt x="2514435" y="700815"/>
                </a:lnTo>
                <a:moveTo>
                  <a:pt x="2266420" y="674647"/>
                </a:moveTo>
                <a:lnTo>
                  <a:pt x="2271592" y="718214"/>
                </a:lnTo>
                <a:lnTo>
                  <a:pt x="2273687" y="723829"/>
                </a:lnTo>
                <a:lnTo>
                  <a:pt x="2278212" y="726434"/>
                </a:lnTo>
                <a:lnTo>
                  <a:pt x="2283034" y="727173"/>
                </a:lnTo>
                <a:lnTo>
                  <a:pt x="2289052" y="726670"/>
                </a:lnTo>
                <a:lnTo>
                  <a:pt x="2306635" y="723074"/>
                </a:lnTo>
                <a:lnTo>
                  <a:pt x="2320263" y="716759"/>
                </a:lnTo>
                <a:lnTo>
                  <a:pt x="2333526" y="707801"/>
                </a:lnTo>
                <a:lnTo>
                  <a:pt x="2345562" y="697128"/>
                </a:lnTo>
                <a:lnTo>
                  <a:pt x="2355610" y="687804"/>
                </a:lnTo>
                <a:moveTo>
                  <a:pt x="2271059" y="600472"/>
                </a:moveTo>
                <a:lnTo>
                  <a:pt x="2336817" y="601813"/>
                </a:lnTo>
                <a:moveTo>
                  <a:pt x="2412515" y="635408"/>
                </a:moveTo>
                <a:lnTo>
                  <a:pt x="2441585" y="632597"/>
                </a:lnTo>
                <a:moveTo>
                  <a:pt x="2452738" y="631591"/>
                </a:moveTo>
                <a:lnTo>
                  <a:pt x="2474243" y="629793"/>
                </a:lnTo>
                <a:moveTo>
                  <a:pt x="2423836" y="563899"/>
                </a:moveTo>
                <a:lnTo>
                  <a:pt x="2425557" y="563800"/>
                </a:lnTo>
                <a:moveTo>
                  <a:pt x="2504524" y="555161"/>
                </a:moveTo>
                <a:lnTo>
                  <a:pt x="2505644" y="530753"/>
                </a:lnTo>
                <a:moveTo>
                  <a:pt x="2544206" y="628026"/>
                </a:moveTo>
                <a:lnTo>
                  <a:pt x="2570556" y="629473"/>
                </a:lnTo>
                <a:moveTo>
                  <a:pt x="2602125" y="582639"/>
                </a:moveTo>
                <a:lnTo>
                  <a:pt x="2578372" y="583042"/>
                </a:lnTo>
                <a:moveTo>
                  <a:pt x="2606977" y="652076"/>
                </a:moveTo>
                <a:lnTo>
                  <a:pt x="2586874" y="652411"/>
                </a:lnTo>
                <a:moveTo>
                  <a:pt x="2001698" y="1371806"/>
                </a:moveTo>
                <a:lnTo>
                  <a:pt x="2005911" y="1356342"/>
                </a:lnTo>
                <a:lnTo>
                  <a:pt x="2006901" y="1352723"/>
                </a:lnTo>
                <a:lnTo>
                  <a:pt x="2009590" y="1331416"/>
                </a:lnTo>
                <a:lnTo>
                  <a:pt x="2011792" y="1313887"/>
                </a:lnTo>
                <a:moveTo>
                  <a:pt x="2012698" y="1303054"/>
                </a:moveTo>
                <a:lnTo>
                  <a:pt x="2013095" y="1293189"/>
                </a:lnTo>
                <a:lnTo>
                  <a:pt x="2014329" y="1261994"/>
                </a:lnTo>
                <a:moveTo>
                  <a:pt x="2015129" y="1250994"/>
                </a:moveTo>
                <a:lnTo>
                  <a:pt x="2018160" y="1219882"/>
                </a:lnTo>
                <a:lnTo>
                  <a:pt x="2022769" y="1189281"/>
                </a:lnTo>
                <a:moveTo>
                  <a:pt x="2025405" y="1178113"/>
                </a:moveTo>
                <a:lnTo>
                  <a:pt x="2044777" y="1119418"/>
                </a:lnTo>
                <a:moveTo>
                  <a:pt x="2048167" y="1109004"/>
                </a:moveTo>
                <a:lnTo>
                  <a:pt x="2075180" y="1024956"/>
                </a:lnTo>
                <a:lnTo>
                  <a:pt x="2083286" y="987636"/>
                </a:lnTo>
                <a:moveTo>
                  <a:pt x="2375592" y="1136124"/>
                </a:moveTo>
                <a:lnTo>
                  <a:pt x="2384063" y="1137541"/>
                </a:lnTo>
                <a:moveTo>
                  <a:pt x="2434127" y="1108623"/>
                </a:moveTo>
                <a:lnTo>
                  <a:pt x="2403823" y="1105911"/>
                </a:lnTo>
                <a:lnTo>
                  <a:pt x="2401614" y="1106071"/>
                </a:lnTo>
                <a:lnTo>
                  <a:pt x="2399001" y="1106627"/>
                </a:lnTo>
                <a:lnTo>
                  <a:pt x="2396853" y="1107732"/>
                </a:lnTo>
                <a:lnTo>
                  <a:pt x="2394880" y="1109393"/>
                </a:lnTo>
                <a:lnTo>
                  <a:pt x="2393448" y="1111609"/>
                </a:lnTo>
                <a:lnTo>
                  <a:pt x="2392480" y="1114672"/>
                </a:lnTo>
                <a:lnTo>
                  <a:pt x="2389449" y="1131660"/>
                </a:lnTo>
                <a:moveTo>
                  <a:pt x="2386775" y="1247048"/>
                </a:moveTo>
                <a:lnTo>
                  <a:pt x="2442248" y="1246080"/>
                </a:lnTo>
                <a:moveTo>
                  <a:pt x="2388725" y="1322282"/>
                </a:moveTo>
                <a:lnTo>
                  <a:pt x="2398285" y="1322480"/>
                </a:lnTo>
                <a:lnTo>
                  <a:pt x="2436611" y="1321932"/>
                </a:lnTo>
                <a:moveTo>
                  <a:pt x="2344511" y="1012630"/>
                </a:moveTo>
                <a:lnTo>
                  <a:pt x="2351900" y="983278"/>
                </a:lnTo>
                <a:moveTo>
                  <a:pt x="2448472" y="1286859"/>
                </a:moveTo>
                <a:lnTo>
                  <a:pt x="2500852" y="1301051"/>
                </a:lnTo>
                <a:lnTo>
                  <a:pt x="2502620" y="1301759"/>
                </a:lnTo>
                <a:lnTo>
                  <a:pt x="2505774" y="1303991"/>
                </a:lnTo>
                <a:lnTo>
                  <a:pt x="2506642" y="1305187"/>
                </a:lnTo>
                <a:lnTo>
                  <a:pt x="2507305" y="1307290"/>
                </a:lnTo>
                <a:lnTo>
                  <a:pt x="2507526" y="1309903"/>
                </a:lnTo>
                <a:lnTo>
                  <a:pt x="2509910" y="1404593"/>
                </a:lnTo>
                <a:lnTo>
                  <a:pt x="2510421" y="1407298"/>
                </a:lnTo>
                <a:lnTo>
                  <a:pt x="2511030" y="1409019"/>
                </a:lnTo>
                <a:lnTo>
                  <a:pt x="2511997" y="1410832"/>
                </a:lnTo>
                <a:lnTo>
                  <a:pt x="2513407" y="1412371"/>
                </a:lnTo>
                <a:lnTo>
                  <a:pt x="2515365" y="1413735"/>
                </a:lnTo>
                <a:lnTo>
                  <a:pt x="2517475" y="1414778"/>
                </a:lnTo>
                <a:lnTo>
                  <a:pt x="2519425" y="1415319"/>
                </a:lnTo>
                <a:lnTo>
                  <a:pt x="2573238" y="1423409"/>
                </a:lnTo>
                <a:lnTo>
                  <a:pt x="2575096" y="1423920"/>
                </a:lnTo>
                <a:lnTo>
                  <a:pt x="2576270" y="1424445"/>
                </a:lnTo>
                <a:lnTo>
                  <a:pt x="2577115" y="1424910"/>
                </a:lnTo>
                <a:lnTo>
                  <a:pt x="2578113" y="1425908"/>
                </a:lnTo>
                <a:lnTo>
                  <a:pt x="2578959" y="1427135"/>
                </a:lnTo>
                <a:lnTo>
                  <a:pt x="2579903" y="1429245"/>
                </a:lnTo>
                <a:lnTo>
                  <a:pt x="2591627" y="1464874"/>
                </a:lnTo>
                <a:lnTo>
                  <a:pt x="2592313" y="1468309"/>
                </a:lnTo>
                <a:lnTo>
                  <a:pt x="2592397" y="1470092"/>
                </a:lnTo>
                <a:lnTo>
                  <a:pt x="2592046" y="1471813"/>
                </a:lnTo>
                <a:lnTo>
                  <a:pt x="2591307" y="1473345"/>
                </a:lnTo>
                <a:lnTo>
                  <a:pt x="2590477" y="1474746"/>
                </a:lnTo>
                <a:lnTo>
                  <a:pt x="2589281" y="1476148"/>
                </a:lnTo>
                <a:lnTo>
                  <a:pt x="2587262" y="1477192"/>
                </a:lnTo>
                <a:lnTo>
                  <a:pt x="2583697" y="1477953"/>
                </a:lnTo>
                <a:lnTo>
                  <a:pt x="2576049" y="1478304"/>
                </a:lnTo>
                <a:lnTo>
                  <a:pt x="2565818" y="1478334"/>
                </a:lnTo>
                <a:lnTo>
                  <a:pt x="2554772" y="1478045"/>
                </a:lnTo>
                <a:lnTo>
                  <a:pt x="2546430" y="1477672"/>
                </a:lnTo>
                <a:lnTo>
                  <a:pt x="2537533" y="1477001"/>
                </a:lnTo>
                <a:lnTo>
                  <a:pt x="2529938" y="1476064"/>
                </a:lnTo>
                <a:lnTo>
                  <a:pt x="2520910" y="1474647"/>
                </a:lnTo>
                <a:lnTo>
                  <a:pt x="2507168" y="1471958"/>
                </a:lnTo>
                <a:lnTo>
                  <a:pt x="2493928" y="1468789"/>
                </a:lnTo>
                <a:lnTo>
                  <a:pt x="2484299" y="1466435"/>
                </a:lnTo>
                <a:lnTo>
                  <a:pt x="2474418" y="1464355"/>
                </a:lnTo>
                <a:lnTo>
                  <a:pt x="2443010" y="1458086"/>
                </a:lnTo>
                <a:moveTo>
                  <a:pt x="2515098" y="1769581"/>
                </a:moveTo>
                <a:lnTo>
                  <a:pt x="2516941" y="1737944"/>
                </a:lnTo>
                <a:lnTo>
                  <a:pt x="2516203" y="1708097"/>
                </a:lnTo>
                <a:moveTo>
                  <a:pt x="2515220" y="1696709"/>
                </a:moveTo>
                <a:lnTo>
                  <a:pt x="2507747" y="1644046"/>
                </a:lnTo>
                <a:lnTo>
                  <a:pt x="2504639" y="1637891"/>
                </a:lnTo>
                <a:lnTo>
                  <a:pt x="2499976" y="1635529"/>
                </a:lnTo>
                <a:lnTo>
                  <a:pt x="2466420" y="1635126"/>
                </a:lnTo>
                <a:lnTo>
                  <a:pt x="2387613" y="1630768"/>
                </a:lnTo>
                <a:moveTo>
                  <a:pt x="2377953" y="1615060"/>
                </a:moveTo>
                <a:lnTo>
                  <a:pt x="2380680" y="1627173"/>
                </a:lnTo>
                <a:moveTo>
                  <a:pt x="2161514" y="1801462"/>
                </a:moveTo>
                <a:lnTo>
                  <a:pt x="2195048" y="1813072"/>
                </a:lnTo>
                <a:lnTo>
                  <a:pt x="2242286" y="1820834"/>
                </a:lnTo>
                <a:moveTo>
                  <a:pt x="2253073" y="1824110"/>
                </a:moveTo>
                <a:lnTo>
                  <a:pt x="2282570" y="1836969"/>
                </a:lnTo>
                <a:lnTo>
                  <a:pt x="2312264" y="1848091"/>
                </a:lnTo>
                <a:moveTo>
                  <a:pt x="2323287" y="1851931"/>
                </a:moveTo>
                <a:lnTo>
                  <a:pt x="2350674" y="1860775"/>
                </a:lnTo>
                <a:lnTo>
                  <a:pt x="2379705" y="1867136"/>
                </a:lnTo>
                <a:lnTo>
                  <a:pt x="2397729" y="1869886"/>
                </a:lnTo>
                <a:lnTo>
                  <a:pt x="2414687" y="1872773"/>
                </a:lnTo>
                <a:lnTo>
                  <a:pt x="2426921" y="1876529"/>
                </a:lnTo>
                <a:moveTo>
                  <a:pt x="2437411" y="1879759"/>
                </a:moveTo>
                <a:lnTo>
                  <a:pt x="2445166" y="1882143"/>
                </a:lnTo>
                <a:lnTo>
                  <a:pt x="2464721" y="1890584"/>
                </a:lnTo>
                <a:lnTo>
                  <a:pt x="2494728" y="1909377"/>
                </a:lnTo>
                <a:moveTo>
                  <a:pt x="2504296" y="1914306"/>
                </a:moveTo>
                <a:lnTo>
                  <a:pt x="2538820" y="1928269"/>
                </a:lnTo>
                <a:lnTo>
                  <a:pt x="2554574" y="1932566"/>
                </a:lnTo>
                <a:lnTo>
                  <a:pt x="2674197" y="1952014"/>
                </a:lnTo>
                <a:lnTo>
                  <a:pt x="2682623" y="1951931"/>
                </a:lnTo>
                <a:lnTo>
                  <a:pt x="2687529" y="1949516"/>
                </a:lnTo>
                <a:lnTo>
                  <a:pt x="2687978" y="1944191"/>
                </a:lnTo>
                <a:lnTo>
                  <a:pt x="2682859" y="1916873"/>
                </a:lnTo>
                <a:lnTo>
                  <a:pt x="2678128" y="1895711"/>
                </a:lnTo>
                <a:lnTo>
                  <a:pt x="2673040" y="1884726"/>
                </a:lnTo>
                <a:lnTo>
                  <a:pt x="2669368" y="1881153"/>
                </a:lnTo>
                <a:lnTo>
                  <a:pt x="2665231" y="1878296"/>
                </a:lnTo>
                <a:lnTo>
                  <a:pt x="2566732" y="1864104"/>
                </a:lnTo>
                <a:lnTo>
                  <a:pt x="2537243" y="1853340"/>
                </a:lnTo>
                <a:lnTo>
                  <a:pt x="2514100" y="1837624"/>
                </a:lnTo>
                <a:lnTo>
                  <a:pt x="2512401" y="1830814"/>
                </a:lnTo>
                <a:lnTo>
                  <a:pt x="2512965" y="1811761"/>
                </a:lnTo>
                <a:lnTo>
                  <a:pt x="2514496" y="1780612"/>
                </a:lnTo>
                <a:moveTo>
                  <a:pt x="2493875" y="1922983"/>
                </a:moveTo>
                <a:lnTo>
                  <a:pt x="2498057" y="1916576"/>
                </a:lnTo>
                <a:moveTo>
                  <a:pt x="2439635" y="1845204"/>
                </a:moveTo>
                <a:lnTo>
                  <a:pt x="2432855" y="1871288"/>
                </a:lnTo>
                <a:moveTo>
                  <a:pt x="2213270" y="1744503"/>
                </a:moveTo>
                <a:lnTo>
                  <a:pt x="2203420" y="1737693"/>
                </a:lnTo>
                <a:moveTo>
                  <a:pt x="2450993" y="1572705"/>
                </a:moveTo>
                <a:lnTo>
                  <a:pt x="2451489" y="1568126"/>
                </a:lnTo>
                <a:moveTo>
                  <a:pt x="2929237" y="1789068"/>
                </a:moveTo>
                <a:lnTo>
                  <a:pt x="2910672" y="1782067"/>
                </a:lnTo>
                <a:lnTo>
                  <a:pt x="2867791" y="1774883"/>
                </a:lnTo>
                <a:lnTo>
                  <a:pt x="2853271" y="1783179"/>
                </a:lnTo>
                <a:lnTo>
                  <a:pt x="2850308" y="1965330"/>
                </a:lnTo>
                <a:moveTo>
                  <a:pt x="3034333" y="1793867"/>
                </a:moveTo>
                <a:lnTo>
                  <a:pt x="3014146" y="1809225"/>
                </a:lnTo>
                <a:lnTo>
                  <a:pt x="3011357" y="1813079"/>
                </a:lnTo>
                <a:lnTo>
                  <a:pt x="2999573" y="1831682"/>
                </a:lnTo>
                <a:lnTo>
                  <a:pt x="2993692" y="1845646"/>
                </a:lnTo>
                <a:lnTo>
                  <a:pt x="2991117" y="1854163"/>
                </a:lnTo>
                <a:moveTo>
                  <a:pt x="2988450" y="1865224"/>
                </a:moveTo>
                <a:lnTo>
                  <a:pt x="2986835" y="1874068"/>
                </a:lnTo>
                <a:lnTo>
                  <a:pt x="2986371" y="1889586"/>
                </a:lnTo>
                <a:lnTo>
                  <a:pt x="2984840" y="1975813"/>
                </a:lnTo>
                <a:lnTo>
                  <a:pt x="2986188" y="1985404"/>
                </a:lnTo>
                <a:lnTo>
                  <a:pt x="2990881" y="1988344"/>
                </a:lnTo>
                <a:lnTo>
                  <a:pt x="2997287" y="1989327"/>
                </a:lnTo>
                <a:lnTo>
                  <a:pt x="3004037" y="1988908"/>
                </a:lnTo>
                <a:lnTo>
                  <a:pt x="3025565" y="1986699"/>
                </a:lnTo>
                <a:lnTo>
                  <a:pt x="3042362" y="1980764"/>
                </a:lnTo>
                <a:lnTo>
                  <a:pt x="3047687" y="1978700"/>
                </a:lnTo>
                <a:lnTo>
                  <a:pt x="3055732" y="1974236"/>
                </a:lnTo>
                <a:lnTo>
                  <a:pt x="3060767" y="1972034"/>
                </a:lnTo>
                <a:lnTo>
                  <a:pt x="3074654" y="1965955"/>
                </a:lnTo>
                <a:lnTo>
                  <a:pt x="3098049" y="1961483"/>
                </a:lnTo>
                <a:lnTo>
                  <a:pt x="3136793" y="1959046"/>
                </a:lnTo>
                <a:lnTo>
                  <a:pt x="3175492" y="1956166"/>
                </a:lnTo>
                <a:lnTo>
                  <a:pt x="3200098" y="1954330"/>
                </a:lnTo>
                <a:lnTo>
                  <a:pt x="3204189" y="1956357"/>
                </a:lnTo>
                <a:lnTo>
                  <a:pt x="3208364" y="1961422"/>
                </a:lnTo>
                <a:lnTo>
                  <a:pt x="3213193" y="2004608"/>
                </a:lnTo>
                <a:lnTo>
                  <a:pt x="3215730" y="2009491"/>
                </a:lnTo>
                <a:lnTo>
                  <a:pt x="3221322" y="2011449"/>
                </a:lnTo>
                <a:lnTo>
                  <a:pt x="3273489" y="2016652"/>
                </a:lnTo>
                <a:lnTo>
                  <a:pt x="3331857" y="2024659"/>
                </a:lnTo>
                <a:lnTo>
                  <a:pt x="3336275" y="2023942"/>
                </a:lnTo>
                <a:lnTo>
                  <a:pt x="3338980" y="2023523"/>
                </a:lnTo>
                <a:moveTo>
                  <a:pt x="2769657" y="1886965"/>
                </a:moveTo>
                <a:lnTo>
                  <a:pt x="2784657" y="1886569"/>
                </a:lnTo>
                <a:moveTo>
                  <a:pt x="2579873" y="2193478"/>
                </a:moveTo>
                <a:lnTo>
                  <a:pt x="2583804" y="2143688"/>
                </a:lnTo>
                <a:moveTo>
                  <a:pt x="2584756" y="2132733"/>
                </a:moveTo>
                <a:lnTo>
                  <a:pt x="2588466" y="2093798"/>
                </a:lnTo>
                <a:lnTo>
                  <a:pt x="2529854" y="2083964"/>
                </a:lnTo>
                <a:lnTo>
                  <a:pt x="2509712" y="2083606"/>
                </a:lnTo>
                <a:lnTo>
                  <a:pt x="2496922" y="2084893"/>
                </a:lnTo>
                <a:moveTo>
                  <a:pt x="2652189" y="2106528"/>
                </a:moveTo>
                <a:lnTo>
                  <a:pt x="2649615" y="2137685"/>
                </a:lnTo>
                <a:moveTo>
                  <a:pt x="2223881" y="2262314"/>
                </a:moveTo>
                <a:lnTo>
                  <a:pt x="2188329" y="2261468"/>
                </a:lnTo>
                <a:lnTo>
                  <a:pt x="2139430" y="2259625"/>
                </a:lnTo>
                <a:moveTo>
                  <a:pt x="2128521" y="2259152"/>
                </a:moveTo>
                <a:lnTo>
                  <a:pt x="2089959" y="2257210"/>
                </a:lnTo>
                <a:lnTo>
                  <a:pt x="2085023" y="2257979"/>
                </a:lnTo>
                <a:lnTo>
                  <a:pt x="2080955" y="2260249"/>
                </a:lnTo>
                <a:lnTo>
                  <a:pt x="2079149" y="2263822"/>
                </a:lnTo>
                <a:lnTo>
                  <a:pt x="2077831" y="2268111"/>
                </a:lnTo>
                <a:lnTo>
                  <a:pt x="2075272" y="2326327"/>
                </a:lnTo>
                <a:lnTo>
                  <a:pt x="2075675" y="2330235"/>
                </a:lnTo>
                <a:lnTo>
                  <a:pt x="2076833" y="2333030"/>
                </a:lnTo>
                <a:lnTo>
                  <a:pt x="2080772" y="2336413"/>
                </a:lnTo>
                <a:lnTo>
                  <a:pt x="2084185" y="2337152"/>
                </a:lnTo>
                <a:lnTo>
                  <a:pt x="2126464" y="2337677"/>
                </a:lnTo>
                <a:lnTo>
                  <a:pt x="2129252" y="2336573"/>
                </a:lnTo>
                <a:moveTo>
                  <a:pt x="2504166" y="2458185"/>
                </a:moveTo>
                <a:lnTo>
                  <a:pt x="2504753" y="2433823"/>
                </a:lnTo>
                <a:moveTo>
                  <a:pt x="2144602" y="2465787"/>
                </a:moveTo>
                <a:lnTo>
                  <a:pt x="2172476" y="2465726"/>
                </a:lnTo>
                <a:lnTo>
                  <a:pt x="2179827" y="2465094"/>
                </a:lnTo>
                <a:lnTo>
                  <a:pt x="2198247" y="2463022"/>
                </a:lnTo>
                <a:lnTo>
                  <a:pt x="2212317" y="2461765"/>
                </a:lnTo>
                <a:moveTo>
                  <a:pt x="2359845" y="2429511"/>
                </a:moveTo>
                <a:lnTo>
                  <a:pt x="2380886" y="2426791"/>
                </a:lnTo>
                <a:lnTo>
                  <a:pt x="2428818" y="2428422"/>
                </a:lnTo>
                <a:moveTo>
                  <a:pt x="2439734" y="2428673"/>
                </a:moveTo>
                <a:lnTo>
                  <a:pt x="2498133" y="2429435"/>
                </a:lnTo>
                <a:moveTo>
                  <a:pt x="2509118" y="2429633"/>
                </a:moveTo>
                <a:lnTo>
                  <a:pt x="2570983" y="2431080"/>
                </a:lnTo>
                <a:lnTo>
                  <a:pt x="2569688" y="2493989"/>
                </a:lnTo>
                <a:lnTo>
                  <a:pt x="2568850" y="2528612"/>
                </a:lnTo>
                <a:moveTo>
                  <a:pt x="2223699" y="2459800"/>
                </a:moveTo>
                <a:lnTo>
                  <a:pt x="2255412" y="2451900"/>
                </a:lnTo>
                <a:lnTo>
                  <a:pt x="2273466" y="2448480"/>
                </a:lnTo>
                <a:moveTo>
                  <a:pt x="2283857" y="2445935"/>
                </a:moveTo>
                <a:lnTo>
                  <a:pt x="2293174" y="2443101"/>
                </a:lnTo>
                <a:moveTo>
                  <a:pt x="2303580" y="2440351"/>
                </a:moveTo>
                <a:lnTo>
                  <a:pt x="2315555" y="2437594"/>
                </a:lnTo>
                <a:lnTo>
                  <a:pt x="2339582" y="2432208"/>
                </a:lnTo>
                <a:lnTo>
                  <a:pt x="2348959" y="2430943"/>
                </a:lnTo>
                <a:moveTo>
                  <a:pt x="2288687" y="2532322"/>
                </a:moveTo>
                <a:lnTo>
                  <a:pt x="2285175" y="2542499"/>
                </a:lnTo>
                <a:moveTo>
                  <a:pt x="2283895" y="2465780"/>
                </a:moveTo>
                <a:lnTo>
                  <a:pt x="2280818" y="2451283"/>
                </a:lnTo>
                <a:moveTo>
                  <a:pt x="2294514" y="2424171"/>
                </a:moveTo>
                <a:lnTo>
                  <a:pt x="2295794" y="2434882"/>
                </a:lnTo>
                <a:moveTo>
                  <a:pt x="2361940" y="2473839"/>
                </a:moveTo>
                <a:lnTo>
                  <a:pt x="2359152" y="2454551"/>
                </a:lnTo>
                <a:lnTo>
                  <a:pt x="2356212" y="2434303"/>
                </a:lnTo>
                <a:moveTo>
                  <a:pt x="2434440" y="2464866"/>
                </a:moveTo>
                <a:lnTo>
                  <a:pt x="2435377" y="2432878"/>
                </a:lnTo>
                <a:moveTo>
                  <a:pt x="2767334" y="2152730"/>
                </a:moveTo>
                <a:lnTo>
                  <a:pt x="2800456" y="2154231"/>
                </a:lnTo>
                <a:moveTo>
                  <a:pt x="2811449" y="2154703"/>
                </a:moveTo>
                <a:lnTo>
                  <a:pt x="2868636" y="2157019"/>
                </a:lnTo>
                <a:moveTo>
                  <a:pt x="2879294" y="2157720"/>
                </a:moveTo>
                <a:lnTo>
                  <a:pt x="2907769" y="2160318"/>
                </a:lnTo>
                <a:lnTo>
                  <a:pt x="2909857" y="2219981"/>
                </a:lnTo>
                <a:moveTo>
                  <a:pt x="2934219" y="2359906"/>
                </a:moveTo>
                <a:lnTo>
                  <a:pt x="2909605" y="2353995"/>
                </a:lnTo>
                <a:moveTo>
                  <a:pt x="2899146" y="2352593"/>
                </a:moveTo>
                <a:lnTo>
                  <a:pt x="2764218" y="2347604"/>
                </a:lnTo>
                <a:lnTo>
                  <a:pt x="2759670" y="2347146"/>
                </a:lnTo>
                <a:lnTo>
                  <a:pt x="2747482" y="2346887"/>
                </a:lnTo>
                <a:moveTo>
                  <a:pt x="2966724" y="2295611"/>
                </a:moveTo>
                <a:lnTo>
                  <a:pt x="2913894" y="2292008"/>
                </a:lnTo>
                <a:moveTo>
                  <a:pt x="2902886" y="2291330"/>
                </a:moveTo>
                <a:lnTo>
                  <a:pt x="2808996" y="2286241"/>
                </a:lnTo>
                <a:lnTo>
                  <a:pt x="2803778" y="2285129"/>
                </a:lnTo>
                <a:lnTo>
                  <a:pt x="2803823" y="2274358"/>
                </a:lnTo>
                <a:lnTo>
                  <a:pt x="2813780" y="2224179"/>
                </a:lnTo>
                <a:lnTo>
                  <a:pt x="2905606" y="2226639"/>
                </a:lnTo>
                <a:moveTo>
                  <a:pt x="2879850" y="2090081"/>
                </a:moveTo>
                <a:lnTo>
                  <a:pt x="2880071" y="2081404"/>
                </a:lnTo>
                <a:lnTo>
                  <a:pt x="2801767" y="2073840"/>
                </a:lnTo>
                <a:lnTo>
                  <a:pt x="2804760" y="2147619"/>
                </a:lnTo>
                <a:moveTo>
                  <a:pt x="2918122" y="2082928"/>
                </a:moveTo>
                <a:lnTo>
                  <a:pt x="2908729" y="2091947"/>
                </a:lnTo>
                <a:lnTo>
                  <a:pt x="2887841" y="2093791"/>
                </a:lnTo>
                <a:lnTo>
                  <a:pt x="2884131" y="2094111"/>
                </a:lnTo>
                <a:moveTo>
                  <a:pt x="3105530" y="1882402"/>
                </a:moveTo>
                <a:lnTo>
                  <a:pt x="3101683" y="1876955"/>
                </a:lnTo>
                <a:lnTo>
                  <a:pt x="3043711" y="1795299"/>
                </a:lnTo>
                <a:moveTo>
                  <a:pt x="3187757" y="2536733"/>
                </a:moveTo>
                <a:lnTo>
                  <a:pt x="3175858" y="2536139"/>
                </a:lnTo>
                <a:lnTo>
                  <a:pt x="3166000" y="2535521"/>
                </a:lnTo>
                <a:lnTo>
                  <a:pt x="3158954" y="2534539"/>
                </a:lnTo>
                <a:lnTo>
                  <a:pt x="3151808" y="2532977"/>
                </a:lnTo>
                <a:lnTo>
                  <a:pt x="3142431" y="2530623"/>
                </a:lnTo>
                <a:lnTo>
                  <a:pt x="3133373" y="2527629"/>
                </a:lnTo>
                <a:lnTo>
                  <a:pt x="3120126" y="2522251"/>
                </a:lnTo>
                <a:lnTo>
                  <a:pt x="3114831" y="2519699"/>
                </a:lnTo>
                <a:lnTo>
                  <a:pt x="3109712" y="2516980"/>
                </a:lnTo>
                <a:lnTo>
                  <a:pt x="3104417" y="2513970"/>
                </a:lnTo>
                <a:lnTo>
                  <a:pt x="3099298" y="2510771"/>
                </a:lnTo>
                <a:lnTo>
                  <a:pt x="3030791" y="2467334"/>
                </a:lnTo>
                <a:lnTo>
                  <a:pt x="3021527" y="2461262"/>
                </a:lnTo>
                <a:moveTo>
                  <a:pt x="3012104" y="2455145"/>
                </a:moveTo>
                <a:lnTo>
                  <a:pt x="3005697" y="2451032"/>
                </a:lnTo>
                <a:lnTo>
                  <a:pt x="2999992" y="2447596"/>
                </a:lnTo>
                <a:lnTo>
                  <a:pt x="2993882" y="2444526"/>
                </a:lnTo>
                <a:lnTo>
                  <a:pt x="2988572" y="2442134"/>
                </a:lnTo>
                <a:lnTo>
                  <a:pt x="2984093" y="2440869"/>
                </a:lnTo>
                <a:lnTo>
                  <a:pt x="2979515" y="2439803"/>
                </a:lnTo>
                <a:lnTo>
                  <a:pt x="2973961" y="2439308"/>
                </a:lnTo>
                <a:lnTo>
                  <a:pt x="2892762" y="2436634"/>
                </a:lnTo>
                <a:moveTo>
                  <a:pt x="2881724" y="2436200"/>
                </a:moveTo>
                <a:lnTo>
                  <a:pt x="2825123" y="2433670"/>
                </a:lnTo>
                <a:moveTo>
                  <a:pt x="2813970" y="2433183"/>
                </a:moveTo>
                <a:lnTo>
                  <a:pt x="2759038" y="2430798"/>
                </a:lnTo>
                <a:lnTo>
                  <a:pt x="2755122" y="2431195"/>
                </a:lnTo>
                <a:lnTo>
                  <a:pt x="2752761" y="2431918"/>
                </a:lnTo>
                <a:lnTo>
                  <a:pt x="2750422" y="2433038"/>
                </a:lnTo>
                <a:lnTo>
                  <a:pt x="2748121" y="2436123"/>
                </a:lnTo>
                <a:lnTo>
                  <a:pt x="2746522" y="2438911"/>
                </a:lnTo>
                <a:lnTo>
                  <a:pt x="2731301" y="2484405"/>
                </a:lnTo>
                <a:moveTo>
                  <a:pt x="2721451" y="2488382"/>
                </a:moveTo>
                <a:lnTo>
                  <a:pt x="2725085" y="2489487"/>
                </a:lnTo>
                <a:moveTo>
                  <a:pt x="2883910" y="2562786"/>
                </a:moveTo>
                <a:lnTo>
                  <a:pt x="2871165" y="2551641"/>
                </a:lnTo>
                <a:lnTo>
                  <a:pt x="2862443" y="2544648"/>
                </a:lnTo>
                <a:lnTo>
                  <a:pt x="2853142" y="2537609"/>
                </a:lnTo>
                <a:lnTo>
                  <a:pt x="2843193" y="2531347"/>
                </a:lnTo>
                <a:lnTo>
                  <a:pt x="2832863" y="2525268"/>
                </a:lnTo>
                <a:lnTo>
                  <a:pt x="2821901" y="2519547"/>
                </a:lnTo>
                <a:lnTo>
                  <a:pt x="2816858" y="2517170"/>
                </a:lnTo>
                <a:lnTo>
                  <a:pt x="2811426" y="2514778"/>
                </a:lnTo>
                <a:lnTo>
                  <a:pt x="2807876" y="2513567"/>
                </a:lnTo>
                <a:lnTo>
                  <a:pt x="2804867" y="2512241"/>
                </a:lnTo>
                <a:lnTo>
                  <a:pt x="2802186" y="2510390"/>
                </a:lnTo>
                <a:lnTo>
                  <a:pt x="2800411" y="2508348"/>
                </a:lnTo>
                <a:lnTo>
                  <a:pt x="2799656" y="2505911"/>
                </a:lnTo>
                <a:lnTo>
                  <a:pt x="2799550" y="2503747"/>
                </a:lnTo>
                <a:lnTo>
                  <a:pt x="2799969" y="2500662"/>
                </a:lnTo>
                <a:lnTo>
                  <a:pt x="2819394" y="2440991"/>
                </a:lnTo>
                <a:moveTo>
                  <a:pt x="2878281" y="2477824"/>
                </a:moveTo>
                <a:lnTo>
                  <a:pt x="2887353" y="2443871"/>
                </a:lnTo>
                <a:moveTo>
                  <a:pt x="2839597" y="2612051"/>
                </a:moveTo>
                <a:lnTo>
                  <a:pt x="2861316" y="2591917"/>
                </a:lnTo>
                <a:lnTo>
                  <a:pt x="2883903" y="2572301"/>
                </a:lnTo>
                <a:moveTo>
                  <a:pt x="2892229" y="2565193"/>
                </a:moveTo>
                <a:lnTo>
                  <a:pt x="2950110" y="2516774"/>
                </a:lnTo>
                <a:moveTo>
                  <a:pt x="2958527" y="2509743"/>
                </a:moveTo>
                <a:lnTo>
                  <a:pt x="3012691" y="2464629"/>
                </a:lnTo>
                <a:moveTo>
                  <a:pt x="2947885" y="2507709"/>
                </a:moveTo>
                <a:lnTo>
                  <a:pt x="2948975" y="2508927"/>
                </a:lnTo>
                <a:moveTo>
                  <a:pt x="2150498" y="971882"/>
                </a:moveTo>
                <a:lnTo>
                  <a:pt x="2145943" y="936543"/>
                </a:lnTo>
                <a:lnTo>
                  <a:pt x="2145844" y="935888"/>
                </a:lnTo>
                <a:moveTo>
                  <a:pt x="1926654" y="666892"/>
                </a:moveTo>
                <a:lnTo>
                  <a:pt x="1916591" y="671151"/>
                </a:lnTo>
                <a:lnTo>
                  <a:pt x="1904319" y="680795"/>
                </a:lnTo>
                <a:lnTo>
                  <a:pt x="1897790" y="695315"/>
                </a:lnTo>
                <a:lnTo>
                  <a:pt x="1894857" y="711686"/>
                </a:lnTo>
                <a:lnTo>
                  <a:pt x="1894873" y="722457"/>
                </a:lnTo>
                <a:lnTo>
                  <a:pt x="1894614" y="733778"/>
                </a:lnTo>
                <a:lnTo>
                  <a:pt x="1894164" y="736794"/>
                </a:lnTo>
                <a:moveTo>
                  <a:pt x="1890012" y="753774"/>
                </a:moveTo>
                <a:lnTo>
                  <a:pt x="1889959" y="753919"/>
                </a:lnTo>
                <a:moveTo>
                  <a:pt x="1886554" y="762779"/>
                </a:moveTo>
                <a:lnTo>
                  <a:pt x="1881168" y="775036"/>
                </a:lnTo>
                <a:lnTo>
                  <a:pt x="1867981" y="795581"/>
                </a:lnTo>
                <a:lnTo>
                  <a:pt x="1857065" y="809423"/>
                </a:lnTo>
                <a:moveTo>
                  <a:pt x="1850102" y="818725"/>
                </a:moveTo>
                <a:lnTo>
                  <a:pt x="1832375" y="843643"/>
                </a:lnTo>
                <a:lnTo>
                  <a:pt x="1813338" y="873908"/>
                </a:lnTo>
                <a:moveTo>
                  <a:pt x="2144267" y="925032"/>
                </a:moveTo>
                <a:lnTo>
                  <a:pt x="2139978" y="895170"/>
                </a:lnTo>
                <a:lnTo>
                  <a:pt x="2135324" y="887765"/>
                </a:lnTo>
                <a:lnTo>
                  <a:pt x="2127820" y="875333"/>
                </a:lnTo>
                <a:lnTo>
                  <a:pt x="2120514" y="868066"/>
                </a:lnTo>
                <a:moveTo>
                  <a:pt x="2112447" y="860379"/>
                </a:moveTo>
                <a:lnTo>
                  <a:pt x="2068949" y="820896"/>
                </a:lnTo>
                <a:moveTo>
                  <a:pt x="2060630" y="813575"/>
                </a:moveTo>
                <a:lnTo>
                  <a:pt x="2017292" y="776529"/>
                </a:lnTo>
                <a:moveTo>
                  <a:pt x="2011030" y="769353"/>
                </a:moveTo>
                <a:lnTo>
                  <a:pt x="2007549" y="764043"/>
                </a:lnTo>
                <a:lnTo>
                  <a:pt x="1998095" y="736520"/>
                </a:lnTo>
                <a:lnTo>
                  <a:pt x="1989571" y="716691"/>
                </a:lnTo>
                <a:moveTo>
                  <a:pt x="1986112" y="706749"/>
                </a:moveTo>
                <a:lnTo>
                  <a:pt x="1982829" y="693547"/>
                </a:lnTo>
                <a:lnTo>
                  <a:pt x="1978052" y="682981"/>
                </a:lnTo>
                <a:lnTo>
                  <a:pt x="1968492" y="672842"/>
                </a:lnTo>
                <a:lnTo>
                  <a:pt x="1954940" y="666885"/>
                </a:lnTo>
                <a:moveTo>
                  <a:pt x="1945082" y="664234"/>
                </a:moveTo>
                <a:lnTo>
                  <a:pt x="1941349" y="663784"/>
                </a:lnTo>
                <a:lnTo>
                  <a:pt x="1936984" y="664295"/>
                </a:lnTo>
                <a:moveTo>
                  <a:pt x="1813361" y="794203"/>
                </a:moveTo>
                <a:lnTo>
                  <a:pt x="1848754" y="813026"/>
                </a:lnTo>
                <a:moveTo>
                  <a:pt x="1858650" y="818801"/>
                </a:moveTo>
                <a:lnTo>
                  <a:pt x="1890523" y="839156"/>
                </a:lnTo>
                <a:moveTo>
                  <a:pt x="1895276" y="760905"/>
                </a:moveTo>
                <a:lnTo>
                  <a:pt x="1905020" y="762489"/>
                </a:lnTo>
                <a:lnTo>
                  <a:pt x="1908090" y="758970"/>
                </a:lnTo>
                <a:lnTo>
                  <a:pt x="1908493" y="758467"/>
                </a:lnTo>
                <a:lnTo>
                  <a:pt x="1910093" y="755557"/>
                </a:lnTo>
                <a:lnTo>
                  <a:pt x="1910817" y="749745"/>
                </a:lnTo>
                <a:lnTo>
                  <a:pt x="1909727" y="745753"/>
                </a:lnTo>
                <a:lnTo>
                  <a:pt x="1900700" y="742759"/>
                </a:lnTo>
                <a:moveTo>
                  <a:pt x="1874068" y="747094"/>
                </a:moveTo>
                <a:lnTo>
                  <a:pt x="1886699" y="749813"/>
                </a:lnTo>
                <a:moveTo>
                  <a:pt x="1932467" y="660448"/>
                </a:moveTo>
                <a:lnTo>
                  <a:pt x="1932139" y="653074"/>
                </a:lnTo>
                <a:lnTo>
                  <a:pt x="1932581" y="646416"/>
                </a:lnTo>
                <a:lnTo>
                  <a:pt x="1935042" y="640436"/>
                </a:lnTo>
                <a:lnTo>
                  <a:pt x="1939993" y="637792"/>
                </a:lnTo>
                <a:lnTo>
                  <a:pt x="1944084" y="637891"/>
                </a:lnTo>
                <a:lnTo>
                  <a:pt x="1947893" y="639491"/>
                </a:lnTo>
                <a:lnTo>
                  <a:pt x="1951199" y="643726"/>
                </a:lnTo>
                <a:lnTo>
                  <a:pt x="1951428" y="651870"/>
                </a:lnTo>
                <a:lnTo>
                  <a:pt x="1949790" y="660775"/>
                </a:lnTo>
                <a:moveTo>
                  <a:pt x="1976209" y="719943"/>
                </a:moveTo>
                <a:lnTo>
                  <a:pt x="1981808" y="716066"/>
                </a:lnTo>
                <a:moveTo>
                  <a:pt x="1967281" y="799390"/>
                </a:moveTo>
                <a:lnTo>
                  <a:pt x="1988199" y="794347"/>
                </a:lnTo>
                <a:lnTo>
                  <a:pt x="2009453" y="778395"/>
                </a:lnTo>
                <a:moveTo>
                  <a:pt x="2059358" y="821383"/>
                </a:moveTo>
                <a:lnTo>
                  <a:pt x="2038698" y="843155"/>
                </a:lnTo>
                <a:lnTo>
                  <a:pt x="2028963" y="857850"/>
                </a:lnTo>
                <a:lnTo>
                  <a:pt x="2022777" y="878647"/>
                </a:lnTo>
                <a:moveTo>
                  <a:pt x="2092008" y="900769"/>
                </a:moveTo>
                <a:lnTo>
                  <a:pt x="2094050" y="891910"/>
                </a:lnTo>
                <a:lnTo>
                  <a:pt x="2112866" y="870023"/>
                </a:lnTo>
                <a:moveTo>
                  <a:pt x="2157644" y="927683"/>
                </a:moveTo>
                <a:lnTo>
                  <a:pt x="2149196" y="928704"/>
                </a:lnTo>
                <a:moveTo>
                  <a:pt x="1920469" y="949821"/>
                </a:moveTo>
                <a:lnTo>
                  <a:pt x="1902948" y="978449"/>
                </a:lnTo>
                <a:lnTo>
                  <a:pt x="1856402" y="1058703"/>
                </a:lnTo>
                <a:lnTo>
                  <a:pt x="1870229" y="1117719"/>
                </a:lnTo>
                <a:lnTo>
                  <a:pt x="1945638" y="1150986"/>
                </a:lnTo>
                <a:moveTo>
                  <a:pt x="2137799" y="1386760"/>
                </a:moveTo>
                <a:lnTo>
                  <a:pt x="2144252" y="1377801"/>
                </a:lnTo>
                <a:moveTo>
                  <a:pt x="2196198" y="1319410"/>
                </a:moveTo>
                <a:lnTo>
                  <a:pt x="2199550" y="1329656"/>
                </a:lnTo>
                <a:lnTo>
                  <a:pt x="2200533" y="1335286"/>
                </a:lnTo>
                <a:lnTo>
                  <a:pt x="2199603" y="1342881"/>
                </a:lnTo>
                <a:lnTo>
                  <a:pt x="2188474" y="1391620"/>
                </a:lnTo>
                <a:moveTo>
                  <a:pt x="2275287" y="1236246"/>
                </a:moveTo>
                <a:lnTo>
                  <a:pt x="2251169" y="1261065"/>
                </a:lnTo>
                <a:moveTo>
                  <a:pt x="2050156" y="1116698"/>
                </a:moveTo>
                <a:lnTo>
                  <a:pt x="2079774" y="1126411"/>
                </a:lnTo>
                <a:lnTo>
                  <a:pt x="2111746" y="1136718"/>
                </a:lnTo>
                <a:moveTo>
                  <a:pt x="2122190" y="1140093"/>
                </a:moveTo>
                <a:lnTo>
                  <a:pt x="2155130" y="1150704"/>
                </a:lnTo>
                <a:lnTo>
                  <a:pt x="2187018" y="1160432"/>
                </a:lnTo>
                <a:moveTo>
                  <a:pt x="2198537" y="1162657"/>
                </a:moveTo>
                <a:lnTo>
                  <a:pt x="2203176" y="1163114"/>
                </a:lnTo>
                <a:lnTo>
                  <a:pt x="2208905" y="1160714"/>
                </a:lnTo>
                <a:lnTo>
                  <a:pt x="2217124" y="1152601"/>
                </a:lnTo>
                <a:lnTo>
                  <a:pt x="2234219" y="1133457"/>
                </a:lnTo>
                <a:moveTo>
                  <a:pt x="2195749" y="1155435"/>
                </a:moveTo>
                <a:lnTo>
                  <a:pt x="2201706" y="1138843"/>
                </a:lnTo>
                <a:lnTo>
                  <a:pt x="2204479" y="1134006"/>
                </a:lnTo>
                <a:lnTo>
                  <a:pt x="2211297" y="1131172"/>
                </a:lnTo>
                <a:lnTo>
                  <a:pt x="2230319" y="1128041"/>
                </a:lnTo>
                <a:moveTo>
                  <a:pt x="1800441" y="1256235"/>
                </a:moveTo>
                <a:lnTo>
                  <a:pt x="1846865" y="1188360"/>
                </a:lnTo>
                <a:lnTo>
                  <a:pt x="1908493" y="1213879"/>
                </a:lnTo>
                <a:moveTo>
                  <a:pt x="1886242" y="1263754"/>
                </a:moveTo>
                <a:lnTo>
                  <a:pt x="1912394" y="1220675"/>
                </a:lnTo>
                <a:moveTo>
                  <a:pt x="1775858" y="1681145"/>
                </a:moveTo>
                <a:lnTo>
                  <a:pt x="1793235" y="1706315"/>
                </a:lnTo>
                <a:lnTo>
                  <a:pt x="1815037" y="1727013"/>
                </a:lnTo>
                <a:moveTo>
                  <a:pt x="1822678" y="1734630"/>
                </a:moveTo>
                <a:lnTo>
                  <a:pt x="1823584" y="1735583"/>
                </a:lnTo>
                <a:lnTo>
                  <a:pt x="1854963" y="1766831"/>
                </a:lnTo>
                <a:lnTo>
                  <a:pt x="1868751" y="1778791"/>
                </a:lnTo>
                <a:moveTo>
                  <a:pt x="2054406" y="1587605"/>
                </a:moveTo>
                <a:lnTo>
                  <a:pt x="2053500" y="1558543"/>
                </a:lnTo>
                <a:lnTo>
                  <a:pt x="2053378" y="1554521"/>
                </a:lnTo>
                <a:lnTo>
                  <a:pt x="2049889" y="1525299"/>
                </a:lnTo>
                <a:moveTo>
                  <a:pt x="2049500" y="1515350"/>
                </a:moveTo>
                <a:lnTo>
                  <a:pt x="2050072" y="1501089"/>
                </a:lnTo>
                <a:lnTo>
                  <a:pt x="2053858" y="1490706"/>
                </a:lnTo>
                <a:lnTo>
                  <a:pt x="2061803" y="1474960"/>
                </a:lnTo>
                <a:lnTo>
                  <a:pt x="2071729" y="1463495"/>
                </a:lnTo>
                <a:moveTo>
                  <a:pt x="2078113" y="1454673"/>
                </a:moveTo>
                <a:lnTo>
                  <a:pt x="2096510" y="1424963"/>
                </a:lnTo>
                <a:moveTo>
                  <a:pt x="1877451" y="1785845"/>
                </a:moveTo>
                <a:lnTo>
                  <a:pt x="1894865" y="1799078"/>
                </a:lnTo>
                <a:moveTo>
                  <a:pt x="1903603" y="1805721"/>
                </a:moveTo>
                <a:lnTo>
                  <a:pt x="1904707" y="1806558"/>
                </a:lnTo>
                <a:moveTo>
                  <a:pt x="1913795" y="1812493"/>
                </a:moveTo>
                <a:lnTo>
                  <a:pt x="1940854" y="1821543"/>
                </a:lnTo>
                <a:lnTo>
                  <a:pt x="1973657" y="1832139"/>
                </a:lnTo>
                <a:lnTo>
                  <a:pt x="1982349" y="1833754"/>
                </a:lnTo>
                <a:lnTo>
                  <a:pt x="1992313" y="1834699"/>
                </a:lnTo>
                <a:lnTo>
                  <a:pt x="2000213" y="1833442"/>
                </a:lnTo>
                <a:lnTo>
                  <a:pt x="2007541" y="1831370"/>
                </a:lnTo>
                <a:lnTo>
                  <a:pt x="2015014" y="1828292"/>
                </a:lnTo>
                <a:lnTo>
                  <a:pt x="2021291" y="1822998"/>
                </a:lnTo>
                <a:lnTo>
                  <a:pt x="2027576" y="1814413"/>
                </a:lnTo>
                <a:lnTo>
                  <a:pt x="2031842" y="1805576"/>
                </a:lnTo>
                <a:lnTo>
                  <a:pt x="2040321" y="1784109"/>
                </a:lnTo>
                <a:moveTo>
                  <a:pt x="2043977" y="1773413"/>
                </a:moveTo>
                <a:lnTo>
                  <a:pt x="2044077" y="1773101"/>
                </a:lnTo>
                <a:lnTo>
                  <a:pt x="2046080" y="1764972"/>
                </a:lnTo>
                <a:lnTo>
                  <a:pt x="2049188" y="1749531"/>
                </a:lnTo>
                <a:lnTo>
                  <a:pt x="2050346" y="1739232"/>
                </a:lnTo>
                <a:moveTo>
                  <a:pt x="2051207" y="1728376"/>
                </a:moveTo>
                <a:lnTo>
                  <a:pt x="2054025" y="1669711"/>
                </a:lnTo>
                <a:moveTo>
                  <a:pt x="2054315" y="1658589"/>
                </a:moveTo>
                <a:lnTo>
                  <a:pt x="2054574" y="1599245"/>
                </a:lnTo>
                <a:moveTo>
                  <a:pt x="2012394" y="1522716"/>
                </a:moveTo>
                <a:lnTo>
                  <a:pt x="2043002" y="1521779"/>
                </a:lnTo>
                <a:moveTo>
                  <a:pt x="1960653" y="1572880"/>
                </a:moveTo>
                <a:lnTo>
                  <a:pt x="1985244" y="1593639"/>
                </a:lnTo>
                <a:lnTo>
                  <a:pt x="2008349" y="1593555"/>
                </a:lnTo>
                <a:lnTo>
                  <a:pt x="2047695" y="1594850"/>
                </a:lnTo>
                <a:moveTo>
                  <a:pt x="2059655" y="1593288"/>
                </a:moveTo>
                <a:lnTo>
                  <a:pt x="2087438" y="1585312"/>
                </a:lnTo>
                <a:moveTo>
                  <a:pt x="2132231" y="1533175"/>
                </a:moveTo>
                <a:lnTo>
                  <a:pt x="2139292" y="1521657"/>
                </a:lnTo>
                <a:lnTo>
                  <a:pt x="2153629" y="1498293"/>
                </a:lnTo>
                <a:moveTo>
                  <a:pt x="1970716" y="1663754"/>
                </a:moveTo>
                <a:lnTo>
                  <a:pt x="1966915" y="1674617"/>
                </a:lnTo>
                <a:moveTo>
                  <a:pt x="1907594" y="1740336"/>
                </a:moveTo>
                <a:lnTo>
                  <a:pt x="1876460" y="1776399"/>
                </a:lnTo>
                <a:moveTo>
                  <a:pt x="1970168" y="1759983"/>
                </a:moveTo>
                <a:lnTo>
                  <a:pt x="1977237" y="1759168"/>
                </a:lnTo>
                <a:lnTo>
                  <a:pt x="1982874" y="1759373"/>
                </a:lnTo>
                <a:lnTo>
                  <a:pt x="2035529" y="1777763"/>
                </a:lnTo>
                <a:moveTo>
                  <a:pt x="2071310" y="1733373"/>
                </a:moveTo>
                <a:lnTo>
                  <a:pt x="2055275" y="1732802"/>
                </a:lnTo>
                <a:moveTo>
                  <a:pt x="1603557" y="1609088"/>
                </a:moveTo>
                <a:lnTo>
                  <a:pt x="1594279" y="1614938"/>
                </a:lnTo>
                <a:lnTo>
                  <a:pt x="1587742" y="1621033"/>
                </a:lnTo>
                <a:lnTo>
                  <a:pt x="1585023" y="1625718"/>
                </a:lnTo>
                <a:lnTo>
                  <a:pt x="1582357" y="1630174"/>
                </a:lnTo>
                <a:lnTo>
                  <a:pt x="1580086" y="1638820"/>
                </a:lnTo>
                <a:lnTo>
                  <a:pt x="1579248" y="1648800"/>
                </a:lnTo>
                <a:lnTo>
                  <a:pt x="1577915" y="1679652"/>
                </a:lnTo>
                <a:moveTo>
                  <a:pt x="1577253" y="1690645"/>
                </a:moveTo>
                <a:lnTo>
                  <a:pt x="1574640" y="1724362"/>
                </a:lnTo>
                <a:lnTo>
                  <a:pt x="1573238" y="1764500"/>
                </a:lnTo>
                <a:lnTo>
                  <a:pt x="1567045" y="1790492"/>
                </a:lnTo>
                <a:lnTo>
                  <a:pt x="1537076" y="1789114"/>
                </a:lnTo>
                <a:lnTo>
                  <a:pt x="1499512" y="1787400"/>
                </a:lnTo>
                <a:moveTo>
                  <a:pt x="1415334" y="1707511"/>
                </a:moveTo>
                <a:lnTo>
                  <a:pt x="1392778" y="1718031"/>
                </a:lnTo>
                <a:lnTo>
                  <a:pt x="1388756" y="1721543"/>
                </a:lnTo>
                <a:lnTo>
                  <a:pt x="1387773" y="1726365"/>
                </a:lnTo>
                <a:lnTo>
                  <a:pt x="1387278" y="1743597"/>
                </a:lnTo>
                <a:lnTo>
                  <a:pt x="1385868" y="1776110"/>
                </a:lnTo>
                <a:moveTo>
                  <a:pt x="1494918" y="1749790"/>
                </a:moveTo>
                <a:lnTo>
                  <a:pt x="1493044" y="1782783"/>
                </a:lnTo>
                <a:moveTo>
                  <a:pt x="1409629" y="1553622"/>
                </a:moveTo>
                <a:lnTo>
                  <a:pt x="1373733" y="1566146"/>
                </a:lnTo>
                <a:lnTo>
                  <a:pt x="1345326" y="1580284"/>
                </a:lnTo>
                <a:moveTo>
                  <a:pt x="1335560" y="1585411"/>
                </a:moveTo>
                <a:lnTo>
                  <a:pt x="1277275" y="1618001"/>
                </a:lnTo>
                <a:lnTo>
                  <a:pt x="1277314" y="1601333"/>
                </a:lnTo>
                <a:lnTo>
                  <a:pt x="1250803" y="1493837"/>
                </a:lnTo>
                <a:lnTo>
                  <a:pt x="1248602" y="1458726"/>
                </a:lnTo>
                <a:lnTo>
                  <a:pt x="1332757" y="1436847"/>
                </a:lnTo>
                <a:lnTo>
                  <a:pt x="1355435" y="1437091"/>
                </a:lnTo>
                <a:lnTo>
                  <a:pt x="1388580" y="1438500"/>
                </a:lnTo>
                <a:moveTo>
                  <a:pt x="1320438" y="1513087"/>
                </a:moveTo>
                <a:lnTo>
                  <a:pt x="1337746" y="1578540"/>
                </a:lnTo>
                <a:moveTo>
                  <a:pt x="1399855" y="1491696"/>
                </a:moveTo>
                <a:lnTo>
                  <a:pt x="1430144" y="1485929"/>
                </a:lnTo>
                <a:lnTo>
                  <a:pt x="1460554" y="1485693"/>
                </a:lnTo>
                <a:moveTo>
                  <a:pt x="1471394" y="1485906"/>
                </a:moveTo>
                <a:lnTo>
                  <a:pt x="1495657" y="1486973"/>
                </a:lnTo>
                <a:lnTo>
                  <a:pt x="1534036" y="1488657"/>
                </a:lnTo>
                <a:lnTo>
                  <a:pt x="1576864" y="1490584"/>
                </a:lnTo>
                <a:lnTo>
                  <a:pt x="1605271" y="1490972"/>
                </a:lnTo>
                <a:lnTo>
                  <a:pt x="1611015" y="1489342"/>
                </a:lnTo>
                <a:lnTo>
                  <a:pt x="1614832" y="1487125"/>
                </a:lnTo>
                <a:lnTo>
                  <a:pt x="1616180" y="1484490"/>
                </a:lnTo>
                <a:lnTo>
                  <a:pt x="1617696" y="1481541"/>
                </a:lnTo>
                <a:lnTo>
                  <a:pt x="1617940" y="1476491"/>
                </a:lnTo>
                <a:lnTo>
                  <a:pt x="1621779" y="1394842"/>
                </a:lnTo>
                <a:lnTo>
                  <a:pt x="1621749" y="1384916"/>
                </a:lnTo>
                <a:lnTo>
                  <a:pt x="1620629" y="1377992"/>
                </a:lnTo>
                <a:moveTo>
                  <a:pt x="1547794" y="1412523"/>
                </a:moveTo>
                <a:lnTo>
                  <a:pt x="1525687" y="1411716"/>
                </a:lnTo>
                <a:lnTo>
                  <a:pt x="1493913" y="1409811"/>
                </a:lnTo>
                <a:moveTo>
                  <a:pt x="1494210" y="1263731"/>
                </a:moveTo>
                <a:lnTo>
                  <a:pt x="1495421" y="1249554"/>
                </a:lnTo>
                <a:moveTo>
                  <a:pt x="1604966" y="1194035"/>
                </a:moveTo>
                <a:lnTo>
                  <a:pt x="1643284" y="1213476"/>
                </a:lnTo>
                <a:lnTo>
                  <a:pt x="1647703" y="1214428"/>
                </a:lnTo>
                <a:lnTo>
                  <a:pt x="1651519" y="1214253"/>
                </a:lnTo>
                <a:lnTo>
                  <a:pt x="1654483" y="1213201"/>
                </a:lnTo>
                <a:lnTo>
                  <a:pt x="1657438" y="1209834"/>
                </a:lnTo>
                <a:lnTo>
                  <a:pt x="1673908" y="1181861"/>
                </a:lnTo>
                <a:moveTo>
                  <a:pt x="920439" y="1436451"/>
                </a:moveTo>
                <a:lnTo>
                  <a:pt x="921139" y="1436421"/>
                </a:lnTo>
                <a:lnTo>
                  <a:pt x="951154" y="1434973"/>
                </a:lnTo>
                <a:lnTo>
                  <a:pt x="983941" y="1433396"/>
                </a:lnTo>
                <a:moveTo>
                  <a:pt x="995208" y="1432566"/>
                </a:moveTo>
                <a:lnTo>
                  <a:pt x="1027470" y="1429374"/>
                </a:lnTo>
                <a:lnTo>
                  <a:pt x="1037602" y="1428369"/>
                </a:lnTo>
                <a:lnTo>
                  <a:pt x="1058398" y="1423425"/>
                </a:lnTo>
                <a:lnTo>
                  <a:pt x="1076681" y="1419067"/>
                </a:lnTo>
                <a:lnTo>
                  <a:pt x="1116607" y="1409469"/>
                </a:lnTo>
                <a:lnTo>
                  <a:pt x="1151367" y="1402224"/>
                </a:lnTo>
                <a:lnTo>
                  <a:pt x="1153035" y="1401896"/>
                </a:lnTo>
                <a:moveTo>
                  <a:pt x="1293951" y="1361377"/>
                </a:moveTo>
                <a:lnTo>
                  <a:pt x="1286127" y="1328460"/>
                </a:lnTo>
                <a:lnTo>
                  <a:pt x="1279050" y="1297333"/>
                </a:lnTo>
                <a:moveTo>
                  <a:pt x="1273771" y="1178213"/>
                </a:moveTo>
                <a:lnTo>
                  <a:pt x="1274312" y="1140824"/>
                </a:lnTo>
                <a:moveTo>
                  <a:pt x="1420347" y="1004372"/>
                </a:moveTo>
                <a:lnTo>
                  <a:pt x="1384741" y="1002102"/>
                </a:lnTo>
                <a:lnTo>
                  <a:pt x="1357637" y="1000365"/>
                </a:lnTo>
                <a:moveTo>
                  <a:pt x="1222899" y="879378"/>
                </a:moveTo>
                <a:lnTo>
                  <a:pt x="1226601" y="872834"/>
                </a:lnTo>
                <a:lnTo>
                  <a:pt x="1235575" y="858558"/>
                </a:lnTo>
                <a:lnTo>
                  <a:pt x="1243467" y="853607"/>
                </a:lnTo>
                <a:lnTo>
                  <a:pt x="1254247" y="850019"/>
                </a:lnTo>
                <a:lnTo>
                  <a:pt x="1266626" y="848343"/>
                </a:lnTo>
                <a:moveTo>
                  <a:pt x="1277656" y="847345"/>
                </a:moveTo>
                <a:lnTo>
                  <a:pt x="1307656" y="845997"/>
                </a:lnTo>
                <a:moveTo>
                  <a:pt x="1318557" y="845623"/>
                </a:moveTo>
                <a:lnTo>
                  <a:pt x="1352144" y="844793"/>
                </a:lnTo>
                <a:moveTo>
                  <a:pt x="1363251" y="845105"/>
                </a:moveTo>
                <a:lnTo>
                  <a:pt x="1372697" y="845913"/>
                </a:lnTo>
                <a:moveTo>
                  <a:pt x="1382707" y="847901"/>
                </a:moveTo>
                <a:lnTo>
                  <a:pt x="1406505" y="855123"/>
                </a:lnTo>
                <a:lnTo>
                  <a:pt x="1421970" y="861042"/>
                </a:lnTo>
                <a:lnTo>
                  <a:pt x="1440930" y="868264"/>
                </a:lnTo>
                <a:moveTo>
                  <a:pt x="1451489" y="872766"/>
                </a:moveTo>
                <a:lnTo>
                  <a:pt x="1479827" y="886044"/>
                </a:lnTo>
                <a:lnTo>
                  <a:pt x="1505142" y="899048"/>
                </a:lnTo>
                <a:moveTo>
                  <a:pt x="1514740" y="904708"/>
                </a:moveTo>
                <a:lnTo>
                  <a:pt x="1521162" y="908966"/>
                </a:lnTo>
                <a:moveTo>
                  <a:pt x="1530189" y="915654"/>
                </a:moveTo>
                <a:lnTo>
                  <a:pt x="1535545" y="920172"/>
                </a:lnTo>
                <a:lnTo>
                  <a:pt x="1544595" y="930677"/>
                </a:lnTo>
                <a:lnTo>
                  <a:pt x="1555176" y="952975"/>
                </a:lnTo>
                <a:lnTo>
                  <a:pt x="1566229" y="989959"/>
                </a:lnTo>
                <a:moveTo>
                  <a:pt x="1568522" y="1000883"/>
                </a:moveTo>
                <a:lnTo>
                  <a:pt x="1569840" y="1011754"/>
                </a:lnTo>
                <a:lnTo>
                  <a:pt x="1569498" y="1018077"/>
                </a:lnTo>
                <a:lnTo>
                  <a:pt x="1563708" y="1047223"/>
                </a:lnTo>
                <a:lnTo>
                  <a:pt x="1560562" y="1058665"/>
                </a:lnTo>
                <a:lnTo>
                  <a:pt x="1544907" y="1111327"/>
                </a:lnTo>
                <a:moveTo>
                  <a:pt x="1343658" y="1001348"/>
                </a:moveTo>
                <a:lnTo>
                  <a:pt x="1308943" y="1007679"/>
                </a:lnTo>
                <a:lnTo>
                  <a:pt x="1290752" y="1014664"/>
                </a:lnTo>
                <a:moveTo>
                  <a:pt x="1266595" y="1021825"/>
                </a:moveTo>
                <a:lnTo>
                  <a:pt x="1260585" y="1021383"/>
                </a:lnTo>
                <a:lnTo>
                  <a:pt x="1252822" y="1018587"/>
                </a:lnTo>
                <a:lnTo>
                  <a:pt x="1243475" y="1014504"/>
                </a:lnTo>
                <a:lnTo>
                  <a:pt x="1235560" y="1009530"/>
                </a:lnTo>
                <a:lnTo>
                  <a:pt x="1231142" y="1005706"/>
                </a:lnTo>
                <a:moveTo>
                  <a:pt x="1224666" y="998392"/>
                </a:moveTo>
                <a:lnTo>
                  <a:pt x="1220591" y="992466"/>
                </a:lnTo>
                <a:lnTo>
                  <a:pt x="1216934" y="975424"/>
                </a:lnTo>
                <a:lnTo>
                  <a:pt x="1218435" y="958475"/>
                </a:lnTo>
                <a:moveTo>
                  <a:pt x="1219501" y="947627"/>
                </a:moveTo>
                <a:lnTo>
                  <a:pt x="1220317" y="940176"/>
                </a:lnTo>
                <a:lnTo>
                  <a:pt x="1220766" y="928971"/>
                </a:lnTo>
                <a:lnTo>
                  <a:pt x="1220286" y="915632"/>
                </a:lnTo>
                <a:lnTo>
                  <a:pt x="1218839" y="903908"/>
                </a:lnTo>
                <a:lnTo>
                  <a:pt x="1218397" y="892382"/>
                </a:lnTo>
                <a:lnTo>
                  <a:pt x="1219456" y="888085"/>
                </a:lnTo>
                <a:moveTo>
                  <a:pt x="1504517" y="1000548"/>
                </a:moveTo>
                <a:lnTo>
                  <a:pt x="1515731" y="1003070"/>
                </a:lnTo>
                <a:lnTo>
                  <a:pt x="1524400" y="1003451"/>
                </a:lnTo>
                <a:lnTo>
                  <a:pt x="1532246" y="1002491"/>
                </a:lnTo>
                <a:lnTo>
                  <a:pt x="1563525" y="997333"/>
                </a:lnTo>
                <a:moveTo>
                  <a:pt x="1506970" y="905416"/>
                </a:moveTo>
                <a:lnTo>
                  <a:pt x="1504837" y="910436"/>
                </a:lnTo>
                <a:lnTo>
                  <a:pt x="1503755" y="918717"/>
                </a:lnTo>
                <a:lnTo>
                  <a:pt x="1508410" y="924171"/>
                </a:lnTo>
                <a:lnTo>
                  <a:pt x="1514595" y="922313"/>
                </a:lnTo>
                <a:lnTo>
                  <a:pt x="1520416" y="918732"/>
                </a:lnTo>
                <a:lnTo>
                  <a:pt x="1523097" y="916424"/>
                </a:lnTo>
                <a:moveTo>
                  <a:pt x="1553287" y="845913"/>
                </a:moveTo>
                <a:lnTo>
                  <a:pt x="1551451" y="816706"/>
                </a:lnTo>
                <a:moveTo>
                  <a:pt x="1639635" y="956220"/>
                </a:moveTo>
                <a:lnTo>
                  <a:pt x="1648784" y="952677"/>
                </a:lnTo>
                <a:lnTo>
                  <a:pt x="1655633" y="946362"/>
                </a:lnTo>
                <a:lnTo>
                  <a:pt x="1672903" y="916043"/>
                </a:lnTo>
                <a:lnTo>
                  <a:pt x="1672537" y="904136"/>
                </a:lnTo>
                <a:lnTo>
                  <a:pt x="1668637" y="894233"/>
                </a:lnTo>
                <a:moveTo>
                  <a:pt x="1667730" y="885282"/>
                </a:moveTo>
                <a:lnTo>
                  <a:pt x="1671531" y="854231"/>
                </a:lnTo>
                <a:lnTo>
                  <a:pt x="1677512" y="824446"/>
                </a:lnTo>
                <a:moveTo>
                  <a:pt x="1622259" y="886958"/>
                </a:moveTo>
                <a:lnTo>
                  <a:pt x="1660348" y="891133"/>
                </a:lnTo>
                <a:moveTo>
                  <a:pt x="1350841" y="1030136"/>
                </a:moveTo>
                <a:lnTo>
                  <a:pt x="1350948" y="1007465"/>
                </a:lnTo>
                <a:moveTo>
                  <a:pt x="1346850" y="970168"/>
                </a:moveTo>
                <a:lnTo>
                  <a:pt x="1350529" y="995810"/>
                </a:lnTo>
                <a:moveTo>
                  <a:pt x="1264226" y="966207"/>
                </a:moveTo>
                <a:lnTo>
                  <a:pt x="1266511" y="965681"/>
                </a:lnTo>
                <a:lnTo>
                  <a:pt x="1274548" y="965658"/>
                </a:lnTo>
                <a:lnTo>
                  <a:pt x="1278068" y="969269"/>
                </a:lnTo>
                <a:lnTo>
                  <a:pt x="1283461" y="1012051"/>
                </a:lnTo>
                <a:moveTo>
                  <a:pt x="1276087" y="1035453"/>
                </a:moveTo>
                <a:lnTo>
                  <a:pt x="1273924" y="1028194"/>
                </a:lnTo>
                <a:moveTo>
                  <a:pt x="1198964" y="1025664"/>
                </a:moveTo>
                <a:lnTo>
                  <a:pt x="1223158" y="1007564"/>
                </a:lnTo>
                <a:moveTo>
                  <a:pt x="1191620" y="952517"/>
                </a:moveTo>
                <a:lnTo>
                  <a:pt x="1212089" y="953721"/>
                </a:lnTo>
                <a:moveTo>
                  <a:pt x="1175744" y="868584"/>
                </a:moveTo>
                <a:lnTo>
                  <a:pt x="1185632" y="872316"/>
                </a:lnTo>
                <a:lnTo>
                  <a:pt x="1214367" y="882456"/>
                </a:lnTo>
                <a:moveTo>
                  <a:pt x="1273162" y="886143"/>
                </a:moveTo>
                <a:lnTo>
                  <a:pt x="1274236" y="871440"/>
                </a:lnTo>
                <a:lnTo>
                  <a:pt x="1273566" y="852068"/>
                </a:lnTo>
                <a:moveTo>
                  <a:pt x="1312836" y="807465"/>
                </a:moveTo>
                <a:lnTo>
                  <a:pt x="1311861" y="838881"/>
                </a:lnTo>
                <a:moveTo>
                  <a:pt x="1353980" y="891384"/>
                </a:moveTo>
                <a:lnTo>
                  <a:pt x="1358528" y="849356"/>
                </a:lnTo>
                <a:moveTo>
                  <a:pt x="1393380" y="794484"/>
                </a:moveTo>
                <a:lnTo>
                  <a:pt x="1378350" y="839468"/>
                </a:lnTo>
                <a:moveTo>
                  <a:pt x="1533823" y="807237"/>
                </a:moveTo>
                <a:lnTo>
                  <a:pt x="1531073" y="776293"/>
                </a:lnTo>
                <a:lnTo>
                  <a:pt x="1530608" y="755580"/>
                </a:lnTo>
                <a:lnTo>
                  <a:pt x="1536520" y="734059"/>
                </a:lnTo>
                <a:moveTo>
                  <a:pt x="1736436" y="684581"/>
                </a:moveTo>
                <a:lnTo>
                  <a:pt x="1733061" y="698674"/>
                </a:lnTo>
                <a:lnTo>
                  <a:pt x="1725984" y="711427"/>
                </a:lnTo>
                <a:lnTo>
                  <a:pt x="1724445" y="714200"/>
                </a:lnTo>
                <a:lnTo>
                  <a:pt x="1709575" y="728689"/>
                </a:lnTo>
                <a:lnTo>
                  <a:pt x="1701226" y="739567"/>
                </a:lnTo>
                <a:moveTo>
                  <a:pt x="1695048" y="750598"/>
                </a:moveTo>
                <a:lnTo>
                  <a:pt x="1685068" y="778068"/>
                </a:lnTo>
                <a:lnTo>
                  <a:pt x="1684109" y="780704"/>
                </a:lnTo>
                <a:lnTo>
                  <a:pt x="1677367" y="812988"/>
                </a:lnTo>
                <a:moveTo>
                  <a:pt x="1541936" y="723691"/>
                </a:moveTo>
                <a:lnTo>
                  <a:pt x="1544572" y="720111"/>
                </a:lnTo>
                <a:lnTo>
                  <a:pt x="1556143" y="704365"/>
                </a:lnTo>
                <a:lnTo>
                  <a:pt x="1563952" y="693426"/>
                </a:lnTo>
                <a:lnTo>
                  <a:pt x="1565727" y="689586"/>
                </a:lnTo>
                <a:moveTo>
                  <a:pt x="1570092" y="679477"/>
                </a:moveTo>
                <a:lnTo>
                  <a:pt x="1571684" y="675402"/>
                </a:lnTo>
                <a:moveTo>
                  <a:pt x="1575660" y="665178"/>
                </a:moveTo>
                <a:lnTo>
                  <a:pt x="1577298" y="660966"/>
                </a:lnTo>
                <a:moveTo>
                  <a:pt x="1579028" y="651352"/>
                </a:moveTo>
                <a:lnTo>
                  <a:pt x="1578121" y="623067"/>
                </a:lnTo>
                <a:lnTo>
                  <a:pt x="1580696" y="605469"/>
                </a:lnTo>
                <a:lnTo>
                  <a:pt x="1586333" y="596945"/>
                </a:lnTo>
                <a:lnTo>
                  <a:pt x="1593311" y="588124"/>
                </a:lnTo>
                <a:moveTo>
                  <a:pt x="1601508" y="580597"/>
                </a:moveTo>
                <a:lnTo>
                  <a:pt x="1607069" y="576263"/>
                </a:lnTo>
                <a:lnTo>
                  <a:pt x="1612257" y="574411"/>
                </a:lnTo>
                <a:moveTo>
                  <a:pt x="1623272" y="571882"/>
                </a:moveTo>
                <a:lnTo>
                  <a:pt x="1632391" y="571067"/>
                </a:lnTo>
                <a:lnTo>
                  <a:pt x="1646591" y="574449"/>
                </a:lnTo>
                <a:lnTo>
                  <a:pt x="1667753" y="571958"/>
                </a:lnTo>
                <a:lnTo>
                  <a:pt x="1690675" y="565963"/>
                </a:lnTo>
                <a:lnTo>
                  <a:pt x="1702087" y="565910"/>
                </a:lnTo>
                <a:lnTo>
                  <a:pt x="1712135" y="569726"/>
                </a:lnTo>
                <a:lnTo>
                  <a:pt x="1724232" y="581344"/>
                </a:lnTo>
                <a:lnTo>
                  <a:pt x="1730463" y="593776"/>
                </a:lnTo>
                <a:lnTo>
                  <a:pt x="1730692" y="599916"/>
                </a:lnTo>
                <a:moveTo>
                  <a:pt x="1730593" y="611015"/>
                </a:moveTo>
                <a:lnTo>
                  <a:pt x="1728940" y="644351"/>
                </a:lnTo>
                <a:lnTo>
                  <a:pt x="1734227" y="664424"/>
                </a:lnTo>
                <a:lnTo>
                  <a:pt x="1736352" y="673200"/>
                </a:lnTo>
                <a:moveTo>
                  <a:pt x="1651733" y="736368"/>
                </a:moveTo>
                <a:lnTo>
                  <a:pt x="1692237" y="745463"/>
                </a:lnTo>
                <a:moveTo>
                  <a:pt x="1704166" y="748579"/>
                </a:moveTo>
                <a:lnTo>
                  <a:pt x="1746926" y="761187"/>
                </a:lnTo>
                <a:moveTo>
                  <a:pt x="1701660" y="678769"/>
                </a:moveTo>
                <a:lnTo>
                  <a:pt x="1732703" y="679988"/>
                </a:lnTo>
                <a:moveTo>
                  <a:pt x="1573207" y="732338"/>
                </a:moveTo>
                <a:lnTo>
                  <a:pt x="1543978" y="728483"/>
                </a:lnTo>
                <a:moveTo>
                  <a:pt x="1562413" y="680308"/>
                </a:moveTo>
                <a:lnTo>
                  <a:pt x="1550780" y="673520"/>
                </a:lnTo>
                <a:lnTo>
                  <a:pt x="1549051" y="670092"/>
                </a:lnTo>
                <a:lnTo>
                  <a:pt x="1549927" y="666892"/>
                </a:lnTo>
                <a:lnTo>
                  <a:pt x="1553287" y="664462"/>
                </a:lnTo>
                <a:lnTo>
                  <a:pt x="1566892" y="669102"/>
                </a:lnTo>
                <a:moveTo>
                  <a:pt x="1616370" y="661255"/>
                </a:moveTo>
                <a:lnTo>
                  <a:pt x="1594728" y="659214"/>
                </a:lnTo>
                <a:lnTo>
                  <a:pt x="1583027" y="656045"/>
                </a:lnTo>
                <a:moveTo>
                  <a:pt x="1599550" y="588184"/>
                </a:moveTo>
                <a:lnTo>
                  <a:pt x="1603930" y="592336"/>
                </a:lnTo>
                <a:lnTo>
                  <a:pt x="1613834" y="595056"/>
                </a:lnTo>
                <a:lnTo>
                  <a:pt x="1618366" y="591689"/>
                </a:lnTo>
                <a:lnTo>
                  <a:pt x="1619928" y="585846"/>
                </a:lnTo>
                <a:lnTo>
                  <a:pt x="1619379" y="577337"/>
                </a:lnTo>
                <a:moveTo>
                  <a:pt x="1689045" y="610733"/>
                </a:moveTo>
                <a:lnTo>
                  <a:pt x="1726373" y="607001"/>
                </a:lnTo>
                <a:moveTo>
                  <a:pt x="1691749" y="1848122"/>
                </a:moveTo>
                <a:lnTo>
                  <a:pt x="1692724" y="1835110"/>
                </a:lnTo>
                <a:lnTo>
                  <a:pt x="1693349" y="1818907"/>
                </a:lnTo>
                <a:lnTo>
                  <a:pt x="1693418" y="1812744"/>
                </a:lnTo>
                <a:lnTo>
                  <a:pt x="1691970" y="1795269"/>
                </a:lnTo>
                <a:lnTo>
                  <a:pt x="1688778" y="1777245"/>
                </a:lnTo>
                <a:lnTo>
                  <a:pt x="1685845" y="1765841"/>
                </a:lnTo>
                <a:lnTo>
                  <a:pt x="1682174" y="1749714"/>
                </a:lnTo>
                <a:lnTo>
                  <a:pt x="1678471" y="1727972"/>
                </a:lnTo>
                <a:lnTo>
                  <a:pt x="1680018" y="1697905"/>
                </a:lnTo>
                <a:moveTo>
                  <a:pt x="1685632" y="1981610"/>
                </a:moveTo>
                <a:lnTo>
                  <a:pt x="1720766" y="1985845"/>
                </a:lnTo>
                <a:lnTo>
                  <a:pt x="1738721" y="1988672"/>
                </a:lnTo>
                <a:lnTo>
                  <a:pt x="1757743" y="1992618"/>
                </a:lnTo>
                <a:lnTo>
                  <a:pt x="1799245" y="2003885"/>
                </a:lnTo>
                <a:lnTo>
                  <a:pt x="1822236" y="2012097"/>
                </a:lnTo>
                <a:lnTo>
                  <a:pt x="1849341" y="2020286"/>
                </a:lnTo>
                <a:lnTo>
                  <a:pt x="1860737" y="2024369"/>
                </a:lnTo>
                <a:lnTo>
                  <a:pt x="1875851" y="2030684"/>
                </a:lnTo>
                <a:lnTo>
                  <a:pt x="1884269" y="2036710"/>
                </a:lnTo>
                <a:lnTo>
                  <a:pt x="1902132" y="2056265"/>
                </a:lnTo>
                <a:lnTo>
                  <a:pt x="1910505" y="2073131"/>
                </a:lnTo>
                <a:lnTo>
                  <a:pt x="1912714" y="2090279"/>
                </a:lnTo>
                <a:lnTo>
                  <a:pt x="1909286" y="2113514"/>
                </a:lnTo>
                <a:lnTo>
                  <a:pt x="1903527" y="2134310"/>
                </a:lnTo>
                <a:moveTo>
                  <a:pt x="1900837" y="2145143"/>
                </a:moveTo>
                <a:lnTo>
                  <a:pt x="1890355" y="2192640"/>
                </a:lnTo>
                <a:lnTo>
                  <a:pt x="1884368" y="2206010"/>
                </a:lnTo>
                <a:lnTo>
                  <a:pt x="1876841" y="2214473"/>
                </a:lnTo>
                <a:lnTo>
                  <a:pt x="1867204" y="2222632"/>
                </a:lnTo>
                <a:lnTo>
                  <a:pt x="1849241" y="2233175"/>
                </a:lnTo>
                <a:lnTo>
                  <a:pt x="1808897" y="2257842"/>
                </a:lnTo>
                <a:lnTo>
                  <a:pt x="1800418" y="2263030"/>
                </a:lnTo>
                <a:lnTo>
                  <a:pt x="1791353" y="2275896"/>
                </a:lnTo>
                <a:lnTo>
                  <a:pt x="1788451" y="2280018"/>
                </a:lnTo>
                <a:lnTo>
                  <a:pt x="1781747" y="2293707"/>
                </a:lnTo>
                <a:lnTo>
                  <a:pt x="1780795" y="2295642"/>
                </a:lnTo>
                <a:lnTo>
                  <a:pt x="1779797" y="2312866"/>
                </a:lnTo>
                <a:lnTo>
                  <a:pt x="1779957" y="2325542"/>
                </a:lnTo>
                <a:lnTo>
                  <a:pt x="1780048" y="2332238"/>
                </a:lnTo>
                <a:lnTo>
                  <a:pt x="1783895" y="2360569"/>
                </a:lnTo>
                <a:moveTo>
                  <a:pt x="1829473" y="2460516"/>
                </a:moveTo>
                <a:lnTo>
                  <a:pt x="1819440" y="2456958"/>
                </a:lnTo>
                <a:lnTo>
                  <a:pt x="1806094" y="2449333"/>
                </a:lnTo>
                <a:lnTo>
                  <a:pt x="1799268" y="2440336"/>
                </a:lnTo>
                <a:lnTo>
                  <a:pt x="1794652" y="2427835"/>
                </a:lnTo>
                <a:lnTo>
                  <a:pt x="1793349" y="2424308"/>
                </a:lnTo>
                <a:lnTo>
                  <a:pt x="1790485" y="2405880"/>
                </a:lnTo>
                <a:lnTo>
                  <a:pt x="1789327" y="2393174"/>
                </a:lnTo>
                <a:moveTo>
                  <a:pt x="1908326" y="2142576"/>
                </a:moveTo>
                <a:lnTo>
                  <a:pt x="1910573" y="2143178"/>
                </a:lnTo>
                <a:lnTo>
                  <a:pt x="1937076" y="2150361"/>
                </a:lnTo>
                <a:lnTo>
                  <a:pt x="1959099" y="2155191"/>
                </a:lnTo>
                <a:lnTo>
                  <a:pt x="1984863" y="2156867"/>
                </a:lnTo>
                <a:lnTo>
                  <a:pt x="2006086" y="2158368"/>
                </a:lnTo>
                <a:lnTo>
                  <a:pt x="2008950" y="2158550"/>
                </a:lnTo>
                <a:lnTo>
                  <a:pt x="2013834" y="2158863"/>
                </a:lnTo>
                <a:moveTo>
                  <a:pt x="2179172" y="2391452"/>
                </a:moveTo>
                <a:lnTo>
                  <a:pt x="2181435" y="2391665"/>
                </a:lnTo>
                <a:lnTo>
                  <a:pt x="2192724" y="2391589"/>
                </a:lnTo>
                <a:lnTo>
                  <a:pt x="2213971" y="2391475"/>
                </a:lnTo>
                <a:moveTo>
                  <a:pt x="1667934" y="2392793"/>
                </a:moveTo>
                <a:lnTo>
                  <a:pt x="1625775" y="2405366"/>
                </a:lnTo>
                <a:moveTo>
                  <a:pt x="2113689" y="1787929"/>
                </a:moveTo>
                <a:lnTo>
                  <a:pt x="2132200" y="1755176"/>
                </a:lnTo>
                <a:lnTo>
                  <a:pt x="2146568" y="1731949"/>
                </a:lnTo>
                <a:lnTo>
                  <a:pt x="2162855" y="1709263"/>
                </a:lnTo>
                <a:lnTo>
                  <a:pt x="2181084" y="1685983"/>
                </a:lnTo>
                <a:lnTo>
                  <a:pt x="2199634" y="1662702"/>
                </a:lnTo>
                <a:lnTo>
                  <a:pt x="2218358" y="1638839"/>
                </a:lnTo>
                <a:moveTo>
                  <a:pt x="2223074" y="1634798"/>
                </a:moveTo>
                <a:lnTo>
                  <a:pt x="2235141" y="1619425"/>
                </a:lnTo>
                <a:lnTo>
                  <a:pt x="2250133" y="1597737"/>
                </a:lnTo>
                <a:lnTo>
                  <a:pt x="2264523" y="1574464"/>
                </a:lnTo>
                <a:moveTo>
                  <a:pt x="2083598" y="1859663"/>
                </a:moveTo>
                <a:lnTo>
                  <a:pt x="2094370" y="1832878"/>
                </a:lnTo>
                <a:lnTo>
                  <a:pt x="2109826" y="1797227"/>
                </a:lnTo>
                <a:lnTo>
                  <a:pt x="2111746" y="1793837"/>
                </a:lnTo>
                <a:moveTo>
                  <a:pt x="2275173" y="1556532"/>
                </a:moveTo>
                <a:lnTo>
                  <a:pt x="2278433" y="1549211"/>
                </a:lnTo>
                <a:lnTo>
                  <a:pt x="2290614" y="1523630"/>
                </a:lnTo>
                <a:moveTo>
                  <a:pt x="2694149" y="2008684"/>
                </a:moveTo>
                <a:lnTo>
                  <a:pt x="2739079" y="2014633"/>
                </a:lnTo>
                <a:lnTo>
                  <a:pt x="2742499" y="2015235"/>
                </a:lnTo>
                <a:moveTo>
                  <a:pt x="543681" y="2023402"/>
                </a:moveTo>
                <a:lnTo>
                  <a:pt x="587133" y="2011891"/>
                </a:lnTo>
                <a:lnTo>
                  <a:pt x="646637" y="1996823"/>
                </a:lnTo>
                <a:lnTo>
                  <a:pt x="712006" y="1984886"/>
                </a:lnTo>
                <a:moveTo>
                  <a:pt x="798491" y="2040443"/>
                </a:moveTo>
                <a:lnTo>
                  <a:pt x="797699" y="2003321"/>
                </a:lnTo>
                <a:lnTo>
                  <a:pt x="797760" y="1927439"/>
                </a:lnTo>
                <a:lnTo>
                  <a:pt x="835324" y="1925870"/>
                </a:lnTo>
                <a:lnTo>
                  <a:pt x="872804" y="1925458"/>
                </a:lnTo>
                <a:lnTo>
                  <a:pt x="877116" y="1945242"/>
                </a:lnTo>
                <a:lnTo>
                  <a:pt x="871935" y="1980970"/>
                </a:lnTo>
                <a:lnTo>
                  <a:pt x="867845" y="2005964"/>
                </a:lnTo>
                <a:lnTo>
                  <a:pt x="864714" y="2017955"/>
                </a:lnTo>
                <a:lnTo>
                  <a:pt x="862824" y="2041464"/>
                </a:lnTo>
                <a:moveTo>
                  <a:pt x="931088" y="2051854"/>
                </a:moveTo>
                <a:lnTo>
                  <a:pt x="939186" y="2019212"/>
                </a:lnTo>
                <a:moveTo>
                  <a:pt x="941814" y="2008562"/>
                </a:moveTo>
                <a:lnTo>
                  <a:pt x="947109" y="1987110"/>
                </a:lnTo>
                <a:moveTo>
                  <a:pt x="861423" y="1650765"/>
                </a:moveTo>
                <a:lnTo>
                  <a:pt x="847703" y="1617970"/>
                </a:lnTo>
                <a:lnTo>
                  <a:pt x="843970" y="1600754"/>
                </a:lnTo>
                <a:lnTo>
                  <a:pt x="832185" y="1548739"/>
                </a:lnTo>
                <a:moveTo>
                  <a:pt x="949089" y="1976437"/>
                </a:moveTo>
                <a:lnTo>
                  <a:pt x="952456" y="1947733"/>
                </a:lnTo>
                <a:lnTo>
                  <a:pt x="948884" y="1875257"/>
                </a:lnTo>
                <a:lnTo>
                  <a:pt x="948914" y="1872354"/>
                </a:lnTo>
                <a:moveTo>
                  <a:pt x="947992" y="1848434"/>
                </a:moveTo>
                <a:lnTo>
                  <a:pt x="945837" y="1810954"/>
                </a:lnTo>
                <a:lnTo>
                  <a:pt x="939948" y="1779462"/>
                </a:lnTo>
                <a:moveTo>
                  <a:pt x="935941" y="1768355"/>
                </a:moveTo>
                <a:lnTo>
                  <a:pt x="922716" y="1739696"/>
                </a:lnTo>
                <a:moveTo>
                  <a:pt x="917186" y="1729587"/>
                </a:moveTo>
                <a:lnTo>
                  <a:pt x="902285" y="1706216"/>
                </a:lnTo>
                <a:lnTo>
                  <a:pt x="885061" y="1681153"/>
                </a:lnTo>
                <a:lnTo>
                  <a:pt x="869818" y="1663418"/>
                </a:lnTo>
                <a:lnTo>
                  <a:pt x="866100" y="1658711"/>
                </a:lnTo>
                <a:moveTo>
                  <a:pt x="1215174" y="2225291"/>
                </a:moveTo>
                <a:lnTo>
                  <a:pt x="1221833" y="2230791"/>
                </a:lnTo>
                <a:moveTo>
                  <a:pt x="952297" y="1984261"/>
                </a:moveTo>
                <a:lnTo>
                  <a:pt x="984116" y="1995017"/>
                </a:lnTo>
                <a:lnTo>
                  <a:pt x="1016310" y="2000038"/>
                </a:lnTo>
                <a:moveTo>
                  <a:pt x="1027538" y="2001972"/>
                </a:moveTo>
                <a:lnTo>
                  <a:pt x="1032711" y="2002963"/>
                </a:lnTo>
                <a:lnTo>
                  <a:pt x="1059564" y="2002140"/>
                </a:lnTo>
                <a:lnTo>
                  <a:pt x="1185396" y="1991673"/>
                </a:lnTo>
                <a:lnTo>
                  <a:pt x="1193357" y="1991665"/>
                </a:lnTo>
                <a:lnTo>
                  <a:pt x="1205347" y="1992709"/>
                </a:lnTo>
                <a:lnTo>
                  <a:pt x="1214177" y="1994195"/>
                </a:lnTo>
                <a:lnTo>
                  <a:pt x="1220979" y="1995779"/>
                </a:lnTo>
                <a:moveTo>
                  <a:pt x="1170404" y="2287338"/>
                </a:moveTo>
                <a:lnTo>
                  <a:pt x="1157248" y="2276110"/>
                </a:lnTo>
                <a:lnTo>
                  <a:pt x="1152098" y="2268796"/>
                </a:lnTo>
                <a:lnTo>
                  <a:pt x="1142142" y="2254665"/>
                </a:lnTo>
                <a:lnTo>
                  <a:pt x="1135758" y="2227386"/>
                </a:lnTo>
                <a:lnTo>
                  <a:pt x="1129793" y="2196739"/>
                </a:lnTo>
                <a:lnTo>
                  <a:pt x="1123135" y="2162527"/>
                </a:lnTo>
                <a:moveTo>
                  <a:pt x="1029336" y="2171775"/>
                </a:moveTo>
                <a:lnTo>
                  <a:pt x="1060470" y="2167959"/>
                </a:lnTo>
                <a:lnTo>
                  <a:pt x="1085876" y="2164028"/>
                </a:lnTo>
                <a:lnTo>
                  <a:pt x="1115761" y="2159419"/>
                </a:lnTo>
                <a:moveTo>
                  <a:pt x="1126502" y="2157530"/>
                </a:moveTo>
                <a:lnTo>
                  <a:pt x="1147322" y="2153416"/>
                </a:lnTo>
                <a:moveTo>
                  <a:pt x="1157880" y="2151649"/>
                </a:moveTo>
                <a:lnTo>
                  <a:pt x="1232597" y="2141326"/>
                </a:lnTo>
                <a:lnTo>
                  <a:pt x="1266298" y="2136664"/>
                </a:lnTo>
                <a:moveTo>
                  <a:pt x="1277344" y="2135087"/>
                </a:moveTo>
                <a:lnTo>
                  <a:pt x="1287598" y="2133564"/>
                </a:lnTo>
                <a:lnTo>
                  <a:pt x="1297371" y="2132040"/>
                </a:lnTo>
                <a:moveTo>
                  <a:pt x="1102986" y="2083095"/>
                </a:moveTo>
                <a:lnTo>
                  <a:pt x="1135735" y="2077885"/>
                </a:lnTo>
                <a:moveTo>
                  <a:pt x="1146614" y="2076277"/>
                </a:moveTo>
                <a:lnTo>
                  <a:pt x="1149691" y="2075858"/>
                </a:lnTo>
                <a:lnTo>
                  <a:pt x="1184253" y="2071097"/>
                </a:lnTo>
                <a:moveTo>
                  <a:pt x="1152738" y="2145631"/>
                </a:moveTo>
                <a:lnTo>
                  <a:pt x="1147749" y="2112554"/>
                </a:lnTo>
                <a:lnTo>
                  <a:pt x="1143010" y="2081092"/>
                </a:lnTo>
                <a:moveTo>
                  <a:pt x="1228978" y="1992176"/>
                </a:moveTo>
                <a:lnTo>
                  <a:pt x="1235446" y="1981313"/>
                </a:lnTo>
                <a:lnTo>
                  <a:pt x="1236543" y="1962245"/>
                </a:lnTo>
                <a:lnTo>
                  <a:pt x="1226015" y="1915113"/>
                </a:lnTo>
                <a:lnTo>
                  <a:pt x="1225162" y="1912439"/>
                </a:lnTo>
                <a:lnTo>
                  <a:pt x="1219189" y="1906916"/>
                </a:lnTo>
                <a:lnTo>
                  <a:pt x="1183339" y="1910086"/>
                </a:lnTo>
                <a:lnTo>
                  <a:pt x="1060493" y="1916424"/>
                </a:lnTo>
                <a:lnTo>
                  <a:pt x="1034768" y="1917071"/>
                </a:lnTo>
                <a:lnTo>
                  <a:pt x="1028529" y="1918534"/>
                </a:lnTo>
                <a:lnTo>
                  <a:pt x="1025786" y="1923676"/>
                </a:lnTo>
                <a:lnTo>
                  <a:pt x="1024590" y="1927477"/>
                </a:lnTo>
                <a:lnTo>
                  <a:pt x="1024042" y="1931934"/>
                </a:lnTo>
                <a:lnTo>
                  <a:pt x="1021726" y="1993974"/>
                </a:lnTo>
                <a:moveTo>
                  <a:pt x="814047" y="1246454"/>
                </a:moveTo>
                <a:lnTo>
                  <a:pt x="817521" y="1243582"/>
                </a:lnTo>
                <a:lnTo>
                  <a:pt x="840161" y="1225481"/>
                </a:lnTo>
                <a:lnTo>
                  <a:pt x="843346" y="1222472"/>
                </a:lnTo>
                <a:lnTo>
                  <a:pt x="862268" y="1207854"/>
                </a:lnTo>
                <a:moveTo>
                  <a:pt x="1018465" y="1330784"/>
                </a:moveTo>
                <a:lnTo>
                  <a:pt x="994751" y="1344785"/>
                </a:lnTo>
                <a:lnTo>
                  <a:pt x="987750" y="1352883"/>
                </a:lnTo>
                <a:lnTo>
                  <a:pt x="985549" y="1360569"/>
                </a:lnTo>
                <a:lnTo>
                  <a:pt x="984474" y="1368088"/>
                </a:lnTo>
                <a:lnTo>
                  <a:pt x="984444" y="1378868"/>
                </a:lnTo>
                <a:lnTo>
                  <a:pt x="987842" y="1424948"/>
                </a:lnTo>
                <a:lnTo>
                  <a:pt x="987956" y="1426449"/>
                </a:lnTo>
                <a:moveTo>
                  <a:pt x="988169" y="1437548"/>
                </a:moveTo>
                <a:lnTo>
                  <a:pt x="988162" y="1437701"/>
                </a:lnTo>
                <a:lnTo>
                  <a:pt x="986866" y="1474045"/>
                </a:lnTo>
                <a:lnTo>
                  <a:pt x="981450" y="1498324"/>
                </a:lnTo>
                <a:lnTo>
                  <a:pt x="979096" y="1516751"/>
                </a:lnTo>
                <a:lnTo>
                  <a:pt x="979569" y="1533983"/>
                </a:lnTo>
                <a:lnTo>
                  <a:pt x="992016" y="1555260"/>
                </a:lnTo>
                <a:lnTo>
                  <a:pt x="1003359" y="1564165"/>
                </a:lnTo>
                <a:lnTo>
                  <a:pt x="1019928" y="1569970"/>
                </a:lnTo>
                <a:lnTo>
                  <a:pt x="1041037" y="1573741"/>
                </a:lnTo>
                <a:moveTo>
                  <a:pt x="1051535" y="1575904"/>
                </a:moveTo>
                <a:lnTo>
                  <a:pt x="1079660" y="1582463"/>
                </a:lnTo>
                <a:lnTo>
                  <a:pt x="1080742" y="1582509"/>
                </a:lnTo>
                <a:moveTo>
                  <a:pt x="1091750" y="1585228"/>
                </a:moveTo>
                <a:lnTo>
                  <a:pt x="1109773" y="1593928"/>
                </a:lnTo>
                <a:moveTo>
                  <a:pt x="1116028" y="1598925"/>
                </a:moveTo>
                <a:lnTo>
                  <a:pt x="1131324" y="1618122"/>
                </a:lnTo>
                <a:lnTo>
                  <a:pt x="1134341" y="1621139"/>
                </a:lnTo>
                <a:lnTo>
                  <a:pt x="1141631" y="1637281"/>
                </a:lnTo>
                <a:lnTo>
                  <a:pt x="1142660" y="1643079"/>
                </a:lnTo>
                <a:moveTo>
                  <a:pt x="1143962" y="1653553"/>
                </a:moveTo>
                <a:lnTo>
                  <a:pt x="1146347" y="1685495"/>
                </a:lnTo>
                <a:lnTo>
                  <a:pt x="1147962" y="1731903"/>
                </a:lnTo>
                <a:lnTo>
                  <a:pt x="1148411" y="1738912"/>
                </a:lnTo>
                <a:lnTo>
                  <a:pt x="1145288" y="1752319"/>
                </a:lnTo>
                <a:lnTo>
                  <a:pt x="1139986" y="1762101"/>
                </a:lnTo>
                <a:lnTo>
                  <a:pt x="1130814" y="1773405"/>
                </a:lnTo>
                <a:lnTo>
                  <a:pt x="1123120" y="1778563"/>
                </a:lnTo>
                <a:lnTo>
                  <a:pt x="1114687" y="1783888"/>
                </a:lnTo>
                <a:lnTo>
                  <a:pt x="1098773" y="1788367"/>
                </a:lnTo>
                <a:lnTo>
                  <a:pt x="1082517" y="1786927"/>
                </a:lnTo>
                <a:lnTo>
                  <a:pt x="1067921" y="1781747"/>
                </a:lnTo>
                <a:lnTo>
                  <a:pt x="1055915" y="1769459"/>
                </a:lnTo>
                <a:moveTo>
                  <a:pt x="1047992" y="1761659"/>
                </a:moveTo>
                <a:lnTo>
                  <a:pt x="1029031" y="1743711"/>
                </a:lnTo>
                <a:moveTo>
                  <a:pt x="1020766" y="1736710"/>
                </a:moveTo>
                <a:lnTo>
                  <a:pt x="1012143" y="1730197"/>
                </a:lnTo>
                <a:lnTo>
                  <a:pt x="991140" y="1722282"/>
                </a:lnTo>
                <a:moveTo>
                  <a:pt x="981511" y="1720324"/>
                </a:moveTo>
                <a:lnTo>
                  <a:pt x="962543" y="1719456"/>
                </a:lnTo>
                <a:moveTo>
                  <a:pt x="950080" y="1721878"/>
                </a:moveTo>
                <a:lnTo>
                  <a:pt x="927302" y="1730677"/>
                </a:lnTo>
                <a:lnTo>
                  <a:pt x="924080" y="1731918"/>
                </a:lnTo>
                <a:moveTo>
                  <a:pt x="868843" y="1200754"/>
                </a:moveTo>
                <a:lnTo>
                  <a:pt x="877009" y="1188367"/>
                </a:lnTo>
                <a:lnTo>
                  <a:pt x="881519" y="1173451"/>
                </a:lnTo>
                <a:lnTo>
                  <a:pt x="883652" y="1161034"/>
                </a:lnTo>
                <a:lnTo>
                  <a:pt x="884947" y="1150773"/>
                </a:lnTo>
                <a:lnTo>
                  <a:pt x="887605" y="1141677"/>
                </a:lnTo>
                <a:lnTo>
                  <a:pt x="890759" y="1139529"/>
                </a:lnTo>
                <a:lnTo>
                  <a:pt x="894789" y="1137853"/>
                </a:lnTo>
                <a:lnTo>
                  <a:pt x="901782" y="1136581"/>
                </a:lnTo>
                <a:lnTo>
                  <a:pt x="930875" y="1136901"/>
                </a:lnTo>
                <a:lnTo>
                  <a:pt x="956882" y="1139224"/>
                </a:lnTo>
                <a:moveTo>
                  <a:pt x="913567" y="1736581"/>
                </a:moveTo>
                <a:lnTo>
                  <a:pt x="885587" y="1750636"/>
                </a:lnTo>
                <a:lnTo>
                  <a:pt x="857149" y="1764934"/>
                </a:lnTo>
                <a:moveTo>
                  <a:pt x="846972" y="1769657"/>
                </a:moveTo>
                <a:lnTo>
                  <a:pt x="819319" y="1781458"/>
                </a:lnTo>
                <a:lnTo>
                  <a:pt x="789716" y="1794080"/>
                </a:lnTo>
                <a:moveTo>
                  <a:pt x="778258" y="1799192"/>
                </a:moveTo>
                <a:lnTo>
                  <a:pt x="766603" y="1804616"/>
                </a:lnTo>
                <a:lnTo>
                  <a:pt x="744839" y="1809872"/>
                </a:lnTo>
                <a:lnTo>
                  <a:pt x="739354" y="1809316"/>
                </a:lnTo>
                <a:lnTo>
                  <a:pt x="703519" y="1808791"/>
                </a:lnTo>
                <a:moveTo>
                  <a:pt x="692565" y="1808684"/>
                </a:moveTo>
                <a:lnTo>
                  <a:pt x="638028" y="1808455"/>
                </a:lnTo>
                <a:lnTo>
                  <a:pt x="631332" y="1806132"/>
                </a:lnTo>
                <a:lnTo>
                  <a:pt x="622945" y="1803237"/>
                </a:lnTo>
                <a:lnTo>
                  <a:pt x="605249" y="1792625"/>
                </a:lnTo>
                <a:lnTo>
                  <a:pt x="599192" y="1780940"/>
                </a:lnTo>
                <a:lnTo>
                  <a:pt x="592184" y="1762093"/>
                </a:lnTo>
                <a:lnTo>
                  <a:pt x="590378" y="1757263"/>
                </a:lnTo>
                <a:lnTo>
                  <a:pt x="591894" y="1718229"/>
                </a:lnTo>
                <a:lnTo>
                  <a:pt x="596206" y="1702612"/>
                </a:lnTo>
                <a:lnTo>
                  <a:pt x="605767" y="1684840"/>
                </a:lnTo>
                <a:lnTo>
                  <a:pt x="611747" y="1678669"/>
                </a:lnTo>
                <a:lnTo>
                  <a:pt x="631241" y="1667029"/>
                </a:lnTo>
                <a:lnTo>
                  <a:pt x="644107" y="1660028"/>
                </a:lnTo>
                <a:lnTo>
                  <a:pt x="651581" y="1655961"/>
                </a:lnTo>
                <a:lnTo>
                  <a:pt x="662428" y="1645882"/>
                </a:lnTo>
                <a:moveTo>
                  <a:pt x="667395" y="1637822"/>
                </a:moveTo>
                <a:lnTo>
                  <a:pt x="670922" y="1626761"/>
                </a:lnTo>
                <a:lnTo>
                  <a:pt x="674358" y="1614580"/>
                </a:lnTo>
                <a:lnTo>
                  <a:pt x="675112" y="1611891"/>
                </a:lnTo>
                <a:lnTo>
                  <a:pt x="675645" y="1610025"/>
                </a:lnTo>
                <a:lnTo>
                  <a:pt x="672255" y="1582577"/>
                </a:lnTo>
                <a:lnTo>
                  <a:pt x="671936" y="1580132"/>
                </a:lnTo>
                <a:moveTo>
                  <a:pt x="967807" y="1140184"/>
                </a:moveTo>
                <a:lnTo>
                  <a:pt x="981572" y="1141372"/>
                </a:lnTo>
                <a:moveTo>
                  <a:pt x="990432" y="1144595"/>
                </a:moveTo>
                <a:lnTo>
                  <a:pt x="1022153" y="1163457"/>
                </a:lnTo>
                <a:lnTo>
                  <a:pt x="1025801" y="1165628"/>
                </a:lnTo>
                <a:lnTo>
                  <a:pt x="1048488" y="1176788"/>
                </a:lnTo>
                <a:moveTo>
                  <a:pt x="1056044" y="1182448"/>
                </a:moveTo>
                <a:lnTo>
                  <a:pt x="1068926" y="1197661"/>
                </a:lnTo>
                <a:lnTo>
                  <a:pt x="1078990" y="1215015"/>
                </a:lnTo>
                <a:lnTo>
                  <a:pt x="1081145" y="1237358"/>
                </a:lnTo>
                <a:lnTo>
                  <a:pt x="1082844" y="1256753"/>
                </a:lnTo>
                <a:lnTo>
                  <a:pt x="1083355" y="1264584"/>
                </a:lnTo>
                <a:lnTo>
                  <a:pt x="1084932" y="1276818"/>
                </a:lnTo>
                <a:lnTo>
                  <a:pt x="1083073" y="1289258"/>
                </a:lnTo>
                <a:lnTo>
                  <a:pt x="1074525" y="1300518"/>
                </a:lnTo>
                <a:lnTo>
                  <a:pt x="1064432" y="1309149"/>
                </a:lnTo>
                <a:lnTo>
                  <a:pt x="1028102" y="1325779"/>
                </a:lnTo>
                <a:moveTo>
                  <a:pt x="597120" y="1501782"/>
                </a:moveTo>
                <a:lnTo>
                  <a:pt x="635332" y="1484116"/>
                </a:lnTo>
                <a:moveTo>
                  <a:pt x="796716" y="1464462"/>
                </a:moveTo>
                <a:lnTo>
                  <a:pt x="794149" y="1467052"/>
                </a:lnTo>
                <a:lnTo>
                  <a:pt x="792443" y="1468218"/>
                </a:lnTo>
                <a:lnTo>
                  <a:pt x="736787" y="1483522"/>
                </a:lnTo>
                <a:lnTo>
                  <a:pt x="735194" y="1484619"/>
                </a:lnTo>
                <a:lnTo>
                  <a:pt x="734379" y="1486013"/>
                </a:lnTo>
                <a:lnTo>
                  <a:pt x="733892" y="1487438"/>
                </a:lnTo>
                <a:lnTo>
                  <a:pt x="733762" y="1488961"/>
                </a:lnTo>
                <a:lnTo>
                  <a:pt x="741860" y="1521368"/>
                </a:lnTo>
                <a:lnTo>
                  <a:pt x="749097" y="1553965"/>
                </a:lnTo>
                <a:lnTo>
                  <a:pt x="749333" y="1554856"/>
                </a:lnTo>
                <a:moveTo>
                  <a:pt x="752594" y="1565757"/>
                </a:moveTo>
                <a:lnTo>
                  <a:pt x="752784" y="1566336"/>
                </a:lnTo>
                <a:lnTo>
                  <a:pt x="789655" y="1682349"/>
                </a:lnTo>
                <a:lnTo>
                  <a:pt x="844702" y="1667608"/>
                </a:lnTo>
                <a:lnTo>
                  <a:pt x="857522" y="1659876"/>
                </a:lnTo>
                <a:lnTo>
                  <a:pt x="858627" y="1659206"/>
                </a:lnTo>
                <a:moveTo>
                  <a:pt x="699489" y="1656852"/>
                </a:moveTo>
                <a:lnTo>
                  <a:pt x="669658" y="1642980"/>
                </a:lnTo>
                <a:moveTo>
                  <a:pt x="667929" y="1735895"/>
                </a:moveTo>
                <a:lnTo>
                  <a:pt x="697577" y="1736421"/>
                </a:lnTo>
                <a:lnTo>
                  <a:pt x="697235" y="1774396"/>
                </a:lnTo>
                <a:lnTo>
                  <a:pt x="696876" y="1804410"/>
                </a:lnTo>
                <a:moveTo>
                  <a:pt x="778083" y="1764074"/>
                </a:moveTo>
                <a:lnTo>
                  <a:pt x="782349" y="1791681"/>
                </a:lnTo>
                <a:moveTo>
                  <a:pt x="784223" y="1804052"/>
                </a:moveTo>
                <a:lnTo>
                  <a:pt x="785404" y="1811761"/>
                </a:lnTo>
                <a:moveTo>
                  <a:pt x="1025329" y="1794713"/>
                </a:moveTo>
                <a:lnTo>
                  <a:pt x="1027919" y="1792069"/>
                </a:lnTo>
                <a:lnTo>
                  <a:pt x="1048168" y="1771173"/>
                </a:lnTo>
                <a:moveTo>
                  <a:pt x="1072865" y="1711548"/>
                </a:moveTo>
                <a:lnTo>
                  <a:pt x="1055900" y="1710459"/>
                </a:lnTo>
                <a:lnTo>
                  <a:pt x="1049379" y="1712653"/>
                </a:lnTo>
                <a:lnTo>
                  <a:pt x="1027112" y="1736009"/>
                </a:lnTo>
                <a:moveTo>
                  <a:pt x="973489" y="1644244"/>
                </a:moveTo>
                <a:lnTo>
                  <a:pt x="981206" y="1645973"/>
                </a:lnTo>
                <a:lnTo>
                  <a:pt x="991551" y="1648213"/>
                </a:lnTo>
                <a:lnTo>
                  <a:pt x="994484" y="1650468"/>
                </a:lnTo>
                <a:lnTo>
                  <a:pt x="995406" y="1654521"/>
                </a:lnTo>
                <a:lnTo>
                  <a:pt x="991887" y="1681077"/>
                </a:lnTo>
                <a:lnTo>
                  <a:pt x="985914" y="1716766"/>
                </a:lnTo>
                <a:moveTo>
                  <a:pt x="1166214" y="1641814"/>
                </a:moveTo>
                <a:lnTo>
                  <a:pt x="1150034" y="1646012"/>
                </a:lnTo>
                <a:moveTo>
                  <a:pt x="1141380" y="1563441"/>
                </a:moveTo>
                <a:lnTo>
                  <a:pt x="1130639" y="1571890"/>
                </a:lnTo>
                <a:lnTo>
                  <a:pt x="1116028" y="1590538"/>
                </a:lnTo>
                <a:moveTo>
                  <a:pt x="1074465" y="1629702"/>
                </a:moveTo>
                <a:lnTo>
                  <a:pt x="1077573" y="1620461"/>
                </a:lnTo>
                <a:lnTo>
                  <a:pt x="1086470" y="1587750"/>
                </a:lnTo>
                <a:moveTo>
                  <a:pt x="1124194" y="1486333"/>
                </a:moveTo>
                <a:lnTo>
                  <a:pt x="1087004" y="1491262"/>
                </a:lnTo>
                <a:lnTo>
                  <a:pt x="1066397" y="1502704"/>
                </a:lnTo>
                <a:lnTo>
                  <a:pt x="1057408" y="1519037"/>
                </a:lnTo>
                <a:lnTo>
                  <a:pt x="1053523" y="1536459"/>
                </a:lnTo>
                <a:lnTo>
                  <a:pt x="1046515" y="1567913"/>
                </a:lnTo>
                <a:moveTo>
                  <a:pt x="1007267" y="1244907"/>
                </a:moveTo>
                <a:lnTo>
                  <a:pt x="993304" y="1252693"/>
                </a:lnTo>
                <a:lnTo>
                  <a:pt x="1008136" y="1293227"/>
                </a:lnTo>
                <a:lnTo>
                  <a:pt x="1020309" y="1324430"/>
                </a:lnTo>
                <a:moveTo>
                  <a:pt x="1070480" y="1138447"/>
                </a:moveTo>
                <a:lnTo>
                  <a:pt x="1055199" y="1172583"/>
                </a:lnTo>
                <a:moveTo>
                  <a:pt x="957225" y="1188748"/>
                </a:moveTo>
                <a:lnTo>
                  <a:pt x="959754" y="1173299"/>
                </a:lnTo>
                <a:lnTo>
                  <a:pt x="963091" y="1144161"/>
                </a:lnTo>
                <a:moveTo>
                  <a:pt x="893418" y="1227477"/>
                </a:moveTo>
                <a:lnTo>
                  <a:pt x="869566" y="1206292"/>
                </a:lnTo>
                <a:moveTo>
                  <a:pt x="790881" y="975843"/>
                </a:moveTo>
                <a:lnTo>
                  <a:pt x="792245" y="976384"/>
                </a:lnTo>
                <a:lnTo>
                  <a:pt x="824499" y="989228"/>
                </a:lnTo>
                <a:lnTo>
                  <a:pt x="857644" y="1002415"/>
                </a:lnTo>
                <a:moveTo>
                  <a:pt x="867799" y="1006124"/>
                </a:moveTo>
                <a:lnTo>
                  <a:pt x="903146" y="1017902"/>
                </a:lnTo>
                <a:lnTo>
                  <a:pt x="932482" y="1027668"/>
                </a:lnTo>
                <a:lnTo>
                  <a:pt x="956189" y="1030677"/>
                </a:lnTo>
                <a:lnTo>
                  <a:pt x="969010" y="1030296"/>
                </a:lnTo>
                <a:moveTo>
                  <a:pt x="979881" y="1030121"/>
                </a:moveTo>
                <a:lnTo>
                  <a:pt x="1009964" y="1030029"/>
                </a:lnTo>
                <a:lnTo>
                  <a:pt x="1070808" y="1029854"/>
                </a:lnTo>
                <a:lnTo>
                  <a:pt x="1076940" y="1025306"/>
                </a:lnTo>
                <a:lnTo>
                  <a:pt x="1079721" y="1017559"/>
                </a:lnTo>
                <a:lnTo>
                  <a:pt x="1078974" y="991163"/>
                </a:lnTo>
                <a:lnTo>
                  <a:pt x="1077832" y="968271"/>
                </a:lnTo>
                <a:lnTo>
                  <a:pt x="1075226" y="958231"/>
                </a:lnTo>
                <a:moveTo>
                  <a:pt x="760539" y="867327"/>
                </a:moveTo>
                <a:lnTo>
                  <a:pt x="754780" y="856517"/>
                </a:lnTo>
                <a:lnTo>
                  <a:pt x="731553" y="835271"/>
                </a:lnTo>
                <a:lnTo>
                  <a:pt x="730631" y="834356"/>
                </a:lnTo>
                <a:moveTo>
                  <a:pt x="855648" y="1028201"/>
                </a:moveTo>
                <a:lnTo>
                  <a:pt x="862421" y="1008768"/>
                </a:lnTo>
                <a:moveTo>
                  <a:pt x="903420" y="939316"/>
                </a:moveTo>
                <a:lnTo>
                  <a:pt x="970579" y="960371"/>
                </a:lnTo>
                <a:lnTo>
                  <a:pt x="972438" y="963640"/>
                </a:lnTo>
                <a:lnTo>
                  <a:pt x="974495" y="968286"/>
                </a:lnTo>
                <a:lnTo>
                  <a:pt x="973893" y="994477"/>
                </a:lnTo>
                <a:lnTo>
                  <a:pt x="973299" y="1021421"/>
                </a:lnTo>
                <a:lnTo>
                  <a:pt x="973246" y="1023326"/>
                </a:lnTo>
                <a:moveTo>
                  <a:pt x="1058345" y="928651"/>
                </a:moveTo>
                <a:lnTo>
                  <a:pt x="1048053" y="942363"/>
                </a:lnTo>
                <a:lnTo>
                  <a:pt x="1043825" y="950110"/>
                </a:lnTo>
                <a:lnTo>
                  <a:pt x="1051359" y="961057"/>
                </a:lnTo>
                <a:lnTo>
                  <a:pt x="1067647" y="955945"/>
                </a:lnTo>
                <a:moveTo>
                  <a:pt x="1037868" y="873528"/>
                </a:moveTo>
                <a:lnTo>
                  <a:pt x="1028247" y="892336"/>
                </a:lnTo>
                <a:moveTo>
                  <a:pt x="997516" y="809057"/>
                </a:moveTo>
                <a:lnTo>
                  <a:pt x="971067" y="823775"/>
                </a:lnTo>
                <a:lnTo>
                  <a:pt x="962223" y="833823"/>
                </a:lnTo>
                <a:lnTo>
                  <a:pt x="958238" y="843445"/>
                </a:lnTo>
                <a:lnTo>
                  <a:pt x="951299" y="868759"/>
                </a:lnTo>
                <a:moveTo>
                  <a:pt x="889898" y="770229"/>
                </a:moveTo>
                <a:lnTo>
                  <a:pt x="901066" y="767700"/>
                </a:lnTo>
                <a:lnTo>
                  <a:pt x="926045" y="759701"/>
                </a:lnTo>
                <a:lnTo>
                  <a:pt x="1001188" y="729245"/>
                </a:lnTo>
                <a:moveTo>
                  <a:pt x="862703" y="706871"/>
                </a:moveTo>
                <a:lnTo>
                  <a:pt x="863243" y="706566"/>
                </a:lnTo>
                <a:lnTo>
                  <a:pt x="866054" y="704967"/>
                </a:lnTo>
                <a:moveTo>
                  <a:pt x="692001" y="288444"/>
                </a:moveTo>
                <a:lnTo>
                  <a:pt x="692161" y="277299"/>
                </a:lnTo>
                <a:lnTo>
                  <a:pt x="692199" y="276164"/>
                </a:lnTo>
                <a:moveTo>
                  <a:pt x="761758" y="365498"/>
                </a:moveTo>
                <a:lnTo>
                  <a:pt x="731195" y="364249"/>
                </a:lnTo>
                <a:lnTo>
                  <a:pt x="664150" y="362581"/>
                </a:lnTo>
                <a:lnTo>
                  <a:pt x="645463" y="359762"/>
                </a:lnTo>
                <a:lnTo>
                  <a:pt x="629595" y="350933"/>
                </a:lnTo>
                <a:moveTo>
                  <a:pt x="843582" y="273154"/>
                </a:moveTo>
                <a:lnTo>
                  <a:pt x="841860" y="327409"/>
                </a:lnTo>
                <a:moveTo>
                  <a:pt x="841510" y="338379"/>
                </a:moveTo>
                <a:lnTo>
                  <a:pt x="840580" y="367380"/>
                </a:lnTo>
                <a:lnTo>
                  <a:pt x="839933" y="387705"/>
                </a:lnTo>
                <a:moveTo>
                  <a:pt x="774625" y="332330"/>
                </a:moveTo>
                <a:lnTo>
                  <a:pt x="805995" y="333191"/>
                </a:lnTo>
                <a:lnTo>
                  <a:pt x="835659" y="333953"/>
                </a:lnTo>
                <a:lnTo>
                  <a:pt x="837373" y="333999"/>
                </a:lnTo>
                <a:moveTo>
                  <a:pt x="2300990" y="1437144"/>
                </a:moveTo>
                <a:lnTo>
                  <a:pt x="2296358" y="1450430"/>
                </a:lnTo>
                <a:lnTo>
                  <a:pt x="2288390" y="1461423"/>
                </a:lnTo>
                <a:lnTo>
                  <a:pt x="2284794" y="1463518"/>
                </a:lnTo>
                <a:lnTo>
                  <a:pt x="2278822" y="1466656"/>
                </a:lnTo>
                <a:lnTo>
                  <a:pt x="2272659" y="1469802"/>
                </a:lnTo>
                <a:moveTo>
                  <a:pt x="2261102" y="1475805"/>
                </a:moveTo>
                <a:lnTo>
                  <a:pt x="2268728" y="1485061"/>
                </a:lnTo>
                <a:lnTo>
                  <a:pt x="2270884" y="1488862"/>
                </a:lnTo>
                <a:lnTo>
                  <a:pt x="2273596" y="1493243"/>
                </a:lnTo>
                <a:lnTo>
                  <a:pt x="2275043" y="1497569"/>
                </a:lnTo>
                <a:lnTo>
                  <a:pt x="2275485" y="1502955"/>
                </a:lnTo>
                <a:lnTo>
                  <a:pt x="2275226" y="1509316"/>
                </a:lnTo>
                <a:lnTo>
                  <a:pt x="2264584" y="1532581"/>
                </a:lnTo>
                <a:moveTo>
                  <a:pt x="2293859" y="1522594"/>
                </a:moveTo>
                <a:lnTo>
                  <a:pt x="2302231" y="1506818"/>
                </a:lnTo>
                <a:lnTo>
                  <a:pt x="2312561" y="1495863"/>
                </a:lnTo>
                <a:lnTo>
                  <a:pt x="2321771" y="1491993"/>
                </a:lnTo>
                <a:lnTo>
                  <a:pt x="2326007" y="1490157"/>
                </a:lnTo>
                <a:moveTo>
                  <a:pt x="2344945" y="1485548"/>
                </a:moveTo>
                <a:lnTo>
                  <a:pt x="2341433" y="1483636"/>
                </a:lnTo>
                <a:lnTo>
                  <a:pt x="2332231" y="1479485"/>
                </a:lnTo>
                <a:lnTo>
                  <a:pt x="2327919" y="1475828"/>
                </a:lnTo>
                <a:lnTo>
                  <a:pt x="2324658" y="1470800"/>
                </a:lnTo>
                <a:lnTo>
                  <a:pt x="2322053" y="1449264"/>
                </a:lnTo>
                <a:moveTo>
                  <a:pt x="2109697" y="1902270"/>
                </a:moveTo>
                <a:lnTo>
                  <a:pt x="2106627" y="1902788"/>
                </a:lnTo>
                <a:lnTo>
                  <a:pt x="2097463" y="1899634"/>
                </a:lnTo>
                <a:lnTo>
                  <a:pt x="2091818" y="1894842"/>
                </a:lnTo>
                <a:lnTo>
                  <a:pt x="2088634" y="1889639"/>
                </a:lnTo>
                <a:lnTo>
                  <a:pt x="2084398" y="1881138"/>
                </a:lnTo>
                <a:lnTo>
                  <a:pt x="2085297" y="1863167"/>
                </a:lnTo>
                <a:moveTo>
                  <a:pt x="2011921" y="1904212"/>
                </a:moveTo>
                <a:lnTo>
                  <a:pt x="2019836" y="1905401"/>
                </a:lnTo>
                <a:lnTo>
                  <a:pt x="2028635" y="1911426"/>
                </a:lnTo>
                <a:lnTo>
                  <a:pt x="2033884" y="1916408"/>
                </a:lnTo>
                <a:lnTo>
                  <a:pt x="2035476" y="1917825"/>
                </a:lnTo>
                <a:lnTo>
                  <a:pt x="2038317" y="1921032"/>
                </a:lnTo>
                <a:lnTo>
                  <a:pt x="2040946" y="1926510"/>
                </a:lnTo>
                <a:lnTo>
                  <a:pt x="2042043" y="1933107"/>
                </a:lnTo>
                <a:lnTo>
                  <a:pt x="2037746" y="1945829"/>
                </a:lnTo>
                <a:moveTo>
                  <a:pt x="2058490" y="1954231"/>
                </a:moveTo>
                <a:lnTo>
                  <a:pt x="2065155" y="1933640"/>
                </a:lnTo>
                <a:lnTo>
                  <a:pt x="2069162" y="1927523"/>
                </a:lnTo>
                <a:lnTo>
                  <a:pt x="2076300" y="1921040"/>
                </a:lnTo>
                <a:lnTo>
                  <a:pt x="2083773" y="1917703"/>
                </a:lnTo>
                <a:lnTo>
                  <a:pt x="2107853" y="1917086"/>
                </a:lnTo>
                <a:moveTo>
                  <a:pt x="1962062" y="2392145"/>
                </a:moveTo>
                <a:lnTo>
                  <a:pt x="1981473" y="2393372"/>
                </a:lnTo>
                <a:lnTo>
                  <a:pt x="1993517" y="2397752"/>
                </a:lnTo>
                <a:lnTo>
                  <a:pt x="1994895" y="2398255"/>
                </a:lnTo>
                <a:lnTo>
                  <a:pt x="1999314" y="2400936"/>
                </a:lnTo>
                <a:lnTo>
                  <a:pt x="2001637" y="2402612"/>
                </a:lnTo>
                <a:lnTo>
                  <a:pt x="2004723" y="2407587"/>
                </a:lnTo>
                <a:lnTo>
                  <a:pt x="2005690" y="2423790"/>
                </a:lnTo>
                <a:moveTo>
                  <a:pt x="2008417" y="2322983"/>
                </a:moveTo>
                <a:lnTo>
                  <a:pt x="2008212" y="2348899"/>
                </a:lnTo>
                <a:lnTo>
                  <a:pt x="2003923" y="2363075"/>
                </a:lnTo>
                <a:lnTo>
                  <a:pt x="1998423" y="2372026"/>
                </a:lnTo>
                <a:lnTo>
                  <a:pt x="1997455" y="2373573"/>
                </a:lnTo>
                <a:lnTo>
                  <a:pt x="1992435" y="2377306"/>
                </a:lnTo>
                <a:lnTo>
                  <a:pt x="1990233" y="2377641"/>
                </a:lnTo>
                <a:lnTo>
                  <a:pt x="1985373" y="2377961"/>
                </a:lnTo>
                <a:moveTo>
                  <a:pt x="2647893" y="2548266"/>
                </a:moveTo>
                <a:lnTo>
                  <a:pt x="2674632" y="2554269"/>
                </a:lnTo>
                <a:lnTo>
                  <a:pt x="2701668" y="2560881"/>
                </a:lnTo>
                <a:moveTo>
                  <a:pt x="2712698" y="2563845"/>
                </a:moveTo>
                <a:lnTo>
                  <a:pt x="2725397" y="2567593"/>
                </a:lnTo>
                <a:lnTo>
                  <a:pt x="2747169" y="2575310"/>
                </a:lnTo>
                <a:lnTo>
                  <a:pt x="2768156" y="2583567"/>
                </a:lnTo>
                <a:lnTo>
                  <a:pt x="2783636" y="2590637"/>
                </a:lnTo>
                <a:lnTo>
                  <a:pt x="2799306" y="2597996"/>
                </a:lnTo>
                <a:lnTo>
                  <a:pt x="2816332" y="2606779"/>
                </a:lnTo>
                <a:lnTo>
                  <a:pt x="2829427" y="2614085"/>
                </a:lnTo>
                <a:moveTo>
                  <a:pt x="2838774" y="2619737"/>
                </a:moveTo>
                <a:lnTo>
                  <a:pt x="2852974" y="2628871"/>
                </a:lnTo>
                <a:lnTo>
                  <a:pt x="2868629" y="2639803"/>
                </a:lnTo>
                <a:lnTo>
                  <a:pt x="2877641" y="2646065"/>
                </a:lnTo>
                <a:lnTo>
                  <a:pt x="2928635" y="2682684"/>
                </a:lnTo>
                <a:lnTo>
                  <a:pt x="2937510" y="2688260"/>
                </a:lnTo>
                <a:lnTo>
                  <a:pt x="2947542" y="2693577"/>
                </a:lnTo>
                <a:lnTo>
                  <a:pt x="2958581" y="2698460"/>
                </a:lnTo>
                <a:lnTo>
                  <a:pt x="2969421" y="2702437"/>
                </a:lnTo>
                <a:lnTo>
                  <a:pt x="2981907" y="2706101"/>
                </a:lnTo>
                <a:lnTo>
                  <a:pt x="2993303" y="2708257"/>
                </a:lnTo>
                <a:lnTo>
                  <a:pt x="3002734" y="2709544"/>
                </a:lnTo>
                <a:lnTo>
                  <a:pt x="3012279" y="2710276"/>
                </a:lnTo>
                <a:lnTo>
                  <a:pt x="3023912" y="2710588"/>
                </a:lnTo>
                <a:lnTo>
                  <a:pt x="3036976" y="2709697"/>
                </a:lnTo>
                <a:lnTo>
                  <a:pt x="3051427" y="2707754"/>
                </a:lnTo>
                <a:lnTo>
                  <a:pt x="3063098" y="2705492"/>
                </a:lnTo>
                <a:lnTo>
                  <a:pt x="3075134" y="2701881"/>
                </a:lnTo>
                <a:lnTo>
                  <a:pt x="3086782" y="2697188"/>
                </a:lnTo>
                <a:lnTo>
                  <a:pt x="3096708" y="2692518"/>
                </a:lnTo>
                <a:lnTo>
                  <a:pt x="3107998" y="2686234"/>
                </a:lnTo>
                <a:lnTo>
                  <a:pt x="3117977" y="2679957"/>
                </a:lnTo>
                <a:lnTo>
                  <a:pt x="3128391" y="2672430"/>
                </a:lnTo>
                <a:lnTo>
                  <a:pt x="3137022" y="2664706"/>
                </a:lnTo>
                <a:moveTo>
                  <a:pt x="915914" y="1430265"/>
                </a:moveTo>
                <a:lnTo>
                  <a:pt x="915495" y="1426792"/>
                </a:lnTo>
                <a:lnTo>
                  <a:pt x="912310" y="1400411"/>
                </a:lnTo>
                <a:lnTo>
                  <a:pt x="911899" y="1394042"/>
                </a:lnTo>
                <a:lnTo>
                  <a:pt x="904989" y="1375927"/>
                </a:lnTo>
                <a:lnTo>
                  <a:pt x="898750" y="1356517"/>
                </a:lnTo>
                <a:lnTo>
                  <a:pt x="895307" y="1350849"/>
                </a:lnTo>
                <a:lnTo>
                  <a:pt x="884642" y="1333290"/>
                </a:lnTo>
                <a:lnTo>
                  <a:pt x="882616" y="1330883"/>
                </a:lnTo>
                <a:lnTo>
                  <a:pt x="861560" y="1304212"/>
                </a:lnTo>
                <a:lnTo>
                  <a:pt x="839818" y="1282120"/>
                </a:lnTo>
                <a:lnTo>
                  <a:pt x="834189" y="1276407"/>
                </a:lnTo>
                <a:lnTo>
                  <a:pt x="813209" y="1252723"/>
                </a:lnTo>
                <a:moveTo>
                  <a:pt x="771120" y="1075874"/>
                </a:moveTo>
                <a:lnTo>
                  <a:pt x="771151" y="1071105"/>
                </a:lnTo>
                <a:lnTo>
                  <a:pt x="771829" y="1050163"/>
                </a:lnTo>
                <a:lnTo>
                  <a:pt x="772834" y="1027333"/>
                </a:lnTo>
                <a:lnTo>
                  <a:pt x="775760" y="1005614"/>
                </a:lnTo>
                <a:lnTo>
                  <a:pt x="785145" y="978220"/>
                </a:lnTo>
                <a:moveTo>
                  <a:pt x="789937" y="968081"/>
                </a:moveTo>
                <a:lnTo>
                  <a:pt x="808258" y="937983"/>
                </a:lnTo>
                <a:lnTo>
                  <a:pt x="867372" y="854643"/>
                </a:lnTo>
                <a:moveTo>
                  <a:pt x="872789" y="843940"/>
                </a:moveTo>
                <a:lnTo>
                  <a:pt x="878441" y="827919"/>
                </a:lnTo>
                <a:lnTo>
                  <a:pt x="884048" y="804113"/>
                </a:lnTo>
                <a:lnTo>
                  <a:pt x="885876" y="774663"/>
                </a:lnTo>
                <a:moveTo>
                  <a:pt x="884414" y="765163"/>
                </a:moveTo>
                <a:lnTo>
                  <a:pt x="877542" y="746545"/>
                </a:lnTo>
                <a:lnTo>
                  <a:pt x="872682" y="736878"/>
                </a:lnTo>
                <a:lnTo>
                  <a:pt x="862779" y="716096"/>
                </a:lnTo>
                <a:lnTo>
                  <a:pt x="860981" y="712486"/>
                </a:lnTo>
                <a:moveTo>
                  <a:pt x="855778" y="703375"/>
                </a:moveTo>
                <a:lnTo>
                  <a:pt x="850552" y="695361"/>
                </a:lnTo>
                <a:lnTo>
                  <a:pt x="840336" y="677596"/>
                </a:lnTo>
                <a:lnTo>
                  <a:pt x="828948" y="655633"/>
                </a:lnTo>
                <a:lnTo>
                  <a:pt x="820301" y="637739"/>
                </a:lnTo>
                <a:lnTo>
                  <a:pt x="817666" y="631919"/>
                </a:lnTo>
                <a:lnTo>
                  <a:pt x="808966" y="595802"/>
                </a:lnTo>
                <a:lnTo>
                  <a:pt x="808303" y="591795"/>
                </a:lnTo>
                <a:lnTo>
                  <a:pt x="807328" y="585876"/>
                </a:lnTo>
                <a:moveTo>
                  <a:pt x="805538" y="575051"/>
                </a:moveTo>
                <a:lnTo>
                  <a:pt x="797730" y="527645"/>
                </a:lnTo>
                <a:lnTo>
                  <a:pt x="796846" y="520850"/>
                </a:lnTo>
                <a:lnTo>
                  <a:pt x="795063" y="507366"/>
                </a:lnTo>
                <a:lnTo>
                  <a:pt x="790889" y="493608"/>
                </a:lnTo>
                <a:lnTo>
                  <a:pt x="788360" y="485229"/>
                </a:lnTo>
                <a:lnTo>
                  <a:pt x="778228" y="468782"/>
                </a:lnTo>
                <a:lnTo>
                  <a:pt x="770122" y="459237"/>
                </a:lnTo>
                <a:lnTo>
                  <a:pt x="766740" y="456867"/>
                </a:lnTo>
                <a:lnTo>
                  <a:pt x="760821" y="452739"/>
                </a:lnTo>
                <a:lnTo>
                  <a:pt x="751024" y="447596"/>
                </a:lnTo>
                <a:moveTo>
                  <a:pt x="741014" y="443711"/>
                </a:moveTo>
                <a:lnTo>
                  <a:pt x="734136" y="442081"/>
                </a:lnTo>
                <a:lnTo>
                  <a:pt x="716691" y="439537"/>
                </a:lnTo>
                <a:lnTo>
                  <a:pt x="710771" y="439613"/>
                </a:lnTo>
                <a:lnTo>
                  <a:pt x="631561" y="450865"/>
                </a:lnTo>
                <a:lnTo>
                  <a:pt x="592824" y="456144"/>
                </a:lnTo>
                <a:lnTo>
                  <a:pt x="583423" y="457782"/>
                </a:lnTo>
                <a:lnTo>
                  <a:pt x="497730" y="471783"/>
                </a:lnTo>
                <a:lnTo>
                  <a:pt x="488230" y="473459"/>
                </a:lnTo>
                <a:moveTo>
                  <a:pt x="806871" y="1243437"/>
                </a:moveTo>
                <a:lnTo>
                  <a:pt x="793692" y="1218260"/>
                </a:lnTo>
                <a:lnTo>
                  <a:pt x="791986" y="1214626"/>
                </a:lnTo>
                <a:lnTo>
                  <a:pt x="790394" y="1210627"/>
                </a:lnTo>
                <a:lnTo>
                  <a:pt x="778045" y="1179637"/>
                </a:lnTo>
                <a:lnTo>
                  <a:pt x="771760" y="1144092"/>
                </a:lnTo>
                <a:lnTo>
                  <a:pt x="771120" y="1136291"/>
                </a:lnTo>
                <a:lnTo>
                  <a:pt x="770915" y="1133785"/>
                </a:lnTo>
                <a:lnTo>
                  <a:pt x="771044" y="1094637"/>
                </a:lnTo>
                <a:lnTo>
                  <a:pt x="771052" y="1091856"/>
                </a:lnTo>
                <a:moveTo>
                  <a:pt x="544237" y="284955"/>
                </a:moveTo>
                <a:lnTo>
                  <a:pt x="556776" y="274861"/>
                </a:lnTo>
                <a:lnTo>
                  <a:pt x="569772" y="268127"/>
                </a:lnTo>
                <a:lnTo>
                  <a:pt x="609774" y="269338"/>
                </a:lnTo>
                <a:lnTo>
                  <a:pt x="648084" y="270435"/>
                </a:lnTo>
                <a:lnTo>
                  <a:pt x="685648" y="271669"/>
                </a:lnTo>
                <a:moveTo>
                  <a:pt x="696602" y="272012"/>
                </a:moveTo>
                <a:lnTo>
                  <a:pt x="733656" y="273086"/>
                </a:lnTo>
                <a:lnTo>
                  <a:pt x="764584" y="274023"/>
                </a:lnTo>
                <a:lnTo>
                  <a:pt x="767928" y="275646"/>
                </a:lnTo>
                <a:lnTo>
                  <a:pt x="769201" y="278990"/>
                </a:lnTo>
                <a:lnTo>
                  <a:pt x="768104" y="325467"/>
                </a:lnTo>
                <a:moveTo>
                  <a:pt x="767708" y="336314"/>
                </a:moveTo>
                <a:lnTo>
                  <a:pt x="767586" y="338798"/>
                </a:lnTo>
                <a:lnTo>
                  <a:pt x="766321" y="361438"/>
                </a:lnTo>
                <a:moveTo>
                  <a:pt x="765681" y="372393"/>
                </a:moveTo>
                <a:lnTo>
                  <a:pt x="764744" y="387651"/>
                </a:lnTo>
                <a:lnTo>
                  <a:pt x="762459" y="404091"/>
                </a:lnTo>
                <a:lnTo>
                  <a:pt x="754772" y="425809"/>
                </a:lnTo>
                <a:lnTo>
                  <a:pt x="747665" y="440428"/>
                </a:lnTo>
                <a:lnTo>
                  <a:pt x="747604" y="440519"/>
                </a:lnTo>
                <a:moveTo>
                  <a:pt x="721094" y="834021"/>
                </a:moveTo>
                <a:lnTo>
                  <a:pt x="698880" y="854056"/>
                </a:lnTo>
                <a:lnTo>
                  <a:pt x="674404" y="877329"/>
                </a:lnTo>
                <a:lnTo>
                  <a:pt x="689106" y="909560"/>
                </a:lnTo>
                <a:lnTo>
                  <a:pt x="707557" y="932985"/>
                </a:lnTo>
                <a:lnTo>
                  <a:pt x="722252" y="943902"/>
                </a:lnTo>
                <a:lnTo>
                  <a:pt x="744862" y="957126"/>
                </a:lnTo>
                <a:lnTo>
                  <a:pt x="746804" y="957919"/>
                </a:lnTo>
                <a:lnTo>
                  <a:pt x="778609" y="970877"/>
                </a:lnTo>
                <a:lnTo>
                  <a:pt x="780407" y="971615"/>
                </a:lnTo>
                <a:moveTo>
                  <a:pt x="1022213" y="895277"/>
                </a:moveTo>
                <a:lnTo>
                  <a:pt x="988878" y="884330"/>
                </a:lnTo>
                <a:lnTo>
                  <a:pt x="956578" y="874769"/>
                </a:lnTo>
                <a:moveTo>
                  <a:pt x="946050" y="871715"/>
                </a:moveTo>
                <a:lnTo>
                  <a:pt x="913643" y="862482"/>
                </a:lnTo>
                <a:lnTo>
                  <a:pt x="909454" y="861126"/>
                </a:lnTo>
                <a:lnTo>
                  <a:pt x="875196" y="850026"/>
                </a:lnTo>
                <a:moveTo>
                  <a:pt x="865140" y="844808"/>
                </a:moveTo>
                <a:lnTo>
                  <a:pt x="863731" y="843795"/>
                </a:lnTo>
                <a:lnTo>
                  <a:pt x="838661" y="825824"/>
                </a:lnTo>
                <a:lnTo>
                  <a:pt x="780589" y="780848"/>
                </a:lnTo>
                <a:lnTo>
                  <a:pt x="751352" y="804266"/>
                </a:lnTo>
                <a:lnTo>
                  <a:pt x="728925" y="826594"/>
                </a:lnTo>
                <a:moveTo>
                  <a:pt x="1072332" y="947558"/>
                </a:moveTo>
                <a:lnTo>
                  <a:pt x="1067448" y="930342"/>
                </a:lnTo>
                <a:moveTo>
                  <a:pt x="1063228" y="918405"/>
                </a:moveTo>
                <a:lnTo>
                  <a:pt x="1061819" y="915495"/>
                </a:lnTo>
                <a:lnTo>
                  <a:pt x="1059153" y="910071"/>
                </a:lnTo>
                <a:lnTo>
                  <a:pt x="1056608" y="907701"/>
                </a:lnTo>
                <a:lnTo>
                  <a:pt x="1053698" y="906010"/>
                </a:lnTo>
                <a:lnTo>
                  <a:pt x="1032551" y="898910"/>
                </a:lnTo>
                <a:moveTo>
                  <a:pt x="1337419" y="1229907"/>
                </a:moveTo>
                <a:lnTo>
                  <a:pt x="1338363" y="1188954"/>
                </a:lnTo>
                <a:lnTo>
                  <a:pt x="1342477" y="1144519"/>
                </a:lnTo>
                <a:lnTo>
                  <a:pt x="1340146" y="1136070"/>
                </a:lnTo>
                <a:lnTo>
                  <a:pt x="1332909" y="1132787"/>
                </a:lnTo>
                <a:lnTo>
                  <a:pt x="1302194" y="1132376"/>
                </a:lnTo>
                <a:lnTo>
                  <a:pt x="1278403" y="1133793"/>
                </a:lnTo>
                <a:moveTo>
                  <a:pt x="1282303" y="1292100"/>
                </a:moveTo>
                <a:lnTo>
                  <a:pt x="1333823" y="1279584"/>
                </a:lnTo>
                <a:lnTo>
                  <a:pt x="1336878" y="1240809"/>
                </a:lnTo>
                <a:moveTo>
                  <a:pt x="1276636" y="1286554"/>
                </a:moveTo>
                <a:lnTo>
                  <a:pt x="1271699" y="1264173"/>
                </a:lnTo>
                <a:moveTo>
                  <a:pt x="1267707" y="1134029"/>
                </a:moveTo>
                <a:lnTo>
                  <a:pt x="1213613" y="1133259"/>
                </a:lnTo>
                <a:lnTo>
                  <a:pt x="1206041" y="1136459"/>
                </a:lnTo>
                <a:lnTo>
                  <a:pt x="1204433" y="1145318"/>
                </a:lnTo>
                <a:lnTo>
                  <a:pt x="1203969" y="1247429"/>
                </a:lnTo>
                <a:lnTo>
                  <a:pt x="1208585" y="1304075"/>
                </a:lnTo>
                <a:lnTo>
                  <a:pt x="1211868" y="1309141"/>
                </a:lnTo>
                <a:lnTo>
                  <a:pt x="1271562" y="1294705"/>
                </a:lnTo>
                <a:moveTo>
                  <a:pt x="1421337" y="1082159"/>
                </a:moveTo>
                <a:lnTo>
                  <a:pt x="1426578" y="1011526"/>
                </a:lnTo>
                <a:moveTo>
                  <a:pt x="1427454" y="1000640"/>
                </a:moveTo>
                <a:lnTo>
                  <a:pt x="1433168" y="935118"/>
                </a:lnTo>
                <a:lnTo>
                  <a:pt x="1434615" y="916332"/>
                </a:lnTo>
                <a:lnTo>
                  <a:pt x="1437510" y="893791"/>
                </a:lnTo>
                <a:lnTo>
                  <a:pt x="1445524" y="874731"/>
                </a:lnTo>
                <a:moveTo>
                  <a:pt x="1451100" y="864980"/>
                </a:moveTo>
                <a:lnTo>
                  <a:pt x="1460790" y="851733"/>
                </a:lnTo>
                <a:lnTo>
                  <a:pt x="1473482" y="839879"/>
                </a:lnTo>
                <a:lnTo>
                  <a:pt x="1476079" y="837457"/>
                </a:lnTo>
                <a:lnTo>
                  <a:pt x="1493380" y="827599"/>
                </a:lnTo>
                <a:lnTo>
                  <a:pt x="1501561" y="822861"/>
                </a:lnTo>
                <a:lnTo>
                  <a:pt x="1528490" y="816134"/>
                </a:lnTo>
                <a:moveTo>
                  <a:pt x="1489441" y="1242073"/>
                </a:moveTo>
                <a:lnTo>
                  <a:pt x="1454818" y="1238112"/>
                </a:lnTo>
                <a:lnTo>
                  <a:pt x="1420385" y="1234958"/>
                </a:lnTo>
                <a:moveTo>
                  <a:pt x="1408958" y="1234227"/>
                </a:moveTo>
                <a:lnTo>
                  <a:pt x="1372987" y="1233000"/>
                </a:lnTo>
                <a:lnTo>
                  <a:pt x="1341654" y="1234090"/>
                </a:lnTo>
                <a:moveTo>
                  <a:pt x="1617026" y="1368126"/>
                </a:moveTo>
                <a:lnTo>
                  <a:pt x="1612287" y="1359731"/>
                </a:lnTo>
                <a:lnTo>
                  <a:pt x="1602689" y="1349485"/>
                </a:lnTo>
                <a:lnTo>
                  <a:pt x="1591109" y="1341647"/>
                </a:lnTo>
                <a:lnTo>
                  <a:pt x="1581343" y="1339491"/>
                </a:lnTo>
                <a:lnTo>
                  <a:pt x="1572667" y="1338356"/>
                </a:lnTo>
                <a:lnTo>
                  <a:pt x="1531751" y="1335903"/>
                </a:lnTo>
                <a:lnTo>
                  <a:pt x="1507183" y="1334943"/>
                </a:lnTo>
                <a:lnTo>
                  <a:pt x="1498628" y="1337502"/>
                </a:lnTo>
                <a:lnTo>
                  <a:pt x="1497379" y="1345082"/>
                </a:lnTo>
                <a:lnTo>
                  <a:pt x="1495276" y="1376803"/>
                </a:lnTo>
                <a:lnTo>
                  <a:pt x="1488161" y="1404555"/>
                </a:lnTo>
                <a:moveTo>
                  <a:pt x="1624042" y="1371844"/>
                </a:moveTo>
                <a:lnTo>
                  <a:pt x="1638417" y="1363639"/>
                </a:lnTo>
                <a:lnTo>
                  <a:pt x="1658360" y="1343642"/>
                </a:lnTo>
                <a:lnTo>
                  <a:pt x="1670465" y="1315403"/>
                </a:lnTo>
                <a:lnTo>
                  <a:pt x="1617848" y="1285830"/>
                </a:lnTo>
                <a:lnTo>
                  <a:pt x="1572552" y="1263959"/>
                </a:lnTo>
                <a:lnTo>
                  <a:pt x="1531065" y="1251169"/>
                </a:lnTo>
                <a:lnTo>
                  <a:pt x="1500281" y="1243681"/>
                </a:lnTo>
                <a:moveTo>
                  <a:pt x="1728940" y="1217803"/>
                </a:moveTo>
                <a:lnTo>
                  <a:pt x="1708128" y="1248792"/>
                </a:lnTo>
                <a:moveTo>
                  <a:pt x="1484870" y="1414595"/>
                </a:moveTo>
                <a:lnTo>
                  <a:pt x="1471074" y="1447345"/>
                </a:lnTo>
                <a:lnTo>
                  <a:pt x="1465452" y="1478471"/>
                </a:lnTo>
                <a:moveTo>
                  <a:pt x="1573421" y="1683583"/>
                </a:moveTo>
                <a:lnTo>
                  <a:pt x="1541349" y="1680696"/>
                </a:lnTo>
                <a:lnTo>
                  <a:pt x="1521360" y="1676186"/>
                </a:lnTo>
                <a:lnTo>
                  <a:pt x="1502993" y="1669216"/>
                </a:lnTo>
                <a:lnTo>
                  <a:pt x="1482212" y="1657278"/>
                </a:lnTo>
                <a:lnTo>
                  <a:pt x="1478510" y="1655145"/>
                </a:lnTo>
                <a:lnTo>
                  <a:pt x="1463860" y="1642096"/>
                </a:lnTo>
                <a:lnTo>
                  <a:pt x="1450819" y="1627454"/>
                </a:lnTo>
                <a:lnTo>
                  <a:pt x="1443010" y="1616363"/>
                </a:lnTo>
                <a:moveTo>
                  <a:pt x="1421063" y="1339940"/>
                </a:moveTo>
                <a:lnTo>
                  <a:pt x="1415959" y="1241426"/>
                </a:lnTo>
                <a:moveTo>
                  <a:pt x="1415761" y="1230144"/>
                </a:moveTo>
                <a:lnTo>
                  <a:pt x="1416492" y="1192618"/>
                </a:lnTo>
                <a:lnTo>
                  <a:pt x="1417300" y="1174335"/>
                </a:lnTo>
                <a:lnTo>
                  <a:pt x="1420735" y="1096853"/>
                </a:lnTo>
                <a:lnTo>
                  <a:pt x="1420812" y="1093441"/>
                </a:lnTo>
                <a:moveTo>
                  <a:pt x="1438097" y="1607777"/>
                </a:moveTo>
                <a:lnTo>
                  <a:pt x="1429603" y="1589136"/>
                </a:lnTo>
                <a:lnTo>
                  <a:pt x="1418237" y="1557675"/>
                </a:lnTo>
                <a:moveTo>
                  <a:pt x="1414519" y="1547360"/>
                </a:moveTo>
                <a:lnTo>
                  <a:pt x="1407534" y="1527972"/>
                </a:lnTo>
                <a:lnTo>
                  <a:pt x="1396922" y="1496739"/>
                </a:lnTo>
                <a:moveTo>
                  <a:pt x="1394324" y="1485861"/>
                </a:moveTo>
                <a:lnTo>
                  <a:pt x="1392732" y="1474312"/>
                </a:lnTo>
                <a:lnTo>
                  <a:pt x="1391605" y="1461986"/>
                </a:lnTo>
                <a:lnTo>
                  <a:pt x="1394682" y="1443452"/>
                </a:lnTo>
                <a:moveTo>
                  <a:pt x="1396975" y="1433092"/>
                </a:moveTo>
                <a:lnTo>
                  <a:pt x="1404068" y="1408410"/>
                </a:lnTo>
                <a:lnTo>
                  <a:pt x="1415281" y="1383324"/>
                </a:lnTo>
                <a:lnTo>
                  <a:pt x="1419044" y="1370869"/>
                </a:lnTo>
                <a:lnTo>
                  <a:pt x="1420911" y="1357126"/>
                </a:lnTo>
                <a:lnTo>
                  <a:pt x="1421132" y="1351238"/>
                </a:lnTo>
                <a:moveTo>
                  <a:pt x="1584253" y="1686882"/>
                </a:moveTo>
                <a:lnTo>
                  <a:pt x="1585487" y="1686965"/>
                </a:lnTo>
                <a:lnTo>
                  <a:pt x="1617879" y="1689274"/>
                </a:lnTo>
                <a:lnTo>
                  <a:pt x="1625832" y="1689784"/>
                </a:lnTo>
                <a:lnTo>
                  <a:pt x="1639529" y="1690850"/>
                </a:lnTo>
                <a:lnTo>
                  <a:pt x="1673619" y="1693273"/>
                </a:lnTo>
                <a:moveTo>
                  <a:pt x="1684436" y="1693859"/>
                </a:moveTo>
                <a:lnTo>
                  <a:pt x="1704944" y="1694621"/>
                </a:lnTo>
                <a:lnTo>
                  <a:pt x="1715449" y="1694134"/>
                </a:lnTo>
                <a:lnTo>
                  <a:pt x="1729633" y="1692504"/>
                </a:lnTo>
                <a:lnTo>
                  <a:pt x="1742919" y="1689243"/>
                </a:lnTo>
                <a:lnTo>
                  <a:pt x="1760112" y="1683134"/>
                </a:lnTo>
                <a:lnTo>
                  <a:pt x="1769566" y="1679035"/>
                </a:lnTo>
                <a:moveTo>
                  <a:pt x="1555412" y="812120"/>
                </a:moveTo>
                <a:lnTo>
                  <a:pt x="1576658" y="810307"/>
                </a:lnTo>
                <a:lnTo>
                  <a:pt x="1601455" y="810040"/>
                </a:lnTo>
                <a:lnTo>
                  <a:pt x="1645136" y="813613"/>
                </a:lnTo>
                <a:lnTo>
                  <a:pt x="1671813" y="818732"/>
                </a:lnTo>
                <a:moveTo>
                  <a:pt x="1682577" y="821429"/>
                </a:moveTo>
                <a:lnTo>
                  <a:pt x="1721863" y="833511"/>
                </a:lnTo>
                <a:lnTo>
                  <a:pt x="1764302" y="853058"/>
                </a:lnTo>
                <a:lnTo>
                  <a:pt x="1806155" y="877542"/>
                </a:lnTo>
                <a:moveTo>
                  <a:pt x="1815487" y="883141"/>
                </a:moveTo>
                <a:lnTo>
                  <a:pt x="1864409" y="913232"/>
                </a:lnTo>
                <a:lnTo>
                  <a:pt x="1884010" y="925146"/>
                </a:lnTo>
                <a:lnTo>
                  <a:pt x="1918922" y="944062"/>
                </a:lnTo>
                <a:moveTo>
                  <a:pt x="1928765" y="948495"/>
                </a:moveTo>
                <a:lnTo>
                  <a:pt x="1954879" y="957766"/>
                </a:lnTo>
                <a:lnTo>
                  <a:pt x="1983514" y="966991"/>
                </a:lnTo>
                <a:lnTo>
                  <a:pt x="2038127" y="978312"/>
                </a:lnTo>
                <a:lnTo>
                  <a:pt x="2077458" y="982357"/>
                </a:lnTo>
                <a:moveTo>
                  <a:pt x="1488527" y="1786744"/>
                </a:moveTo>
                <a:lnTo>
                  <a:pt x="1456364" y="1784368"/>
                </a:lnTo>
                <a:lnTo>
                  <a:pt x="1392366" y="1780741"/>
                </a:lnTo>
                <a:moveTo>
                  <a:pt x="1381420" y="1780178"/>
                </a:moveTo>
                <a:lnTo>
                  <a:pt x="1342698" y="1778388"/>
                </a:lnTo>
                <a:lnTo>
                  <a:pt x="1336771" y="1778106"/>
                </a:lnTo>
                <a:lnTo>
                  <a:pt x="1329115" y="1775805"/>
                </a:lnTo>
                <a:lnTo>
                  <a:pt x="1323577" y="1771280"/>
                </a:lnTo>
                <a:lnTo>
                  <a:pt x="1317384" y="1762603"/>
                </a:lnTo>
                <a:lnTo>
                  <a:pt x="1306361" y="1724331"/>
                </a:lnTo>
                <a:lnTo>
                  <a:pt x="1296290" y="1689357"/>
                </a:lnTo>
                <a:lnTo>
                  <a:pt x="1406650" y="1631713"/>
                </a:lnTo>
                <a:lnTo>
                  <a:pt x="1435164" y="1616469"/>
                </a:lnTo>
                <a:moveTo>
                  <a:pt x="2150681" y="1489243"/>
                </a:moveTo>
                <a:lnTo>
                  <a:pt x="2079896" y="1460189"/>
                </a:lnTo>
                <a:moveTo>
                  <a:pt x="1961491" y="1455077"/>
                </a:moveTo>
                <a:lnTo>
                  <a:pt x="1931058" y="1437312"/>
                </a:lnTo>
                <a:lnTo>
                  <a:pt x="1915989" y="1428932"/>
                </a:lnTo>
                <a:lnTo>
                  <a:pt x="1909964" y="1425603"/>
                </a:lnTo>
                <a:lnTo>
                  <a:pt x="1899657" y="1425619"/>
                </a:lnTo>
                <a:lnTo>
                  <a:pt x="1814420" y="1522358"/>
                </a:lnTo>
                <a:lnTo>
                  <a:pt x="1819181" y="1534630"/>
                </a:lnTo>
                <a:lnTo>
                  <a:pt x="1839369" y="1552784"/>
                </a:lnTo>
                <a:lnTo>
                  <a:pt x="1865757" y="1576696"/>
                </a:lnTo>
                <a:moveTo>
                  <a:pt x="1914679" y="1626296"/>
                </a:moveTo>
                <a:lnTo>
                  <a:pt x="1898941" y="1646971"/>
                </a:lnTo>
                <a:moveTo>
                  <a:pt x="1874007" y="1584086"/>
                </a:moveTo>
                <a:lnTo>
                  <a:pt x="1914352" y="1619837"/>
                </a:lnTo>
                <a:moveTo>
                  <a:pt x="1922480" y="1627294"/>
                </a:moveTo>
                <a:lnTo>
                  <a:pt x="1949592" y="1652967"/>
                </a:lnTo>
                <a:lnTo>
                  <a:pt x="1967997" y="1658436"/>
                </a:lnTo>
                <a:moveTo>
                  <a:pt x="1978540" y="1660684"/>
                </a:moveTo>
                <a:lnTo>
                  <a:pt x="2009286" y="1664447"/>
                </a:lnTo>
                <a:lnTo>
                  <a:pt x="2047497" y="1665209"/>
                </a:lnTo>
                <a:moveTo>
                  <a:pt x="2058535" y="1665376"/>
                </a:moveTo>
                <a:lnTo>
                  <a:pt x="2098613" y="1665757"/>
                </a:lnTo>
                <a:lnTo>
                  <a:pt x="2115624" y="1658193"/>
                </a:lnTo>
                <a:lnTo>
                  <a:pt x="2132413" y="1641388"/>
                </a:lnTo>
                <a:lnTo>
                  <a:pt x="2207274" y="1548594"/>
                </a:lnTo>
                <a:lnTo>
                  <a:pt x="2220027" y="1514093"/>
                </a:lnTo>
                <a:lnTo>
                  <a:pt x="2160828" y="1493143"/>
                </a:lnTo>
                <a:moveTo>
                  <a:pt x="1918671" y="1218161"/>
                </a:moveTo>
                <a:lnTo>
                  <a:pt x="1949142" y="1231187"/>
                </a:lnTo>
                <a:lnTo>
                  <a:pt x="2006962" y="1255839"/>
                </a:lnTo>
                <a:moveTo>
                  <a:pt x="2183324" y="1394164"/>
                </a:moveTo>
                <a:lnTo>
                  <a:pt x="2171828" y="1388923"/>
                </a:lnTo>
                <a:lnTo>
                  <a:pt x="2151550" y="1374800"/>
                </a:lnTo>
                <a:moveTo>
                  <a:pt x="2143398" y="1368332"/>
                </a:moveTo>
                <a:lnTo>
                  <a:pt x="2123927" y="1350735"/>
                </a:lnTo>
                <a:lnTo>
                  <a:pt x="2112135" y="1339841"/>
                </a:lnTo>
                <a:lnTo>
                  <a:pt x="2090698" y="1326076"/>
                </a:lnTo>
                <a:lnTo>
                  <a:pt x="2058756" y="1315304"/>
                </a:lnTo>
                <a:lnTo>
                  <a:pt x="2037586" y="1310688"/>
                </a:lnTo>
                <a:lnTo>
                  <a:pt x="2016904" y="1307808"/>
                </a:lnTo>
                <a:moveTo>
                  <a:pt x="1955686" y="1155412"/>
                </a:moveTo>
                <a:lnTo>
                  <a:pt x="1983728" y="1167753"/>
                </a:lnTo>
                <a:lnTo>
                  <a:pt x="2016728" y="1182006"/>
                </a:lnTo>
                <a:moveTo>
                  <a:pt x="2027706" y="1186326"/>
                </a:moveTo>
                <a:lnTo>
                  <a:pt x="2056021" y="1196442"/>
                </a:lnTo>
                <a:lnTo>
                  <a:pt x="2183583" y="1238478"/>
                </a:lnTo>
                <a:lnTo>
                  <a:pt x="2210702" y="1247543"/>
                </a:lnTo>
                <a:lnTo>
                  <a:pt x="2233130" y="1256456"/>
                </a:lnTo>
                <a:lnTo>
                  <a:pt x="2243955" y="1263784"/>
                </a:lnTo>
                <a:moveTo>
                  <a:pt x="2250818" y="1270023"/>
                </a:moveTo>
                <a:lnTo>
                  <a:pt x="2261186" y="1282494"/>
                </a:lnTo>
                <a:lnTo>
                  <a:pt x="2268804" y="1298065"/>
                </a:lnTo>
                <a:lnTo>
                  <a:pt x="2272065" y="1316035"/>
                </a:lnTo>
                <a:lnTo>
                  <a:pt x="2270579" y="1335682"/>
                </a:lnTo>
                <a:lnTo>
                  <a:pt x="2260044" y="1412036"/>
                </a:lnTo>
                <a:lnTo>
                  <a:pt x="2257019" y="1415624"/>
                </a:lnTo>
                <a:lnTo>
                  <a:pt x="2253005" y="1415990"/>
                </a:lnTo>
                <a:lnTo>
                  <a:pt x="2193760" y="1398141"/>
                </a:lnTo>
                <a:moveTo>
                  <a:pt x="2243254" y="1122526"/>
                </a:moveTo>
                <a:lnTo>
                  <a:pt x="2250864" y="1111358"/>
                </a:lnTo>
                <a:lnTo>
                  <a:pt x="2246171" y="1086150"/>
                </a:lnTo>
                <a:lnTo>
                  <a:pt x="2233617" y="1050247"/>
                </a:lnTo>
                <a:lnTo>
                  <a:pt x="2146941" y="1066214"/>
                </a:lnTo>
                <a:lnTo>
                  <a:pt x="2140481" y="1074861"/>
                </a:lnTo>
                <a:lnTo>
                  <a:pt x="2118130" y="1131500"/>
                </a:lnTo>
                <a:moveTo>
                  <a:pt x="670587" y="1569079"/>
                </a:moveTo>
                <a:lnTo>
                  <a:pt x="670534" y="1568621"/>
                </a:lnTo>
                <a:lnTo>
                  <a:pt x="666992" y="1532696"/>
                </a:lnTo>
                <a:lnTo>
                  <a:pt x="665300" y="1525588"/>
                </a:lnTo>
                <a:lnTo>
                  <a:pt x="643559" y="1484779"/>
                </a:lnTo>
                <a:moveTo>
                  <a:pt x="638272" y="1475081"/>
                </a:moveTo>
                <a:lnTo>
                  <a:pt x="620941" y="1443879"/>
                </a:lnTo>
                <a:lnTo>
                  <a:pt x="602407" y="1412402"/>
                </a:lnTo>
                <a:moveTo>
                  <a:pt x="1449813" y="2101386"/>
                </a:moveTo>
                <a:lnTo>
                  <a:pt x="1449204" y="2098910"/>
                </a:lnTo>
                <a:lnTo>
                  <a:pt x="1443422" y="2075447"/>
                </a:lnTo>
                <a:lnTo>
                  <a:pt x="1442446" y="2066778"/>
                </a:lnTo>
                <a:lnTo>
                  <a:pt x="1440854" y="2052669"/>
                </a:lnTo>
                <a:lnTo>
                  <a:pt x="1443901" y="2034486"/>
                </a:lnTo>
                <a:lnTo>
                  <a:pt x="1451794" y="2019257"/>
                </a:lnTo>
                <a:lnTo>
                  <a:pt x="1461720" y="2006741"/>
                </a:lnTo>
                <a:lnTo>
                  <a:pt x="1483233" y="1990622"/>
                </a:lnTo>
                <a:lnTo>
                  <a:pt x="1502567" y="1985457"/>
                </a:lnTo>
                <a:lnTo>
                  <a:pt x="1570016" y="1984512"/>
                </a:lnTo>
                <a:lnTo>
                  <a:pt x="1675417" y="1981092"/>
                </a:lnTo>
                <a:moveTo>
                  <a:pt x="1544669" y="2433259"/>
                </a:moveTo>
                <a:lnTo>
                  <a:pt x="1557774" y="2429496"/>
                </a:lnTo>
                <a:lnTo>
                  <a:pt x="1572568" y="2426548"/>
                </a:lnTo>
                <a:lnTo>
                  <a:pt x="1585937" y="2423561"/>
                </a:lnTo>
                <a:lnTo>
                  <a:pt x="1598369" y="2420697"/>
                </a:lnTo>
                <a:lnTo>
                  <a:pt x="1611689" y="2416976"/>
                </a:lnTo>
                <a:moveTo>
                  <a:pt x="973703" y="2422647"/>
                </a:moveTo>
                <a:lnTo>
                  <a:pt x="973733" y="2421611"/>
                </a:lnTo>
                <a:lnTo>
                  <a:pt x="975348" y="2392602"/>
                </a:lnTo>
                <a:lnTo>
                  <a:pt x="978266" y="2351664"/>
                </a:lnTo>
                <a:lnTo>
                  <a:pt x="978753" y="2346781"/>
                </a:lnTo>
                <a:lnTo>
                  <a:pt x="983332" y="2325336"/>
                </a:lnTo>
                <a:lnTo>
                  <a:pt x="990264" y="2303138"/>
                </a:lnTo>
                <a:lnTo>
                  <a:pt x="990538" y="2302445"/>
                </a:lnTo>
                <a:moveTo>
                  <a:pt x="995170" y="2291361"/>
                </a:moveTo>
                <a:lnTo>
                  <a:pt x="995558" y="2290485"/>
                </a:lnTo>
                <a:lnTo>
                  <a:pt x="1017239" y="2234158"/>
                </a:lnTo>
                <a:lnTo>
                  <a:pt x="1023219" y="2215220"/>
                </a:lnTo>
                <a:lnTo>
                  <a:pt x="1023996" y="2208912"/>
                </a:lnTo>
                <a:lnTo>
                  <a:pt x="1025390" y="2192732"/>
                </a:lnTo>
                <a:lnTo>
                  <a:pt x="1025276" y="2176247"/>
                </a:lnTo>
                <a:moveTo>
                  <a:pt x="1024324" y="2165864"/>
                </a:moveTo>
                <a:lnTo>
                  <a:pt x="1023158" y="2159297"/>
                </a:lnTo>
                <a:lnTo>
                  <a:pt x="1017551" y="2139925"/>
                </a:lnTo>
                <a:lnTo>
                  <a:pt x="999672" y="2109187"/>
                </a:lnTo>
                <a:lnTo>
                  <a:pt x="986112" y="2093638"/>
                </a:lnTo>
                <a:lnTo>
                  <a:pt x="960608" y="2072247"/>
                </a:lnTo>
                <a:lnTo>
                  <a:pt x="933503" y="2057956"/>
                </a:lnTo>
                <a:moveTo>
                  <a:pt x="1645" y="2027218"/>
                </a:moveTo>
                <a:lnTo>
                  <a:pt x="3314" y="2025702"/>
                </a:lnTo>
                <a:lnTo>
                  <a:pt x="13377" y="2016050"/>
                </a:lnTo>
                <a:lnTo>
                  <a:pt x="29451" y="2001904"/>
                </a:lnTo>
                <a:lnTo>
                  <a:pt x="49204" y="1992519"/>
                </a:lnTo>
                <a:lnTo>
                  <a:pt x="68500" y="1984588"/>
                </a:lnTo>
                <a:lnTo>
                  <a:pt x="80582" y="1981275"/>
                </a:lnTo>
                <a:lnTo>
                  <a:pt x="106178" y="1977001"/>
                </a:lnTo>
                <a:lnTo>
                  <a:pt x="135652" y="1974868"/>
                </a:lnTo>
                <a:lnTo>
                  <a:pt x="138006" y="1974693"/>
                </a:lnTo>
                <a:lnTo>
                  <a:pt x="168203" y="1975736"/>
                </a:lnTo>
                <a:lnTo>
                  <a:pt x="174244" y="1976590"/>
                </a:lnTo>
                <a:lnTo>
                  <a:pt x="191277" y="1980010"/>
                </a:lnTo>
                <a:lnTo>
                  <a:pt x="213857" y="1987156"/>
                </a:lnTo>
                <a:lnTo>
                  <a:pt x="236033" y="1997684"/>
                </a:lnTo>
                <a:lnTo>
                  <a:pt x="254620" y="2007617"/>
                </a:lnTo>
                <a:lnTo>
                  <a:pt x="266984" y="2015426"/>
                </a:lnTo>
                <a:lnTo>
                  <a:pt x="297859" y="2038310"/>
                </a:lnTo>
                <a:lnTo>
                  <a:pt x="318808" y="2053028"/>
                </a:lnTo>
                <a:lnTo>
                  <a:pt x="327150" y="2059998"/>
                </a:lnTo>
                <a:lnTo>
                  <a:pt x="394675" y="2106139"/>
                </a:lnTo>
                <a:lnTo>
                  <a:pt x="412310" y="2113849"/>
                </a:lnTo>
                <a:lnTo>
                  <a:pt x="430410" y="2119136"/>
                </a:lnTo>
                <a:lnTo>
                  <a:pt x="447779" y="2122495"/>
                </a:lnTo>
                <a:lnTo>
                  <a:pt x="472469" y="2123249"/>
                </a:lnTo>
                <a:lnTo>
                  <a:pt x="491734" y="2120057"/>
                </a:lnTo>
                <a:lnTo>
                  <a:pt x="513704" y="2115258"/>
                </a:lnTo>
                <a:lnTo>
                  <a:pt x="558757" y="2101546"/>
                </a:lnTo>
                <a:moveTo>
                  <a:pt x="569810" y="2098156"/>
                </a:moveTo>
                <a:lnTo>
                  <a:pt x="573360" y="2097051"/>
                </a:lnTo>
                <a:lnTo>
                  <a:pt x="574160" y="2096800"/>
                </a:lnTo>
                <a:lnTo>
                  <a:pt x="607084" y="2086440"/>
                </a:lnTo>
                <a:lnTo>
                  <a:pt x="673071" y="2068324"/>
                </a:lnTo>
                <a:lnTo>
                  <a:pt x="704807" y="2059906"/>
                </a:lnTo>
                <a:lnTo>
                  <a:pt x="715822" y="2057636"/>
                </a:lnTo>
                <a:moveTo>
                  <a:pt x="726495" y="2055739"/>
                </a:moveTo>
                <a:lnTo>
                  <a:pt x="745349" y="2052852"/>
                </a:lnTo>
                <a:lnTo>
                  <a:pt x="759351" y="2051192"/>
                </a:lnTo>
                <a:lnTo>
                  <a:pt x="792039" y="2047703"/>
                </a:lnTo>
                <a:moveTo>
                  <a:pt x="1994103" y="1373474"/>
                </a:moveTo>
                <a:lnTo>
                  <a:pt x="1981526" y="1366991"/>
                </a:lnTo>
                <a:lnTo>
                  <a:pt x="1894461" y="1321589"/>
                </a:lnTo>
                <a:lnTo>
                  <a:pt x="1848335" y="1293959"/>
                </a:lnTo>
                <a:lnTo>
                  <a:pt x="1831667" y="1282661"/>
                </a:lnTo>
                <a:lnTo>
                  <a:pt x="1801523" y="1262215"/>
                </a:lnTo>
                <a:moveTo>
                  <a:pt x="2160303" y="1793760"/>
                </a:moveTo>
                <a:lnTo>
                  <a:pt x="2176833" y="1765292"/>
                </a:lnTo>
                <a:lnTo>
                  <a:pt x="2195756" y="1740473"/>
                </a:lnTo>
                <a:moveTo>
                  <a:pt x="2202597" y="1731827"/>
                </a:moveTo>
                <a:lnTo>
                  <a:pt x="2246621" y="1677976"/>
                </a:lnTo>
                <a:lnTo>
                  <a:pt x="2296190" y="1734547"/>
                </a:lnTo>
                <a:moveTo>
                  <a:pt x="2296152" y="1740214"/>
                </a:moveTo>
                <a:lnTo>
                  <a:pt x="2269353" y="1769947"/>
                </a:lnTo>
                <a:lnTo>
                  <a:pt x="2249051" y="1814991"/>
                </a:lnTo>
                <a:moveTo>
                  <a:pt x="2245699" y="1826434"/>
                </a:moveTo>
                <a:lnTo>
                  <a:pt x="2241936" y="1849622"/>
                </a:lnTo>
                <a:lnTo>
                  <a:pt x="2236504" y="1882730"/>
                </a:lnTo>
                <a:lnTo>
                  <a:pt x="2132223" y="1864721"/>
                </a:lnTo>
                <a:lnTo>
                  <a:pt x="2131301" y="1860645"/>
                </a:lnTo>
                <a:lnTo>
                  <a:pt x="2131796" y="1851474"/>
                </a:lnTo>
                <a:lnTo>
                  <a:pt x="2155054" y="1803565"/>
                </a:lnTo>
                <a:moveTo>
                  <a:pt x="2508935" y="1701340"/>
                </a:moveTo>
                <a:lnTo>
                  <a:pt x="2426129" y="1698042"/>
                </a:lnTo>
                <a:lnTo>
                  <a:pt x="2385579" y="1698864"/>
                </a:lnTo>
                <a:lnTo>
                  <a:pt x="2350018" y="1710215"/>
                </a:lnTo>
                <a:moveTo>
                  <a:pt x="2339948" y="1714032"/>
                </a:moveTo>
                <a:lnTo>
                  <a:pt x="2322145" y="1721855"/>
                </a:lnTo>
                <a:lnTo>
                  <a:pt x="2303702" y="1733777"/>
                </a:lnTo>
                <a:moveTo>
                  <a:pt x="2519120" y="1776399"/>
                </a:moveTo>
                <a:lnTo>
                  <a:pt x="2544252" y="1776795"/>
                </a:lnTo>
                <a:lnTo>
                  <a:pt x="2577161" y="1773299"/>
                </a:lnTo>
                <a:lnTo>
                  <a:pt x="2579827" y="1772880"/>
                </a:lnTo>
                <a:lnTo>
                  <a:pt x="2609781" y="1768218"/>
                </a:lnTo>
                <a:lnTo>
                  <a:pt x="2619844" y="1766115"/>
                </a:lnTo>
                <a:lnTo>
                  <a:pt x="2624171" y="1765193"/>
                </a:lnTo>
                <a:lnTo>
                  <a:pt x="2648586" y="1758886"/>
                </a:lnTo>
                <a:moveTo>
                  <a:pt x="2659853" y="1755846"/>
                </a:moveTo>
                <a:lnTo>
                  <a:pt x="2772636" y="1724171"/>
                </a:lnTo>
                <a:moveTo>
                  <a:pt x="2344396" y="1707496"/>
                </a:moveTo>
                <a:lnTo>
                  <a:pt x="2325093" y="1662238"/>
                </a:lnTo>
                <a:moveTo>
                  <a:pt x="2320012" y="1653469"/>
                </a:moveTo>
                <a:lnTo>
                  <a:pt x="2309019" y="1639003"/>
                </a:lnTo>
                <a:lnTo>
                  <a:pt x="2291787" y="1624369"/>
                </a:lnTo>
                <a:lnTo>
                  <a:pt x="2336367" y="1541807"/>
                </a:lnTo>
                <a:lnTo>
                  <a:pt x="2343589" y="1539255"/>
                </a:lnTo>
                <a:lnTo>
                  <a:pt x="2445509" y="1562535"/>
                </a:lnTo>
                <a:moveTo>
                  <a:pt x="2456196" y="1564363"/>
                </a:moveTo>
                <a:lnTo>
                  <a:pt x="2502749" y="1569833"/>
                </a:lnTo>
                <a:lnTo>
                  <a:pt x="2554140" y="1572872"/>
                </a:lnTo>
                <a:lnTo>
                  <a:pt x="2556714" y="1575714"/>
                </a:lnTo>
                <a:lnTo>
                  <a:pt x="2558482" y="1579218"/>
                </a:lnTo>
                <a:lnTo>
                  <a:pt x="2579789" y="1683057"/>
                </a:lnTo>
                <a:lnTo>
                  <a:pt x="2570670" y="1691178"/>
                </a:lnTo>
                <a:lnTo>
                  <a:pt x="2551717" y="1696625"/>
                </a:lnTo>
                <a:lnTo>
                  <a:pt x="2520111" y="1700860"/>
                </a:lnTo>
                <a:moveTo>
                  <a:pt x="2377877" y="1632155"/>
                </a:moveTo>
                <a:lnTo>
                  <a:pt x="2351618" y="1640969"/>
                </a:lnTo>
                <a:lnTo>
                  <a:pt x="2325870" y="1654643"/>
                </a:lnTo>
                <a:moveTo>
                  <a:pt x="2856463" y="1972933"/>
                </a:moveTo>
                <a:lnTo>
                  <a:pt x="2917147" y="1980711"/>
                </a:lnTo>
                <a:lnTo>
                  <a:pt x="2918739" y="1887978"/>
                </a:lnTo>
                <a:lnTo>
                  <a:pt x="2919440" y="1846857"/>
                </a:lnTo>
                <a:lnTo>
                  <a:pt x="2925336" y="1820377"/>
                </a:lnTo>
                <a:lnTo>
                  <a:pt x="2933206" y="1797524"/>
                </a:lnTo>
                <a:moveTo>
                  <a:pt x="2937601" y="1788885"/>
                </a:moveTo>
                <a:lnTo>
                  <a:pt x="2955046" y="1764729"/>
                </a:lnTo>
                <a:lnTo>
                  <a:pt x="2974723" y="1737472"/>
                </a:lnTo>
                <a:moveTo>
                  <a:pt x="2432215" y="1455968"/>
                </a:moveTo>
                <a:lnTo>
                  <a:pt x="2376072" y="1445097"/>
                </a:lnTo>
                <a:lnTo>
                  <a:pt x="2373824" y="1444191"/>
                </a:lnTo>
                <a:lnTo>
                  <a:pt x="2372369" y="1443201"/>
                </a:lnTo>
                <a:lnTo>
                  <a:pt x="2371097" y="1441426"/>
                </a:lnTo>
                <a:lnTo>
                  <a:pt x="2370526" y="1439430"/>
                </a:lnTo>
                <a:lnTo>
                  <a:pt x="2370495" y="1437472"/>
                </a:lnTo>
                <a:lnTo>
                  <a:pt x="2378342" y="1396663"/>
                </a:lnTo>
                <a:lnTo>
                  <a:pt x="2379660" y="1394439"/>
                </a:lnTo>
                <a:lnTo>
                  <a:pt x="2381518" y="1392862"/>
                </a:lnTo>
                <a:lnTo>
                  <a:pt x="2384040" y="1392214"/>
                </a:lnTo>
                <a:lnTo>
                  <a:pt x="2438074" y="1390348"/>
                </a:lnTo>
                <a:moveTo>
                  <a:pt x="2387544" y="1142462"/>
                </a:moveTo>
                <a:lnTo>
                  <a:pt x="2383689" y="1164417"/>
                </a:lnTo>
                <a:lnTo>
                  <a:pt x="2383743" y="1166687"/>
                </a:lnTo>
                <a:lnTo>
                  <a:pt x="2384207" y="1169033"/>
                </a:lnTo>
                <a:lnTo>
                  <a:pt x="2384870" y="1171006"/>
                </a:lnTo>
                <a:lnTo>
                  <a:pt x="2386150" y="1172903"/>
                </a:lnTo>
                <a:lnTo>
                  <a:pt x="2387757" y="1174297"/>
                </a:lnTo>
                <a:lnTo>
                  <a:pt x="2390043" y="1175424"/>
                </a:lnTo>
                <a:lnTo>
                  <a:pt x="2392252" y="1176171"/>
                </a:lnTo>
                <a:lnTo>
                  <a:pt x="2394987" y="1176361"/>
                </a:lnTo>
                <a:lnTo>
                  <a:pt x="2436161" y="1175417"/>
                </a:lnTo>
                <a:moveTo>
                  <a:pt x="2845798" y="1313506"/>
                </a:moveTo>
                <a:lnTo>
                  <a:pt x="2820308" y="1331286"/>
                </a:lnTo>
                <a:moveTo>
                  <a:pt x="2800030" y="1343383"/>
                </a:moveTo>
                <a:lnTo>
                  <a:pt x="2686188" y="1352761"/>
                </a:lnTo>
                <a:lnTo>
                  <a:pt x="2683727" y="1351763"/>
                </a:lnTo>
                <a:lnTo>
                  <a:pt x="2682234" y="1349478"/>
                </a:lnTo>
                <a:lnTo>
                  <a:pt x="2677229" y="1331561"/>
                </a:lnTo>
                <a:lnTo>
                  <a:pt x="2667920" y="1309514"/>
                </a:lnTo>
                <a:lnTo>
                  <a:pt x="2658649" y="1294225"/>
                </a:lnTo>
                <a:lnTo>
                  <a:pt x="2654421" y="1285282"/>
                </a:lnTo>
                <a:lnTo>
                  <a:pt x="2654277" y="1273025"/>
                </a:lnTo>
                <a:lnTo>
                  <a:pt x="2656364" y="1242172"/>
                </a:lnTo>
                <a:lnTo>
                  <a:pt x="2657827" y="1218359"/>
                </a:lnTo>
                <a:moveTo>
                  <a:pt x="2658695" y="1207381"/>
                </a:moveTo>
                <a:lnTo>
                  <a:pt x="2661300" y="1179767"/>
                </a:lnTo>
                <a:moveTo>
                  <a:pt x="3024491" y="1214108"/>
                </a:moveTo>
                <a:lnTo>
                  <a:pt x="3048990" y="1256395"/>
                </a:lnTo>
                <a:moveTo>
                  <a:pt x="3149713" y="1531522"/>
                </a:moveTo>
                <a:lnTo>
                  <a:pt x="3165322" y="1528506"/>
                </a:lnTo>
                <a:moveTo>
                  <a:pt x="3115235" y="1410543"/>
                </a:moveTo>
                <a:lnTo>
                  <a:pt x="3157377" y="1399558"/>
                </a:lnTo>
                <a:moveTo>
                  <a:pt x="2372164" y="783339"/>
                </a:moveTo>
                <a:lnTo>
                  <a:pt x="2372842" y="782098"/>
                </a:lnTo>
                <a:moveTo>
                  <a:pt x="2377953" y="772217"/>
                </a:moveTo>
                <a:lnTo>
                  <a:pt x="2380292" y="767449"/>
                </a:lnTo>
                <a:lnTo>
                  <a:pt x="2383430" y="755900"/>
                </a:lnTo>
                <a:lnTo>
                  <a:pt x="2393143" y="710375"/>
                </a:lnTo>
                <a:moveTo>
                  <a:pt x="2408493" y="847071"/>
                </a:moveTo>
                <a:lnTo>
                  <a:pt x="2361895" y="820743"/>
                </a:lnTo>
                <a:lnTo>
                  <a:pt x="2359465" y="819372"/>
                </a:lnTo>
                <a:lnTo>
                  <a:pt x="2356676" y="816569"/>
                </a:lnTo>
                <a:lnTo>
                  <a:pt x="2355861" y="813438"/>
                </a:lnTo>
                <a:lnTo>
                  <a:pt x="2356395" y="810551"/>
                </a:lnTo>
                <a:lnTo>
                  <a:pt x="2357629" y="806757"/>
                </a:lnTo>
                <a:lnTo>
                  <a:pt x="2366450" y="793007"/>
                </a:lnTo>
                <a:moveTo>
                  <a:pt x="2572004" y="590097"/>
                </a:moveTo>
                <a:lnTo>
                  <a:pt x="2574754" y="622846"/>
                </a:lnTo>
                <a:moveTo>
                  <a:pt x="2576209" y="633663"/>
                </a:moveTo>
                <a:lnTo>
                  <a:pt x="2579195" y="648960"/>
                </a:lnTo>
                <a:moveTo>
                  <a:pt x="2580345" y="659290"/>
                </a:moveTo>
                <a:lnTo>
                  <a:pt x="2581328" y="687072"/>
                </a:lnTo>
                <a:moveTo>
                  <a:pt x="2581259" y="701508"/>
                </a:moveTo>
                <a:lnTo>
                  <a:pt x="2579035" y="733595"/>
                </a:lnTo>
                <a:moveTo>
                  <a:pt x="2577260" y="743506"/>
                </a:moveTo>
                <a:lnTo>
                  <a:pt x="2574868" y="751367"/>
                </a:lnTo>
                <a:lnTo>
                  <a:pt x="2567631" y="765262"/>
                </a:lnTo>
                <a:lnTo>
                  <a:pt x="2560135" y="776620"/>
                </a:lnTo>
                <a:lnTo>
                  <a:pt x="2552197" y="783835"/>
                </a:lnTo>
                <a:moveTo>
                  <a:pt x="2543756" y="791963"/>
                </a:moveTo>
                <a:lnTo>
                  <a:pt x="2526289" y="809842"/>
                </a:lnTo>
                <a:lnTo>
                  <a:pt x="2500373" y="837602"/>
                </a:lnTo>
                <a:moveTo>
                  <a:pt x="2492915" y="845722"/>
                </a:moveTo>
                <a:lnTo>
                  <a:pt x="2469345" y="871844"/>
                </a:lnTo>
                <a:lnTo>
                  <a:pt x="2466633" y="873992"/>
                </a:lnTo>
                <a:lnTo>
                  <a:pt x="2464614" y="874015"/>
                </a:lnTo>
                <a:lnTo>
                  <a:pt x="2459419" y="872743"/>
                </a:lnTo>
                <a:lnTo>
                  <a:pt x="2448838" y="868835"/>
                </a:lnTo>
                <a:lnTo>
                  <a:pt x="2437578" y="864028"/>
                </a:lnTo>
                <a:lnTo>
                  <a:pt x="2430669" y="859960"/>
                </a:lnTo>
                <a:lnTo>
                  <a:pt x="2417970" y="852525"/>
                </a:lnTo>
                <a:moveTo>
                  <a:pt x="2500738" y="847078"/>
                </a:moveTo>
                <a:lnTo>
                  <a:pt x="2505355" y="851314"/>
                </a:lnTo>
                <a:moveTo>
                  <a:pt x="2356288" y="678106"/>
                </a:moveTo>
                <a:lnTo>
                  <a:pt x="2350095" y="669681"/>
                </a:lnTo>
                <a:lnTo>
                  <a:pt x="2345501" y="659869"/>
                </a:lnTo>
                <a:lnTo>
                  <a:pt x="2342919" y="648830"/>
                </a:lnTo>
                <a:lnTo>
                  <a:pt x="2340923" y="639240"/>
                </a:lnTo>
                <a:lnTo>
                  <a:pt x="2339277" y="629024"/>
                </a:lnTo>
                <a:lnTo>
                  <a:pt x="2340450" y="617231"/>
                </a:lnTo>
                <a:lnTo>
                  <a:pt x="2342751" y="606856"/>
                </a:lnTo>
                <a:moveTo>
                  <a:pt x="2345394" y="596328"/>
                </a:moveTo>
                <a:lnTo>
                  <a:pt x="2351816" y="574053"/>
                </a:lnTo>
                <a:lnTo>
                  <a:pt x="2355077" y="556304"/>
                </a:lnTo>
                <a:lnTo>
                  <a:pt x="2356196" y="541799"/>
                </a:lnTo>
                <a:moveTo>
                  <a:pt x="2356791" y="532764"/>
                </a:moveTo>
                <a:lnTo>
                  <a:pt x="2356798" y="532612"/>
                </a:lnTo>
                <a:moveTo>
                  <a:pt x="2361483" y="688322"/>
                </a:moveTo>
                <a:lnTo>
                  <a:pt x="2364249" y="691986"/>
                </a:lnTo>
                <a:lnTo>
                  <a:pt x="2374076" y="698377"/>
                </a:lnTo>
                <a:lnTo>
                  <a:pt x="2384665" y="704174"/>
                </a:lnTo>
                <a:lnTo>
                  <a:pt x="2387521" y="704814"/>
                </a:lnTo>
                <a:moveTo>
                  <a:pt x="2398156" y="706856"/>
                </a:moveTo>
                <a:lnTo>
                  <a:pt x="2404098" y="707808"/>
                </a:lnTo>
                <a:lnTo>
                  <a:pt x="2414283" y="708905"/>
                </a:lnTo>
                <a:lnTo>
                  <a:pt x="2438713" y="705348"/>
                </a:lnTo>
                <a:lnTo>
                  <a:pt x="2448228" y="703336"/>
                </a:lnTo>
                <a:moveTo>
                  <a:pt x="2458931" y="701242"/>
                </a:moveTo>
                <a:lnTo>
                  <a:pt x="2481876" y="697052"/>
                </a:lnTo>
                <a:lnTo>
                  <a:pt x="2492793" y="695993"/>
                </a:lnTo>
                <a:lnTo>
                  <a:pt x="2507830" y="696419"/>
                </a:lnTo>
                <a:moveTo>
                  <a:pt x="2518732" y="696617"/>
                </a:moveTo>
                <a:lnTo>
                  <a:pt x="2577222" y="697135"/>
                </a:lnTo>
                <a:moveTo>
                  <a:pt x="2364271" y="783682"/>
                </a:moveTo>
                <a:lnTo>
                  <a:pt x="2354414" y="777519"/>
                </a:lnTo>
                <a:lnTo>
                  <a:pt x="2352494" y="775843"/>
                </a:lnTo>
                <a:lnTo>
                  <a:pt x="2351870" y="773413"/>
                </a:lnTo>
                <a:lnTo>
                  <a:pt x="2353210" y="771166"/>
                </a:lnTo>
                <a:lnTo>
                  <a:pt x="2355442" y="769269"/>
                </a:lnTo>
                <a:lnTo>
                  <a:pt x="2358512" y="769886"/>
                </a:lnTo>
                <a:lnTo>
                  <a:pt x="2368926" y="775204"/>
                </a:lnTo>
                <a:moveTo>
                  <a:pt x="2653827" y="690058"/>
                </a:moveTo>
                <a:lnTo>
                  <a:pt x="2657095" y="617727"/>
                </a:lnTo>
                <a:lnTo>
                  <a:pt x="2649934" y="583446"/>
                </a:lnTo>
                <a:lnTo>
                  <a:pt x="2641204" y="560097"/>
                </a:lnTo>
                <a:lnTo>
                  <a:pt x="2633960" y="546423"/>
                </a:lnTo>
                <a:lnTo>
                  <a:pt x="2624552" y="532795"/>
                </a:lnTo>
                <a:lnTo>
                  <a:pt x="2614488" y="521878"/>
                </a:lnTo>
                <a:lnTo>
                  <a:pt x="2604570" y="512760"/>
                </a:lnTo>
                <a:lnTo>
                  <a:pt x="2588511" y="500693"/>
                </a:lnTo>
                <a:lnTo>
                  <a:pt x="2572826" y="492352"/>
                </a:lnTo>
                <a:lnTo>
                  <a:pt x="2566960" y="489137"/>
                </a:lnTo>
                <a:moveTo>
                  <a:pt x="2361057" y="530281"/>
                </a:moveTo>
                <a:lnTo>
                  <a:pt x="2367501" y="529991"/>
                </a:lnTo>
                <a:moveTo>
                  <a:pt x="2510116" y="526708"/>
                </a:moveTo>
                <a:lnTo>
                  <a:pt x="2517147" y="527127"/>
                </a:lnTo>
                <a:lnTo>
                  <a:pt x="2528429" y="527798"/>
                </a:lnTo>
                <a:lnTo>
                  <a:pt x="2534234" y="529534"/>
                </a:lnTo>
                <a:lnTo>
                  <a:pt x="2562702" y="539841"/>
                </a:lnTo>
                <a:lnTo>
                  <a:pt x="2567532" y="543871"/>
                </a:lnTo>
                <a:lnTo>
                  <a:pt x="2568553" y="548092"/>
                </a:lnTo>
                <a:lnTo>
                  <a:pt x="2568812" y="552160"/>
                </a:lnTo>
                <a:lnTo>
                  <a:pt x="2571082" y="579157"/>
                </a:lnTo>
                <a:moveTo>
                  <a:pt x="2603534" y="422473"/>
                </a:moveTo>
                <a:lnTo>
                  <a:pt x="2630250" y="438790"/>
                </a:lnTo>
                <a:moveTo>
                  <a:pt x="2640001" y="444595"/>
                </a:moveTo>
                <a:lnTo>
                  <a:pt x="2687194" y="464653"/>
                </a:lnTo>
                <a:moveTo>
                  <a:pt x="2697341" y="469117"/>
                </a:moveTo>
                <a:lnTo>
                  <a:pt x="2724651" y="481504"/>
                </a:lnTo>
                <a:lnTo>
                  <a:pt x="2731522" y="485914"/>
                </a:lnTo>
                <a:moveTo>
                  <a:pt x="2740953" y="491803"/>
                </a:moveTo>
                <a:lnTo>
                  <a:pt x="2742789" y="492915"/>
                </a:lnTo>
                <a:lnTo>
                  <a:pt x="2741562" y="538577"/>
                </a:lnTo>
                <a:moveTo>
                  <a:pt x="2741242" y="549531"/>
                </a:moveTo>
                <a:lnTo>
                  <a:pt x="2739986" y="589380"/>
                </a:lnTo>
                <a:moveTo>
                  <a:pt x="2739605" y="600358"/>
                </a:moveTo>
                <a:lnTo>
                  <a:pt x="2739049" y="615205"/>
                </a:lnTo>
                <a:moveTo>
                  <a:pt x="2737167" y="624270"/>
                </a:moveTo>
                <a:lnTo>
                  <a:pt x="2733198" y="633930"/>
                </a:lnTo>
                <a:lnTo>
                  <a:pt x="2727058" y="645456"/>
                </a:lnTo>
                <a:lnTo>
                  <a:pt x="2707709" y="664287"/>
                </a:lnTo>
                <a:moveTo>
                  <a:pt x="2699611" y="671776"/>
                </a:moveTo>
                <a:lnTo>
                  <a:pt x="2681107" y="688047"/>
                </a:lnTo>
                <a:lnTo>
                  <a:pt x="2661102" y="695399"/>
                </a:lnTo>
                <a:moveTo>
                  <a:pt x="2735278" y="70999"/>
                </a:moveTo>
                <a:lnTo>
                  <a:pt x="2817741" y="70816"/>
                </a:lnTo>
                <a:lnTo>
                  <a:pt x="2821977" y="151253"/>
                </a:lnTo>
                <a:lnTo>
                  <a:pt x="2819912" y="186806"/>
                </a:lnTo>
                <a:lnTo>
                  <a:pt x="2812637" y="200769"/>
                </a:lnTo>
                <a:moveTo>
                  <a:pt x="2809628" y="210878"/>
                </a:moveTo>
                <a:lnTo>
                  <a:pt x="2807122" y="229900"/>
                </a:lnTo>
                <a:moveTo>
                  <a:pt x="2638287" y="359930"/>
                </a:moveTo>
                <a:lnTo>
                  <a:pt x="2643718" y="352693"/>
                </a:lnTo>
                <a:lnTo>
                  <a:pt x="2652715" y="344549"/>
                </a:lnTo>
                <a:lnTo>
                  <a:pt x="2663251" y="335012"/>
                </a:lnTo>
                <a:lnTo>
                  <a:pt x="2693136" y="311899"/>
                </a:lnTo>
                <a:lnTo>
                  <a:pt x="2722388" y="295437"/>
                </a:lnTo>
                <a:lnTo>
                  <a:pt x="2743048" y="287392"/>
                </a:lnTo>
                <a:moveTo>
                  <a:pt x="2752799" y="284307"/>
                </a:moveTo>
                <a:lnTo>
                  <a:pt x="2790995" y="274846"/>
                </a:lnTo>
                <a:lnTo>
                  <a:pt x="2810375" y="274221"/>
                </a:lnTo>
                <a:lnTo>
                  <a:pt x="2833046" y="274419"/>
                </a:lnTo>
                <a:lnTo>
                  <a:pt x="2859091" y="277238"/>
                </a:lnTo>
                <a:moveTo>
                  <a:pt x="2869436" y="278990"/>
                </a:moveTo>
                <a:lnTo>
                  <a:pt x="2886851" y="282966"/>
                </a:lnTo>
                <a:lnTo>
                  <a:pt x="2903496" y="287728"/>
                </a:lnTo>
                <a:lnTo>
                  <a:pt x="2920286" y="295178"/>
                </a:lnTo>
                <a:moveTo>
                  <a:pt x="2929854" y="299916"/>
                </a:moveTo>
                <a:lnTo>
                  <a:pt x="2944891" y="308281"/>
                </a:lnTo>
                <a:lnTo>
                  <a:pt x="2958025" y="318755"/>
                </a:lnTo>
                <a:lnTo>
                  <a:pt x="2975866" y="331546"/>
                </a:lnTo>
                <a:moveTo>
                  <a:pt x="2983240" y="338325"/>
                </a:moveTo>
                <a:lnTo>
                  <a:pt x="2994423" y="351939"/>
                </a:lnTo>
                <a:lnTo>
                  <a:pt x="2999580" y="357987"/>
                </a:lnTo>
                <a:lnTo>
                  <a:pt x="3016461" y="377771"/>
                </a:lnTo>
                <a:moveTo>
                  <a:pt x="3077130" y="463685"/>
                </a:moveTo>
                <a:lnTo>
                  <a:pt x="3098308" y="445578"/>
                </a:lnTo>
                <a:lnTo>
                  <a:pt x="3237281" y="326655"/>
                </a:lnTo>
                <a:lnTo>
                  <a:pt x="3253842" y="313605"/>
                </a:lnTo>
                <a:lnTo>
                  <a:pt x="3263867" y="305706"/>
                </a:lnTo>
                <a:lnTo>
                  <a:pt x="3292777" y="294515"/>
                </a:lnTo>
                <a:lnTo>
                  <a:pt x="3300403" y="291514"/>
                </a:lnTo>
                <a:lnTo>
                  <a:pt x="3313544" y="287926"/>
                </a:lnTo>
                <a:lnTo>
                  <a:pt x="3334066" y="282974"/>
                </a:lnTo>
                <a:lnTo>
                  <a:pt x="3366770" y="281801"/>
                </a:lnTo>
                <a:lnTo>
                  <a:pt x="3402322" y="280529"/>
                </a:lnTo>
                <a:lnTo>
                  <a:pt x="3447870" y="278220"/>
                </a:lnTo>
                <a:lnTo>
                  <a:pt x="3449835" y="278114"/>
                </a:lnTo>
                <a:lnTo>
                  <a:pt x="3458344" y="278479"/>
                </a:lnTo>
                <a:moveTo>
                  <a:pt x="3186790" y="771867"/>
                </a:moveTo>
                <a:lnTo>
                  <a:pt x="3152227" y="774015"/>
                </a:lnTo>
                <a:lnTo>
                  <a:pt x="3117040" y="776994"/>
                </a:lnTo>
                <a:lnTo>
                  <a:pt x="3066412" y="781031"/>
                </a:lnTo>
                <a:moveTo>
                  <a:pt x="3055442" y="781801"/>
                </a:moveTo>
                <a:lnTo>
                  <a:pt x="3029214" y="783385"/>
                </a:lnTo>
                <a:moveTo>
                  <a:pt x="3018983" y="783279"/>
                </a:moveTo>
                <a:lnTo>
                  <a:pt x="3000304" y="781808"/>
                </a:lnTo>
                <a:lnTo>
                  <a:pt x="2981297" y="775683"/>
                </a:lnTo>
                <a:lnTo>
                  <a:pt x="2971668" y="769627"/>
                </a:lnTo>
                <a:moveTo>
                  <a:pt x="2963433" y="763205"/>
                </a:moveTo>
                <a:lnTo>
                  <a:pt x="2903298" y="699459"/>
                </a:lnTo>
                <a:lnTo>
                  <a:pt x="2885647" y="676331"/>
                </a:lnTo>
                <a:lnTo>
                  <a:pt x="2884664" y="653462"/>
                </a:lnTo>
                <a:lnTo>
                  <a:pt x="2892838" y="634516"/>
                </a:lnTo>
                <a:lnTo>
                  <a:pt x="2894728" y="631195"/>
                </a:lnTo>
                <a:lnTo>
                  <a:pt x="2959982" y="568965"/>
                </a:lnTo>
                <a:moveTo>
                  <a:pt x="2968187" y="561507"/>
                </a:moveTo>
                <a:lnTo>
                  <a:pt x="2993912" y="539415"/>
                </a:lnTo>
                <a:lnTo>
                  <a:pt x="3012523" y="522663"/>
                </a:lnTo>
                <a:moveTo>
                  <a:pt x="3020689" y="515251"/>
                </a:moveTo>
                <a:lnTo>
                  <a:pt x="3045303" y="492641"/>
                </a:lnTo>
                <a:lnTo>
                  <a:pt x="3068210" y="471600"/>
                </a:lnTo>
                <a:moveTo>
                  <a:pt x="2727865" y="2494812"/>
                </a:moveTo>
                <a:lnTo>
                  <a:pt x="2718435" y="2523813"/>
                </a:lnTo>
                <a:lnTo>
                  <a:pt x="2708257" y="2555457"/>
                </a:lnTo>
                <a:moveTo>
                  <a:pt x="2704235" y="2566069"/>
                </a:moveTo>
                <a:lnTo>
                  <a:pt x="2690073" y="2598613"/>
                </a:lnTo>
                <a:lnTo>
                  <a:pt x="2673337" y="2634897"/>
                </a:lnTo>
                <a:lnTo>
                  <a:pt x="2662755" y="2660660"/>
                </a:lnTo>
                <a:lnTo>
                  <a:pt x="2660310" y="2667943"/>
                </a:lnTo>
                <a:lnTo>
                  <a:pt x="2657590" y="2681777"/>
                </a:lnTo>
                <a:lnTo>
                  <a:pt x="2657682" y="2686264"/>
                </a:lnTo>
                <a:lnTo>
                  <a:pt x="2659693" y="2689502"/>
                </a:lnTo>
                <a:moveTo>
                  <a:pt x="2909811" y="2231042"/>
                </a:moveTo>
                <a:lnTo>
                  <a:pt x="2907350" y="2287285"/>
                </a:lnTo>
                <a:moveTo>
                  <a:pt x="2906756" y="2298262"/>
                </a:moveTo>
                <a:lnTo>
                  <a:pt x="2903564" y="2348601"/>
                </a:lnTo>
                <a:moveTo>
                  <a:pt x="2916675" y="2226906"/>
                </a:moveTo>
                <a:lnTo>
                  <a:pt x="2968431" y="2227995"/>
                </a:lnTo>
                <a:moveTo>
                  <a:pt x="2645013" y="2141639"/>
                </a:moveTo>
                <a:lnTo>
                  <a:pt x="2588626" y="2137335"/>
                </a:lnTo>
                <a:moveTo>
                  <a:pt x="2488435" y="2088184"/>
                </a:moveTo>
                <a:lnTo>
                  <a:pt x="2472781" y="2099443"/>
                </a:lnTo>
                <a:lnTo>
                  <a:pt x="2453606" y="2121550"/>
                </a:lnTo>
                <a:moveTo>
                  <a:pt x="2137152" y="2334074"/>
                </a:moveTo>
                <a:lnTo>
                  <a:pt x="2141905" y="2334127"/>
                </a:lnTo>
                <a:moveTo>
                  <a:pt x="2133571" y="2327134"/>
                </a:moveTo>
                <a:lnTo>
                  <a:pt x="2134958" y="2266184"/>
                </a:lnTo>
                <a:moveTo>
                  <a:pt x="2138089" y="2470282"/>
                </a:moveTo>
                <a:lnTo>
                  <a:pt x="2142309" y="2539894"/>
                </a:lnTo>
                <a:lnTo>
                  <a:pt x="2143033" y="2549409"/>
                </a:lnTo>
                <a:lnTo>
                  <a:pt x="2143566" y="2556836"/>
                </a:lnTo>
                <a:lnTo>
                  <a:pt x="2145752" y="2580078"/>
                </a:lnTo>
                <a:lnTo>
                  <a:pt x="2148815" y="2607297"/>
                </a:lnTo>
                <a:lnTo>
                  <a:pt x="2153546" y="2642438"/>
                </a:lnTo>
                <a:lnTo>
                  <a:pt x="2158825" y="2688230"/>
                </a:lnTo>
                <a:moveTo>
                  <a:pt x="1228353" y="1999520"/>
                </a:moveTo>
                <a:lnTo>
                  <a:pt x="1237228" y="2006886"/>
                </a:lnTo>
                <a:lnTo>
                  <a:pt x="1246187" y="2017589"/>
                </a:lnTo>
                <a:lnTo>
                  <a:pt x="1252129" y="2028003"/>
                </a:lnTo>
                <a:lnTo>
                  <a:pt x="1259777" y="2051054"/>
                </a:lnTo>
                <a:lnTo>
                  <a:pt x="1265224" y="2093699"/>
                </a:lnTo>
                <a:lnTo>
                  <a:pt x="1269779" y="2129359"/>
                </a:lnTo>
                <a:moveTo>
                  <a:pt x="1270960" y="2140389"/>
                </a:moveTo>
                <a:lnTo>
                  <a:pt x="1273444" y="2169033"/>
                </a:lnTo>
                <a:lnTo>
                  <a:pt x="1267860" y="2184604"/>
                </a:lnTo>
                <a:lnTo>
                  <a:pt x="1260851" y="2195680"/>
                </a:lnTo>
                <a:lnTo>
                  <a:pt x="1258078" y="2199222"/>
                </a:lnTo>
                <a:lnTo>
                  <a:pt x="1230022" y="2228620"/>
                </a:lnTo>
                <a:moveTo>
                  <a:pt x="1222495" y="2236695"/>
                </a:moveTo>
                <a:lnTo>
                  <a:pt x="1198872" y="2262557"/>
                </a:lnTo>
                <a:lnTo>
                  <a:pt x="1176811" y="2287087"/>
                </a:lnTo>
                <a:moveTo>
                  <a:pt x="1169292" y="2295154"/>
                </a:moveTo>
                <a:lnTo>
                  <a:pt x="1152091" y="2313018"/>
                </a:lnTo>
                <a:lnTo>
                  <a:pt x="1136908" y="2320431"/>
                </a:lnTo>
                <a:lnTo>
                  <a:pt x="1133237" y="2321756"/>
                </a:lnTo>
                <a:lnTo>
                  <a:pt x="1119471" y="2323203"/>
                </a:lnTo>
                <a:lnTo>
                  <a:pt x="1108760" y="2322327"/>
                </a:lnTo>
                <a:lnTo>
                  <a:pt x="1092130" y="2318732"/>
                </a:lnTo>
                <a:lnTo>
                  <a:pt x="1041136" y="2307183"/>
                </a:lnTo>
                <a:lnTo>
                  <a:pt x="998621" y="2296647"/>
                </a:lnTo>
                <a:lnTo>
                  <a:pt x="997783" y="2296465"/>
                </a:lnTo>
                <a:moveTo>
                  <a:pt x="582296" y="1927751"/>
                </a:moveTo>
                <a:lnTo>
                  <a:pt x="714207" y="1931675"/>
                </a:lnTo>
                <a:lnTo>
                  <a:pt x="716066" y="1977527"/>
                </a:lnTo>
                <a:moveTo>
                  <a:pt x="716614" y="1988504"/>
                </a:moveTo>
                <a:lnTo>
                  <a:pt x="718458" y="2019600"/>
                </a:lnTo>
                <a:lnTo>
                  <a:pt x="719189" y="2048815"/>
                </a:lnTo>
                <a:lnTo>
                  <a:pt x="719204" y="2049615"/>
                </a:lnTo>
                <a:moveTo>
                  <a:pt x="866458" y="1803694"/>
                </a:moveTo>
                <a:lnTo>
                  <a:pt x="855671" y="1773466"/>
                </a:lnTo>
                <a:moveTo>
                  <a:pt x="851580" y="1762870"/>
                </a:moveTo>
                <a:lnTo>
                  <a:pt x="851489" y="1762664"/>
                </a:lnTo>
                <a:lnTo>
                  <a:pt x="846111" y="1750057"/>
                </a:lnTo>
                <a:moveTo>
                  <a:pt x="1694564" y="1870118"/>
                </a:moveTo>
                <a:lnTo>
                  <a:pt x="1819905" y="1876978"/>
                </a:lnTo>
                <a:lnTo>
                  <a:pt x="1908295" y="1884512"/>
                </a:lnTo>
                <a:lnTo>
                  <a:pt x="1958307" y="1890835"/>
                </a:lnTo>
                <a:moveTo>
                  <a:pt x="546294" y="1575897"/>
                </a:moveTo>
                <a:lnTo>
                  <a:pt x="555709" y="1576689"/>
                </a:lnTo>
                <a:lnTo>
                  <a:pt x="586988" y="1579363"/>
                </a:lnTo>
                <a:lnTo>
                  <a:pt x="622099" y="1577969"/>
                </a:lnTo>
                <a:lnTo>
                  <a:pt x="664401" y="1576293"/>
                </a:lnTo>
                <a:moveTo>
                  <a:pt x="675661" y="1575340"/>
                </a:moveTo>
                <a:lnTo>
                  <a:pt x="714908" y="1570206"/>
                </a:lnTo>
                <a:lnTo>
                  <a:pt x="746865" y="1562390"/>
                </a:lnTo>
                <a:moveTo>
                  <a:pt x="757865" y="1559914"/>
                </a:moveTo>
                <a:lnTo>
                  <a:pt x="824781" y="1546042"/>
                </a:lnTo>
                <a:moveTo>
                  <a:pt x="945456" y="213506"/>
                </a:moveTo>
                <a:lnTo>
                  <a:pt x="960958" y="218070"/>
                </a:lnTo>
                <a:lnTo>
                  <a:pt x="964805" y="220248"/>
                </a:lnTo>
                <a:lnTo>
                  <a:pt x="968766" y="222038"/>
                </a:lnTo>
                <a:lnTo>
                  <a:pt x="972575" y="224415"/>
                </a:lnTo>
                <a:lnTo>
                  <a:pt x="974518" y="226038"/>
                </a:lnTo>
                <a:lnTo>
                  <a:pt x="976034" y="228186"/>
                </a:lnTo>
                <a:lnTo>
                  <a:pt x="975363" y="232841"/>
                </a:lnTo>
                <a:moveTo>
                  <a:pt x="1824514" y="1726723"/>
                </a:moveTo>
                <a:lnTo>
                  <a:pt x="1850377" y="1698986"/>
                </a:lnTo>
                <a:moveTo>
                  <a:pt x="638653" y="1099276"/>
                </a:moveTo>
                <a:lnTo>
                  <a:pt x="628468" y="1099238"/>
                </a:lnTo>
                <a:lnTo>
                  <a:pt x="619151" y="1096922"/>
                </a:lnTo>
                <a:lnTo>
                  <a:pt x="610543" y="1090531"/>
                </a:lnTo>
                <a:lnTo>
                  <a:pt x="597836" y="1078571"/>
                </a:lnTo>
                <a:moveTo>
                  <a:pt x="979614" y="75242"/>
                </a:moveTo>
                <a:lnTo>
                  <a:pt x="982029" y="88680"/>
                </a:lnTo>
                <a:lnTo>
                  <a:pt x="980269" y="94287"/>
                </a:lnTo>
                <a:lnTo>
                  <a:pt x="977474" y="99200"/>
                </a:lnTo>
                <a:lnTo>
                  <a:pt x="975333" y="101973"/>
                </a:lnTo>
                <a:lnTo>
                  <a:pt x="970854" y="106772"/>
                </a:lnTo>
                <a:lnTo>
                  <a:pt x="966032" y="110665"/>
                </a:lnTo>
                <a:lnTo>
                  <a:pt x="958909" y="113918"/>
                </a:lnTo>
                <a:lnTo>
                  <a:pt x="945372" y="117414"/>
                </a:lnTo>
                <a:lnTo>
                  <a:pt x="924895" y="117902"/>
                </a:lnTo>
                <a:moveTo>
                  <a:pt x="3141692" y="2048358"/>
                </a:moveTo>
                <a:lnTo>
                  <a:pt x="3008912" y="2035491"/>
                </a:lnTo>
                <a:lnTo>
                  <a:pt x="2866839" y="2019448"/>
                </a:lnTo>
                <a:moveTo>
                  <a:pt x="2837235" y="2016104"/>
                </a:moveTo>
                <a:lnTo>
                  <a:pt x="2781427" y="2009796"/>
                </a:lnTo>
                <a:lnTo>
                  <a:pt x="2756265" y="2006718"/>
                </a:lnTo>
                <a:lnTo>
                  <a:pt x="2752966" y="2006437"/>
                </a:lnTo>
                <a:moveTo>
                  <a:pt x="2049241" y="1895147"/>
                </a:moveTo>
                <a:lnTo>
                  <a:pt x="2042020" y="1894027"/>
                </a:lnTo>
                <a:lnTo>
                  <a:pt x="2016088" y="1890142"/>
                </a:lnTo>
                <a:moveTo>
                  <a:pt x="1936710" y="1876803"/>
                </a:moveTo>
                <a:lnTo>
                  <a:pt x="1920423" y="1874061"/>
                </a:lnTo>
                <a:lnTo>
                  <a:pt x="1796952" y="1860615"/>
                </a:lnTo>
                <a:moveTo>
                  <a:pt x="2013830" y="1888546"/>
                </a:moveTo>
                <a:lnTo>
                  <a:pt x="1942922" y="1876613"/>
                </a:lnTo>
                <a:moveTo>
                  <a:pt x="1780772" y="1859320"/>
                </a:moveTo>
                <a:lnTo>
                  <a:pt x="1695718" y="1852708"/>
                </a:lnTo>
                <a:moveTo>
                  <a:pt x="2015708" y="2295741"/>
                </a:moveTo>
                <a:lnTo>
                  <a:pt x="2016027" y="2298582"/>
                </a:lnTo>
                <a:lnTo>
                  <a:pt x="2017048" y="2305865"/>
                </a:lnTo>
                <a:lnTo>
                  <a:pt x="2017802" y="2315250"/>
                </a:lnTo>
                <a:lnTo>
                  <a:pt x="2017665" y="2329313"/>
                </a:lnTo>
                <a:lnTo>
                  <a:pt x="2018039" y="2376849"/>
                </a:lnTo>
                <a:lnTo>
                  <a:pt x="2018046" y="2377923"/>
                </a:lnTo>
                <a:moveTo>
                  <a:pt x="1741669" y="2388771"/>
                </a:moveTo>
                <a:lnTo>
                  <a:pt x="1758223" y="2382783"/>
                </a:lnTo>
                <a:lnTo>
                  <a:pt x="1776445" y="2376155"/>
                </a:lnTo>
                <a:lnTo>
                  <a:pt x="1779972" y="2374114"/>
                </a:lnTo>
                <a:lnTo>
                  <a:pt x="1780787" y="2373329"/>
                </a:lnTo>
                <a:moveTo>
                  <a:pt x="1858779" y="2366549"/>
                </a:moveTo>
                <a:lnTo>
                  <a:pt x="1829245" y="2370777"/>
                </a:lnTo>
                <a:lnTo>
                  <a:pt x="1803504" y="2374982"/>
                </a:lnTo>
                <a:lnTo>
                  <a:pt x="1793814" y="2380330"/>
                </a:lnTo>
                <a:lnTo>
                  <a:pt x="1792801" y="2381366"/>
                </a:lnTo>
                <a:moveTo>
                  <a:pt x="1335941" y="2443871"/>
                </a:moveTo>
                <a:lnTo>
                  <a:pt x="1335849" y="2443749"/>
                </a:lnTo>
                <a:moveTo>
                  <a:pt x="2046522" y="1997722"/>
                </a:moveTo>
                <a:lnTo>
                  <a:pt x="2046621" y="1971630"/>
                </a:lnTo>
                <a:lnTo>
                  <a:pt x="2057530" y="1911487"/>
                </a:lnTo>
                <a:lnTo>
                  <a:pt x="2057819" y="1910367"/>
                </a:lnTo>
                <a:moveTo>
                  <a:pt x="1780795" y="1861948"/>
                </a:moveTo>
                <a:lnTo>
                  <a:pt x="1771989" y="1862817"/>
                </a:lnTo>
                <a:lnTo>
                  <a:pt x="1701173" y="1861544"/>
                </a:lnTo>
                <a:lnTo>
                  <a:pt x="1695322" y="1863807"/>
                </a:lnTo>
                <a:moveTo>
                  <a:pt x="1647855" y="1859548"/>
                </a:moveTo>
                <a:lnTo>
                  <a:pt x="1683172" y="1859716"/>
                </a:lnTo>
                <a:lnTo>
                  <a:pt x="1684550" y="1858261"/>
                </a:lnTo>
                <a:moveTo>
                  <a:pt x="1167045" y="1856197"/>
                </a:moveTo>
                <a:lnTo>
                  <a:pt x="1199086" y="1849889"/>
                </a:lnTo>
                <a:lnTo>
                  <a:pt x="1257781" y="1843041"/>
                </a:lnTo>
                <a:moveTo>
                  <a:pt x="1257233" y="1843101"/>
                </a:moveTo>
                <a:lnTo>
                  <a:pt x="1257385" y="1843086"/>
                </a:lnTo>
                <a:moveTo>
                  <a:pt x="1345021" y="1837738"/>
                </a:moveTo>
                <a:lnTo>
                  <a:pt x="1343399" y="1838165"/>
                </a:lnTo>
                <a:lnTo>
                  <a:pt x="1290713" y="1843513"/>
                </a:lnTo>
                <a:moveTo>
                  <a:pt x="1290485" y="1843528"/>
                </a:moveTo>
                <a:lnTo>
                  <a:pt x="1287575" y="1843802"/>
                </a:lnTo>
                <a:lnTo>
                  <a:pt x="1284337" y="1844107"/>
                </a:lnTo>
                <a:lnTo>
                  <a:pt x="1280186" y="1844556"/>
                </a:lnTo>
                <a:moveTo>
                  <a:pt x="2437594" y="1115731"/>
                </a:moveTo>
                <a:lnTo>
                  <a:pt x="2437533" y="1116119"/>
                </a:lnTo>
                <a:lnTo>
                  <a:pt x="2437007" y="1122404"/>
                </a:lnTo>
                <a:lnTo>
                  <a:pt x="2436542" y="1128673"/>
                </a:lnTo>
                <a:lnTo>
                  <a:pt x="2436580" y="1135392"/>
                </a:lnTo>
                <a:lnTo>
                  <a:pt x="2440024" y="1168538"/>
                </a:lnTo>
                <a:moveTo>
                  <a:pt x="2441273" y="1179424"/>
                </a:moveTo>
                <a:lnTo>
                  <a:pt x="2444975" y="1208669"/>
                </a:lnTo>
                <a:lnTo>
                  <a:pt x="2446049" y="1216911"/>
                </a:lnTo>
                <a:lnTo>
                  <a:pt x="2446682" y="1224735"/>
                </a:lnTo>
                <a:lnTo>
                  <a:pt x="2446979" y="1234912"/>
                </a:lnTo>
                <a:lnTo>
                  <a:pt x="2446865" y="1239354"/>
                </a:lnTo>
                <a:moveTo>
                  <a:pt x="2446293" y="1250369"/>
                </a:moveTo>
                <a:lnTo>
                  <a:pt x="2445905" y="1254353"/>
                </a:lnTo>
                <a:lnTo>
                  <a:pt x="2444975" y="1261758"/>
                </a:lnTo>
                <a:lnTo>
                  <a:pt x="2442568" y="1278814"/>
                </a:lnTo>
                <a:moveTo>
                  <a:pt x="1342241" y="2396777"/>
                </a:moveTo>
                <a:lnTo>
                  <a:pt x="1343917" y="2355823"/>
                </a:lnTo>
                <a:lnTo>
                  <a:pt x="1344336" y="2347916"/>
                </a:lnTo>
                <a:moveTo>
                  <a:pt x="2608851" y="2688329"/>
                </a:moveTo>
                <a:lnTo>
                  <a:pt x="2609864" y="2676612"/>
                </a:lnTo>
                <a:lnTo>
                  <a:pt x="2621322" y="2617711"/>
                </a:lnTo>
                <a:lnTo>
                  <a:pt x="2627050" y="2593791"/>
                </a:lnTo>
                <a:lnTo>
                  <a:pt x="2641479" y="2551717"/>
                </a:lnTo>
                <a:moveTo>
                  <a:pt x="2645889" y="2540755"/>
                </a:moveTo>
                <a:lnTo>
                  <a:pt x="2655610" y="2519798"/>
                </a:lnTo>
                <a:lnTo>
                  <a:pt x="2665330" y="2498857"/>
                </a:lnTo>
                <a:lnTo>
                  <a:pt x="2666541" y="2496244"/>
                </a:lnTo>
                <a:lnTo>
                  <a:pt x="2693036" y="2451763"/>
                </a:lnTo>
                <a:lnTo>
                  <a:pt x="2706063" y="2427523"/>
                </a:lnTo>
                <a:lnTo>
                  <a:pt x="2723721" y="2392237"/>
                </a:lnTo>
                <a:lnTo>
                  <a:pt x="2740641" y="2352768"/>
                </a:lnTo>
                <a:moveTo>
                  <a:pt x="2744000" y="2342355"/>
                </a:moveTo>
                <a:lnTo>
                  <a:pt x="2758550" y="2282943"/>
                </a:lnTo>
                <a:lnTo>
                  <a:pt x="2765757" y="2215906"/>
                </a:lnTo>
                <a:moveTo>
                  <a:pt x="2766031" y="2204349"/>
                </a:moveTo>
                <a:lnTo>
                  <a:pt x="2763205" y="2156928"/>
                </a:lnTo>
                <a:moveTo>
                  <a:pt x="2762352" y="2145996"/>
                </a:moveTo>
                <a:lnTo>
                  <a:pt x="2750445" y="2024963"/>
                </a:lnTo>
                <a:lnTo>
                  <a:pt x="2750033" y="2020834"/>
                </a:lnTo>
                <a:moveTo>
                  <a:pt x="845273" y="130936"/>
                </a:moveTo>
                <a:lnTo>
                  <a:pt x="834821" y="131919"/>
                </a:lnTo>
                <a:lnTo>
                  <a:pt x="799048" y="135789"/>
                </a:lnTo>
                <a:lnTo>
                  <a:pt x="763053" y="138371"/>
                </a:lnTo>
                <a:lnTo>
                  <a:pt x="705873" y="139727"/>
                </a:lnTo>
                <a:lnTo>
                  <a:pt x="686478" y="142515"/>
                </a:lnTo>
                <a:moveTo>
                  <a:pt x="922815" y="120469"/>
                </a:moveTo>
                <a:lnTo>
                  <a:pt x="871387" y="126038"/>
                </a:lnTo>
                <a:lnTo>
                  <a:pt x="851116" y="127942"/>
                </a:lnTo>
                <a:moveTo>
                  <a:pt x="974636" y="120713"/>
                </a:moveTo>
                <a:lnTo>
                  <a:pt x="967281" y="120599"/>
                </a:lnTo>
                <a:lnTo>
                  <a:pt x="949623" y="121246"/>
                </a:lnTo>
                <a:lnTo>
                  <a:pt x="925184" y="122720"/>
                </a:lnTo>
                <a:moveTo>
                  <a:pt x="3003610" y="1861704"/>
                </a:moveTo>
                <a:lnTo>
                  <a:pt x="2996426" y="1860021"/>
                </a:lnTo>
                <a:moveTo>
                  <a:pt x="2694392" y="2006185"/>
                </a:moveTo>
                <a:lnTo>
                  <a:pt x="2696076" y="2006292"/>
                </a:lnTo>
                <a:lnTo>
                  <a:pt x="2738386" y="2011091"/>
                </a:lnTo>
                <a:lnTo>
                  <a:pt x="2742705" y="2011739"/>
                </a:lnTo>
                <a:moveTo>
                  <a:pt x="2837068" y="2018579"/>
                </a:moveTo>
                <a:lnTo>
                  <a:pt x="2824879" y="2017726"/>
                </a:lnTo>
                <a:lnTo>
                  <a:pt x="2756676" y="2009727"/>
                </a:lnTo>
                <a:lnTo>
                  <a:pt x="2752692" y="2009415"/>
                </a:lnTo>
                <a:moveTo>
                  <a:pt x="2742294" y="1953233"/>
                </a:moveTo>
                <a:lnTo>
                  <a:pt x="2741898" y="1950415"/>
                </a:lnTo>
                <a:lnTo>
                  <a:pt x="2740359" y="1940953"/>
                </a:lnTo>
                <a:lnTo>
                  <a:pt x="2738835" y="1932749"/>
                </a:lnTo>
                <a:lnTo>
                  <a:pt x="2737053" y="1925306"/>
                </a:lnTo>
                <a:lnTo>
                  <a:pt x="2733472" y="1913925"/>
                </a:lnTo>
                <a:lnTo>
                  <a:pt x="2729778" y="1903511"/>
                </a:lnTo>
                <a:lnTo>
                  <a:pt x="2723904" y="1889319"/>
                </a:lnTo>
                <a:lnTo>
                  <a:pt x="2719379" y="1880086"/>
                </a:lnTo>
                <a:lnTo>
                  <a:pt x="2714367" y="1870785"/>
                </a:lnTo>
                <a:lnTo>
                  <a:pt x="2694850" y="1836847"/>
                </a:lnTo>
                <a:lnTo>
                  <a:pt x="2684840" y="1819257"/>
                </a:lnTo>
                <a:lnTo>
                  <a:pt x="2675294" y="1800304"/>
                </a:lnTo>
                <a:lnTo>
                  <a:pt x="2668050" y="1785381"/>
                </a:lnTo>
                <a:lnTo>
                  <a:pt x="2660958" y="1770191"/>
                </a:lnTo>
                <a:lnTo>
                  <a:pt x="2657271" y="1761125"/>
                </a:lnTo>
                <a:moveTo>
                  <a:pt x="2652806" y="1750354"/>
                </a:moveTo>
                <a:lnTo>
                  <a:pt x="2652433" y="1749478"/>
                </a:lnTo>
                <a:lnTo>
                  <a:pt x="2650369" y="1744595"/>
                </a:lnTo>
                <a:lnTo>
                  <a:pt x="2645516" y="1732871"/>
                </a:lnTo>
                <a:lnTo>
                  <a:pt x="2637487" y="1710581"/>
                </a:lnTo>
                <a:lnTo>
                  <a:pt x="2631248" y="1690949"/>
                </a:lnTo>
                <a:lnTo>
                  <a:pt x="2627873" y="1679492"/>
                </a:lnTo>
                <a:lnTo>
                  <a:pt x="2624635" y="1668027"/>
                </a:lnTo>
                <a:lnTo>
                  <a:pt x="2622449" y="1659960"/>
                </a:lnTo>
                <a:lnTo>
                  <a:pt x="2618747" y="1643482"/>
                </a:lnTo>
                <a:lnTo>
                  <a:pt x="2611914" y="1608676"/>
                </a:lnTo>
                <a:lnTo>
                  <a:pt x="2602917" y="1555351"/>
                </a:lnTo>
                <a:lnTo>
                  <a:pt x="2601911" y="1550011"/>
                </a:lnTo>
                <a:lnTo>
                  <a:pt x="2600487" y="1544823"/>
                </a:lnTo>
                <a:lnTo>
                  <a:pt x="2597950" y="1539864"/>
                </a:lnTo>
                <a:lnTo>
                  <a:pt x="2594552" y="1535461"/>
                </a:lnTo>
                <a:lnTo>
                  <a:pt x="2590172" y="1531355"/>
                </a:lnTo>
                <a:lnTo>
                  <a:pt x="2585045" y="1527645"/>
                </a:lnTo>
                <a:lnTo>
                  <a:pt x="2579873" y="1525009"/>
                </a:lnTo>
                <a:lnTo>
                  <a:pt x="2573123" y="1523310"/>
                </a:lnTo>
                <a:lnTo>
                  <a:pt x="2567501" y="1522213"/>
                </a:lnTo>
                <a:lnTo>
                  <a:pt x="2560820" y="1521596"/>
                </a:lnTo>
                <a:lnTo>
                  <a:pt x="2533465" y="1520827"/>
                </a:lnTo>
                <a:lnTo>
                  <a:pt x="2500342" y="1518092"/>
                </a:lnTo>
                <a:lnTo>
                  <a:pt x="2476102" y="1513826"/>
                </a:lnTo>
                <a:lnTo>
                  <a:pt x="2433762" y="1505553"/>
                </a:lnTo>
                <a:moveTo>
                  <a:pt x="2738767" y="2004509"/>
                </a:moveTo>
                <a:lnTo>
                  <a:pt x="2737060" y="2004220"/>
                </a:lnTo>
                <a:lnTo>
                  <a:pt x="2703153" y="1999771"/>
                </a:lnTo>
                <a:lnTo>
                  <a:pt x="2629092" y="1989433"/>
                </a:lnTo>
                <a:lnTo>
                  <a:pt x="2487239" y="1968126"/>
                </a:lnTo>
                <a:lnTo>
                  <a:pt x="2442187" y="1960082"/>
                </a:lnTo>
                <a:lnTo>
                  <a:pt x="2365818" y="1948327"/>
                </a:lnTo>
                <a:lnTo>
                  <a:pt x="2317391" y="1939597"/>
                </a:lnTo>
                <a:moveTo>
                  <a:pt x="2749249" y="2013315"/>
                </a:moveTo>
                <a:lnTo>
                  <a:pt x="2749234" y="2013163"/>
                </a:lnTo>
                <a:moveTo>
                  <a:pt x="2748754" y="2008539"/>
                </a:moveTo>
                <a:lnTo>
                  <a:pt x="2748746" y="2008387"/>
                </a:lnTo>
                <a:moveTo>
                  <a:pt x="2754071" y="2016690"/>
                </a:moveTo>
                <a:lnTo>
                  <a:pt x="2757659" y="2016957"/>
                </a:lnTo>
                <a:lnTo>
                  <a:pt x="2794316" y="2021040"/>
                </a:lnTo>
                <a:lnTo>
                  <a:pt x="3141867" y="2058215"/>
                </a:lnTo>
                <a:moveTo>
                  <a:pt x="2204380" y="475531"/>
                </a:moveTo>
                <a:lnTo>
                  <a:pt x="2196701" y="475150"/>
                </a:lnTo>
                <a:lnTo>
                  <a:pt x="2185982" y="474236"/>
                </a:lnTo>
                <a:lnTo>
                  <a:pt x="2175196" y="473307"/>
                </a:lnTo>
                <a:lnTo>
                  <a:pt x="2139993" y="470549"/>
                </a:lnTo>
                <a:lnTo>
                  <a:pt x="2131911" y="467982"/>
                </a:lnTo>
                <a:lnTo>
                  <a:pt x="2122868" y="462771"/>
                </a:lnTo>
                <a:lnTo>
                  <a:pt x="2113750" y="454559"/>
                </a:lnTo>
                <a:lnTo>
                  <a:pt x="2104494" y="444412"/>
                </a:lnTo>
                <a:lnTo>
                  <a:pt x="2102871" y="441266"/>
                </a:lnTo>
                <a:lnTo>
                  <a:pt x="2097927" y="431660"/>
                </a:lnTo>
                <a:lnTo>
                  <a:pt x="2094019" y="418496"/>
                </a:lnTo>
                <a:lnTo>
                  <a:pt x="2092176" y="408067"/>
                </a:lnTo>
                <a:lnTo>
                  <a:pt x="2089312" y="396846"/>
                </a:lnTo>
                <a:lnTo>
                  <a:pt x="2086447" y="386684"/>
                </a:lnTo>
                <a:lnTo>
                  <a:pt x="2079766" y="373375"/>
                </a:lnTo>
                <a:lnTo>
                  <a:pt x="2074251" y="366306"/>
                </a:lnTo>
                <a:lnTo>
                  <a:pt x="2062847" y="352944"/>
                </a:lnTo>
                <a:lnTo>
                  <a:pt x="2054178" y="345700"/>
                </a:lnTo>
                <a:lnTo>
                  <a:pt x="2040770" y="337358"/>
                </a:lnTo>
                <a:lnTo>
                  <a:pt x="2016454" y="326495"/>
                </a:lnTo>
                <a:lnTo>
                  <a:pt x="2013483" y="325291"/>
                </a:lnTo>
                <a:lnTo>
                  <a:pt x="2009727" y="323638"/>
                </a:lnTo>
                <a:lnTo>
                  <a:pt x="1999070" y="319365"/>
                </a:lnTo>
                <a:lnTo>
                  <a:pt x="1971889" y="308479"/>
                </a:lnTo>
                <a:lnTo>
                  <a:pt x="1956105" y="302163"/>
                </a:lnTo>
                <a:lnTo>
                  <a:pt x="1944663" y="297577"/>
                </a:lnTo>
                <a:lnTo>
                  <a:pt x="1942980" y="297067"/>
                </a:lnTo>
                <a:lnTo>
                  <a:pt x="1932970" y="292458"/>
                </a:lnTo>
                <a:lnTo>
                  <a:pt x="1929823" y="291415"/>
                </a:lnTo>
                <a:lnTo>
                  <a:pt x="1924346" y="289602"/>
                </a:lnTo>
                <a:lnTo>
                  <a:pt x="1916248" y="286912"/>
                </a:lnTo>
                <a:lnTo>
                  <a:pt x="1905058" y="284871"/>
                </a:lnTo>
                <a:lnTo>
                  <a:pt x="1893517" y="284299"/>
                </a:lnTo>
                <a:lnTo>
                  <a:pt x="1891277" y="284802"/>
                </a:lnTo>
                <a:lnTo>
                  <a:pt x="1882082" y="286867"/>
                </a:lnTo>
                <a:lnTo>
                  <a:pt x="1874769" y="289937"/>
                </a:lnTo>
                <a:lnTo>
                  <a:pt x="1851862" y="306026"/>
                </a:lnTo>
                <a:moveTo>
                  <a:pt x="2662245" y="1168782"/>
                </a:moveTo>
                <a:lnTo>
                  <a:pt x="2662451" y="1166214"/>
                </a:lnTo>
                <a:lnTo>
                  <a:pt x="2662733" y="1162611"/>
                </a:lnTo>
                <a:lnTo>
                  <a:pt x="2663091" y="1158056"/>
                </a:lnTo>
                <a:lnTo>
                  <a:pt x="2663837" y="1142271"/>
                </a:lnTo>
                <a:lnTo>
                  <a:pt x="2663951" y="1140382"/>
                </a:lnTo>
                <a:moveTo>
                  <a:pt x="2664256" y="1129504"/>
                </a:moveTo>
                <a:lnTo>
                  <a:pt x="2664149" y="1117704"/>
                </a:lnTo>
                <a:lnTo>
                  <a:pt x="2667661" y="1101340"/>
                </a:lnTo>
                <a:lnTo>
                  <a:pt x="2676346" y="1078487"/>
                </a:lnTo>
                <a:lnTo>
                  <a:pt x="2683484" y="1063678"/>
                </a:lnTo>
                <a:moveTo>
                  <a:pt x="2687437" y="1053477"/>
                </a:moveTo>
                <a:lnTo>
                  <a:pt x="2697881" y="1020484"/>
                </a:lnTo>
                <a:lnTo>
                  <a:pt x="2698217" y="1013407"/>
                </a:lnTo>
                <a:lnTo>
                  <a:pt x="2698331" y="1009118"/>
                </a:lnTo>
                <a:lnTo>
                  <a:pt x="2696990" y="1004174"/>
                </a:lnTo>
                <a:moveTo>
                  <a:pt x="2693067" y="994035"/>
                </a:moveTo>
                <a:lnTo>
                  <a:pt x="2692800" y="993494"/>
                </a:lnTo>
                <a:lnTo>
                  <a:pt x="2688481" y="987994"/>
                </a:lnTo>
                <a:lnTo>
                  <a:pt x="2655823" y="951230"/>
                </a:lnTo>
                <a:moveTo>
                  <a:pt x="2648411" y="943193"/>
                </a:moveTo>
                <a:lnTo>
                  <a:pt x="2613612" y="907115"/>
                </a:lnTo>
                <a:moveTo>
                  <a:pt x="2765719" y="1134448"/>
                </a:moveTo>
                <a:lnTo>
                  <a:pt x="2741227" y="1134113"/>
                </a:lnTo>
                <a:lnTo>
                  <a:pt x="2734112" y="1136307"/>
                </a:lnTo>
                <a:moveTo>
                  <a:pt x="2733663" y="1142058"/>
                </a:moveTo>
                <a:lnTo>
                  <a:pt x="2741098" y="1143955"/>
                </a:lnTo>
                <a:lnTo>
                  <a:pt x="2765574" y="1144915"/>
                </a:lnTo>
                <a:moveTo>
                  <a:pt x="944435" y="2016058"/>
                </a:moveTo>
                <a:lnTo>
                  <a:pt x="945052" y="2016195"/>
                </a:lnTo>
                <a:lnTo>
                  <a:pt x="964188" y="2020530"/>
                </a:lnTo>
                <a:lnTo>
                  <a:pt x="969711" y="2037670"/>
                </a:lnTo>
                <a:lnTo>
                  <a:pt x="970877" y="2041311"/>
                </a:lnTo>
                <a:lnTo>
                  <a:pt x="974952" y="2046430"/>
                </a:lnTo>
                <a:lnTo>
                  <a:pt x="1002628" y="2068842"/>
                </a:lnTo>
                <a:lnTo>
                  <a:pt x="1009347" y="2070564"/>
                </a:lnTo>
                <a:lnTo>
                  <a:pt x="1025466" y="2062893"/>
                </a:lnTo>
                <a:lnTo>
                  <a:pt x="1027851" y="2056631"/>
                </a:lnTo>
                <a:lnTo>
                  <a:pt x="1027759" y="2055732"/>
                </a:lnTo>
                <a:lnTo>
                  <a:pt x="1022556" y="2029816"/>
                </a:lnTo>
                <a:lnTo>
                  <a:pt x="1021619" y="2025177"/>
                </a:lnTo>
                <a:lnTo>
                  <a:pt x="1021551" y="2021924"/>
                </a:lnTo>
                <a:lnTo>
                  <a:pt x="1021200" y="2006018"/>
                </a:lnTo>
                <a:moveTo>
                  <a:pt x="3208950" y="1277664"/>
                </a:moveTo>
                <a:lnTo>
                  <a:pt x="3185769" y="1278212"/>
                </a:lnTo>
                <a:lnTo>
                  <a:pt x="3162534" y="1281442"/>
                </a:lnTo>
                <a:lnTo>
                  <a:pt x="3116499" y="1291490"/>
                </a:lnTo>
                <a:lnTo>
                  <a:pt x="3078128" y="1302186"/>
                </a:lnTo>
                <a:moveTo>
                  <a:pt x="3067235" y="1306627"/>
                </a:moveTo>
                <a:lnTo>
                  <a:pt x="3006977" y="1339087"/>
                </a:lnTo>
                <a:moveTo>
                  <a:pt x="2997866" y="1344854"/>
                </a:moveTo>
                <a:lnTo>
                  <a:pt x="2989182" y="1351192"/>
                </a:lnTo>
                <a:lnTo>
                  <a:pt x="2981861" y="1356501"/>
                </a:lnTo>
                <a:lnTo>
                  <a:pt x="2962123" y="1372027"/>
                </a:lnTo>
                <a:lnTo>
                  <a:pt x="2935788" y="1394690"/>
                </a:lnTo>
                <a:lnTo>
                  <a:pt x="2921672" y="1404913"/>
                </a:lnTo>
                <a:lnTo>
                  <a:pt x="2916058" y="1394515"/>
                </a:lnTo>
                <a:lnTo>
                  <a:pt x="2901744" y="1376194"/>
                </a:lnTo>
                <a:moveTo>
                  <a:pt x="2360935" y="473943"/>
                </a:moveTo>
                <a:lnTo>
                  <a:pt x="2360836" y="444991"/>
                </a:lnTo>
                <a:lnTo>
                  <a:pt x="2360588" y="441780"/>
                </a:lnTo>
                <a:moveTo>
                  <a:pt x="2356874" y="515601"/>
                </a:moveTo>
                <a:lnTo>
                  <a:pt x="2359564" y="508951"/>
                </a:lnTo>
                <a:lnTo>
                  <a:pt x="2362382" y="489822"/>
                </a:lnTo>
                <a:lnTo>
                  <a:pt x="2362199" y="488493"/>
                </a:lnTo>
                <a:moveTo>
                  <a:pt x="2350959" y="487644"/>
                </a:moveTo>
                <a:lnTo>
                  <a:pt x="2353271" y="508265"/>
                </a:lnTo>
                <a:lnTo>
                  <a:pt x="2352292" y="513750"/>
                </a:lnTo>
                <a:moveTo>
                  <a:pt x="2590957" y="696595"/>
                </a:moveTo>
                <a:lnTo>
                  <a:pt x="2598651" y="697722"/>
                </a:lnTo>
                <a:lnTo>
                  <a:pt x="2646514" y="700868"/>
                </a:lnTo>
                <a:moveTo>
                  <a:pt x="1332757" y="2446796"/>
                </a:moveTo>
                <a:lnTo>
                  <a:pt x="1332909" y="2446804"/>
                </a:lnTo>
                <a:moveTo>
                  <a:pt x="1202201" y="2438633"/>
                </a:moveTo>
                <a:lnTo>
                  <a:pt x="1213902" y="2439506"/>
                </a:lnTo>
                <a:lnTo>
                  <a:pt x="1228666" y="2440519"/>
                </a:lnTo>
                <a:lnTo>
                  <a:pt x="1234204" y="2440907"/>
                </a:lnTo>
                <a:lnTo>
                  <a:pt x="1254833" y="2442759"/>
                </a:lnTo>
                <a:lnTo>
                  <a:pt x="1267167" y="2444191"/>
                </a:lnTo>
                <a:moveTo>
                  <a:pt x="1328441" y="2442808"/>
                </a:moveTo>
                <a:lnTo>
                  <a:pt x="1328430" y="2442960"/>
                </a:lnTo>
                <a:moveTo>
                  <a:pt x="1338287" y="2440366"/>
                </a:moveTo>
                <a:lnTo>
                  <a:pt x="1338135" y="2440359"/>
                </a:lnTo>
                <a:moveTo>
                  <a:pt x="1340816" y="2442557"/>
                </a:moveTo>
                <a:lnTo>
                  <a:pt x="1340816" y="2442404"/>
                </a:lnTo>
                <a:moveTo>
                  <a:pt x="977786" y="2429458"/>
                </a:moveTo>
                <a:lnTo>
                  <a:pt x="1089525" y="2432566"/>
                </a:lnTo>
                <a:lnTo>
                  <a:pt x="1130982" y="2433899"/>
                </a:lnTo>
                <a:lnTo>
                  <a:pt x="1158475" y="2434927"/>
                </a:lnTo>
                <a:lnTo>
                  <a:pt x="1166885" y="2435224"/>
                </a:lnTo>
                <a:moveTo>
                  <a:pt x="1325939" y="2134440"/>
                </a:moveTo>
                <a:lnTo>
                  <a:pt x="1331324" y="2177534"/>
                </a:lnTo>
                <a:lnTo>
                  <a:pt x="1335438" y="2241083"/>
                </a:lnTo>
                <a:lnTo>
                  <a:pt x="1336482" y="2263944"/>
                </a:lnTo>
                <a:lnTo>
                  <a:pt x="1337095" y="2273672"/>
                </a:lnTo>
                <a:moveTo>
                  <a:pt x="1349847" y="2440412"/>
                </a:moveTo>
                <a:lnTo>
                  <a:pt x="1346381" y="2440427"/>
                </a:lnTo>
                <a:moveTo>
                  <a:pt x="624476" y="2799969"/>
                </a:moveTo>
                <a:lnTo>
                  <a:pt x="630928" y="2667616"/>
                </a:lnTo>
                <a:lnTo>
                  <a:pt x="631378" y="2630684"/>
                </a:lnTo>
                <a:lnTo>
                  <a:pt x="634806" y="2558741"/>
                </a:lnTo>
                <a:lnTo>
                  <a:pt x="637571" y="2520933"/>
                </a:lnTo>
                <a:lnTo>
                  <a:pt x="637792" y="2516484"/>
                </a:lnTo>
                <a:lnTo>
                  <a:pt x="640580" y="2447817"/>
                </a:lnTo>
                <a:lnTo>
                  <a:pt x="641967" y="2420400"/>
                </a:lnTo>
                <a:moveTo>
                  <a:pt x="617323" y="2408630"/>
                </a:moveTo>
                <a:lnTo>
                  <a:pt x="635499" y="2410657"/>
                </a:lnTo>
                <a:moveTo>
                  <a:pt x="646728" y="2411845"/>
                </a:moveTo>
                <a:lnTo>
                  <a:pt x="662489" y="2413430"/>
                </a:lnTo>
                <a:moveTo>
                  <a:pt x="109431" y="2362245"/>
                </a:moveTo>
                <a:lnTo>
                  <a:pt x="133511" y="2362725"/>
                </a:lnTo>
                <a:lnTo>
                  <a:pt x="199223" y="2367783"/>
                </a:lnTo>
                <a:lnTo>
                  <a:pt x="284962" y="2375721"/>
                </a:lnTo>
                <a:lnTo>
                  <a:pt x="357005" y="2382432"/>
                </a:lnTo>
                <a:lnTo>
                  <a:pt x="557782" y="2402795"/>
                </a:lnTo>
                <a:lnTo>
                  <a:pt x="608608" y="2407632"/>
                </a:lnTo>
                <a:moveTo>
                  <a:pt x="642721" y="2404471"/>
                </a:moveTo>
                <a:lnTo>
                  <a:pt x="643483" y="2386653"/>
                </a:lnTo>
                <a:moveTo>
                  <a:pt x="2011495" y="2504143"/>
                </a:moveTo>
                <a:lnTo>
                  <a:pt x="2012714" y="2532589"/>
                </a:lnTo>
                <a:lnTo>
                  <a:pt x="2013544" y="2540854"/>
                </a:lnTo>
                <a:lnTo>
                  <a:pt x="2015060" y="2562931"/>
                </a:lnTo>
                <a:lnTo>
                  <a:pt x="2018572" y="2602597"/>
                </a:lnTo>
                <a:lnTo>
                  <a:pt x="2020438" y="2620849"/>
                </a:lnTo>
                <a:lnTo>
                  <a:pt x="2022960" y="2643970"/>
                </a:lnTo>
                <a:lnTo>
                  <a:pt x="2025352" y="2667166"/>
                </a:lnTo>
                <a:lnTo>
                  <a:pt x="2025512" y="2668697"/>
                </a:lnTo>
                <a:lnTo>
                  <a:pt x="2029107" y="2696739"/>
                </a:lnTo>
                <a:lnTo>
                  <a:pt x="2030600" y="2710641"/>
                </a:lnTo>
                <a:moveTo>
                  <a:pt x="2008196" y="2426136"/>
                </a:moveTo>
                <a:lnTo>
                  <a:pt x="2008250" y="2451252"/>
                </a:lnTo>
                <a:lnTo>
                  <a:pt x="2008676" y="2466846"/>
                </a:lnTo>
                <a:lnTo>
                  <a:pt x="2010017" y="2498102"/>
                </a:lnTo>
                <a:moveTo>
                  <a:pt x="2047139" y="2724140"/>
                </a:moveTo>
                <a:lnTo>
                  <a:pt x="2044008" y="2695863"/>
                </a:lnTo>
                <a:lnTo>
                  <a:pt x="2037083" y="2633686"/>
                </a:lnTo>
                <a:lnTo>
                  <a:pt x="2033213" y="2601614"/>
                </a:lnTo>
                <a:lnTo>
                  <a:pt x="2027805" y="2531834"/>
                </a:lnTo>
                <a:lnTo>
                  <a:pt x="2025706" y="2489022"/>
                </a:lnTo>
                <a:moveTo>
                  <a:pt x="2025268" y="2464169"/>
                </a:moveTo>
                <a:lnTo>
                  <a:pt x="2024643" y="2396495"/>
                </a:lnTo>
                <a:lnTo>
                  <a:pt x="2024643" y="2396107"/>
                </a:lnTo>
                <a:moveTo>
                  <a:pt x="2019059" y="2391742"/>
                </a:moveTo>
                <a:lnTo>
                  <a:pt x="2019212" y="2391749"/>
                </a:lnTo>
                <a:moveTo>
                  <a:pt x="2017140" y="2382189"/>
                </a:moveTo>
                <a:lnTo>
                  <a:pt x="2016987" y="2382189"/>
                </a:lnTo>
                <a:moveTo>
                  <a:pt x="2021162" y="2382166"/>
                </a:moveTo>
                <a:lnTo>
                  <a:pt x="2021010" y="2382166"/>
                </a:lnTo>
                <a:moveTo>
                  <a:pt x="2024788" y="2385899"/>
                </a:moveTo>
                <a:lnTo>
                  <a:pt x="2024796" y="2385746"/>
                </a:lnTo>
                <a:moveTo>
                  <a:pt x="2019539" y="2386523"/>
                </a:moveTo>
                <a:lnTo>
                  <a:pt x="2019684" y="2386790"/>
                </a:lnTo>
                <a:moveTo>
                  <a:pt x="2021230" y="2464454"/>
                </a:moveTo>
                <a:lnTo>
                  <a:pt x="2020545" y="2459579"/>
                </a:lnTo>
                <a:lnTo>
                  <a:pt x="2016355" y="2396579"/>
                </a:lnTo>
                <a:moveTo>
                  <a:pt x="2009255" y="2396644"/>
                </a:moveTo>
                <a:lnTo>
                  <a:pt x="2009408" y="2423767"/>
                </a:lnTo>
                <a:moveTo>
                  <a:pt x="2030128" y="2391841"/>
                </a:moveTo>
                <a:lnTo>
                  <a:pt x="2072849" y="2392084"/>
                </a:lnTo>
                <a:lnTo>
                  <a:pt x="2179104" y="2391444"/>
                </a:lnTo>
                <a:moveTo>
                  <a:pt x="1962219" y="2389681"/>
                </a:moveTo>
                <a:lnTo>
                  <a:pt x="2001454" y="2391048"/>
                </a:lnTo>
                <a:lnTo>
                  <a:pt x="2003393" y="2391094"/>
                </a:lnTo>
                <a:moveTo>
                  <a:pt x="2003984" y="2381899"/>
                </a:moveTo>
                <a:lnTo>
                  <a:pt x="2001249" y="2381724"/>
                </a:lnTo>
                <a:lnTo>
                  <a:pt x="1985365" y="2380558"/>
                </a:lnTo>
                <a:moveTo>
                  <a:pt x="2179225" y="2389007"/>
                </a:moveTo>
                <a:lnTo>
                  <a:pt x="2064424" y="2384322"/>
                </a:lnTo>
                <a:lnTo>
                  <a:pt x="2030296" y="2382440"/>
                </a:lnTo>
                <a:moveTo>
                  <a:pt x="2012028" y="2323009"/>
                </a:moveTo>
                <a:lnTo>
                  <a:pt x="2010931" y="2347984"/>
                </a:lnTo>
                <a:lnTo>
                  <a:pt x="2009804" y="2376879"/>
                </a:lnTo>
                <a:lnTo>
                  <a:pt x="2009743" y="2377820"/>
                </a:lnTo>
                <a:moveTo>
                  <a:pt x="611053" y="1114413"/>
                </a:moveTo>
                <a:lnTo>
                  <a:pt x="635690" y="1106262"/>
                </a:lnTo>
                <a:lnTo>
                  <a:pt x="640489" y="1104928"/>
                </a:lnTo>
                <a:moveTo>
                  <a:pt x="646762" y="1104327"/>
                </a:moveTo>
                <a:lnTo>
                  <a:pt x="658760" y="1100925"/>
                </a:lnTo>
                <a:lnTo>
                  <a:pt x="662611" y="1099786"/>
                </a:lnTo>
                <a:lnTo>
                  <a:pt x="686048" y="1093650"/>
                </a:lnTo>
                <a:lnTo>
                  <a:pt x="687842" y="1093399"/>
                </a:lnTo>
                <a:lnTo>
                  <a:pt x="709720" y="1090348"/>
                </a:lnTo>
                <a:lnTo>
                  <a:pt x="719962" y="1089476"/>
                </a:lnTo>
                <a:lnTo>
                  <a:pt x="746240" y="1087228"/>
                </a:lnTo>
                <a:lnTo>
                  <a:pt x="764260" y="1086489"/>
                </a:lnTo>
                <a:moveTo>
                  <a:pt x="775413" y="1086227"/>
                </a:moveTo>
                <a:lnTo>
                  <a:pt x="927317" y="1085328"/>
                </a:lnTo>
                <a:moveTo>
                  <a:pt x="1129930" y="1027165"/>
                </a:moveTo>
                <a:lnTo>
                  <a:pt x="1129428" y="1068302"/>
                </a:lnTo>
                <a:moveTo>
                  <a:pt x="1013255" y="1079218"/>
                </a:moveTo>
                <a:lnTo>
                  <a:pt x="933427" y="1081564"/>
                </a:lnTo>
                <a:moveTo>
                  <a:pt x="1091277" y="1077154"/>
                </a:moveTo>
                <a:lnTo>
                  <a:pt x="1026365" y="1077611"/>
                </a:lnTo>
                <a:lnTo>
                  <a:pt x="1019311" y="1077816"/>
                </a:lnTo>
                <a:moveTo>
                  <a:pt x="1129062" y="1095916"/>
                </a:moveTo>
                <a:lnTo>
                  <a:pt x="1129169" y="1105705"/>
                </a:lnTo>
                <a:moveTo>
                  <a:pt x="1078395" y="1089578"/>
                </a:moveTo>
                <a:lnTo>
                  <a:pt x="1122838" y="1089281"/>
                </a:lnTo>
                <a:moveTo>
                  <a:pt x="1294439" y="1080445"/>
                </a:moveTo>
                <a:lnTo>
                  <a:pt x="1227211" y="1077580"/>
                </a:lnTo>
                <a:lnTo>
                  <a:pt x="1202453" y="1077877"/>
                </a:lnTo>
                <a:lnTo>
                  <a:pt x="1156349" y="1078312"/>
                </a:lnTo>
                <a:moveTo>
                  <a:pt x="1156121" y="1078312"/>
                </a:moveTo>
                <a:lnTo>
                  <a:pt x="1153272" y="1078342"/>
                </a:lnTo>
                <a:lnTo>
                  <a:pt x="1149722" y="1078418"/>
                </a:lnTo>
                <a:lnTo>
                  <a:pt x="1145958" y="1078235"/>
                </a:lnTo>
                <a:moveTo>
                  <a:pt x="1139620" y="1068286"/>
                </a:moveTo>
                <a:lnTo>
                  <a:pt x="1139780" y="1040504"/>
                </a:lnTo>
                <a:lnTo>
                  <a:pt x="1139811" y="1020164"/>
                </a:lnTo>
                <a:lnTo>
                  <a:pt x="1138836" y="991171"/>
                </a:lnTo>
                <a:lnTo>
                  <a:pt x="1135834" y="964538"/>
                </a:lnTo>
                <a:lnTo>
                  <a:pt x="1132886" y="947520"/>
                </a:lnTo>
                <a:lnTo>
                  <a:pt x="1130441" y="934052"/>
                </a:lnTo>
                <a:lnTo>
                  <a:pt x="1124590" y="910718"/>
                </a:lnTo>
                <a:lnTo>
                  <a:pt x="1114420" y="884634"/>
                </a:lnTo>
                <a:lnTo>
                  <a:pt x="1103153" y="859358"/>
                </a:lnTo>
                <a:lnTo>
                  <a:pt x="1089601" y="835133"/>
                </a:lnTo>
                <a:lnTo>
                  <a:pt x="1073200" y="810695"/>
                </a:lnTo>
                <a:lnTo>
                  <a:pt x="1059393" y="791239"/>
                </a:lnTo>
                <a:moveTo>
                  <a:pt x="1146271" y="1088664"/>
                </a:moveTo>
                <a:lnTo>
                  <a:pt x="1149501" y="1088573"/>
                </a:lnTo>
                <a:moveTo>
                  <a:pt x="1139674" y="1117064"/>
                </a:moveTo>
                <a:lnTo>
                  <a:pt x="1139773" y="1105904"/>
                </a:lnTo>
                <a:lnTo>
                  <a:pt x="1139674" y="1095802"/>
                </a:lnTo>
                <a:moveTo>
                  <a:pt x="982469" y="126411"/>
                </a:moveTo>
                <a:lnTo>
                  <a:pt x="982402" y="128285"/>
                </a:lnTo>
                <a:lnTo>
                  <a:pt x="980521" y="183964"/>
                </a:lnTo>
                <a:lnTo>
                  <a:pt x="979685" y="204841"/>
                </a:lnTo>
                <a:moveTo>
                  <a:pt x="984975" y="74231"/>
                </a:moveTo>
                <a:lnTo>
                  <a:pt x="982936" y="115354"/>
                </a:lnTo>
                <a:moveTo>
                  <a:pt x="999946" y="115632"/>
                </a:moveTo>
                <a:lnTo>
                  <a:pt x="1000510" y="81633"/>
                </a:lnTo>
                <a:lnTo>
                  <a:pt x="998453" y="36429"/>
                </a:lnTo>
                <a:lnTo>
                  <a:pt x="998743" y="0"/>
                </a:lnTo>
                <a:moveTo>
                  <a:pt x="999741" y="126255"/>
                </a:moveTo>
                <a:lnTo>
                  <a:pt x="999748" y="126103"/>
                </a:lnTo>
                <a:moveTo>
                  <a:pt x="1036642" y="121909"/>
                </a:moveTo>
                <a:lnTo>
                  <a:pt x="1015487" y="120926"/>
                </a:lnTo>
                <a:lnTo>
                  <a:pt x="1012051" y="120789"/>
                </a:lnTo>
                <a:lnTo>
                  <a:pt x="1006604" y="120850"/>
                </a:lnTo>
                <a:moveTo>
                  <a:pt x="979317" y="215499"/>
                </a:moveTo>
                <a:lnTo>
                  <a:pt x="978860" y="232932"/>
                </a:lnTo>
                <a:moveTo>
                  <a:pt x="939407" y="208075"/>
                </a:moveTo>
                <a:lnTo>
                  <a:pt x="941091" y="208326"/>
                </a:lnTo>
                <a:lnTo>
                  <a:pt x="956456" y="209918"/>
                </a:lnTo>
                <a:lnTo>
                  <a:pt x="971562" y="210833"/>
                </a:lnTo>
                <a:moveTo>
                  <a:pt x="1006879" y="210307"/>
                </a:moveTo>
                <a:lnTo>
                  <a:pt x="1010208" y="209987"/>
                </a:lnTo>
                <a:lnTo>
                  <a:pt x="1013864" y="209637"/>
                </a:lnTo>
                <a:lnTo>
                  <a:pt x="1020187" y="208959"/>
                </a:lnTo>
                <a:lnTo>
                  <a:pt x="1037602" y="206947"/>
                </a:lnTo>
                <a:lnTo>
                  <a:pt x="1058932" y="203596"/>
                </a:lnTo>
                <a:lnTo>
                  <a:pt x="1076666" y="200061"/>
                </a:lnTo>
                <a:lnTo>
                  <a:pt x="1086447" y="197783"/>
                </a:lnTo>
                <a:lnTo>
                  <a:pt x="1116835" y="190539"/>
                </a:lnTo>
                <a:lnTo>
                  <a:pt x="1160356" y="179500"/>
                </a:lnTo>
                <a:lnTo>
                  <a:pt x="1213643" y="166352"/>
                </a:lnTo>
                <a:lnTo>
                  <a:pt x="1282197" y="152586"/>
                </a:lnTo>
                <a:lnTo>
                  <a:pt x="1313354" y="146385"/>
                </a:lnTo>
                <a:lnTo>
                  <a:pt x="1319090" y="144801"/>
                </a:lnTo>
                <a:lnTo>
                  <a:pt x="1361339" y="136627"/>
                </a:lnTo>
                <a:moveTo>
                  <a:pt x="994276" y="262409"/>
                </a:moveTo>
                <a:lnTo>
                  <a:pt x="996442" y="215949"/>
                </a:lnTo>
                <a:moveTo>
                  <a:pt x="643993" y="2374571"/>
                </a:moveTo>
                <a:lnTo>
                  <a:pt x="645052" y="2352151"/>
                </a:lnTo>
                <a:lnTo>
                  <a:pt x="645052" y="2350018"/>
                </a:lnTo>
                <a:lnTo>
                  <a:pt x="645486" y="2341045"/>
                </a:lnTo>
                <a:lnTo>
                  <a:pt x="645494" y="2326182"/>
                </a:lnTo>
                <a:lnTo>
                  <a:pt x="645166" y="2315090"/>
                </a:lnTo>
                <a:lnTo>
                  <a:pt x="643117" y="2288885"/>
                </a:lnTo>
                <a:lnTo>
                  <a:pt x="643018" y="2287864"/>
                </a:lnTo>
                <a:moveTo>
                  <a:pt x="538150" y="2017810"/>
                </a:moveTo>
                <a:lnTo>
                  <a:pt x="531827" y="1974129"/>
                </a:lnTo>
                <a:lnTo>
                  <a:pt x="531096" y="1942484"/>
                </a:lnTo>
                <a:lnTo>
                  <a:pt x="531744" y="1931385"/>
                </a:lnTo>
                <a:moveTo>
                  <a:pt x="641319" y="2277161"/>
                </a:moveTo>
                <a:lnTo>
                  <a:pt x="631431" y="2233678"/>
                </a:lnTo>
                <a:lnTo>
                  <a:pt x="618869" y="2204174"/>
                </a:lnTo>
                <a:lnTo>
                  <a:pt x="602453" y="2171760"/>
                </a:lnTo>
                <a:lnTo>
                  <a:pt x="592108" y="2151466"/>
                </a:lnTo>
                <a:lnTo>
                  <a:pt x="567563" y="2103488"/>
                </a:lnTo>
                <a:moveTo>
                  <a:pt x="563023" y="2093060"/>
                </a:moveTo>
                <a:lnTo>
                  <a:pt x="551192" y="2060120"/>
                </a:lnTo>
                <a:lnTo>
                  <a:pt x="540725" y="2028673"/>
                </a:lnTo>
                <a:moveTo>
                  <a:pt x="1263959" y="1845989"/>
                </a:moveTo>
                <a:lnTo>
                  <a:pt x="1263998" y="1846141"/>
                </a:lnTo>
                <a:moveTo>
                  <a:pt x="1267646" y="1836146"/>
                </a:moveTo>
                <a:lnTo>
                  <a:pt x="1267494" y="1836146"/>
                </a:lnTo>
                <a:moveTo>
                  <a:pt x="1273177" y="1842675"/>
                </a:moveTo>
                <a:lnTo>
                  <a:pt x="1273147" y="1842523"/>
                </a:lnTo>
                <a:moveTo>
                  <a:pt x="1267799" y="1841532"/>
                </a:moveTo>
                <a:lnTo>
                  <a:pt x="1267913" y="1841433"/>
                </a:lnTo>
                <a:moveTo>
                  <a:pt x="1269498" y="1847924"/>
                </a:moveTo>
                <a:lnTo>
                  <a:pt x="1269383" y="1848030"/>
                </a:lnTo>
                <a:moveTo>
                  <a:pt x="1266329" y="1856132"/>
                </a:moveTo>
                <a:lnTo>
                  <a:pt x="1266462" y="1856703"/>
                </a:lnTo>
                <a:moveTo>
                  <a:pt x="1266511" y="1856920"/>
                </a:moveTo>
                <a:lnTo>
                  <a:pt x="1269460" y="1870054"/>
                </a:lnTo>
                <a:moveTo>
                  <a:pt x="1262436" y="1839590"/>
                </a:moveTo>
                <a:lnTo>
                  <a:pt x="1262474" y="1839734"/>
                </a:lnTo>
                <a:moveTo>
                  <a:pt x="1269482" y="1851748"/>
                </a:moveTo>
                <a:lnTo>
                  <a:pt x="1269635" y="1851748"/>
                </a:lnTo>
                <a:moveTo>
                  <a:pt x="1220705" y="1853759"/>
                </a:moveTo>
                <a:lnTo>
                  <a:pt x="1260143" y="1852319"/>
                </a:lnTo>
                <a:moveTo>
                  <a:pt x="1259419" y="1852380"/>
                </a:moveTo>
                <a:lnTo>
                  <a:pt x="1259572" y="1852372"/>
                </a:lnTo>
                <a:moveTo>
                  <a:pt x="1255580" y="1836558"/>
                </a:moveTo>
                <a:lnTo>
                  <a:pt x="1255427" y="1836573"/>
                </a:lnTo>
                <a:moveTo>
                  <a:pt x="1256242" y="1836504"/>
                </a:moveTo>
                <a:lnTo>
                  <a:pt x="1231484" y="1837396"/>
                </a:lnTo>
                <a:moveTo>
                  <a:pt x="1247749" y="1785084"/>
                </a:moveTo>
                <a:lnTo>
                  <a:pt x="1259175" y="1827241"/>
                </a:lnTo>
                <a:moveTo>
                  <a:pt x="1259236" y="1827454"/>
                </a:moveTo>
                <a:lnTo>
                  <a:pt x="1259983" y="1830242"/>
                </a:lnTo>
                <a:lnTo>
                  <a:pt x="1260265" y="1831294"/>
                </a:lnTo>
                <a:moveTo>
                  <a:pt x="1129230" y="1111708"/>
                </a:moveTo>
                <a:lnTo>
                  <a:pt x="1129519" y="1148358"/>
                </a:lnTo>
                <a:lnTo>
                  <a:pt x="1130502" y="1167395"/>
                </a:lnTo>
                <a:lnTo>
                  <a:pt x="1131583" y="1193502"/>
                </a:lnTo>
                <a:lnTo>
                  <a:pt x="1133465" y="1221200"/>
                </a:lnTo>
                <a:lnTo>
                  <a:pt x="1136444" y="1254460"/>
                </a:lnTo>
                <a:lnTo>
                  <a:pt x="1139331" y="1286779"/>
                </a:lnTo>
                <a:moveTo>
                  <a:pt x="1282014" y="1851390"/>
                </a:moveTo>
                <a:lnTo>
                  <a:pt x="1285952" y="1851283"/>
                </a:lnTo>
                <a:lnTo>
                  <a:pt x="1289472" y="1851192"/>
                </a:lnTo>
                <a:lnTo>
                  <a:pt x="1292161" y="1851108"/>
                </a:lnTo>
                <a:moveTo>
                  <a:pt x="1292389" y="1851108"/>
                </a:moveTo>
                <a:lnTo>
                  <a:pt x="1294667" y="1851047"/>
                </a:lnTo>
                <a:moveTo>
                  <a:pt x="572979" y="1875028"/>
                </a:moveTo>
                <a:lnTo>
                  <a:pt x="654772" y="1878867"/>
                </a:lnTo>
                <a:lnTo>
                  <a:pt x="703138" y="1878730"/>
                </a:lnTo>
                <a:lnTo>
                  <a:pt x="758193" y="1876811"/>
                </a:lnTo>
                <a:lnTo>
                  <a:pt x="940466" y="1868279"/>
                </a:lnTo>
                <a:moveTo>
                  <a:pt x="1274396" y="1848838"/>
                </a:moveTo>
                <a:lnTo>
                  <a:pt x="1274373" y="1848693"/>
                </a:lnTo>
                <a:moveTo>
                  <a:pt x="1285069" y="1892244"/>
                </a:moveTo>
                <a:lnTo>
                  <a:pt x="1276361" y="1856791"/>
                </a:lnTo>
                <a:lnTo>
                  <a:pt x="1276179" y="1856143"/>
                </a:lnTo>
                <a:moveTo>
                  <a:pt x="1276239" y="1856349"/>
                </a:moveTo>
                <a:lnTo>
                  <a:pt x="1276194" y="1856197"/>
                </a:lnTo>
                <a:moveTo>
                  <a:pt x="1166268" y="1386889"/>
                </a:moveTo>
                <a:lnTo>
                  <a:pt x="1161834" y="1368164"/>
                </a:lnTo>
                <a:lnTo>
                  <a:pt x="1155976" y="1336642"/>
                </a:lnTo>
                <a:lnTo>
                  <a:pt x="1151466" y="1307427"/>
                </a:lnTo>
                <a:lnTo>
                  <a:pt x="1146743" y="1272111"/>
                </a:lnTo>
                <a:lnTo>
                  <a:pt x="1144877" y="1253858"/>
                </a:lnTo>
                <a:lnTo>
                  <a:pt x="1143566" y="1241045"/>
                </a:lnTo>
                <a:lnTo>
                  <a:pt x="1142226" y="1219829"/>
                </a:lnTo>
                <a:moveTo>
                  <a:pt x="1270747" y="1831983"/>
                </a:moveTo>
                <a:lnTo>
                  <a:pt x="1270130" y="1829252"/>
                </a:lnTo>
                <a:lnTo>
                  <a:pt x="1269124" y="1824891"/>
                </a:lnTo>
                <a:moveTo>
                  <a:pt x="1269079" y="1824670"/>
                </a:moveTo>
                <a:lnTo>
                  <a:pt x="1264714" y="1805667"/>
                </a:lnTo>
                <a:lnTo>
                  <a:pt x="1248846" y="1738165"/>
                </a:lnTo>
                <a:lnTo>
                  <a:pt x="1188927" y="1485967"/>
                </a:lnTo>
                <a:moveTo>
                  <a:pt x="939704" y="1853149"/>
                </a:moveTo>
                <a:lnTo>
                  <a:pt x="756220" y="1862375"/>
                </a:lnTo>
                <a:lnTo>
                  <a:pt x="710261" y="1863236"/>
                </a:lnTo>
                <a:lnTo>
                  <a:pt x="703969" y="1863152"/>
                </a:lnTo>
                <a:moveTo>
                  <a:pt x="697890" y="1861849"/>
                </a:moveTo>
                <a:lnTo>
                  <a:pt x="628872" y="1860897"/>
                </a:lnTo>
                <a:lnTo>
                  <a:pt x="625577" y="1860767"/>
                </a:lnTo>
                <a:moveTo>
                  <a:pt x="623570" y="1859548"/>
                </a:moveTo>
                <a:lnTo>
                  <a:pt x="586783" y="1860402"/>
                </a:lnTo>
                <a:moveTo>
                  <a:pt x="2235613" y="481267"/>
                </a:moveTo>
                <a:lnTo>
                  <a:pt x="2236375" y="481313"/>
                </a:lnTo>
                <a:lnTo>
                  <a:pt x="2251412" y="482060"/>
                </a:lnTo>
                <a:lnTo>
                  <a:pt x="2260211" y="482494"/>
                </a:lnTo>
                <a:lnTo>
                  <a:pt x="2268271" y="482494"/>
                </a:lnTo>
                <a:lnTo>
                  <a:pt x="2296091" y="482486"/>
                </a:lnTo>
                <a:lnTo>
                  <a:pt x="2298461" y="482479"/>
                </a:lnTo>
                <a:lnTo>
                  <a:pt x="2345730" y="483164"/>
                </a:lnTo>
                <a:moveTo>
                  <a:pt x="2224613" y="574910"/>
                </a:moveTo>
                <a:lnTo>
                  <a:pt x="2225009" y="560570"/>
                </a:lnTo>
                <a:lnTo>
                  <a:pt x="2225458" y="547764"/>
                </a:lnTo>
                <a:lnTo>
                  <a:pt x="2226616" y="509736"/>
                </a:lnTo>
                <a:lnTo>
                  <a:pt x="2227393" y="486768"/>
                </a:lnTo>
                <a:lnTo>
                  <a:pt x="2227481" y="485065"/>
                </a:lnTo>
                <a:moveTo>
                  <a:pt x="2228692" y="447532"/>
                </a:moveTo>
                <a:lnTo>
                  <a:pt x="2229458" y="425154"/>
                </a:lnTo>
                <a:lnTo>
                  <a:pt x="2231225" y="372004"/>
                </a:lnTo>
                <a:lnTo>
                  <a:pt x="2231484" y="360166"/>
                </a:lnTo>
                <a:lnTo>
                  <a:pt x="2232612" y="326975"/>
                </a:lnTo>
                <a:lnTo>
                  <a:pt x="2235621" y="236532"/>
                </a:lnTo>
                <a:moveTo>
                  <a:pt x="2235902" y="227580"/>
                </a:moveTo>
                <a:lnTo>
                  <a:pt x="2236215" y="217182"/>
                </a:lnTo>
                <a:moveTo>
                  <a:pt x="2228026" y="469445"/>
                </a:moveTo>
                <a:lnTo>
                  <a:pt x="2228033" y="469239"/>
                </a:lnTo>
                <a:lnTo>
                  <a:pt x="2228246" y="462154"/>
                </a:lnTo>
                <a:moveTo>
                  <a:pt x="2240469" y="475341"/>
                </a:moveTo>
                <a:lnTo>
                  <a:pt x="2235960" y="475219"/>
                </a:lnTo>
                <a:moveTo>
                  <a:pt x="2225184" y="76392"/>
                </a:moveTo>
                <a:lnTo>
                  <a:pt x="2224712" y="104331"/>
                </a:lnTo>
                <a:moveTo>
                  <a:pt x="2239719" y="109439"/>
                </a:moveTo>
                <a:lnTo>
                  <a:pt x="2240991" y="75592"/>
                </a:lnTo>
                <a:moveTo>
                  <a:pt x="2065841" y="1898240"/>
                </a:moveTo>
                <a:lnTo>
                  <a:pt x="2065696" y="1898217"/>
                </a:lnTo>
                <a:moveTo>
                  <a:pt x="2059655" y="1897135"/>
                </a:moveTo>
                <a:lnTo>
                  <a:pt x="2059503" y="1897112"/>
                </a:lnTo>
                <a:moveTo>
                  <a:pt x="2061392" y="1906795"/>
                </a:moveTo>
                <a:lnTo>
                  <a:pt x="2061544" y="1906817"/>
                </a:lnTo>
                <a:moveTo>
                  <a:pt x="2053050" y="1901089"/>
                </a:moveTo>
                <a:lnTo>
                  <a:pt x="2053005" y="1901237"/>
                </a:lnTo>
                <a:moveTo>
                  <a:pt x="2027892" y="2026022"/>
                </a:moveTo>
                <a:lnTo>
                  <a:pt x="2023333" y="2077039"/>
                </a:lnTo>
                <a:lnTo>
                  <a:pt x="2019692" y="2152506"/>
                </a:lnTo>
                <a:moveTo>
                  <a:pt x="2039460" y="1948640"/>
                </a:moveTo>
                <a:lnTo>
                  <a:pt x="2037091" y="1959030"/>
                </a:lnTo>
                <a:lnTo>
                  <a:pt x="2027546" y="2016187"/>
                </a:lnTo>
                <a:lnTo>
                  <a:pt x="2027218" y="2019844"/>
                </a:lnTo>
                <a:moveTo>
                  <a:pt x="2019189" y="2163441"/>
                </a:moveTo>
                <a:lnTo>
                  <a:pt x="2017536" y="2201325"/>
                </a:lnTo>
                <a:moveTo>
                  <a:pt x="2016050" y="2207366"/>
                </a:moveTo>
                <a:lnTo>
                  <a:pt x="2014009" y="2254094"/>
                </a:lnTo>
                <a:lnTo>
                  <a:pt x="2012782" y="2280421"/>
                </a:lnTo>
                <a:moveTo>
                  <a:pt x="2010543" y="2295939"/>
                </a:moveTo>
                <a:lnTo>
                  <a:pt x="2010847" y="2320667"/>
                </a:lnTo>
                <a:moveTo>
                  <a:pt x="2050255" y="1911921"/>
                </a:moveTo>
                <a:lnTo>
                  <a:pt x="2041189" y="1946724"/>
                </a:lnTo>
                <a:moveTo>
                  <a:pt x="2012645" y="1899390"/>
                </a:moveTo>
                <a:lnTo>
                  <a:pt x="2046149" y="1904349"/>
                </a:lnTo>
                <a:moveTo>
                  <a:pt x="2187582" y="1928269"/>
                </a:moveTo>
                <a:lnTo>
                  <a:pt x="2190386" y="1928757"/>
                </a:lnTo>
                <a:lnTo>
                  <a:pt x="2276620" y="1942614"/>
                </a:lnTo>
                <a:lnTo>
                  <a:pt x="2298118" y="1946171"/>
                </a:lnTo>
                <a:moveTo>
                  <a:pt x="2110569" y="1916069"/>
                </a:moveTo>
                <a:lnTo>
                  <a:pt x="2181370" y="1928422"/>
                </a:lnTo>
                <a:moveTo>
                  <a:pt x="2071935" y="1908699"/>
                </a:moveTo>
                <a:lnTo>
                  <a:pt x="2072674" y="1908851"/>
                </a:lnTo>
                <a:lnTo>
                  <a:pt x="2108257" y="1914451"/>
                </a:lnTo>
                <a:moveTo>
                  <a:pt x="2067894" y="1903473"/>
                </a:moveTo>
                <a:lnTo>
                  <a:pt x="2067940" y="1903328"/>
                </a:lnTo>
                <a:moveTo>
                  <a:pt x="2054879" y="1953279"/>
                </a:moveTo>
                <a:lnTo>
                  <a:pt x="2065254" y="1912698"/>
                </a:lnTo>
                <a:lnTo>
                  <a:pt x="2065479" y="1911822"/>
                </a:lnTo>
                <a:moveTo>
                  <a:pt x="2071120" y="1892119"/>
                </a:moveTo>
                <a:lnTo>
                  <a:pt x="2075135" y="1879629"/>
                </a:lnTo>
                <a:lnTo>
                  <a:pt x="2081473" y="1861845"/>
                </a:lnTo>
                <a:moveTo>
                  <a:pt x="2024967" y="2378048"/>
                </a:moveTo>
                <a:lnTo>
                  <a:pt x="2024978" y="2377328"/>
                </a:lnTo>
                <a:lnTo>
                  <a:pt x="2034516" y="2164104"/>
                </a:lnTo>
                <a:moveTo>
                  <a:pt x="2035053" y="2153340"/>
                </a:moveTo>
                <a:lnTo>
                  <a:pt x="2039193" y="2077302"/>
                </a:lnTo>
                <a:moveTo>
                  <a:pt x="2041959" y="2071349"/>
                </a:moveTo>
                <a:lnTo>
                  <a:pt x="2043808" y="2037350"/>
                </a:lnTo>
                <a:lnTo>
                  <a:pt x="2048815" y="1999731"/>
                </a:lnTo>
                <a:moveTo>
                  <a:pt x="2050194" y="1997889"/>
                </a:moveTo>
                <a:lnTo>
                  <a:pt x="2051184" y="1976483"/>
                </a:lnTo>
                <a:lnTo>
                  <a:pt x="2055480" y="1956059"/>
                </a:lnTo>
                <a:moveTo>
                  <a:pt x="2304559" y="1438222"/>
                </a:moveTo>
                <a:lnTo>
                  <a:pt x="2300121" y="1454269"/>
                </a:lnTo>
                <a:lnTo>
                  <a:pt x="2293566" y="1473840"/>
                </a:lnTo>
                <a:moveTo>
                  <a:pt x="2308619" y="1477005"/>
                </a:moveTo>
                <a:lnTo>
                  <a:pt x="2317978" y="1448141"/>
                </a:lnTo>
                <a:moveTo>
                  <a:pt x="2226883" y="1603111"/>
                </a:moveTo>
                <a:lnTo>
                  <a:pt x="2226388" y="1603854"/>
                </a:lnTo>
                <a:lnTo>
                  <a:pt x="2208996" y="1627424"/>
                </a:lnTo>
                <a:lnTo>
                  <a:pt x="2189456" y="1651413"/>
                </a:lnTo>
                <a:lnTo>
                  <a:pt x="2169109" y="1676529"/>
                </a:lnTo>
                <a:lnTo>
                  <a:pt x="2150887" y="1700152"/>
                </a:lnTo>
                <a:lnTo>
                  <a:pt x="2138485" y="1717700"/>
                </a:lnTo>
                <a:moveTo>
                  <a:pt x="2133975" y="1721977"/>
                </a:moveTo>
                <a:lnTo>
                  <a:pt x="2130616" y="1726723"/>
                </a:lnTo>
                <a:lnTo>
                  <a:pt x="2111198" y="1757758"/>
                </a:lnTo>
                <a:lnTo>
                  <a:pt x="2096640" y="1783766"/>
                </a:lnTo>
                <a:moveTo>
                  <a:pt x="2265848" y="1535453"/>
                </a:moveTo>
                <a:lnTo>
                  <a:pt x="2241311" y="1579226"/>
                </a:lnTo>
                <a:lnTo>
                  <a:pt x="2229244" y="1597364"/>
                </a:lnTo>
                <a:moveTo>
                  <a:pt x="2096922" y="1785903"/>
                </a:moveTo>
                <a:lnTo>
                  <a:pt x="2082059" y="1820693"/>
                </a:lnTo>
                <a:moveTo>
                  <a:pt x="2289521" y="1485156"/>
                </a:moveTo>
                <a:lnTo>
                  <a:pt x="2284230" y="1499146"/>
                </a:lnTo>
                <a:lnTo>
                  <a:pt x="2267890" y="1534128"/>
                </a:lnTo>
                <a:moveTo>
                  <a:pt x="2271859" y="1475523"/>
                </a:moveTo>
                <a:lnTo>
                  <a:pt x="2285876" y="1479012"/>
                </a:lnTo>
                <a:moveTo>
                  <a:pt x="2312348" y="1484794"/>
                </a:moveTo>
                <a:lnTo>
                  <a:pt x="2325664" y="1487186"/>
                </a:lnTo>
                <a:moveTo>
                  <a:pt x="2353667" y="1492488"/>
                </a:moveTo>
                <a:lnTo>
                  <a:pt x="2422533" y="1505850"/>
                </a:lnTo>
                <a:moveTo>
                  <a:pt x="2433297" y="1507945"/>
                </a:moveTo>
                <a:lnTo>
                  <a:pt x="2475660" y="1516218"/>
                </a:lnTo>
                <a:lnTo>
                  <a:pt x="2500022" y="1520515"/>
                </a:lnTo>
                <a:lnTo>
                  <a:pt x="2533328" y="1523265"/>
                </a:lnTo>
                <a:lnTo>
                  <a:pt x="2560668" y="1524034"/>
                </a:lnTo>
                <a:lnTo>
                  <a:pt x="2567151" y="1524636"/>
                </a:lnTo>
                <a:lnTo>
                  <a:pt x="2572590" y="1525687"/>
                </a:lnTo>
                <a:lnTo>
                  <a:pt x="2579004" y="1527310"/>
                </a:lnTo>
                <a:lnTo>
                  <a:pt x="2583766" y="1529732"/>
                </a:lnTo>
                <a:lnTo>
                  <a:pt x="2588618" y="1533244"/>
                </a:lnTo>
                <a:lnTo>
                  <a:pt x="2592739" y="1537106"/>
                </a:lnTo>
                <a:lnTo>
                  <a:pt x="2595878" y="1541174"/>
                </a:lnTo>
                <a:lnTo>
                  <a:pt x="2598201" y="1545707"/>
                </a:lnTo>
                <a:lnTo>
                  <a:pt x="2599535" y="1550559"/>
                </a:lnTo>
                <a:lnTo>
                  <a:pt x="2600510" y="1555778"/>
                </a:lnTo>
                <a:lnTo>
                  <a:pt x="2609522" y="1609118"/>
                </a:lnTo>
                <a:lnTo>
                  <a:pt x="2616355" y="1643985"/>
                </a:lnTo>
                <a:lnTo>
                  <a:pt x="2620088" y="1660539"/>
                </a:lnTo>
                <a:lnTo>
                  <a:pt x="2622289" y="1668682"/>
                </a:lnTo>
                <a:lnTo>
                  <a:pt x="2625527" y="1680163"/>
                </a:lnTo>
                <a:lnTo>
                  <a:pt x="2628917" y="1691666"/>
                </a:lnTo>
                <a:lnTo>
                  <a:pt x="2635171" y="1711358"/>
                </a:lnTo>
                <a:lnTo>
                  <a:pt x="2643246" y="1733754"/>
                </a:lnTo>
                <a:lnTo>
                  <a:pt x="2648114" y="1745539"/>
                </a:lnTo>
                <a:lnTo>
                  <a:pt x="2650193" y="1750422"/>
                </a:lnTo>
                <a:lnTo>
                  <a:pt x="2650559" y="1751298"/>
                </a:lnTo>
                <a:moveTo>
                  <a:pt x="2334790" y="1369555"/>
                </a:moveTo>
                <a:lnTo>
                  <a:pt x="2336001" y="1361461"/>
                </a:lnTo>
                <a:lnTo>
                  <a:pt x="2338927" y="1332635"/>
                </a:lnTo>
                <a:lnTo>
                  <a:pt x="2340085" y="1305782"/>
                </a:lnTo>
                <a:lnTo>
                  <a:pt x="2340496" y="1278182"/>
                </a:lnTo>
                <a:lnTo>
                  <a:pt x="2340001" y="1247787"/>
                </a:lnTo>
                <a:lnTo>
                  <a:pt x="2337997" y="1219372"/>
                </a:lnTo>
                <a:lnTo>
                  <a:pt x="2335232" y="1188702"/>
                </a:lnTo>
                <a:lnTo>
                  <a:pt x="2331941" y="1163990"/>
                </a:lnTo>
                <a:lnTo>
                  <a:pt x="2326845" y="1132132"/>
                </a:lnTo>
                <a:lnTo>
                  <a:pt x="2317193" y="1088641"/>
                </a:lnTo>
                <a:lnTo>
                  <a:pt x="2310786" y="1064356"/>
                </a:lnTo>
                <a:lnTo>
                  <a:pt x="2302704" y="1037099"/>
                </a:lnTo>
                <a:lnTo>
                  <a:pt x="2282193" y="974800"/>
                </a:lnTo>
                <a:moveTo>
                  <a:pt x="2319874" y="1445966"/>
                </a:moveTo>
                <a:lnTo>
                  <a:pt x="2327492" y="1416584"/>
                </a:lnTo>
                <a:lnTo>
                  <a:pt x="2333381" y="1387255"/>
                </a:lnTo>
                <a:lnTo>
                  <a:pt x="2335095" y="1375759"/>
                </a:lnTo>
                <a:moveTo>
                  <a:pt x="2290481" y="1520953"/>
                </a:moveTo>
                <a:lnTo>
                  <a:pt x="2304490" y="1488032"/>
                </a:lnTo>
                <a:moveTo>
                  <a:pt x="1785327" y="2374647"/>
                </a:moveTo>
                <a:lnTo>
                  <a:pt x="1785457" y="2376186"/>
                </a:lnTo>
                <a:lnTo>
                  <a:pt x="1785769" y="2380101"/>
                </a:lnTo>
                <a:moveTo>
                  <a:pt x="1337198" y="2446849"/>
                </a:moveTo>
                <a:lnTo>
                  <a:pt x="1337350" y="2446849"/>
                </a:lnTo>
                <a:moveTo>
                  <a:pt x="1334021" y="2494644"/>
                </a:moveTo>
                <a:lnTo>
                  <a:pt x="1333991" y="2489654"/>
                </a:lnTo>
                <a:lnTo>
                  <a:pt x="1335926" y="2453584"/>
                </a:lnTo>
                <a:moveTo>
                  <a:pt x="1335941" y="2453355"/>
                </a:moveTo>
                <a:lnTo>
                  <a:pt x="1336063" y="2450993"/>
                </a:lnTo>
                <a:moveTo>
                  <a:pt x="2241144" y="232445"/>
                </a:moveTo>
                <a:lnTo>
                  <a:pt x="2243886" y="232399"/>
                </a:lnTo>
                <a:lnTo>
                  <a:pt x="2253652" y="231698"/>
                </a:lnTo>
                <a:moveTo>
                  <a:pt x="1682181" y="1974624"/>
                </a:moveTo>
                <a:lnTo>
                  <a:pt x="1687628" y="1904258"/>
                </a:lnTo>
                <a:lnTo>
                  <a:pt x="1689852" y="1875698"/>
                </a:lnTo>
                <a:lnTo>
                  <a:pt x="1689891" y="1875302"/>
                </a:lnTo>
                <a:moveTo>
                  <a:pt x="1690988" y="1860661"/>
                </a:moveTo>
                <a:lnTo>
                  <a:pt x="1691018" y="1860127"/>
                </a:lnTo>
                <a:moveTo>
                  <a:pt x="2332292" y="1488367"/>
                </a:moveTo>
                <a:lnTo>
                  <a:pt x="2343551" y="1490546"/>
                </a:lnTo>
                <a:moveTo>
                  <a:pt x="2093570" y="1784558"/>
                </a:moveTo>
                <a:lnTo>
                  <a:pt x="2077755" y="1823973"/>
                </a:lnTo>
                <a:lnTo>
                  <a:pt x="2071036" y="1833891"/>
                </a:lnTo>
                <a:lnTo>
                  <a:pt x="2065940" y="1844793"/>
                </a:lnTo>
                <a:lnTo>
                  <a:pt x="2056189" y="1872484"/>
                </a:lnTo>
                <a:lnTo>
                  <a:pt x="2050582" y="1879157"/>
                </a:lnTo>
                <a:lnTo>
                  <a:pt x="2046773" y="1882943"/>
                </a:lnTo>
                <a:lnTo>
                  <a:pt x="2044640" y="1884390"/>
                </a:lnTo>
                <a:lnTo>
                  <a:pt x="2034531" y="1888108"/>
                </a:lnTo>
                <a:lnTo>
                  <a:pt x="2016469" y="1887582"/>
                </a:lnTo>
                <a:moveTo>
                  <a:pt x="2077367" y="1839917"/>
                </a:moveTo>
                <a:lnTo>
                  <a:pt x="2074396" y="1852068"/>
                </a:lnTo>
                <a:lnTo>
                  <a:pt x="2064523" y="1892389"/>
                </a:lnTo>
                <a:lnTo>
                  <a:pt x="2064249" y="1893684"/>
                </a:lnTo>
                <a:moveTo>
                  <a:pt x="2063388" y="1902072"/>
                </a:moveTo>
                <a:lnTo>
                  <a:pt x="2063434" y="1902209"/>
                </a:lnTo>
                <a:moveTo>
                  <a:pt x="2355328" y="440877"/>
                </a:moveTo>
                <a:lnTo>
                  <a:pt x="2354170" y="446743"/>
                </a:lnTo>
                <a:lnTo>
                  <a:pt x="2352007" y="473985"/>
                </a:lnTo>
                <a:moveTo>
                  <a:pt x="2345985" y="479222"/>
                </a:moveTo>
                <a:lnTo>
                  <a:pt x="2313529" y="477055"/>
                </a:lnTo>
                <a:lnTo>
                  <a:pt x="2296693" y="476666"/>
                </a:lnTo>
                <a:lnTo>
                  <a:pt x="2268233" y="476026"/>
                </a:lnTo>
                <a:lnTo>
                  <a:pt x="2254662" y="475725"/>
                </a:lnTo>
                <a:moveTo>
                  <a:pt x="3047032" y="1261849"/>
                </a:moveTo>
                <a:lnTo>
                  <a:pt x="3037205" y="1265536"/>
                </a:lnTo>
                <a:lnTo>
                  <a:pt x="3035643" y="1266214"/>
                </a:lnTo>
                <a:lnTo>
                  <a:pt x="3034280" y="1267045"/>
                </a:lnTo>
                <a:lnTo>
                  <a:pt x="3033206" y="1268340"/>
                </a:lnTo>
                <a:lnTo>
                  <a:pt x="3032619" y="1270214"/>
                </a:lnTo>
                <a:lnTo>
                  <a:pt x="3032528" y="1271973"/>
                </a:lnTo>
                <a:lnTo>
                  <a:pt x="3032908" y="1273916"/>
                </a:lnTo>
                <a:lnTo>
                  <a:pt x="3033739" y="1275653"/>
                </a:lnTo>
                <a:lnTo>
                  <a:pt x="3035156" y="1276895"/>
                </a:lnTo>
                <a:lnTo>
                  <a:pt x="3037030" y="1277656"/>
                </a:lnTo>
                <a:lnTo>
                  <a:pt x="3038896" y="1277847"/>
                </a:lnTo>
                <a:lnTo>
                  <a:pt x="3041220" y="1277573"/>
                </a:lnTo>
                <a:lnTo>
                  <a:pt x="3044739" y="1276415"/>
                </a:lnTo>
                <a:lnTo>
                  <a:pt x="3052494" y="1273566"/>
                </a:lnTo>
                <a:moveTo>
                  <a:pt x="3063197" y="1269429"/>
                </a:moveTo>
                <a:lnTo>
                  <a:pt x="3082859" y="1261484"/>
                </a:lnTo>
                <a:lnTo>
                  <a:pt x="3085007" y="1260181"/>
                </a:lnTo>
                <a:lnTo>
                  <a:pt x="3086477" y="1258627"/>
                </a:lnTo>
                <a:lnTo>
                  <a:pt x="3087399" y="1256418"/>
                </a:lnTo>
                <a:lnTo>
                  <a:pt x="3087262" y="1253980"/>
                </a:lnTo>
                <a:lnTo>
                  <a:pt x="3085898" y="1251169"/>
                </a:lnTo>
                <a:lnTo>
                  <a:pt x="3083986" y="1249546"/>
                </a:lnTo>
                <a:lnTo>
                  <a:pt x="3081587" y="1248442"/>
                </a:lnTo>
                <a:lnTo>
                  <a:pt x="3079332" y="1248571"/>
                </a:lnTo>
                <a:lnTo>
                  <a:pt x="3076688" y="1249554"/>
                </a:lnTo>
                <a:lnTo>
                  <a:pt x="3057712" y="1257598"/>
                </a:lnTo>
                <a:moveTo>
                  <a:pt x="3054139" y="1266092"/>
                </a:moveTo>
                <a:lnTo>
                  <a:pt x="3054200" y="1266230"/>
                </a:lnTo>
                <a:moveTo>
                  <a:pt x="3059137" y="1276148"/>
                </a:moveTo>
                <a:lnTo>
                  <a:pt x="3059502" y="1276788"/>
                </a:lnTo>
                <a:lnTo>
                  <a:pt x="3069848" y="1300495"/>
                </a:lnTo>
                <a:moveTo>
                  <a:pt x="3073740" y="1310931"/>
                </a:moveTo>
                <a:lnTo>
                  <a:pt x="3082996" y="1340016"/>
                </a:lnTo>
                <a:moveTo>
                  <a:pt x="3086554" y="1350537"/>
                </a:moveTo>
                <a:lnTo>
                  <a:pt x="3106360" y="1405980"/>
                </a:lnTo>
                <a:moveTo>
                  <a:pt x="3110207" y="1416614"/>
                </a:moveTo>
                <a:lnTo>
                  <a:pt x="3128170" y="1465529"/>
                </a:lnTo>
                <a:moveTo>
                  <a:pt x="3131301" y="1476323"/>
                </a:moveTo>
                <a:lnTo>
                  <a:pt x="3141791" y="1526289"/>
                </a:lnTo>
                <a:moveTo>
                  <a:pt x="3144038" y="1537518"/>
                </a:moveTo>
                <a:lnTo>
                  <a:pt x="3154932" y="1594187"/>
                </a:lnTo>
                <a:moveTo>
                  <a:pt x="2286569" y="969841"/>
                </a:moveTo>
                <a:lnTo>
                  <a:pt x="2308204" y="969467"/>
                </a:lnTo>
                <a:lnTo>
                  <a:pt x="2328475" y="971425"/>
                </a:lnTo>
                <a:lnTo>
                  <a:pt x="2346659" y="976872"/>
                </a:lnTo>
                <a:moveTo>
                  <a:pt x="2357103" y="980704"/>
                </a:moveTo>
                <a:lnTo>
                  <a:pt x="2401523" y="999840"/>
                </a:lnTo>
                <a:lnTo>
                  <a:pt x="2404905" y="1001622"/>
                </a:lnTo>
                <a:lnTo>
                  <a:pt x="2430349" y="1012836"/>
                </a:lnTo>
                <a:lnTo>
                  <a:pt x="2439704" y="1017468"/>
                </a:lnTo>
                <a:lnTo>
                  <a:pt x="2448114" y="1022061"/>
                </a:lnTo>
                <a:lnTo>
                  <a:pt x="2457598" y="1027729"/>
                </a:lnTo>
                <a:lnTo>
                  <a:pt x="2464995" y="1032635"/>
                </a:lnTo>
                <a:lnTo>
                  <a:pt x="2467585" y="1034425"/>
                </a:lnTo>
                <a:lnTo>
                  <a:pt x="2468781" y="1035697"/>
                </a:lnTo>
                <a:lnTo>
                  <a:pt x="2469566" y="1036825"/>
                </a:lnTo>
                <a:lnTo>
                  <a:pt x="2470160" y="1038089"/>
                </a:lnTo>
                <a:lnTo>
                  <a:pt x="2470305" y="1039613"/>
                </a:lnTo>
                <a:lnTo>
                  <a:pt x="2470152" y="1041091"/>
                </a:lnTo>
                <a:lnTo>
                  <a:pt x="2469886" y="1042279"/>
                </a:lnTo>
                <a:lnTo>
                  <a:pt x="2469413" y="1043384"/>
                </a:lnTo>
                <a:lnTo>
                  <a:pt x="2468377" y="1045326"/>
                </a:lnTo>
                <a:lnTo>
                  <a:pt x="2460196" y="1056806"/>
                </a:lnTo>
                <a:lnTo>
                  <a:pt x="2456692" y="1062192"/>
                </a:lnTo>
                <a:lnTo>
                  <a:pt x="2453561" y="1067829"/>
                </a:lnTo>
                <a:lnTo>
                  <a:pt x="2450712" y="1073192"/>
                </a:lnTo>
                <a:lnTo>
                  <a:pt x="2448091" y="1078837"/>
                </a:lnTo>
                <a:lnTo>
                  <a:pt x="2445592" y="1085107"/>
                </a:lnTo>
                <a:lnTo>
                  <a:pt x="2442934" y="1092146"/>
                </a:lnTo>
                <a:lnTo>
                  <a:pt x="2441258" y="1097905"/>
                </a:lnTo>
                <a:lnTo>
                  <a:pt x="2439902" y="1103268"/>
                </a:lnTo>
                <a:lnTo>
                  <a:pt x="2439529" y="1104997"/>
                </a:lnTo>
                <a:moveTo>
                  <a:pt x="2276033" y="957568"/>
                </a:moveTo>
                <a:lnTo>
                  <a:pt x="2266481" y="929709"/>
                </a:lnTo>
                <a:lnTo>
                  <a:pt x="2257233" y="902217"/>
                </a:lnTo>
                <a:lnTo>
                  <a:pt x="2248449" y="873825"/>
                </a:lnTo>
                <a:lnTo>
                  <a:pt x="2240923" y="845265"/>
                </a:lnTo>
                <a:lnTo>
                  <a:pt x="2234272" y="815159"/>
                </a:lnTo>
                <a:lnTo>
                  <a:pt x="2229663" y="786958"/>
                </a:lnTo>
                <a:lnTo>
                  <a:pt x="2225854" y="756913"/>
                </a:lnTo>
                <a:lnTo>
                  <a:pt x="2223127" y="727790"/>
                </a:lnTo>
                <a:lnTo>
                  <a:pt x="2221809" y="697082"/>
                </a:lnTo>
                <a:lnTo>
                  <a:pt x="2221573" y="666268"/>
                </a:lnTo>
                <a:lnTo>
                  <a:pt x="2222990" y="622556"/>
                </a:lnTo>
                <a:lnTo>
                  <a:pt x="2224422" y="580997"/>
                </a:lnTo>
                <a:moveTo>
                  <a:pt x="2748609" y="933915"/>
                </a:moveTo>
                <a:lnTo>
                  <a:pt x="2766907" y="925702"/>
                </a:lnTo>
                <a:lnTo>
                  <a:pt x="2801652" y="914276"/>
                </a:lnTo>
                <a:lnTo>
                  <a:pt x="2824133" y="912935"/>
                </a:lnTo>
                <a:lnTo>
                  <a:pt x="2828056" y="912775"/>
                </a:lnTo>
                <a:moveTo>
                  <a:pt x="1627740" y="2412634"/>
                </a:moveTo>
                <a:lnTo>
                  <a:pt x="1644000" y="2408234"/>
                </a:lnTo>
                <a:lnTo>
                  <a:pt x="1658909" y="2404494"/>
                </a:lnTo>
                <a:lnTo>
                  <a:pt x="1679317" y="2401020"/>
                </a:lnTo>
                <a:lnTo>
                  <a:pt x="1713803" y="2397112"/>
                </a:lnTo>
                <a:lnTo>
                  <a:pt x="1723200" y="2395962"/>
                </a:lnTo>
                <a:moveTo>
                  <a:pt x="1742610" y="2392960"/>
                </a:moveTo>
                <a:lnTo>
                  <a:pt x="1759640" y="2390690"/>
                </a:lnTo>
                <a:lnTo>
                  <a:pt x="1782124" y="2388359"/>
                </a:lnTo>
                <a:moveTo>
                  <a:pt x="1338957" y="2494926"/>
                </a:moveTo>
                <a:lnTo>
                  <a:pt x="1340298" y="2470183"/>
                </a:lnTo>
                <a:lnTo>
                  <a:pt x="1341030" y="2453629"/>
                </a:lnTo>
                <a:moveTo>
                  <a:pt x="1341037" y="2453416"/>
                </a:moveTo>
                <a:lnTo>
                  <a:pt x="1341052" y="2452547"/>
                </a:lnTo>
                <a:moveTo>
                  <a:pt x="1609968" y="2409845"/>
                </a:moveTo>
                <a:lnTo>
                  <a:pt x="1598765" y="2412554"/>
                </a:lnTo>
                <a:lnTo>
                  <a:pt x="1556380" y="2421550"/>
                </a:lnTo>
                <a:lnTo>
                  <a:pt x="1542679" y="2426334"/>
                </a:lnTo>
                <a:moveTo>
                  <a:pt x="2215212" y="387194"/>
                </a:moveTo>
                <a:lnTo>
                  <a:pt x="2212995" y="468767"/>
                </a:lnTo>
                <a:lnTo>
                  <a:pt x="2212984" y="469056"/>
                </a:lnTo>
                <a:moveTo>
                  <a:pt x="2220591" y="222572"/>
                </a:moveTo>
                <a:lnTo>
                  <a:pt x="2220065" y="238402"/>
                </a:lnTo>
                <a:lnTo>
                  <a:pt x="2217170" y="326221"/>
                </a:lnTo>
                <a:lnTo>
                  <a:pt x="2215959" y="369795"/>
                </a:lnTo>
                <a:lnTo>
                  <a:pt x="2215437" y="381119"/>
                </a:lnTo>
                <a:moveTo>
                  <a:pt x="990698" y="1136771"/>
                </a:moveTo>
                <a:lnTo>
                  <a:pt x="991849" y="1135408"/>
                </a:lnTo>
                <a:moveTo>
                  <a:pt x="2092808" y="2702026"/>
                </a:moveTo>
                <a:lnTo>
                  <a:pt x="2091163" y="2698514"/>
                </a:lnTo>
                <a:lnTo>
                  <a:pt x="2080353" y="2571996"/>
                </a:lnTo>
                <a:lnTo>
                  <a:pt x="2078464" y="2550247"/>
                </a:lnTo>
                <a:lnTo>
                  <a:pt x="2077984" y="2544533"/>
                </a:lnTo>
                <a:lnTo>
                  <a:pt x="2075340" y="2515098"/>
                </a:lnTo>
                <a:lnTo>
                  <a:pt x="2072308" y="2477892"/>
                </a:lnTo>
                <a:lnTo>
                  <a:pt x="2071135" y="2440694"/>
                </a:lnTo>
                <a:lnTo>
                  <a:pt x="2071531" y="2437555"/>
                </a:lnTo>
                <a:lnTo>
                  <a:pt x="2073992" y="2434851"/>
                </a:lnTo>
                <a:lnTo>
                  <a:pt x="2079210" y="2433967"/>
                </a:lnTo>
                <a:lnTo>
                  <a:pt x="2126068" y="2433998"/>
                </a:lnTo>
                <a:lnTo>
                  <a:pt x="2131636" y="2434935"/>
                </a:lnTo>
                <a:lnTo>
                  <a:pt x="2134706" y="2437502"/>
                </a:lnTo>
                <a:lnTo>
                  <a:pt x="2136093" y="2441844"/>
                </a:lnTo>
                <a:lnTo>
                  <a:pt x="2136702" y="2449401"/>
                </a:lnTo>
                <a:lnTo>
                  <a:pt x="2137388" y="2459350"/>
                </a:lnTo>
                <a:moveTo>
                  <a:pt x="1972179" y="1075120"/>
                </a:moveTo>
                <a:lnTo>
                  <a:pt x="1955374" y="1068980"/>
                </a:lnTo>
                <a:lnTo>
                  <a:pt x="1945890" y="1065651"/>
                </a:lnTo>
                <a:lnTo>
                  <a:pt x="1942606" y="1063937"/>
                </a:lnTo>
                <a:lnTo>
                  <a:pt x="1940740" y="1062146"/>
                </a:lnTo>
                <a:lnTo>
                  <a:pt x="1939734" y="1059876"/>
                </a:lnTo>
                <a:lnTo>
                  <a:pt x="1940077" y="1057759"/>
                </a:lnTo>
                <a:lnTo>
                  <a:pt x="1944381" y="1052091"/>
                </a:lnTo>
                <a:lnTo>
                  <a:pt x="1949630" y="1045661"/>
                </a:lnTo>
                <a:lnTo>
                  <a:pt x="1950994" y="1044541"/>
                </a:lnTo>
                <a:moveTo>
                  <a:pt x="1951413" y="1044313"/>
                </a:moveTo>
                <a:lnTo>
                  <a:pt x="1954018" y="1043513"/>
                </a:lnTo>
                <a:lnTo>
                  <a:pt x="1959975" y="1043140"/>
                </a:lnTo>
                <a:lnTo>
                  <a:pt x="1967494" y="1044191"/>
                </a:lnTo>
                <a:lnTo>
                  <a:pt x="1976072" y="1046309"/>
                </a:lnTo>
                <a:lnTo>
                  <a:pt x="1981861" y="1048221"/>
                </a:lnTo>
                <a:lnTo>
                  <a:pt x="1984230" y="1050011"/>
                </a:lnTo>
                <a:lnTo>
                  <a:pt x="1984428" y="1052175"/>
                </a:lnTo>
                <a:lnTo>
                  <a:pt x="1983415" y="1057042"/>
                </a:lnTo>
                <a:lnTo>
                  <a:pt x="1977641" y="1072598"/>
                </a:lnTo>
                <a:moveTo>
                  <a:pt x="1974076" y="1082882"/>
                </a:moveTo>
                <a:lnTo>
                  <a:pt x="1973466" y="1084779"/>
                </a:lnTo>
                <a:lnTo>
                  <a:pt x="1963769" y="1115053"/>
                </a:lnTo>
                <a:lnTo>
                  <a:pt x="1952106" y="1146438"/>
                </a:lnTo>
                <a:moveTo>
                  <a:pt x="2895070" y="1367631"/>
                </a:moveTo>
                <a:lnTo>
                  <a:pt x="2894979" y="1367509"/>
                </a:lnTo>
                <a:moveTo>
                  <a:pt x="2888702" y="1359274"/>
                </a:moveTo>
                <a:lnTo>
                  <a:pt x="2855396" y="1314931"/>
                </a:lnTo>
                <a:moveTo>
                  <a:pt x="2848556" y="1306102"/>
                </a:moveTo>
                <a:lnTo>
                  <a:pt x="2813749" y="1262527"/>
                </a:lnTo>
                <a:moveTo>
                  <a:pt x="2806787" y="1254102"/>
                </a:moveTo>
                <a:lnTo>
                  <a:pt x="2795977" y="1241456"/>
                </a:lnTo>
                <a:lnTo>
                  <a:pt x="2786980" y="1224506"/>
                </a:lnTo>
                <a:lnTo>
                  <a:pt x="2779164" y="1205629"/>
                </a:lnTo>
                <a:lnTo>
                  <a:pt x="2774068" y="1189129"/>
                </a:lnTo>
                <a:lnTo>
                  <a:pt x="2772270" y="1170755"/>
                </a:lnTo>
                <a:lnTo>
                  <a:pt x="2772156" y="1149158"/>
                </a:lnTo>
                <a:moveTo>
                  <a:pt x="2772910" y="1130547"/>
                </a:moveTo>
                <a:lnTo>
                  <a:pt x="2777351" y="1048785"/>
                </a:lnTo>
                <a:lnTo>
                  <a:pt x="2778722" y="1028353"/>
                </a:lnTo>
                <a:lnTo>
                  <a:pt x="2777961" y="1009789"/>
                </a:lnTo>
                <a:lnTo>
                  <a:pt x="2772270" y="986204"/>
                </a:lnTo>
                <a:lnTo>
                  <a:pt x="2763570" y="961788"/>
                </a:lnTo>
                <a:lnTo>
                  <a:pt x="2747146" y="939453"/>
                </a:lnTo>
                <a:moveTo>
                  <a:pt x="2740145" y="931020"/>
                </a:moveTo>
                <a:lnTo>
                  <a:pt x="2712310" y="902285"/>
                </a:lnTo>
                <a:lnTo>
                  <a:pt x="2690401" y="872210"/>
                </a:lnTo>
                <a:lnTo>
                  <a:pt x="2675508" y="845143"/>
                </a:lnTo>
                <a:moveTo>
                  <a:pt x="2671082" y="834585"/>
                </a:moveTo>
                <a:lnTo>
                  <a:pt x="2661468" y="807861"/>
                </a:lnTo>
                <a:lnTo>
                  <a:pt x="2655678" y="779150"/>
                </a:lnTo>
                <a:lnTo>
                  <a:pt x="2654124" y="756761"/>
                </a:lnTo>
                <a:lnTo>
                  <a:pt x="2653599" y="706544"/>
                </a:lnTo>
                <a:moveTo>
                  <a:pt x="2646925" y="693974"/>
                </a:moveTo>
                <a:lnTo>
                  <a:pt x="2644114" y="693806"/>
                </a:lnTo>
                <a:lnTo>
                  <a:pt x="2598278" y="694766"/>
                </a:lnTo>
                <a:lnTo>
                  <a:pt x="2591490" y="692953"/>
                </a:lnTo>
                <a:moveTo>
                  <a:pt x="2017475" y="881504"/>
                </a:moveTo>
                <a:lnTo>
                  <a:pt x="1968781" y="866740"/>
                </a:lnTo>
                <a:lnTo>
                  <a:pt x="1963586" y="867624"/>
                </a:lnTo>
                <a:lnTo>
                  <a:pt x="1961491" y="870983"/>
                </a:lnTo>
                <a:moveTo>
                  <a:pt x="1960965" y="872476"/>
                </a:moveTo>
                <a:lnTo>
                  <a:pt x="1960546" y="875889"/>
                </a:lnTo>
                <a:lnTo>
                  <a:pt x="1963495" y="879348"/>
                </a:lnTo>
                <a:lnTo>
                  <a:pt x="2004646" y="891475"/>
                </a:lnTo>
                <a:lnTo>
                  <a:pt x="2010405" y="893601"/>
                </a:lnTo>
                <a:lnTo>
                  <a:pt x="2018397" y="899139"/>
                </a:lnTo>
                <a:lnTo>
                  <a:pt x="2024849" y="897707"/>
                </a:lnTo>
                <a:lnTo>
                  <a:pt x="2025855" y="889982"/>
                </a:lnTo>
                <a:lnTo>
                  <a:pt x="2025024" y="887796"/>
                </a:lnTo>
                <a:moveTo>
                  <a:pt x="885160" y="695193"/>
                </a:moveTo>
                <a:lnTo>
                  <a:pt x="918458" y="678472"/>
                </a:lnTo>
                <a:lnTo>
                  <a:pt x="925108" y="675417"/>
                </a:lnTo>
                <a:lnTo>
                  <a:pt x="928483" y="673764"/>
                </a:lnTo>
                <a:lnTo>
                  <a:pt x="930715" y="671151"/>
                </a:lnTo>
                <a:lnTo>
                  <a:pt x="931888" y="668317"/>
                </a:lnTo>
                <a:lnTo>
                  <a:pt x="930547" y="661499"/>
                </a:lnTo>
                <a:lnTo>
                  <a:pt x="928559" y="654072"/>
                </a:lnTo>
                <a:moveTo>
                  <a:pt x="927470" y="652289"/>
                </a:moveTo>
                <a:lnTo>
                  <a:pt x="924735" y="649851"/>
                </a:lnTo>
                <a:lnTo>
                  <a:pt x="920446" y="650011"/>
                </a:lnTo>
                <a:lnTo>
                  <a:pt x="916576" y="651786"/>
                </a:lnTo>
                <a:lnTo>
                  <a:pt x="890180" y="679317"/>
                </a:lnTo>
                <a:lnTo>
                  <a:pt x="884276" y="684924"/>
                </a:lnTo>
                <a:lnTo>
                  <a:pt x="880407" y="688611"/>
                </a:lnTo>
                <a:moveTo>
                  <a:pt x="1963525" y="1677420"/>
                </a:moveTo>
                <a:lnTo>
                  <a:pt x="1959282" y="1678060"/>
                </a:lnTo>
                <a:lnTo>
                  <a:pt x="1953591" y="1680848"/>
                </a:lnTo>
                <a:lnTo>
                  <a:pt x="1950270" y="1683956"/>
                </a:lnTo>
                <a:lnTo>
                  <a:pt x="1948883" y="1687278"/>
                </a:lnTo>
                <a:lnTo>
                  <a:pt x="1948762" y="1691094"/>
                </a:lnTo>
                <a:lnTo>
                  <a:pt x="1951154" y="1694324"/>
                </a:lnTo>
                <a:lnTo>
                  <a:pt x="1956014" y="1696472"/>
                </a:lnTo>
                <a:moveTo>
                  <a:pt x="1956951" y="1696747"/>
                </a:moveTo>
                <a:lnTo>
                  <a:pt x="1961453" y="1697417"/>
                </a:lnTo>
                <a:lnTo>
                  <a:pt x="1966458" y="1696899"/>
                </a:lnTo>
                <a:lnTo>
                  <a:pt x="1969635" y="1694553"/>
                </a:lnTo>
                <a:lnTo>
                  <a:pt x="1971341" y="1691239"/>
                </a:lnTo>
                <a:lnTo>
                  <a:pt x="1972179" y="1684299"/>
                </a:lnTo>
                <a:lnTo>
                  <a:pt x="1970221" y="1679934"/>
                </a:lnTo>
                <a:lnTo>
                  <a:pt x="1970069" y="1679759"/>
                </a:lnTo>
                <a:moveTo>
                  <a:pt x="2876894" y="2100845"/>
                </a:moveTo>
                <a:lnTo>
                  <a:pt x="2873222" y="2150552"/>
                </a:lnTo>
                <a:moveTo>
                  <a:pt x="2568819" y="2540016"/>
                </a:moveTo>
                <a:lnTo>
                  <a:pt x="2569436" y="2575058"/>
                </a:lnTo>
                <a:lnTo>
                  <a:pt x="2569017" y="2609285"/>
                </a:lnTo>
                <a:lnTo>
                  <a:pt x="2565460" y="2617619"/>
                </a:lnTo>
                <a:lnTo>
                  <a:pt x="2565026" y="2633190"/>
                </a:lnTo>
                <a:lnTo>
                  <a:pt x="2563951" y="2670609"/>
                </a:lnTo>
                <a:lnTo>
                  <a:pt x="2562184" y="2674045"/>
                </a:lnTo>
                <a:moveTo>
                  <a:pt x="2298476" y="1481983"/>
                </a:moveTo>
                <a:lnTo>
                  <a:pt x="2298552" y="1481999"/>
                </a:lnTo>
                <a:moveTo>
                  <a:pt x="2748685" y="2008143"/>
                </a:moveTo>
                <a:lnTo>
                  <a:pt x="2748670" y="2007991"/>
                </a:lnTo>
                <a:moveTo>
                  <a:pt x="2441288" y="1289944"/>
                </a:moveTo>
                <a:lnTo>
                  <a:pt x="2440999" y="1295718"/>
                </a:lnTo>
                <a:lnTo>
                  <a:pt x="2440770" y="1304479"/>
                </a:lnTo>
                <a:lnTo>
                  <a:pt x="2440747" y="1312447"/>
                </a:lnTo>
                <a:lnTo>
                  <a:pt x="2440778" y="1315182"/>
                </a:lnTo>
                <a:moveTo>
                  <a:pt x="2440961" y="1326121"/>
                </a:moveTo>
                <a:lnTo>
                  <a:pt x="2442195" y="1383514"/>
                </a:lnTo>
                <a:moveTo>
                  <a:pt x="2442469" y="1394469"/>
                </a:moveTo>
                <a:lnTo>
                  <a:pt x="2442659" y="1401218"/>
                </a:lnTo>
                <a:lnTo>
                  <a:pt x="2442644" y="1410109"/>
                </a:lnTo>
                <a:lnTo>
                  <a:pt x="2442370" y="1417132"/>
                </a:lnTo>
                <a:lnTo>
                  <a:pt x="2441593" y="1425740"/>
                </a:lnTo>
                <a:lnTo>
                  <a:pt x="2440100" y="1437144"/>
                </a:lnTo>
                <a:lnTo>
                  <a:pt x="2437197" y="1452578"/>
                </a:lnTo>
                <a:moveTo>
                  <a:pt x="2435141" y="1463380"/>
                </a:moveTo>
                <a:lnTo>
                  <a:pt x="2428505" y="1497752"/>
                </a:lnTo>
                <a:lnTo>
                  <a:pt x="2428033" y="1500053"/>
                </a:lnTo>
                <a:moveTo>
                  <a:pt x="2980673" y="1736573"/>
                </a:moveTo>
                <a:lnTo>
                  <a:pt x="2994872" y="1747284"/>
                </a:lnTo>
                <a:lnTo>
                  <a:pt x="3015502" y="1763936"/>
                </a:lnTo>
                <a:lnTo>
                  <a:pt x="3019867" y="1768835"/>
                </a:lnTo>
                <a:lnTo>
                  <a:pt x="3023218" y="1772598"/>
                </a:lnTo>
                <a:lnTo>
                  <a:pt x="3031286" y="1781678"/>
                </a:lnTo>
                <a:lnTo>
                  <a:pt x="3035453" y="1787735"/>
                </a:lnTo>
                <a:moveTo>
                  <a:pt x="1298141" y="2437967"/>
                </a:moveTo>
                <a:lnTo>
                  <a:pt x="1269140" y="2436847"/>
                </a:lnTo>
                <a:lnTo>
                  <a:pt x="1254368" y="2436154"/>
                </a:lnTo>
                <a:lnTo>
                  <a:pt x="1238142" y="2434973"/>
                </a:lnTo>
                <a:lnTo>
                  <a:pt x="1229245" y="2434607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C2CAD0"/>
            </a:solidFill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1829BF2F-D556-44BA-9672-A5A4B2E6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3032" y="2399490"/>
            <a:ext cx="893643" cy="1930147"/>
          </a:xfrm>
          <a:custGeom xmlns:a="http://schemas.openxmlformats.org/drawingml/2006/main">
            <a:pathLst>
              <a:path w="893643" h="1930147">
                <a:moveTo>
                  <a:pt x="893643" y="4003"/>
                </a:moveTo>
                <a:lnTo>
                  <a:pt x="861187" y="1836"/>
                </a:lnTo>
                <a:lnTo>
                  <a:pt x="844351" y="1447"/>
                </a:lnTo>
                <a:lnTo>
                  <a:pt x="815891" y="807"/>
                </a:lnTo>
                <a:lnTo>
                  <a:pt x="802319" y="507"/>
                </a:lnTo>
                <a:moveTo>
                  <a:pt x="788127" y="122"/>
                </a:moveTo>
                <a:lnTo>
                  <a:pt x="783618" y="0"/>
                </a:lnTo>
                <a:moveTo>
                  <a:pt x="759796" y="8932"/>
                </a:moveTo>
                <a:lnTo>
                  <a:pt x="759739" y="9888"/>
                </a:lnTo>
                <a:lnTo>
                  <a:pt x="754011" y="192245"/>
                </a:lnTo>
                <a:lnTo>
                  <a:pt x="754437" y="235713"/>
                </a:lnTo>
                <a:lnTo>
                  <a:pt x="758604" y="291262"/>
                </a:lnTo>
                <a:lnTo>
                  <a:pt x="762070" y="317041"/>
                </a:lnTo>
                <a:lnTo>
                  <a:pt x="771814" y="365643"/>
                </a:lnTo>
                <a:lnTo>
                  <a:pt x="779508" y="396747"/>
                </a:lnTo>
                <a:lnTo>
                  <a:pt x="798248" y="454155"/>
                </a:lnTo>
                <a:lnTo>
                  <a:pt x="808692" y="486143"/>
                </a:lnTo>
                <a:lnTo>
                  <a:pt x="809282" y="487941"/>
                </a:lnTo>
                <a:moveTo>
                  <a:pt x="814935" y="504692"/>
                </a:moveTo>
                <a:lnTo>
                  <a:pt x="831964" y="554407"/>
                </a:lnTo>
                <a:lnTo>
                  <a:pt x="840260" y="580140"/>
                </a:lnTo>
                <a:lnTo>
                  <a:pt x="847977" y="608821"/>
                </a:lnTo>
                <a:lnTo>
                  <a:pt x="854041" y="634593"/>
                </a:lnTo>
                <a:lnTo>
                  <a:pt x="862725" y="680719"/>
                </a:lnTo>
                <a:lnTo>
                  <a:pt x="866397" y="705538"/>
                </a:lnTo>
                <a:lnTo>
                  <a:pt x="869383" y="731545"/>
                </a:lnTo>
                <a:lnTo>
                  <a:pt x="871791" y="762893"/>
                </a:lnTo>
                <a:lnTo>
                  <a:pt x="872659" y="790081"/>
                </a:lnTo>
                <a:lnTo>
                  <a:pt x="872911" y="817216"/>
                </a:lnTo>
                <a:lnTo>
                  <a:pt x="871981" y="844861"/>
                </a:lnTo>
                <a:lnTo>
                  <a:pt x="871345" y="852506"/>
                </a:lnTo>
                <a:moveTo>
                  <a:pt x="869627" y="858475"/>
                </a:moveTo>
                <a:lnTo>
                  <a:pt x="868187" y="875744"/>
                </a:lnTo>
                <a:lnTo>
                  <a:pt x="864759" y="900617"/>
                </a:lnTo>
                <a:lnTo>
                  <a:pt x="859404" y="930730"/>
                </a:lnTo>
                <a:moveTo>
                  <a:pt x="855862" y="936680"/>
                </a:moveTo>
                <a:lnTo>
                  <a:pt x="851702" y="959876"/>
                </a:lnTo>
                <a:moveTo>
                  <a:pt x="852217" y="963003"/>
                </a:moveTo>
                <a:lnTo>
                  <a:pt x="847779" y="979051"/>
                </a:lnTo>
                <a:lnTo>
                  <a:pt x="841224" y="998621"/>
                </a:lnTo>
                <a:moveTo>
                  <a:pt x="837179" y="1009937"/>
                </a:moveTo>
                <a:lnTo>
                  <a:pt x="831888" y="1023927"/>
                </a:lnTo>
                <a:lnTo>
                  <a:pt x="815548" y="1058909"/>
                </a:lnTo>
                <a:moveTo>
                  <a:pt x="813506" y="1060234"/>
                </a:moveTo>
                <a:lnTo>
                  <a:pt x="788969" y="1104007"/>
                </a:lnTo>
                <a:lnTo>
                  <a:pt x="776902" y="1122145"/>
                </a:lnTo>
                <a:moveTo>
                  <a:pt x="774541" y="1127893"/>
                </a:moveTo>
                <a:lnTo>
                  <a:pt x="774046" y="1128635"/>
                </a:lnTo>
                <a:lnTo>
                  <a:pt x="756654" y="1152205"/>
                </a:lnTo>
                <a:lnTo>
                  <a:pt x="737114" y="1176194"/>
                </a:lnTo>
                <a:lnTo>
                  <a:pt x="716767" y="1201310"/>
                </a:lnTo>
                <a:lnTo>
                  <a:pt x="698545" y="1224933"/>
                </a:lnTo>
                <a:lnTo>
                  <a:pt x="686143" y="1242481"/>
                </a:lnTo>
                <a:moveTo>
                  <a:pt x="681633" y="1246758"/>
                </a:moveTo>
                <a:lnTo>
                  <a:pt x="678274" y="1251504"/>
                </a:lnTo>
                <a:lnTo>
                  <a:pt x="658856" y="1282539"/>
                </a:lnTo>
                <a:lnTo>
                  <a:pt x="644298" y="1308547"/>
                </a:lnTo>
                <a:moveTo>
                  <a:pt x="644580" y="1310684"/>
                </a:moveTo>
                <a:lnTo>
                  <a:pt x="629717" y="1345475"/>
                </a:lnTo>
                <a:moveTo>
                  <a:pt x="621181" y="1363110"/>
                </a:moveTo>
                <a:lnTo>
                  <a:pt x="620629" y="1364394"/>
                </a:lnTo>
                <a:lnTo>
                  <a:pt x="610345" y="1392808"/>
                </a:lnTo>
                <a:lnTo>
                  <a:pt x="603363" y="1416877"/>
                </a:lnTo>
                <a:moveTo>
                  <a:pt x="600708" y="1425870"/>
                </a:moveTo>
                <a:lnTo>
                  <a:pt x="600663" y="1426018"/>
                </a:lnTo>
                <a:moveTo>
                  <a:pt x="597913" y="1436703"/>
                </a:moveTo>
                <a:lnTo>
                  <a:pt x="588847" y="1471505"/>
                </a:lnTo>
                <a:moveTo>
                  <a:pt x="587118" y="1473421"/>
                </a:moveTo>
                <a:lnTo>
                  <a:pt x="584749" y="1483812"/>
                </a:lnTo>
                <a:lnTo>
                  <a:pt x="575204" y="1540969"/>
                </a:lnTo>
                <a:lnTo>
                  <a:pt x="574876" y="1544625"/>
                </a:lnTo>
                <a:moveTo>
                  <a:pt x="575550" y="1550803"/>
                </a:moveTo>
                <a:lnTo>
                  <a:pt x="570991" y="1601820"/>
                </a:lnTo>
                <a:lnTo>
                  <a:pt x="567350" y="1677287"/>
                </a:lnTo>
                <a:moveTo>
                  <a:pt x="566847" y="1688222"/>
                </a:moveTo>
                <a:lnTo>
                  <a:pt x="565194" y="1726106"/>
                </a:lnTo>
                <a:moveTo>
                  <a:pt x="563708" y="1732147"/>
                </a:moveTo>
                <a:lnTo>
                  <a:pt x="561667" y="1778875"/>
                </a:lnTo>
                <a:lnTo>
                  <a:pt x="560440" y="1805203"/>
                </a:lnTo>
                <a:moveTo>
                  <a:pt x="558200" y="1820720"/>
                </a:moveTo>
                <a:lnTo>
                  <a:pt x="558505" y="1845448"/>
                </a:lnTo>
                <a:moveTo>
                  <a:pt x="556075" y="1847764"/>
                </a:moveTo>
                <a:lnTo>
                  <a:pt x="555869" y="1873680"/>
                </a:lnTo>
                <a:lnTo>
                  <a:pt x="551581" y="1887857"/>
                </a:lnTo>
                <a:lnTo>
                  <a:pt x="546080" y="1896808"/>
                </a:lnTo>
                <a:lnTo>
                  <a:pt x="545113" y="1898354"/>
                </a:lnTo>
                <a:lnTo>
                  <a:pt x="540093" y="1902087"/>
                </a:lnTo>
                <a:lnTo>
                  <a:pt x="537891" y="1902422"/>
                </a:lnTo>
                <a:lnTo>
                  <a:pt x="533031" y="1902742"/>
                </a:lnTo>
                <a:moveTo>
                  <a:pt x="521871" y="1904471"/>
                </a:moveTo>
                <a:lnTo>
                  <a:pt x="498644" y="1901950"/>
                </a:lnTo>
                <a:lnTo>
                  <a:pt x="453036" y="1892572"/>
                </a:lnTo>
                <a:lnTo>
                  <a:pt x="423867" y="1888546"/>
                </a:lnTo>
                <a:moveTo>
                  <a:pt x="406437" y="1891330"/>
                </a:moveTo>
                <a:lnTo>
                  <a:pt x="376902" y="1895558"/>
                </a:lnTo>
                <a:lnTo>
                  <a:pt x="351162" y="1899763"/>
                </a:lnTo>
                <a:lnTo>
                  <a:pt x="341472" y="1905111"/>
                </a:lnTo>
                <a:lnTo>
                  <a:pt x="340458" y="1906147"/>
                </a:lnTo>
                <a:moveTo>
                  <a:pt x="335857" y="1904684"/>
                </a:moveTo>
                <a:lnTo>
                  <a:pt x="335537" y="1900769"/>
                </a:lnTo>
                <a:lnTo>
                  <a:pt x="335415" y="1899238"/>
                </a:lnTo>
                <a:moveTo>
                  <a:pt x="328003" y="1891475"/>
                </a:moveTo>
                <a:lnTo>
                  <a:pt x="305675" y="1894545"/>
                </a:lnTo>
                <a:lnTo>
                  <a:pt x="276864" y="1899580"/>
                </a:lnTo>
                <a:lnTo>
                  <a:pt x="255519" y="1904738"/>
                </a:lnTo>
                <a:lnTo>
                  <a:pt x="251756" y="1905957"/>
                </a:lnTo>
                <a:moveTo>
                  <a:pt x="245955" y="1907831"/>
                </a:moveTo>
                <a:lnTo>
                  <a:pt x="222709" y="1915357"/>
                </a:lnTo>
                <a:lnTo>
                  <a:pt x="221399" y="1915780"/>
                </a:lnTo>
                <a:moveTo>
                  <a:pt x="215592" y="1917574"/>
                </a:moveTo>
                <a:lnTo>
                  <a:pt x="173433" y="1930147"/>
                </a:lnTo>
                <a:moveTo>
                  <a:pt x="164211" y="1924651"/>
                </a:moveTo>
                <a:lnTo>
                  <a:pt x="160143" y="1911891"/>
                </a:lnTo>
                <a:moveTo>
                  <a:pt x="158284" y="1906086"/>
                </a:moveTo>
                <a:lnTo>
                  <a:pt x="150278" y="1881221"/>
                </a:lnTo>
                <a:lnTo>
                  <a:pt x="146545" y="1869383"/>
                </a:lnTo>
                <a:lnTo>
                  <a:pt x="142675" y="1857644"/>
                </a:lnTo>
                <a:lnTo>
                  <a:pt x="139895" y="1849356"/>
                </a:lnTo>
                <a:lnTo>
                  <a:pt x="138044" y="1845753"/>
                </a:lnTo>
                <a:lnTo>
                  <a:pt x="134890" y="1839270"/>
                </a:lnTo>
                <a:lnTo>
                  <a:pt x="131469" y="1833739"/>
                </a:lnTo>
                <a:lnTo>
                  <a:pt x="120583" y="1821314"/>
                </a:lnTo>
                <a:lnTo>
                  <a:pt x="113316" y="1816081"/>
                </a:lnTo>
                <a:lnTo>
                  <a:pt x="106056" y="1811792"/>
                </a:lnTo>
                <a:lnTo>
                  <a:pt x="89449" y="1804555"/>
                </a:lnTo>
                <a:lnTo>
                  <a:pt x="70145" y="1797516"/>
                </a:lnTo>
                <a:lnTo>
                  <a:pt x="55527" y="1790211"/>
                </a:lnTo>
                <a:lnTo>
                  <a:pt x="49874" y="1785358"/>
                </a:lnTo>
                <a:lnTo>
                  <a:pt x="41967" y="1777245"/>
                </a:lnTo>
                <a:lnTo>
                  <a:pt x="35202" y="1768614"/>
                </a:lnTo>
                <a:lnTo>
                  <a:pt x="28323" y="1757873"/>
                </a:lnTo>
                <a:lnTo>
                  <a:pt x="22397" y="1735918"/>
                </a:lnTo>
                <a:lnTo>
                  <a:pt x="21041" y="1729702"/>
                </a:lnTo>
                <a:lnTo>
                  <a:pt x="12112" y="1690332"/>
                </a:lnTo>
                <a:lnTo>
                  <a:pt x="5005" y="1658977"/>
                </a:lnTo>
                <a:lnTo>
                  <a:pt x="0" y="1636916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E4B49"/>
            </a:solidFill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7FF64432-F5B8-44F3-B5C4-4C1CC987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076" y="2399490"/>
            <a:ext cx="907599" cy="1925763"/>
          </a:xfrm>
          <a:custGeom xmlns:a="http://schemas.openxmlformats.org/drawingml/2006/main">
            <a:pathLst>
              <a:path w="907599" h="1925763">
                <a:moveTo>
                  <a:pt x="907599" y="4003"/>
                </a:moveTo>
                <a:lnTo>
                  <a:pt x="875143" y="1836"/>
                </a:lnTo>
                <a:lnTo>
                  <a:pt x="858307" y="1447"/>
                </a:lnTo>
                <a:lnTo>
                  <a:pt x="829847" y="807"/>
                </a:lnTo>
                <a:lnTo>
                  <a:pt x="816275" y="507"/>
                </a:lnTo>
                <a:moveTo>
                  <a:pt x="802083" y="122"/>
                </a:moveTo>
                <a:lnTo>
                  <a:pt x="797573" y="0"/>
                </a:lnTo>
                <a:moveTo>
                  <a:pt x="773752" y="8932"/>
                </a:moveTo>
                <a:lnTo>
                  <a:pt x="773695" y="9888"/>
                </a:lnTo>
                <a:lnTo>
                  <a:pt x="767967" y="192245"/>
                </a:lnTo>
                <a:lnTo>
                  <a:pt x="768393" y="235713"/>
                </a:lnTo>
                <a:lnTo>
                  <a:pt x="772560" y="291262"/>
                </a:lnTo>
                <a:lnTo>
                  <a:pt x="776026" y="317041"/>
                </a:lnTo>
                <a:lnTo>
                  <a:pt x="785770" y="365643"/>
                </a:lnTo>
                <a:lnTo>
                  <a:pt x="793464" y="396747"/>
                </a:lnTo>
                <a:lnTo>
                  <a:pt x="812204" y="454155"/>
                </a:lnTo>
                <a:lnTo>
                  <a:pt x="822648" y="486143"/>
                </a:lnTo>
                <a:lnTo>
                  <a:pt x="823238" y="487941"/>
                </a:lnTo>
                <a:moveTo>
                  <a:pt x="819014" y="493258"/>
                </a:moveTo>
                <a:lnTo>
                  <a:pt x="815281" y="493669"/>
                </a:lnTo>
                <a:lnTo>
                  <a:pt x="804989" y="494424"/>
                </a:lnTo>
                <a:moveTo>
                  <a:pt x="798918" y="494865"/>
                </a:moveTo>
                <a:lnTo>
                  <a:pt x="781961" y="496100"/>
                </a:lnTo>
                <a:lnTo>
                  <a:pt x="716881" y="500861"/>
                </a:lnTo>
                <a:moveTo>
                  <a:pt x="705888" y="501516"/>
                </a:moveTo>
                <a:lnTo>
                  <a:pt x="683446" y="502559"/>
                </a:lnTo>
                <a:lnTo>
                  <a:pt x="649714" y="504951"/>
                </a:lnTo>
                <a:moveTo>
                  <a:pt x="642523" y="511899"/>
                </a:moveTo>
                <a:lnTo>
                  <a:pt x="634433" y="549097"/>
                </a:lnTo>
                <a:lnTo>
                  <a:pt x="607458" y="633039"/>
                </a:lnTo>
                <a:moveTo>
                  <a:pt x="604075" y="643429"/>
                </a:moveTo>
                <a:lnTo>
                  <a:pt x="584703" y="702133"/>
                </a:lnTo>
                <a:moveTo>
                  <a:pt x="581968" y="713697"/>
                </a:moveTo>
                <a:lnTo>
                  <a:pt x="577352" y="744359"/>
                </a:lnTo>
                <a:lnTo>
                  <a:pt x="574320" y="775539"/>
                </a:lnTo>
                <a:moveTo>
                  <a:pt x="573512" y="786676"/>
                </a:moveTo>
                <a:lnTo>
                  <a:pt x="572271" y="817879"/>
                </a:lnTo>
                <a:lnTo>
                  <a:pt x="571882" y="827736"/>
                </a:lnTo>
                <a:moveTo>
                  <a:pt x="570991" y="838363"/>
                </a:moveTo>
                <a:lnTo>
                  <a:pt x="568782" y="855892"/>
                </a:lnTo>
                <a:lnTo>
                  <a:pt x="566123" y="877032"/>
                </a:lnTo>
                <a:lnTo>
                  <a:pt x="565178" y="880483"/>
                </a:lnTo>
                <a:lnTo>
                  <a:pt x="560966" y="895947"/>
                </a:lnTo>
                <a:moveTo>
                  <a:pt x="557431" y="906886"/>
                </a:moveTo>
                <a:lnTo>
                  <a:pt x="548221" y="931096"/>
                </a:lnTo>
                <a:lnTo>
                  <a:pt x="545235" y="938958"/>
                </a:lnTo>
                <a:lnTo>
                  <a:pt x="542614" y="946476"/>
                </a:lnTo>
                <a:lnTo>
                  <a:pt x="528696" y="978045"/>
                </a:lnTo>
                <a:moveTo>
                  <a:pt x="523844" y="988009"/>
                </a:moveTo>
                <a:lnTo>
                  <a:pt x="519258" y="996526"/>
                </a:lnTo>
                <a:lnTo>
                  <a:pt x="499078" y="1026746"/>
                </a:lnTo>
                <a:lnTo>
                  <a:pt x="481054" y="1048907"/>
                </a:lnTo>
                <a:lnTo>
                  <a:pt x="457888" y="1075249"/>
                </a:lnTo>
                <a:lnTo>
                  <a:pt x="435187" y="1099383"/>
                </a:lnTo>
                <a:moveTo>
                  <a:pt x="427645" y="1107496"/>
                </a:moveTo>
                <a:lnTo>
                  <a:pt x="364836" y="1175843"/>
                </a:lnTo>
                <a:lnTo>
                  <a:pt x="340382" y="1195871"/>
                </a:lnTo>
                <a:lnTo>
                  <a:pt x="339262" y="1196610"/>
                </a:lnTo>
                <a:moveTo>
                  <a:pt x="330212" y="1201577"/>
                </a:moveTo>
                <a:lnTo>
                  <a:pt x="320827" y="1205645"/>
                </a:lnTo>
                <a:lnTo>
                  <a:pt x="303832" y="1211693"/>
                </a:lnTo>
                <a:lnTo>
                  <a:pt x="290820" y="1214877"/>
                </a:lnTo>
                <a:lnTo>
                  <a:pt x="276864" y="1216477"/>
                </a:lnTo>
                <a:lnTo>
                  <a:pt x="266542" y="1216965"/>
                </a:lnTo>
                <a:lnTo>
                  <a:pt x="246141" y="1216203"/>
                </a:lnTo>
                <a:moveTo>
                  <a:pt x="239202" y="1222564"/>
                </a:moveTo>
                <a:lnTo>
                  <a:pt x="237632" y="1252891"/>
                </a:lnTo>
                <a:lnTo>
                  <a:pt x="241396" y="1274967"/>
                </a:lnTo>
                <a:lnTo>
                  <a:pt x="245083" y="1291201"/>
                </a:lnTo>
                <a:lnTo>
                  <a:pt x="248015" y="1302544"/>
                </a:lnTo>
                <a:lnTo>
                  <a:pt x="251162" y="1320370"/>
                </a:lnTo>
                <a:lnTo>
                  <a:pt x="252594" y="1337617"/>
                </a:lnTo>
                <a:lnTo>
                  <a:pt x="252525" y="1343627"/>
                </a:lnTo>
                <a:lnTo>
                  <a:pt x="251901" y="1359754"/>
                </a:lnTo>
                <a:lnTo>
                  <a:pt x="250933" y="1372720"/>
                </a:lnTo>
                <a:moveTo>
                  <a:pt x="250194" y="1384779"/>
                </a:moveTo>
                <a:lnTo>
                  <a:pt x="250164" y="1385312"/>
                </a:lnTo>
                <a:moveTo>
                  <a:pt x="249082" y="1399862"/>
                </a:moveTo>
                <a:lnTo>
                  <a:pt x="249044" y="1400266"/>
                </a:lnTo>
                <a:lnTo>
                  <a:pt x="246804" y="1428856"/>
                </a:lnTo>
                <a:lnTo>
                  <a:pt x="241365" y="1499223"/>
                </a:lnTo>
                <a:moveTo>
                  <a:pt x="237008" y="1503435"/>
                </a:moveTo>
                <a:lnTo>
                  <a:pt x="131568" y="1506856"/>
                </a:lnTo>
                <a:lnTo>
                  <a:pt x="63845" y="1507800"/>
                </a:lnTo>
                <a:lnTo>
                  <a:pt x="43765" y="1513163"/>
                </a:lnTo>
                <a:lnTo>
                  <a:pt x="21612" y="1529755"/>
                </a:lnTo>
                <a:lnTo>
                  <a:pt x="11351" y="1542713"/>
                </a:lnTo>
                <a:lnTo>
                  <a:pt x="3169" y="1558490"/>
                </a:lnTo>
                <a:lnTo>
                  <a:pt x="0" y="1577390"/>
                </a:lnTo>
                <a:lnTo>
                  <a:pt x="1638" y="1591833"/>
                </a:lnTo>
                <a:lnTo>
                  <a:pt x="2628" y="1600655"/>
                </a:lnTo>
                <a:lnTo>
                  <a:pt x="8456" y="1624270"/>
                </a:lnTo>
                <a:lnTo>
                  <a:pt x="9058" y="1626746"/>
                </a:lnTo>
                <a:moveTo>
                  <a:pt x="11579" y="1637457"/>
                </a:moveTo>
                <a:lnTo>
                  <a:pt x="16584" y="1659510"/>
                </a:lnTo>
                <a:lnTo>
                  <a:pt x="23692" y="1690866"/>
                </a:lnTo>
                <a:lnTo>
                  <a:pt x="32620" y="1730235"/>
                </a:lnTo>
                <a:lnTo>
                  <a:pt x="33976" y="1736497"/>
                </a:lnTo>
                <a:lnTo>
                  <a:pt x="40024" y="1758878"/>
                </a:lnTo>
                <a:lnTo>
                  <a:pt x="47162" y="1770031"/>
                </a:lnTo>
                <a:lnTo>
                  <a:pt x="54079" y="1778845"/>
                </a:lnTo>
                <a:lnTo>
                  <a:pt x="62154" y="1787140"/>
                </a:lnTo>
                <a:lnTo>
                  <a:pt x="68127" y="1792252"/>
                </a:lnTo>
                <a:lnTo>
                  <a:pt x="83142" y="1799756"/>
                </a:lnTo>
                <a:lnTo>
                  <a:pt x="102506" y="1806825"/>
                </a:lnTo>
                <a:lnTo>
                  <a:pt x="118900" y="1813971"/>
                </a:lnTo>
                <a:lnTo>
                  <a:pt x="125931" y="1818122"/>
                </a:lnTo>
                <a:lnTo>
                  <a:pt x="132894" y="1823127"/>
                </a:lnTo>
                <a:lnTo>
                  <a:pt x="143460" y="1835186"/>
                </a:lnTo>
                <a:lnTo>
                  <a:pt x="146713" y="1840443"/>
                </a:lnTo>
                <a:lnTo>
                  <a:pt x="149821" y="1846849"/>
                </a:lnTo>
                <a:lnTo>
                  <a:pt x="151596" y="1850300"/>
                </a:lnTo>
                <a:lnTo>
                  <a:pt x="154315" y="1858406"/>
                </a:lnTo>
                <a:lnTo>
                  <a:pt x="158185" y="1870130"/>
                </a:lnTo>
                <a:lnTo>
                  <a:pt x="161918" y="1881968"/>
                </a:lnTo>
                <a:lnTo>
                  <a:pt x="169917" y="1906833"/>
                </a:lnTo>
                <a:moveTo>
                  <a:pt x="170614" y="1913007"/>
                </a:moveTo>
                <a:lnTo>
                  <a:pt x="174682" y="1925763"/>
                </a:lnTo>
                <a:moveTo>
                  <a:pt x="178167" y="1924651"/>
                </a:moveTo>
                <a:lnTo>
                  <a:pt x="174099" y="1911891"/>
                </a:lnTo>
                <a:moveTo>
                  <a:pt x="172240" y="1906086"/>
                </a:moveTo>
                <a:lnTo>
                  <a:pt x="164234" y="1881221"/>
                </a:lnTo>
                <a:lnTo>
                  <a:pt x="160501" y="1869383"/>
                </a:lnTo>
                <a:lnTo>
                  <a:pt x="156631" y="1857644"/>
                </a:lnTo>
                <a:lnTo>
                  <a:pt x="153851" y="1849356"/>
                </a:lnTo>
                <a:lnTo>
                  <a:pt x="152000" y="1845753"/>
                </a:lnTo>
                <a:lnTo>
                  <a:pt x="148846" y="1839270"/>
                </a:lnTo>
                <a:lnTo>
                  <a:pt x="145425" y="1833739"/>
                </a:lnTo>
                <a:lnTo>
                  <a:pt x="134539" y="1821314"/>
                </a:lnTo>
                <a:lnTo>
                  <a:pt x="127272" y="1816081"/>
                </a:lnTo>
                <a:lnTo>
                  <a:pt x="120012" y="1811792"/>
                </a:lnTo>
                <a:lnTo>
                  <a:pt x="103405" y="1804555"/>
                </a:lnTo>
                <a:lnTo>
                  <a:pt x="84101" y="1797516"/>
                </a:lnTo>
                <a:lnTo>
                  <a:pt x="69483" y="1790211"/>
                </a:lnTo>
                <a:lnTo>
                  <a:pt x="63830" y="1785358"/>
                </a:lnTo>
                <a:lnTo>
                  <a:pt x="55923" y="1777245"/>
                </a:lnTo>
                <a:lnTo>
                  <a:pt x="49158" y="1768614"/>
                </a:lnTo>
                <a:lnTo>
                  <a:pt x="42279" y="1757873"/>
                </a:lnTo>
                <a:lnTo>
                  <a:pt x="36353" y="1735918"/>
                </a:lnTo>
                <a:lnTo>
                  <a:pt x="34997" y="1729702"/>
                </a:lnTo>
                <a:lnTo>
                  <a:pt x="26068" y="1690332"/>
                </a:lnTo>
                <a:lnTo>
                  <a:pt x="18961" y="1658977"/>
                </a:lnTo>
                <a:lnTo>
                  <a:pt x="13956" y="163691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06491"/>
            </a:solidFill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494FEE9F-E40B-4AE6-BDB9-D695D6E5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1259" y="2400476"/>
            <a:ext cx="805585" cy="1716310"/>
          </a:xfrm>
          <a:custGeom xmlns:a="http://schemas.openxmlformats.org/drawingml/2006/main">
            <a:pathLst>
              <a:path w="805585" h="1716310">
                <a:moveTo>
                  <a:pt x="0" y="1716310"/>
                </a:moveTo>
                <a:lnTo>
                  <a:pt x="8055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217A67"/>
            </a:solidFill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375C1A32-B0E4-41C1-A1DA-F2D27D2C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8744" y="236237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018A5669-A85D-4E65-AB2C-E244A60F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3919" y="2171876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D1</a:t>
            </a:r>
          </a:p>
        </p:txBody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F52F8B69-DC06-4065-BB48-9AC462AE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59" y="407868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885BB699-E5B1-4892-9596-15BA26FA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59" y="4145361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H1</a:t>
            </a:r>
          </a:p>
        </p:txBody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9ABC07BD-064E-4552-9788-9F67548C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3901" y="3465397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9245D23B-FDCD-445E-A8FF-4CC903D0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726" y="3274897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Closure</a:t>
            </a:r>
          </a:p>
        </p:txBody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AB7CF17C-3184-4C8E-8763-7A89ABD8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43525"/>
            <a:ext cx="380894" cy="95"/>
          </a:xfrm>
          <a:custGeom xmlns:a="http://schemas.openxmlformats.org/drawingml/2006/main">
            <a:pathLst>
              <a:path w="380894" h="95">
                <a:moveTo>
                  <a:pt x="0" y="0"/>
                </a:moveTo>
                <a:lnTo>
                  <a:pt x="3808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72B3A"/>
            </a:solidFill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EB2FC57D-9294-4942-930C-D0CEBC8B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3911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500 m</a:t>
            </a:r>
          </a:p>
        </p:txBody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4F350B4A-4C0F-4960-A836-AD522BBB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810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Dispersed suburban network</a:t>
            </a:r>
          </a:p>
        </p:txBody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E7483A92-B386-4D2C-AFF7-D78A96EF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10300"/>
            <a:ext cx="400050" cy="95"/>
          </a:xfrm>
          <a:custGeom xmlns:a="http://schemas.openxmlformats.org/drawingml/2006/main">
            <a:pathLst>
              <a:path w="400050" h="95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E4B49"/>
            </a:solidFill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74AEBB9D-4806-40F0-8217-88C82A3B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057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Ground baseline</a:t>
            </a:r>
          </a:p>
        </p:txBody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598163F6-FF8E-4E45-AC20-2295EB26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6210300"/>
            <a:ext cx="400050" cy="95"/>
          </a:xfrm>
          <a:custGeom xmlns:a="http://schemas.openxmlformats.org/drawingml/2006/main">
            <a:pathLst>
              <a:path w="400050" h="95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06491"/>
            </a:solidFill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889E8E49-CBF7-432A-B8B2-D1363D40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6057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Ground detour</a:t>
            </a:r>
          </a:p>
        </p:txBody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BC468D64-9E09-43B7-91C7-0B53704D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210300"/>
            <a:ext cx="400050" cy="95"/>
          </a:xfrm>
          <a:custGeom xmlns:a="http://schemas.openxmlformats.org/drawingml/2006/main">
            <a:pathLst>
              <a:path w="400050" h="95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8CDF3329-B39C-47C9-AFC3-3F2AC38B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6057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Air connection</a:t>
            </a:r>
          </a:p>
        </p:txBody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55851945-3C7C-4CC5-94F3-B3C38C8F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Map data © OpenStreetMap contributors. Full imported substrates at a common scale. Service routes are modeled.</a:t>
            </a:r>
          </a:p>
        </p:txBody>
      </p:sp>
    </p:spTree>
    <p:extLst>
      <p:ext uri="{BB962C8B-B14F-4D97-AF65-F5344CB8AC3E}">
        <p14:creationId xmlns:p14="http://schemas.microsoft.com/office/powerpoint/2010/main" val="13177531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78D0C4-D198-408F-B903-A3D5E104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E1: emergency transport and existing-service consequences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92F9D-C187-41A4-B939-CA664ED8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24FDE-C1B3-4569-A429-F7D81DF6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11589-7AFB-462F-8909-D942CEC9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DB289-9522-4807-B91F-340CFF8C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3DE8F8-8312-45F1-A140-27220765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68359-C632-4CC2-AB17-E44B3A20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6A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200EFA-4DBC-49B4-A2A5-3944B9DA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38582-7A69-4736-A54C-FFFD063A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84D5AC-1593-4B92-813C-ADF8B424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846E1F-7507-4AD3-A078-DE0BDF16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524000"/>
            <a:ext cx="379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(a) Emergency completion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361950" y="2028825"/>
          <a:ext xmlns:a="http://schemas.openxmlformats.org/drawingml/2006/main" cx="3810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889d53657614afc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2333B7-D9D7-4708-A930-30EE5025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524000"/>
            <a:ext cx="379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(b) Deadline violations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286250" y="2028825"/>
          <a:ext xmlns:a="http://schemas.openxmlformats.org/drawingml/2006/main" cx="3810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f299288894b495b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2BE8BB-2C8B-442B-9764-D502A238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524000"/>
            <a:ext cx="379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(c) Service damage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8210550" y="2028825"/>
          <a:ext xmlns:a="http://schemas.openxmlformats.org/drawingml/2006/main" cx="3810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4116def1994bad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B4F368-7635-4425-836F-A3A31B85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Means over 240 runs per site and policy. Damage counts non-primary missions in specified terminal states.</a:t>
            </a:r>
          </a:p>
        </p:txBody>
      </p:sp>
    </p:spTree>
    <p:extLst>
      <p:ext uri="{BB962C8B-B14F-4D97-AF65-F5344CB8AC3E}">
        <p14:creationId xmlns:p14="http://schemas.microsoft.com/office/powerpoint/2010/main" val="1936385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DC1FED1-04DB-4A10-A122-726B16C7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E1: effect of the executable candidate interface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BE66A0-6073-4A71-997F-C379804A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88F16-815C-4556-8E8C-5AE1E6AA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81125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(a) Completion difference (s)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689E6-6D5F-4F15-A0EA-97F950AB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66925"/>
            <a:ext cx="95" cy="3038475"/>
          </a:xfrm>
          <a:custGeom xmlns:a="http://schemas.openxmlformats.org/drawingml/2006/main">
            <a:pathLst>
              <a:path w="95" h="3038475">
                <a:moveTo>
                  <a:pt x="0" y="0"/>
                </a:moveTo>
                <a:lnTo>
                  <a:pt x="0" y="30384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3929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4A0F35-8FD2-46CD-B624-88D2C1FD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0502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35206-0E84-4734-8611-544C67A4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804" y="2276475"/>
            <a:ext cx="1084198" cy="95"/>
          </a:xfrm>
          <a:custGeom xmlns:a="http://schemas.openxmlformats.org/drawingml/2006/main">
            <a:pathLst>
              <a:path w="1084198" h="95">
                <a:moveTo>
                  <a:pt x="0" y="0"/>
                </a:moveTo>
                <a:lnTo>
                  <a:pt x="10841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D1CF73-7C1C-4DBB-B7DA-E5A66A58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804" y="2209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AA989-B533-4222-825D-C16AC218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002" y="2209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47FD8-4954-427B-946C-D11F609B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753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BF6F2F-D501-4BA3-AECD-6DC92E8A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-13.57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82D7D5-9B12-4E5C-959C-3BF4A516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432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A8D032-9340-44E3-9946-2497FE32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884" y="3314700"/>
            <a:ext cx="573859" cy="95"/>
          </a:xfrm>
          <a:custGeom xmlns:a="http://schemas.openxmlformats.org/drawingml/2006/main">
            <a:pathLst>
              <a:path w="573859" h="95">
                <a:moveTo>
                  <a:pt x="0" y="0"/>
                </a:moveTo>
                <a:lnTo>
                  <a:pt x="5738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9437DD-F661-40AA-BD61-1D35D8A2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884" y="32480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AF84E3-3A87-48F0-9969-9C208D1A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6743" y="32480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222437-3EFB-4020-91D9-38032DC2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663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1F89FC-08CA-46CF-B1F9-9FEDB772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1.45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0A4924-AAB1-469E-BFCD-A8EAE5EF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8147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548518-3450-4D85-A064-5020A254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5292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9EC544-F6BC-4151-888F-3E5B2C92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86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690F03-F737-493A-A84E-1D1382F4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86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E5BCD6-928A-47A5-BAD4-A8940F7F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295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A62277-452A-4F38-9D52-96E244F8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0.00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6B76B1-7035-4C91-9B79-8A689FDD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3067050" cy="95"/>
          </a:xfrm>
          <a:custGeom xmlns:a="http://schemas.openxmlformats.org/drawingml/2006/main">
            <a:pathLst>
              <a:path w="3067050" h="95">
                <a:moveTo>
                  <a:pt x="0" y="0"/>
                </a:moveTo>
                <a:lnTo>
                  <a:pt x="3067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72B3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170DA4-917A-4B00-8DFA-4A0159D1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-25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AD491F-1DFC-40DB-857F-E3F33509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01BA70-6AF3-47D6-A6F7-FDEF0934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293F2E-96FB-4DA6-90D0-DEB914D4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381125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(b) Service damage difference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EA404C-9CE1-4810-87FD-B94F283B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2066925"/>
            <a:ext cx="95" cy="3038475"/>
          </a:xfrm>
          <a:custGeom xmlns:a="http://schemas.openxmlformats.org/drawingml/2006/main">
            <a:pathLst>
              <a:path w="95" h="3038475">
                <a:moveTo>
                  <a:pt x="0" y="0"/>
                </a:moveTo>
                <a:lnTo>
                  <a:pt x="0" y="30384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3929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3C1B7D-AD7D-4E1E-A05A-2F11B906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10502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318035-E1A2-40F4-84E1-96823042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750" y="2276475"/>
            <a:ext cx="971168" cy="95"/>
          </a:xfrm>
          <a:custGeom xmlns:a="http://schemas.openxmlformats.org/drawingml/2006/main">
            <a:pathLst>
              <a:path w="971168" h="95">
                <a:moveTo>
                  <a:pt x="0" y="0"/>
                </a:moveTo>
                <a:lnTo>
                  <a:pt x="9711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19B60B-3D24-434E-B3A7-BA51F878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750" y="2209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AD4427-B8B3-405E-BA39-AD26E47A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4918" y="2209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599288-135E-470A-ABD9-71197D4D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184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4D70EA-E442-467C-8733-361387A9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384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-0.383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8F9AB7-1EEF-4268-A4D5-A223BA8B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1432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8A522E-238D-4B1B-BE07-302F4E24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208" y="3314700"/>
            <a:ext cx="255715" cy="95"/>
          </a:xfrm>
          <a:custGeom xmlns:a="http://schemas.openxmlformats.org/drawingml/2006/main">
            <a:pathLst>
              <a:path w="255715" h="95">
                <a:moveTo>
                  <a:pt x="0" y="0"/>
                </a:moveTo>
                <a:lnTo>
                  <a:pt x="2557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EE6FB6-64E9-4BC9-9861-252C95B3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208" y="32480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FF890F-5EDF-48E8-8D7F-B388A41C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923" y="32480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1445C3-77C9-4961-818E-04CA3A50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7916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EE11DA-056C-4003-BCC5-2F61B033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476625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-0.017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92C79F-B411-4341-8343-FFBC37C2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18147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E026FB-E640-49FC-954E-C39905BB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435292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701787-60FF-4C01-8535-2A0DE6A1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4286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AAD4BB9-873F-42F6-B4B0-BCE9159B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4286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07FD81-D73A-470B-893F-A721B3A2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1813" y="4295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DFD5F09-1ADC-4E6D-AA84-27C4F69C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5148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0.000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E9FAC9-2585-4734-90E6-75D5689D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238750"/>
            <a:ext cx="3067050" cy="95"/>
          </a:xfrm>
          <a:custGeom xmlns:a="http://schemas.openxmlformats.org/drawingml/2006/main">
            <a:pathLst>
              <a:path w="3067050" h="95">
                <a:moveTo>
                  <a:pt x="0" y="0"/>
                </a:moveTo>
                <a:lnTo>
                  <a:pt x="3067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72B3A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901FA7D-D5F9-4102-972F-0BC5D0BA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-0.6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C847B7A-EAB7-4D47-BE00-29793F13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5588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98986EC-A984-44ED-BF28-A122F2EE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DAE57A5-0992-40CE-9CF9-DD2A1DC9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81125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(c) Air intervention difference (pp)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BF6C0CF-A47A-4944-87A0-E61075FC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2066925"/>
            <a:ext cx="95" cy="3038475"/>
          </a:xfrm>
          <a:custGeom xmlns:a="http://schemas.openxmlformats.org/drawingml/2006/main">
            <a:pathLst>
              <a:path w="95" h="3038475">
                <a:moveTo>
                  <a:pt x="0" y="0"/>
                </a:moveTo>
                <a:lnTo>
                  <a:pt x="0" y="30384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3929D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55DEA3B-9B59-4D33-95AE-CC259275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0502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BD0DA55-2401-4F09-846A-1A24520D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425" y="2276475"/>
            <a:ext cx="971168" cy="95"/>
          </a:xfrm>
          <a:custGeom xmlns:a="http://schemas.openxmlformats.org/drawingml/2006/main">
            <a:pathLst>
              <a:path w="971168" h="95">
                <a:moveTo>
                  <a:pt x="0" y="0"/>
                </a:moveTo>
                <a:lnTo>
                  <a:pt x="9711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6A86523-723A-41B8-8B72-E7EE5406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425" y="2209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AD38D4F-11D6-446D-84FA-6685B79A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593" y="2209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36EBBE6-5995-4098-90EE-994BC617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859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227CD7C-936E-4FCA-931C-29F4904C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384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-38.33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1297EDC-E2E0-4FE2-B054-16C0EFB3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432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F329623-7C8C-4C0D-9B42-85DA1B06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3883" y="3314700"/>
            <a:ext cx="255715" cy="95"/>
          </a:xfrm>
          <a:custGeom xmlns:a="http://schemas.openxmlformats.org/drawingml/2006/main">
            <a:pathLst>
              <a:path w="255715" h="95">
                <a:moveTo>
                  <a:pt x="0" y="0"/>
                </a:moveTo>
                <a:lnTo>
                  <a:pt x="2557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4156C51-EF75-4EAB-A8C6-A16ED096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3883" y="32480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EF2AA4D-F1E8-4340-8A2B-B656EF80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598" y="32480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B84DB8E-B458-45F2-B2C8-BD161E4A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591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592F00C-1927-4C71-BA21-A64F9C5B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76625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-1.67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4241165-4A1F-4513-9F24-1FDDB72C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8147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428B5BF-B2EE-46B5-9A3E-AD1931D7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435292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D3F7A4C-44B6-4C6F-83D1-8A939060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4286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DBEB61E-0F33-4908-A8DF-B545A81D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4286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CE5A280-7AA8-4C38-AE5B-0AEE628A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8488" y="4295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BB93171-CDA3-42D1-A243-19969AE1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148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0.00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5B0DB6A-CE63-4A88-B3B7-79C70C03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238750"/>
            <a:ext cx="3067050" cy="95"/>
          </a:xfrm>
          <a:custGeom xmlns:a="http://schemas.openxmlformats.org/drawingml/2006/main">
            <a:pathLst>
              <a:path w="3067050" h="95">
                <a:moveTo>
                  <a:pt x="0" y="0"/>
                </a:moveTo>
                <a:lnTo>
                  <a:pt x="3067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72B3A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68AB852-FC56-42B8-981E-9B586530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-60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25619F2-FCEA-45FE-A885-575D52FD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2263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677DC2E-2869-44ED-B87E-5EDA0EEB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3D7A60C-F5D6-4533-9828-0B26647F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29300"/>
            <a:ext cx="1123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Negative differences indicate lower completion time, fewer damaged services or less air intervention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55F3EE9-B3BF-45B8-9DF3-2E22F2EA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60 matched B4b–B4a runs per site. Bars show 95% intervals. The explicit-table effect is largest at Site A.</a:t>
            </a:r>
          </a:p>
        </p:txBody>
      </p:sp>
    </p:spTree>
    <p:extLst>
      <p:ext uri="{BB962C8B-B14F-4D97-AF65-F5344CB8AC3E}">
        <p14:creationId xmlns:p14="http://schemas.microsoft.com/office/powerpoint/2010/main" val="15099336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889D0E-5D1F-4AA7-A6FB-BC08347D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E2: restoring a path and meeting the deadline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C95AA-BD65-4F9F-9E6F-6A08A058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133777-0864-4A0C-AD2C-14FF5526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70A18-C5A4-47D4-801D-87CECB2B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9565F-F55F-4B65-A1E5-7E213DB1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34AEDA-8CA7-4A90-97E7-1E97B9B5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B93EB-29BC-46D2-B106-CAB236A3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6A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D59BCD-6B43-466A-8F65-71CE00B4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DB8C4-8868-4964-ACF9-84C378F5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1F099C-9513-4A9B-BB00-26E52009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557E25-5C73-4D1A-8EC1-A86EEC7E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(a) Deadline violations in all runs</a:t>
            </a:r>
          </a:p>
        </p:txBody>
      </p:sp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381000" y="2057400"/>
          <a:ext xmlns:a="http://schemas.openxmlformats.org/drawingml/2006/main" cx="5476875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4a5ae636ab46c6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C12F2F-622D-4D9F-A874-336E4457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24000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(b) Recovered / affected critical chains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981AA1-4803-4B41-89E0-73A820AC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003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Site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0E5B41-94C6-44E3-B157-27EB7AEB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003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B71DCB-CB2F-4B90-AECF-476440A2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4003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7ED637-C4FC-47E0-B42E-C2F9EFFE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4003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2BC8AB-C8FF-4916-9C46-0F608FC5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67025"/>
            <a:ext cx="5286375" cy="95"/>
          </a:xfrm>
          <a:custGeom xmlns:a="http://schemas.openxmlformats.org/drawingml/2006/main">
            <a:pathLst>
              <a:path w="5286375" h="95">
                <a:moveTo>
                  <a:pt x="0" y="0"/>
                </a:moveTo>
                <a:lnTo>
                  <a:pt x="5286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9E0E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08CE4A-7ED4-4AD6-B08D-D0D77B04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289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D0B2FD-CE9A-4091-BB18-6DD0FD0A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289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28A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28A2E"/>
                </a:solidFill>
                <a:latin typeface="Arial"/>
                <a:ea typeface="Arial"/>
                <a:cs typeface="Arial"/>
              </a:rPr>
              <a:t>200/200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8BC402-6F9C-4541-B6B7-B59FDB5A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0289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266A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266A8"/>
                </a:solidFill>
                <a:latin typeface="Arial"/>
                <a:ea typeface="Arial"/>
                <a:cs typeface="Arial"/>
              </a:rPr>
              <a:t>200/200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176848-024E-4F45-AED9-F58BC668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0289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191/191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FFA077-726C-4DDC-AA92-A8683C52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05225"/>
            <a:ext cx="5286375" cy="95"/>
          </a:xfrm>
          <a:custGeom xmlns:a="http://schemas.openxmlformats.org/drawingml/2006/main">
            <a:pathLst>
              <a:path w="5286375" h="95">
                <a:moveTo>
                  <a:pt x="0" y="0"/>
                </a:moveTo>
                <a:lnTo>
                  <a:pt x="5286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9E0E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E106A4-6C24-4B80-971A-78192CDD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671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A3F604-2120-4062-A699-62FB7B48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671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28A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28A2E"/>
                </a:solidFill>
                <a:latin typeface="Arial"/>
                <a:ea typeface="Arial"/>
                <a:cs typeface="Arial"/>
              </a:rPr>
              <a:t>200/200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585837-E0F1-443C-B571-D141657D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8671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266A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266A8"/>
                </a:solidFill>
                <a:latin typeface="Arial"/>
                <a:ea typeface="Arial"/>
                <a:cs typeface="Arial"/>
              </a:rPr>
              <a:t>200/200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483198-5ABF-4594-9C09-49FAE431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8671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199/199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C36107-1A14-470A-9A25-EE1EDA69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43425"/>
            <a:ext cx="5286375" cy="95"/>
          </a:xfrm>
          <a:custGeom xmlns:a="http://schemas.openxmlformats.org/drawingml/2006/main">
            <a:pathLst>
              <a:path w="5286375" h="95">
                <a:moveTo>
                  <a:pt x="0" y="0"/>
                </a:moveTo>
                <a:lnTo>
                  <a:pt x="5286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9E0E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408F67-6D7A-493C-9A4B-228A654E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053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6623DD-BEFD-45F3-910B-A7D154FD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7053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28A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28A2E"/>
                </a:solidFill>
                <a:latin typeface="Arial"/>
                <a:ea typeface="Arial"/>
                <a:cs typeface="Arial"/>
              </a:rPr>
              <a:t>200/200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2A864F-4470-43B5-BF80-6CAAC3A6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7053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266A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266A8"/>
                </a:solidFill>
                <a:latin typeface="Arial"/>
                <a:ea typeface="Arial"/>
                <a:cs typeface="Arial"/>
              </a:rPr>
              <a:t>200/200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B9F29C-DA73-458D-AA7B-9E119098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7053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201/201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B37DFD-101D-4667-9539-843A3F1E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581650"/>
            <a:ext cx="52101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Every affected coordinated run restores a path</a:t>
            </a:r>
          </a:p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B0 recovery: not applicable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6E11F3-0752-4DDF-9965-A53153E9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All-run outcomes: 320 runs per site and policy. Conditional restoration can coexist with substantial lateness.</a:t>
            </a:r>
          </a:p>
        </p:txBody>
      </p:sp>
    </p:spTree>
    <p:extLst>
      <p:ext uri="{BB962C8B-B14F-4D97-AF65-F5344CB8AC3E}">
        <p14:creationId xmlns:p14="http://schemas.microsoft.com/office/powerpoint/2010/main" val="16892409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A6160C-0F52-4C1C-807E-B2643D2F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E3: priority-weighted service loss across network contexts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6F32E-4B12-4C18-AC1A-B9D0BB99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A9D22-21C8-4A7F-860D-4C7A3DE5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0E1C8E-7D51-4CD5-AC63-E2B6CF97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96F4F-B2A7-4235-9660-DA942E42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9B3F6-6CBC-43FE-9E23-2C57FAEE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6BA6F-D9CC-4ABF-B6E8-9F5EB394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6A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874622-4CEB-4ECC-A846-0293887D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017C8A-34DE-4F0B-B33C-15D74024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5AEC2-B773-4AB7-98C8-720A6B30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4EB49C-CB40-4697-950A-30E605AB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430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(a) Site A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342900" y="2076450"/>
          <a:ext xmlns:a="http://schemas.openxmlformats.org/drawingml/2006/main" cx="3829050" cy="3838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2394f4c236f4c7e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FB3404-BD5A-4F08-9C6D-B58CF4B1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(b) Site B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267200" y="2076450"/>
          <a:ext xmlns:a="http://schemas.openxmlformats.org/drawingml/2006/main" cx="3829050" cy="3838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71b37c1dca4418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935596-91DB-40B4-A286-06C1589B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430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(c) Site C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8191500" y="2076450"/>
          <a:ext xmlns:a="http://schemas.openxmlformats.org/drawingml/2006/main" cx="3829050" cy="3838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074c0e39f34cc6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20BDCF-186B-4DE2-A2C0-EA8EF796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L1/L4: 40 runs per policy. L2/L3: 80. Levels vary in both disturbance structure and mission demand.</a:t>
            </a:r>
          </a:p>
        </p:txBody>
      </p:sp>
    </p:spTree>
    <p:extLst>
      <p:ext uri="{BB962C8B-B14F-4D97-AF65-F5344CB8AC3E}">
        <p14:creationId xmlns:p14="http://schemas.microsoft.com/office/powerpoint/2010/main" val="11076587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AAB71C-FF7F-445C-B80B-EB5A166D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E4: observation, execution and input burden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0EA3C-2C00-4755-BC67-161EDC70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00A01-67D7-4C36-B7BC-FC7467E8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37438-8F2F-4581-A93B-98106C40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75675-2C7B-441D-A157-29C26A8C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D88C5-057E-4D00-B342-8465AF78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11691-C09F-4649-85F3-33CC49C0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6A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34572-099E-473F-B131-95129A90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758CB-6D4A-462C-A38D-5F4B47D6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91E1A-5F62-4FEF-86FC-74F3BFF1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179B4-D647-4FDF-82F4-DCB1B90C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2400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(a) Observation interval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342900" y="2066925"/>
          <a:ext xmlns:a="http://schemas.openxmlformats.org/drawingml/2006/main" cx="3829050" cy="3829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3374888014406f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A29EF8-36CB-420E-8C1C-E83E156F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2400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(b) Execution delay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267200" y="2066925"/>
          <a:ext xmlns:a="http://schemas.openxmlformats.org/drawingml/2006/main" cx="3829050" cy="3829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27c3b7d598f401c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747252-B8B9-449A-8D11-4AC8FEAF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(c) LLM input burden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8191500" y="2066925"/>
          <a:ext xmlns:a="http://schemas.openxmlformats.org/drawingml/2006/main" cx="3829050" cy="3829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95b6ec1331546be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77C574-37F4-47B2-B966-9CE74AE3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20 runs per arm and policy. B2/B4b overlap in (a,b). Panel (c) expands records around a fixed four-aircraft fleet.</a:t>
            </a:r>
          </a:p>
        </p:txBody>
      </p:sp>
    </p:spTree>
    <p:extLst>
      <p:ext uri="{BB962C8B-B14F-4D97-AF65-F5344CB8AC3E}">
        <p14:creationId xmlns:p14="http://schemas.microsoft.com/office/powerpoint/2010/main" val="17492102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CDEF82-AF21-4418-B49F-C2C03006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Execution sequence with a 60 s action delay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5E667-86B5-44DE-B0B5-B0736FA3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B33AF-535F-44E8-890F-031D717C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76900"/>
            <a:ext cx="9525000" cy="95"/>
          </a:xfrm>
          <a:custGeom xmlns:a="http://schemas.openxmlformats.org/drawingml/2006/main">
            <a:pathLst>
              <a:path w="9525000" h="9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2B3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CFA10-75EE-48EE-8EA0-36394A2C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007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2B3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64413-63E9-4320-8C68-FC436999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810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304FF-CCF2-40B5-B6A2-649E09C6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56007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2B3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29F50-D5F5-466C-B5BD-65BF022C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3" y="5810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360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E3440D-2FA8-48C5-9C1E-2DF801A4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6007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2B3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79B162-22C8-4F14-812D-E7271F23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810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420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B0F337-E86F-43D0-AFA3-4FE89D57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7063" y="56007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2B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869E6-8A0D-45BB-BB34-AB1E1B10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688" y="5810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480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ED4BD4-5D18-4C86-AA86-A48938AE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6007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2B3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7B2EF2-6E3F-4D0B-AC12-3220C4B0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810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540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E56804-5382-4D47-A74B-E09ADCDB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938" y="56007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2B3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2B35B1-F626-485F-ACF4-824E8688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5563" y="5810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600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7C8A1-40AA-47FB-8E5E-F2CD866A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6134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Simulation time (s)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49DC40-713A-4FC2-90DA-732F9943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03835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Air command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8ACCEB-D4F5-417D-B038-36AB2400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048125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Ground service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DE6A04-8309-4A81-BD23-6D850019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1785938" cy="95"/>
          </a:xfrm>
          <a:custGeom xmlns:a="http://schemas.openxmlformats.org/drawingml/2006/main">
            <a:pathLst>
              <a:path w="1785938" h="95">
                <a:moveTo>
                  <a:pt x="0" y="0"/>
                </a:moveTo>
                <a:lnTo>
                  <a:pt x="17859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3266A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E2A67C-0508-42DD-B32A-8F02DD4F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24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6A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77AA53-2188-4624-BFEB-D6D2CFE0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988" y="2305050"/>
            <a:ext cx="152400" cy="152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E4B4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9658AC-7E18-43B8-B326-B3F3EA86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247775"/>
            <a:ext cx="2628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300 s</a:t>
            </a:r>
          </a:p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Initial dispatch selected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E110E1-96B4-4A33-AF1F-37FB335A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688" y="2790825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43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43B37"/>
                </a:solidFill>
                <a:latin typeface="Arial"/>
                <a:ea typeface="Arial"/>
                <a:cs typeface="Arial"/>
              </a:rPr>
              <a:t>360 s</a:t>
            </a:r>
          </a:p>
          <a:p xmlns:a="http://schemas.openxmlformats.org/drawingml/2006/main">
            <a:pPr algn="l">
              <a:defRPr sz="1725" b="1">
                <a:solidFill>
                  <a:srgbClr val="A43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43B37"/>
                </a:solidFill>
                <a:latin typeface="Arial"/>
                <a:ea typeface="Arial"/>
                <a:cs typeface="Arial"/>
              </a:rPr>
              <a:t>Failure and replacement decision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219301-C9B0-4955-B378-31309BB3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4219575"/>
            <a:ext cx="1785938" cy="95"/>
          </a:xfrm>
          <a:custGeom xmlns:a="http://schemas.openxmlformats.org/drawingml/2006/main">
            <a:pathLst>
              <a:path w="1785938" h="95">
                <a:moveTo>
                  <a:pt x="0" y="0"/>
                </a:moveTo>
                <a:lnTo>
                  <a:pt x="17859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D28A2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A0C7A6-208E-4DBE-A218-547E2B62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19575"/>
            <a:ext cx="5417344" cy="95"/>
          </a:xfrm>
          <a:custGeom xmlns:a="http://schemas.openxmlformats.org/drawingml/2006/main">
            <a:pathLst>
              <a:path w="5417344" h="95">
                <a:moveTo>
                  <a:pt x="0" y="0"/>
                </a:moveTo>
                <a:lnTo>
                  <a:pt x="54173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217A6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E30C63-112F-4134-AE01-281434D8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4162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0D5535-A9ED-44CC-AE07-977F5FCC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162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5346C6-E23B-45B4-9061-E0B647F4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1319" y="4162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FBBFC8-2929-4A12-B5A5-FE7DD22F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781" y="24479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266A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266A8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ADDC4E-5ECF-4304-9650-D3AA1634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719" y="43148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28A2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28A2E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D1DACD-6445-4957-9F35-C9BD86FA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59105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420 s</a:t>
            </a:r>
          </a:p>
          <a:p xmlns:a="http://schemas.openxmlformats.org/drawingml/2006/main">
            <a:pPr algn="l">
              <a:defRPr sz="1725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Ground executes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88AB87-1EE6-4D89-8503-DC60DF55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4919" y="4591050"/>
            <a:ext cx="2066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602 s</a:t>
            </a:r>
          </a:p>
          <a:p xmlns:a="http://schemas.openxmlformats.org/drawingml/2006/main">
            <a:pPr algn="r">
              <a:defRPr sz="1725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Mission completes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8DEED9-ADED-426C-A8C0-BB50D8AA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344" y="3705225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17A67"/>
                </a:solidFill>
                <a:latin typeface="Arial"/>
                <a:ea typeface="Arial"/>
                <a:cs typeface="Arial"/>
              </a:rPr>
              <a:t>Ground travel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FB22C5-BE24-47D8-8C02-3D27B686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7063" y="1200150"/>
            <a:ext cx="95" cy="4305300"/>
          </a:xfrm>
          <a:custGeom xmlns:a="http://schemas.openxmlformats.org/drawingml/2006/main">
            <a:pathLst>
              <a:path w="95" h="4305300">
                <a:moveTo>
                  <a:pt x="0" y="0"/>
                </a:moveTo>
                <a:lnTo>
                  <a:pt x="0" y="43053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A43B37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8AFB53-970D-4597-B8AE-871E585E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313" y="1295400"/>
            <a:ext cx="16478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43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43B37"/>
                </a:solidFill>
                <a:latin typeface="Arial"/>
                <a:ea typeface="Arial"/>
                <a:cs typeface="Arial"/>
              </a:rPr>
              <a:t>480 s</a:t>
            </a:r>
          </a:p>
          <a:p xmlns:a="http://schemas.openxmlformats.org/drawingml/2006/main">
            <a:pPr algn="l">
              <a:defRPr sz="1725" b="1">
                <a:solidFill>
                  <a:srgbClr val="A43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43B37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8EF382-31D3-4DD2-8DCC-15FC87F7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62150"/>
            <a:ext cx="676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The new ground command supersedes the pending dispatch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BED22B-8CF4-4E38-BB30-F26992ED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Completion duration: 602 − 300 = 302 s. This is a tested queue transition, not a universal delay threshold.</a:t>
            </a:r>
          </a:p>
        </p:txBody>
      </p:sp>
    </p:spTree>
    <p:extLst>
      <p:ext uri="{BB962C8B-B14F-4D97-AF65-F5344CB8AC3E}">
        <p14:creationId xmlns:p14="http://schemas.microsoft.com/office/powerpoint/2010/main" val="10670943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2026-09-10T23:57:11.4470000Z</dcterms:created>
  <dcterms:modified xsi:type="dcterms:W3CDTF">2026-09-10T23:57:11.4470000Z</dcterms:modified>
</coreProperties>
</file>